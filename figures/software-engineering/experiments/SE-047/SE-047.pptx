
<file path=[Content_Types].xml><?xml version="1.0" encoding="utf-8"?>
<Types xmlns="http://schemas.openxmlformats.org/package/2006/content-types">
  <Default Extension="xml" ContentType="application/vnd.openxmlformats-package.core-properties+xml"/>
  <Default Extension="rels" ContentType="application/vnd.openxmlformats-package.relationships+xml"/>
  <Override PartName="/docProps/app.xml" ContentType="application/vnd.openxmlformats-officedocument.extended-properties+xml"/>
  <Override PartName="/ppt/presentation.xml" ContentType="application/vnd.openxmlformats-officedocument.presentationml.presentation.main+xml"/>
  <Override PartName="/ppt/theme/theme1.xml" ContentType="application/vnd.openxmlformats-officedocument.theme+xml"/>
  <Override PartName="/ppt/slideMasters/slideMaster1.xml" ContentType="application/vnd.openxmlformats-officedocument.presentationml.slideMaster+xml"/>
  <Override PartName="/ppt/slideMasters/theme/theme2.xml" ContentType="application/vnd.openxmlformats-officedocument.theme+xml"/>
  <Override PartName="/ppt/slideLayouts/slideLayout1.xml" ContentType="application/vnd.openxmlformats-officedocument.presentationml.slideLayout+xml"/>
  <Override PartName="/ppt/notesMasters/notesMaster1.xml" ContentType="application/vnd.openxmlformats-officedocument.presentationml.notesMaster+xml"/>
  <Override PartName="/ppt/notesMasters/theme/theme3.xml" ContentType="application/vnd.openxmlformats-officedocument.theme+xml"/>
  <Override PartName="/ppt/presProps.xml" ContentType="application/vnd.openxmlformats-officedocument.presentationml.presProps+xml"/>
  <Override PartName="/ppt/tableStyles.xml" ContentType="application/vnd.openxmlformats-officedocument.presentationml.tableStyles+xml"/>
  <Override PartName="/ppt/slides/slide1.xml" ContentType="application/vnd.openxmlformats-officedocument.presentationml.slide+xml"/>
  <Override PartName="/ppt/notesSlides/notesSlide1.xml" ContentType="application/vnd.openxmlformats-officedocument.presentationml.notesSlide+xml"/>
</Types>
</file>

<file path=_rels/.rels>&#65279;<?xml version="1.0" encoding="utf-8"?><Relationships xmlns="http://schemas.openxmlformats.org/package/2006/relationships"><Relationship Type="http://schemas.openxmlformats.org/package/2006/relationships/metadata/core-properties" Target="/docProps/core.xml" Id="R843bce245d2c4c66" /><Relationship Type="http://schemas.openxmlformats.org/officeDocument/2006/relationships/extended-properties" Target="/docProps/app.xml" Id="R685b88ee687f4c0d" /><Relationship Type="http://schemas.openxmlformats.org/officeDocument/2006/relationships/officeDocument" Target="/ppt/presentation.xml" Id="R2316a8bf9727494f" /></Relationships>
</file>

<file path=ppt/presentation.xml><?xml version="1.0" encoding="utf-8"?>
<p:presentation xmlns:p="http://schemas.openxmlformats.org/presentationml/2006/main">
  <p:sldMasterIdLst>
    <p:sldMasterId xmlns:r="http://schemas.openxmlformats.org/officeDocument/2006/relationships" id="2147483648" r:id="R39a694bf33bc4efe"/>
  </p:sldMasterIdLst>
  <p:notesMasterIdLst>
    <p:notesMasterId xmlns:r="http://schemas.openxmlformats.org/officeDocument/2006/relationships" r:id="R63ba63d1e34a49c1"/>
  </p:notesMasterIdLst>
  <p:sldIdLst>
    <p:sldId xmlns:r="http://schemas.openxmlformats.org/officeDocument/2006/relationships" id="256" r:id="Rd428dd86d091423c"/>
  </p:sldIdLst>
  <p:sldSz cx="10687050" cy="6686550"/>
  <p:notesSz cx="6858000" cy="9144000"/>
</p:presentation>
</file>

<file path=ppt/presProps.xml><?xml version="1.0" encoding="utf-8"?>
<p:presentationPr xmlns:p="http://schemas.openxmlformats.org/presentationml/2006/main">
  <p:extLst>
    <p:ext xmlns:p14="http://schemas.microsoft.com/office/powerpoint/2010/main" uri="{E76CE94A-603C-4142-B9EB-6D1370010A27}">
      <p14:discardImageEditData val="0"/>
    </p:ext>
    <p:ext xmlns:p14="http://schemas.microsoft.com/office/powerpoint/2010/main" uri="{D31A062A-798A-4329-ABDD-BBA856620510}">
      <p14:defaultImageDpi val="32767"/>
    </p:ext>
    <p:ext xmlns:p15="http://schemas.microsoft.com/office/powerpoint/2012/main" uri="{FD5EFAAD-0ECE-453E-9831-46B23BE46B34}">
      <p15:chartTrackingRefBased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_rels/presentation.xml.rels>&#65279;<?xml version="1.0" encoding="utf-8"?><Relationships xmlns="http://schemas.openxmlformats.org/package/2006/relationships"><Relationship Type="http://schemas.openxmlformats.org/officeDocument/2006/relationships/theme" Target="/ppt/theme/theme1.xml" Id="Rd17dd75dfc994d64" /><Relationship Type="http://schemas.openxmlformats.org/officeDocument/2006/relationships/slideMaster" Target="/ppt/slideMasters/slideMaster1.xml" Id="R39a694bf33bc4efe" /><Relationship Type="http://schemas.openxmlformats.org/officeDocument/2006/relationships/notesMaster" Target="/ppt/notesMasters/notesMaster1.xml" Id="R63ba63d1e34a49c1" /><Relationship Type="http://schemas.openxmlformats.org/officeDocument/2006/relationships/presProps" Target="/ppt/presProps.xml" Id="R3d99bf51e40b4dc7" /><Relationship Type="http://schemas.openxmlformats.org/officeDocument/2006/relationships/tableStyles" Target="/ppt/tableStyles.xml" Id="R24e66ffc90b74bba" /><Relationship Type="http://schemas.openxmlformats.org/officeDocument/2006/relationships/slide" Target="/ppt/slides/slide1.xml" Id="Rd428dd86d091423c" /></Relationships>
</file>

<file path=ppt/notesMasters/_rels/notesMaster1.xml.rels>&#65279;<?xml version="1.0" encoding="utf-8"?><Relationships xmlns="http://schemas.openxmlformats.org/package/2006/relationships"><Relationship Type="http://schemas.openxmlformats.org/officeDocument/2006/relationships/theme" Target="/ppt/notesMasters/theme/theme3.xml" Id="Rec01fd4181fb4441" /></Relationships>
</file>

<file path=ppt/notesMasters/notesMaster1.xml><?xml version="1.0" encoding="utf-8"?>
<p:notesMaster xmlns:p="http://schemas.openxmlformats.org/presentationml/2006/main">
  <p:cSld>
    <p:bg>
      <p:bgRef idx="1001">
        <a:schemeClr xmlns:a="http://schemas.openxmlformats.org/drawingml/2006/main" val="bg1"/>
      </p:bgRef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Header Placeholder"/>
          <p:cNvSpPr/>
          <p:nvPr>
            <p:ph type="hdr" sz="quarter"/>
          </p:nvPr>
        </p:nvSpPr>
        <p:spPr>
          <a:prstGeom xmlns:a="http://schemas.openxmlformats.org/drawingml/2006/main" prst="rect">
            <a:avLst/>
          </a:prstGeom>
        </p:spPr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  <p:sp>
        <p:nvSpPr>
          <p:cNvPr id="3" name="Date Placeholder"/>
          <p:cNvSpPr/>
          <p:nvPr>
            <p:ph type="dt" sz="quarter" idx="1"/>
          </p:nvPr>
        </p:nvSpPr>
        <p:spPr>
          <a:prstGeom xmlns:a="http://schemas.openxmlformats.org/drawingml/2006/main" prst="rect">
            <a:avLst/>
          </a:prstGeom>
        </p:spPr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  <p:sp>
        <p:nvSpPr>
          <p:cNvPr id="4" name="Slide Image Placeholder"/>
          <p:cNvSpPr/>
          <p:nvPr>
            <p:ph type="sldImg" idx="2"/>
          </p:nvPr>
        </p:nvSpPr>
        <p:spPr>
          <a:prstGeom xmlns:a="http://schemas.openxmlformats.org/drawingml/2006/main" prst="rect">
            <a:avLst/>
          </a:prstGeom>
        </p:spPr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  <p:sp>
        <p:nvSpPr>
          <p:cNvPr id="5" name="Notes Placeholder"/>
          <p:cNvSpPr/>
          <p:nvPr>
            <p:ph type="body" sz="quarter" idx="3"/>
          </p:nvPr>
        </p:nvSpPr>
        <p:spPr>
          <a:prstGeom xmlns:a="http://schemas.openxmlformats.org/drawingml/2006/main" prst="rect">
            <a:avLst/>
          </a:prstGeom>
        </p:spPr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  <p:sp>
        <p:nvSpPr>
          <p:cNvPr id="6" name="Footer Placeholder"/>
          <p:cNvSpPr/>
          <p:nvPr>
            <p:ph type="ftr" sz="quarter" idx="4"/>
          </p:nvPr>
        </p:nvSpPr>
        <p:spPr>
          <a:prstGeom xmlns:a="http://schemas.openxmlformats.org/drawingml/2006/main" prst="rect">
            <a:avLst/>
          </a:prstGeom>
        </p:spPr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  <p:sp>
        <p:nvSpPr>
          <p:cNvPr id="7" name="Slide Number Placeholder"/>
          <p:cNvSpPr/>
          <p:nvPr>
            <p:ph type="sldNum" sz="quarter" idx="5"/>
          </p:nvPr>
        </p:nvSpPr>
        <p:spPr>
          <a:prstGeom xmlns:a="http://schemas.openxmlformats.org/drawingml/2006/main" prst="rect">
            <a:avLst/>
          </a:prstGeom>
        </p:spPr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xmlns:a="http://schemas.openxmlformats.org/drawingml/2006/main" marL="0" algn="l" defTabSz="914400" rtl="0" eaLnBrk="1" latinLnBrk="0" hangingPunct="1">
      <a:defRPr sz="1200" kern="1200"/>
    </a:lvl1pPr>
  </p:notesStyle>
</p:notesMaster>
</file>

<file path=ppt/notesMasters/theme/theme3.xml><?xml version="1.0" encoding="utf-8"?>
<a:theme xmlns:a="http://schemas.openxmlformats.org/drawingml/2006/main" name="ChatGPT">
  <a:themeElements>
    <a:clrScheme name="ChatGPT">
      <a:dk1>
        <a:srgbClr val="000000"/>
      </a:dk1>
      <a:lt1>
        <a:srgbClr val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Calibri Light"/>
        <a:ea typeface="Calibri Light"/>
        <a:cs typeface="Calibri Light"/>
      </a:majorFont>
      <a:minorFont>
        <a:latin typeface="Calibri"/>
        <a:ea typeface="Calibri"/>
        <a:cs typeface="Calibri"/>
      </a:minorFont>
    </a:fontScheme>
    <a:fmtScheme name="ChatGPT">
      <a:fillStyleLst>
        <a:solidFill>
          <a:schemeClr val="phClr"/>
        </a:solidFill>
        <a:gradFill>
          <a:gsLst>
            <a:gs pos="0">
              <a:schemeClr val="phClr">
                <a:tint val="67000"/>
                <a:lumMod val="110000"/>
                <a:satMod val="105000"/>
              </a:schemeClr>
            </a:gs>
            <a:gs pos="50000">
              <a:schemeClr val="phClr">
                <a:tint val="73000"/>
                <a:lumMod val="105000"/>
                <a:satMod val="103000"/>
              </a:schemeClr>
            </a:gs>
            <a:gs pos="100000">
              <a:schemeClr val="phClr">
                <a:tint val="81000"/>
                <a:lumMod val="105000"/>
                <a:satMod val="109000"/>
              </a:schemeClr>
            </a:gs>
          </a:gsLst>
          <a:lin ang="5400000" scaled="0"/>
        </a:gradFill>
        <a:gradFill>
          <a:gsLst>
            <a:gs pos="0">
              <a:schemeClr val="phClr">
                <a:tint val="94000"/>
                <a:lumMod val="102000"/>
                <a:satMod val="103000"/>
              </a:schemeClr>
            </a:gs>
            <a:gs pos="50000">
              <a:schemeClr val="phClr">
                <a:shade val="100000"/>
                <a:lumMod val="100000"/>
                <a:satMod val="110000"/>
              </a:schemeClr>
            </a:gs>
            <a:gs pos="100000">
              <a:schemeClr val="phClr">
                <a:shade val="78000"/>
                <a:lumMod val="99000"/>
                <a:satMod val="120000"/>
              </a:schemeClr>
            </a:gs>
          </a:gsLst>
          <a:lin ang="5400000" scaled="0"/>
        </a:gradFill>
      </a:fillStyleLst>
      <a:lnStyleLst>
        <a:ln w="12700">
          <a:solidFill>
            <a:schemeClr val="phClr"/>
          </a:solidFill>
          <a:prstDash val="solid"/>
        </a:ln>
        <a:ln w="19050">
          <a:solidFill>
            <a:schemeClr val="phClr"/>
          </a:solidFill>
          <a:prstDash val="solid"/>
        </a:ln>
        <a:ln w="25400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19050" dist="9525" dir="5400000">
              <a:srgbClr val="000000">
                <a:alpha val="6000"/>
              </a:srgbClr>
            </a:outerShdw>
          </a:effectLst>
        </a:effectStyle>
        <a:effectStyle>
          <a:effectLst>
            <a:outerShdw blurRad="28575" dist="9525" dir="5400000">
              <a:srgbClr val="000000">
                <a:alpha val="8000"/>
              </a:srgbClr>
            </a:outerShdw>
          </a:effectLst>
        </a:effectStyle>
        <a:effectStyle>
          <a:effectLst>
            <a:outerShdw blurRad="57150" dist="19050" dir="5400000">
              <a:srgbClr val="000000">
                <a:alpha val="10000"/>
              </a:srgbClr>
            </a:outerShdw>
          </a:effectLst>
        </a:effectStyle>
        <a:effectStyle>
          <a:effectLst>
            <a:outerShdw blurRad="114300" dist="38100" dir="5400000">
              <a:srgbClr val="000000">
                <a:alpha val="12000"/>
              </a:srgbClr>
            </a:outerShdw>
          </a:effectLst>
        </a:effectStyle>
        <a:effectStyle>
          <a:effectLst>
            <a:outerShdw blurRad="171450" dist="571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266700" dist="95250" dir="5400000">
              <a:srgbClr val="000000">
                <a:alpha val="24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>
          <a:gsLst>
            <a:gs pos="0">
              <a:schemeClr val="phClr">
                <a:tint val="93000"/>
                <a:shade val="98000"/>
                <a:lumMod val="102000"/>
                <a:satMod val="150000"/>
              </a:schemeClr>
            </a:gs>
            <a:gs pos="50000">
              <a:schemeClr val="phClr">
                <a:tint val="98000"/>
                <a:shade val="90000"/>
                <a:lumMod val="103000"/>
                <a:satMod val="130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</a:theme>
</file>

<file path=ppt/notesSlides/_rels/notesSlide1.xml.rels>&#65279;<?xml version="1.0" encoding="utf-8"?><Relationships xmlns="http://schemas.openxmlformats.org/package/2006/relationships"><Relationship Type="http://schemas.openxmlformats.org/officeDocument/2006/relationships/slide" Target="/ppt/slides/slide1.xml" Id="Ra9ca232ebe85421a" /><Relationship Type="http://schemas.openxmlformats.org/officeDocument/2006/relationships/notesMaster" Target="/ppt/notesMasters/notesMaster1.xml" Id="Rf037ae5944164fb7" /></Relationships>
</file>

<file path=ppt/notesSlides/notesSlide1.xml><?xml version="1.0" encoding="utf-8"?>
<ns0:notes xmlns:ns0="http://schemas.openxmlformats.org/presentationml/2006/main" xmlns:ns1="http://schemas.openxmlformats.org/drawingml/2006/main">
  <ns0:cSld>
    <ns0:spTree>
      <ns0:nvGrpSpPr>
        <ns0:cNvPr id="1" name=""/>
        <ns0:cNvGrpSpPr/>
        <ns0:nvPr/>
      </ns0:nvGrpSpPr>
      <ns0:grpSpPr>
        <ns1:xfrm/>
      </ns0:grpSpPr>
      <ns0:sp>
        <ns0:nvSpPr>
          <ns0:cNvPr id="2" name="Slide Image Placeholder 1"/>
          <ns0:cNvSpPr>
            <ns1:spLocks noGrp="1"/>
          </ns0:cNvSpPr>
          <ns0:nvPr>
            <ns0:ph type="sldImg" idx="0"/>
          </ns0:nvPr>
        </ns0:nvSpPr>
        <ns0:spPr/>
      </ns0:sp>
      <ns0:sp>
        <ns0:nvSpPr>
          <ns0:cNvPr id="3" name="Notes Placeholder 2"/>
          <ns0:cNvSpPr>
            <ns1:spLocks noGrp="1"/>
          </ns0:cNvSpPr>
          <ns0:nvPr>
            <ns0:ph type="body" idx="1"/>
          </ns0:nvPr>
        </ns0:nvSpPr>
        <ns0:spPr/>
        <ns0:txBody>
          <ns1:bodyPr/>
          <ns1:lstStyle/>
          <ns1:p>
            <ns1:r>
              <ns1:t>素材ID：SE-047</ns1:t>
            </ns1:r>
          </ns1:p>
          <ns1:p>
            <ns1:r>
              <ns1:t>论文：QSF: Multi-Objective Optimization based Efficient Solving for Floating-Point Constraints</ns1:t>
            </ns1:r>
          </ns1:p>
          <ns1:p>
            <ns1:r>
              <ns1:t>会议：FSE 2025</ns1:t>
            </ns1:r>
          </ns1:p>
          <ns1:p>
            <ns1:r>
              <ns1:t>奖项：ACM SIGSOFT Distinguished Paper Award</ns1:t>
            </ns1:r>
          </ns1:p>
          <ns1:p>
            <ns1:r>
              <ns1:t>图号：Figure 3，PDF第12页</ns1:t>
            </ns1:r>
          </ns1:p>
          <ns1:p>
            <ns1:r>
              <ns1:t>类型：实验图表</ns1:t>
            </ns1:r>
          </ns1:p>
          <ns1:p>
            <ns1:r>
              <ns1:t>借鉴点：统一对角线与对数轴的比较小图，每格标出赢/输实例数和加速比，适合同时观察多基线、超时与跨数量级性能。</ns1:t>
            </ns1:r>
          </ns1:p>
          <ns1:p>
            <ns1:r>
              <ns1:t>论文URL：https://zbchen.github.io/files/fse2025.pdf</ns1:t>
            </ns1:r>
          </ns1:p>
          <ns1:p>
            <ns1:r>
              <ns1:t>官方获奖URL：https://www2.sigsoft.org/awards/distinguishedpaper/#the-acm-international-conference-on-the-foundations-of-software-engineering-fse-2025</ns1:t>
            </ns1:r>
          </ns1:p>
          <ns1:p>
            <ns1:r>
              <ns1:t>原始论文与绘图来源：见本页论文链接及仓库 catalog/papers.md。</ns1:t>
            </ns1:r>
          </ns1:p>
        </ns0:txBody>
      </ns0:sp>
      <ns0:sp>
        <ns0:nvSpPr>
          <ns0:cNvPr id="4" name="Slide Number Placeholder 3"/>
          <ns0:cNvSpPr>
            <ns1:spLocks noGrp="1"/>
          </ns0:cNvSpPr>
          <ns0:nvPr>
            <ns0:ph type="sldNum" idx="5"/>
          </ns0:nvPr>
        </ns0:nvSpPr>
        <ns0:spPr/>
        <ns0:txBody>
          <ns1:bodyPr/>
          <ns1:lstStyle/>
          <ns1:p/>
        </ns0:txBody>
      </ns0:sp>
    </ns0:spTree>
  </ns0:cSld>
  <ns0:clrMapOvr>
    <ns1:masterClrMapping/>
  </ns0:clrMapOvr>
</ns0:notes>
</file>

<file path=ppt/slideLayouts/_rels/slideLayout1.xml.rels>&#65279;<?xml version="1.0" encoding="utf-8"?><Relationships xmlns="http://schemas.openxmlformats.org/package/2006/relationships"><Relationship Type="http://schemas.openxmlformats.org/officeDocument/2006/relationships/slideMaster" Target="/ppt/slideMasters/slideMaster1.xml" Id="R6b8813eeed3c44d0" /></Relationships>
</file>

<file path=ppt/slideLayouts/slideLayout1.xml><?xml version="1.0" encoding="utf-8"?>
<p:sldLayout xmlns:p="http://schemas.openxmlformats.org/presentationml/2006/main" type="title">
  <p:cSld name="Title Slide">
    <p:spTree>
      <p:nvGrpSpPr>
        <p:cNvPr id="1" name=""/>
        <p:cNvGrpSpPr/>
        <p:nvPr/>
      </p:nvGrpSpPr>
      <p:grpSpPr>
        <a:xfrm xmlns:a="http://schemas.openxmlformats.org/drawingml/2006/main"/>
      </p:grpSpPr>
    </p:spTree>
  </p:cSld>
</p:sldLayout>
</file>

<file path=ppt/slideMasters/_rels/slideMaster1.xml.rels>&#65279;<?xml version="1.0" encoding="utf-8"?><Relationships xmlns="http://schemas.openxmlformats.org/package/2006/relationships"><Relationship Type="http://schemas.openxmlformats.org/officeDocument/2006/relationships/theme" Target="/ppt/slideMasters/theme/theme2.xml" Id="R85941b412c6a40de" /><Relationship Type="http://schemas.openxmlformats.org/officeDocument/2006/relationships/slideLayout" Target="/ppt/slideLayouts/slideLayout1.xml" Id="Rdac48da962d34e69" /></Relationships>
</file>

<file path=ppt/slideMasters/slideMaster1.xml><?xml version="1.0" encoding="utf-8"?>
<p:sldMaster xmlns:p="http://schemas.openxmlformats.org/presentationml/2006/main">
  <p:cSld name="Master">
    <p:bg>
      <p:bgRef idx="1001">
        <a:schemeClr xmlns:a="http://schemas.openxmlformats.org/drawingml/2006/main" val="bg1"/>
      </p:bgRef>
    </p:bg>
    <p:spTree>
      <p:nvGrpSpPr>
        <p:cNvPr id="1" name=""/>
        <p:cNvGrpSpPr/>
        <p:nvPr/>
      </p:nvGrpSpPr>
      <p:grpSpPr>
        <a:xfrm xmlns:a="http://schemas.openxmlformats.org/drawingml/2006/main"/>
      </p:grpSpPr>
    </p:spTree>
  </p:cSld>
  <p:clrMap bg1="lt1" tx1="dk1" bg2="lt2" tx2="dk2" accent1="accent1" accent2="accent2" accent3="accent3" accent4="accent4" accent5="accent5" accent6="accent6" hlink="hlink" folHlink="folHlink"/>
  <p:sldLayoutIdLst>
    <p:sldLayoutId xmlns:r="http://schemas.openxmlformats.org/officeDocument/2006/relationships" id="2147483649" r:id="Rdac48da962d34e69"/>
  </p:sldLayoutIdLst>
  <p:txStyles>
    <p:titleStyle>
      <a:lvl1pPr xmlns:a="http://schemas.openxmlformats.org/drawingml/2006/main" algn="l">
        <a:lnSpc>
          <a:spcPct val="90000"/>
        </a:lnSpc>
        <a:spcBef>
          <a:spcPts val="0"/>
        </a:spcBef>
        <a:buNone/>
        <a:defRPr sz="4400">
          <a:solidFill>
            <a:schemeClr val="tx1"/>
          </a:solidFill>
          <a:latin typeface="+mj-lt"/>
          <a:ea typeface="+mj-lt"/>
          <a:cs typeface="+mj-lt"/>
        </a:defRPr>
      </a:lvl1pPr>
    </p:titleStyle>
    <p:bodyStyle>
      <a:lvl1pPr xmlns:a="http://schemas.openxmlformats.org/drawingml/2006/main" marL="228600" indent="-228600" algn="l">
        <a:lnSpc>
          <a:spcPct val="90000"/>
        </a:lnSpc>
        <a:spcBef>
          <a:spcPts val="1000"/>
        </a:spcBef>
        <a:buChar char="•"/>
        <a:defRPr sz="2800">
          <a:solidFill>
            <a:schemeClr val="tx1"/>
          </a:solidFill>
          <a:latin typeface="+mn-lt"/>
          <a:ea typeface="+mn-lt"/>
          <a:cs typeface="+mn-lt"/>
        </a:defRPr>
      </a:lvl1pPr>
      <a:lvl2pPr xmlns:a="http://schemas.openxmlformats.org/drawingml/2006/main" marL="685800" indent="-228600" algn="l">
        <a:lnSpc>
          <a:spcPct val="90000"/>
        </a:lnSpc>
        <a:spcBef>
          <a:spcPts val="500"/>
        </a:spcBef>
        <a:buChar char="•"/>
        <a:defRPr sz="2400">
          <a:solidFill>
            <a:schemeClr val="tx1"/>
          </a:solidFill>
          <a:latin typeface="+mn-lt"/>
          <a:ea typeface="+mn-lt"/>
          <a:cs typeface="+mn-lt"/>
        </a:defRPr>
      </a:lvl2pPr>
      <a:lvl3pPr xmlns:a="http://schemas.openxmlformats.org/drawingml/2006/main" marL="1143000" indent="-228600" algn="l">
        <a:lnSpc>
          <a:spcPct val="90000"/>
        </a:lnSpc>
        <a:spcBef>
          <a:spcPts val="500"/>
        </a:spcBef>
        <a:buChar char="•"/>
        <a:defRPr sz="2000">
          <a:solidFill>
            <a:schemeClr val="tx1"/>
          </a:solidFill>
          <a:latin typeface="+mn-lt"/>
          <a:ea typeface="+mn-lt"/>
          <a:cs typeface="+mn-lt"/>
        </a:defRPr>
      </a:lvl3pPr>
      <a:lvl4pPr xmlns:a="http://schemas.openxmlformats.org/drawingml/2006/main" marL="16002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4pPr>
      <a:lvl5pPr xmlns:a="http://schemas.openxmlformats.org/drawingml/2006/main" marL="20574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5pPr>
      <a:lvl6pPr xmlns:a="http://schemas.openxmlformats.org/drawingml/2006/main" marL="25146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6pPr>
      <a:lvl7pPr xmlns:a="http://schemas.openxmlformats.org/drawingml/2006/main" marL="29718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7pPr>
      <a:lvl8pPr xmlns:a="http://schemas.openxmlformats.org/drawingml/2006/main" marL="34290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8pPr>
      <a:lvl9pPr xmlns:a="http://schemas.openxmlformats.org/drawingml/2006/main" marL="38862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9pPr>
    </p:bodyStyle>
    <p:otherStyle>
      <a:lvl1pPr xmlns:a="http://schemas.openxmlformats.org/drawingml/2006/main" marL="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1pPr>
      <a:lvl2pPr xmlns:a="http://schemas.openxmlformats.org/drawingml/2006/main" marL="4572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2pPr>
      <a:lvl3pPr xmlns:a="http://schemas.openxmlformats.org/drawingml/2006/main" marL="9144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3pPr>
      <a:lvl4pPr xmlns:a="http://schemas.openxmlformats.org/drawingml/2006/main" marL="13716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4pPr>
      <a:lvl5pPr xmlns:a="http://schemas.openxmlformats.org/drawingml/2006/main" marL="18288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5pPr>
      <a:lvl6pPr xmlns:a="http://schemas.openxmlformats.org/drawingml/2006/main" marL="22860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6pPr>
      <a:lvl7pPr xmlns:a="http://schemas.openxmlformats.org/drawingml/2006/main" marL="27432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7pPr>
      <a:lvl8pPr xmlns:a="http://schemas.openxmlformats.org/drawingml/2006/main" marL="32004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8pPr>
      <a:lvl9pPr xmlns:a="http://schemas.openxmlformats.org/drawingml/2006/main" marL="36576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9pPr>
    </p:otherStyle>
  </p:txStyles>
</p:sldMaster>
</file>

<file path=ppt/slideMasters/theme/theme2.xml><?xml version="1.0" encoding="utf-8"?>
<a:theme xmlns:a="http://schemas.openxmlformats.org/drawingml/2006/main" name="ChatGPT">
  <a:themeElements>
    <a:clrScheme name="ChatGPT">
      <a:dk1>
        <a:srgbClr val="000000"/>
      </a:dk1>
      <a:lt1>
        <a:srgbClr val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Calibri Light"/>
        <a:ea typeface="Calibri Light"/>
        <a:cs typeface="Calibri Light"/>
      </a:majorFont>
      <a:minorFont>
        <a:latin typeface="Calibri"/>
        <a:ea typeface="Calibri"/>
        <a:cs typeface="Calibri"/>
      </a:minorFont>
    </a:fontScheme>
    <a:fmtScheme name="ChatGPT">
      <a:fillStyleLst>
        <a:solidFill>
          <a:schemeClr val="phClr"/>
        </a:solidFill>
        <a:gradFill>
          <a:gsLst>
            <a:gs pos="0">
              <a:schemeClr val="phClr">
                <a:tint val="67000"/>
                <a:lumMod val="110000"/>
                <a:satMod val="105000"/>
              </a:schemeClr>
            </a:gs>
            <a:gs pos="50000">
              <a:schemeClr val="phClr">
                <a:tint val="73000"/>
                <a:lumMod val="105000"/>
                <a:satMod val="103000"/>
              </a:schemeClr>
            </a:gs>
            <a:gs pos="100000">
              <a:schemeClr val="phClr">
                <a:tint val="81000"/>
                <a:lumMod val="105000"/>
                <a:satMod val="109000"/>
              </a:schemeClr>
            </a:gs>
          </a:gsLst>
          <a:lin ang="5400000" scaled="0"/>
        </a:gradFill>
        <a:gradFill>
          <a:gsLst>
            <a:gs pos="0">
              <a:schemeClr val="phClr">
                <a:tint val="94000"/>
                <a:lumMod val="102000"/>
                <a:satMod val="103000"/>
              </a:schemeClr>
            </a:gs>
            <a:gs pos="50000">
              <a:schemeClr val="phClr">
                <a:shade val="100000"/>
                <a:lumMod val="100000"/>
                <a:satMod val="110000"/>
              </a:schemeClr>
            </a:gs>
            <a:gs pos="100000">
              <a:schemeClr val="phClr">
                <a:shade val="78000"/>
                <a:lumMod val="99000"/>
                <a:satMod val="120000"/>
              </a:schemeClr>
            </a:gs>
          </a:gsLst>
          <a:lin ang="5400000" scaled="0"/>
        </a:gradFill>
      </a:fillStyleLst>
      <a:lnStyleLst>
        <a:ln w="12700">
          <a:solidFill>
            <a:schemeClr val="phClr"/>
          </a:solidFill>
          <a:prstDash val="solid"/>
        </a:ln>
        <a:ln w="19050">
          <a:solidFill>
            <a:schemeClr val="phClr"/>
          </a:solidFill>
          <a:prstDash val="solid"/>
        </a:ln>
        <a:ln w="25400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19050" dist="9525" dir="5400000">
              <a:srgbClr val="000000">
                <a:alpha val="6000"/>
              </a:srgbClr>
            </a:outerShdw>
          </a:effectLst>
        </a:effectStyle>
        <a:effectStyle>
          <a:effectLst>
            <a:outerShdw blurRad="28575" dist="9525" dir="5400000">
              <a:srgbClr val="000000">
                <a:alpha val="8000"/>
              </a:srgbClr>
            </a:outerShdw>
          </a:effectLst>
        </a:effectStyle>
        <a:effectStyle>
          <a:effectLst>
            <a:outerShdw blurRad="57150" dist="19050" dir="5400000">
              <a:srgbClr val="000000">
                <a:alpha val="10000"/>
              </a:srgbClr>
            </a:outerShdw>
          </a:effectLst>
        </a:effectStyle>
        <a:effectStyle>
          <a:effectLst>
            <a:outerShdw blurRad="114300" dist="38100" dir="5400000">
              <a:srgbClr val="000000">
                <a:alpha val="12000"/>
              </a:srgbClr>
            </a:outerShdw>
          </a:effectLst>
        </a:effectStyle>
        <a:effectStyle>
          <a:effectLst>
            <a:outerShdw blurRad="171450" dist="571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266700" dist="95250" dir="5400000">
              <a:srgbClr val="000000">
                <a:alpha val="24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>
          <a:gsLst>
            <a:gs pos="0">
              <a:schemeClr val="phClr">
                <a:tint val="93000"/>
                <a:shade val="98000"/>
                <a:lumMod val="102000"/>
                <a:satMod val="150000"/>
              </a:schemeClr>
            </a:gs>
            <a:gs pos="50000">
              <a:schemeClr val="phClr">
                <a:tint val="98000"/>
                <a:shade val="90000"/>
                <a:lumMod val="103000"/>
                <a:satMod val="130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</a:theme>
</file>

<file path=ppt/slides/_rels/slide1.xml.rels>&#65279;<?xml version="1.0" encoding="utf-8"?><Relationships xmlns="http://schemas.openxmlformats.org/package/2006/relationships"><Relationship Type="http://schemas.openxmlformats.org/officeDocument/2006/relationships/slideLayout" Target="/ppt/slideLayouts/slideLayout1.xml" Id="Rd24a252be1cb45b2" /><Relationship Type="http://schemas.openxmlformats.org/officeDocument/2006/relationships/notesSlide" Target="/ppt/notesSlides/notesSlide1.xml" Id="R2f09dee0aabd425a" /></Relationships>
</file>

<file path=ppt/slides/slide1.xml><?xml version="1.0" encoding="utf-8"?>
<p:sld xmlns:p="http://schemas.openxmlformats.org/presentationml/2006/main">
  <p:cSld>
    <p:bg>
      <p:bgPr>
        <a:solidFill xmlns:a="http://schemas.openxmlformats.org/drawingml/2006/main">
          <a:srgbClr val="FFFFFF"/>
        </a:solidFill>
      </p:bgPr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123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70219B-3918-4F6F-B0A1-A0080DBD6B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9123" y="241614"/>
            <a:ext cx="1612790" cy="1201788"/>
          </a:xfrm>
          <a:custGeom xmlns:a="http://schemas.openxmlformats.org/drawingml/2006/main">
            <a:pathLst>
              <a:path w="1612790" h="1201788">
                <a:moveTo>
                  <a:pt x="0" y="1201788"/>
                </a:moveTo>
                <a:lnTo>
                  <a:pt x="1612790" y="1201788"/>
                </a:lnTo>
                <a:lnTo>
                  <a:pt x="1612790" y="0"/>
                </a:lnTo>
                <a:lnTo>
                  <a:pt x="0" y="0"/>
                </a:lnTo>
                <a:lnTo>
                  <a:pt x="0" y="1201788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48D5EC-9550-410A-A697-0222C7027D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540" y="36762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5419E8-9D46-4988-8C9A-724B348A58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540" y="36762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DD51F9-422D-44C7-92D4-2301511F62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6807" y="34847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E3170E-CDA5-4AFD-B384-F21030CE99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6807" y="34847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7F76DE-717E-4DB1-A57C-D222B2B8C5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1118" y="45139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514633-F0EB-4B87-9279-883ED566AB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1118" y="45139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2AACC3-2DF9-432F-8D06-C2D93E4762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515299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A57D23-6782-4E0A-B301-7B57C921DA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515299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6C4FF8-9E1F-4317-BF44-B3487F3F33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448585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C481EC-74B9-47F9-9F47-18AC09687D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448585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5E61C5-91B9-4353-8FE1-07030D61C2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7984" y="50865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7E810D-64FC-4EE1-94BE-C72FEE7CAB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7984" y="50865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524955-ACF0-428D-BE33-A58B0978E2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48385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A686F1-68F8-4B4B-A82F-4CC8B7E671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48385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19E503-FF62-49D3-BBB1-77199D5D57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6558" y="50783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DFDC0A-A5E1-4BD1-AC1C-5394947C3A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6558" y="50783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2865B8-610E-4A86-B8BC-FC81E33F0C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9791" y="47956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861A57-7F6F-458F-AB2E-9905F01D38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9791" y="47956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894BDC-9F05-484F-ACF3-4BDAA4DC1A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9310" y="56753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EE29FC-53AC-400D-8500-3C88033068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9310" y="56753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24B7D2-7F5E-4ECD-8D4C-E3778C05A2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2433" y="50035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A1E3FD-86C5-47AD-81FF-F5C1F8B830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2433" y="50035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5F5BCB-A838-4D82-ACDB-4FF527B5D8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544131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E9B6BD-4969-46EE-AC28-38BACDE556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544131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873405-AFD1-4920-B65B-7AC4D2DE77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553879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24A071-93B0-473D-91B9-EE2C8469E2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553879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2C03E3-848C-4A17-83D9-A8FD555EF1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8979" y="59974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91144A-AEF8-42C6-9F93-28E5845B34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8979" y="59974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F18963-AD4C-40D8-B82A-0DCA17FC85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1416" y="53993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10820B-BABF-45ED-B32C-D41D15FB28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1416" y="53993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D9F7E4-7CC8-4571-A139-D2A8354EF0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9398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942C3B-DF9B-45E4-8D6C-278DD8D1ED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9398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03CC48-352C-4AD6-BB9D-63EFAC0101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4008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FCAE14-EBEC-4CB5-9C97-2B99EAFB14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4008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CD16E1-349D-43CA-AC82-B904029CA3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8865" y="56921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D70095-B29A-4F4C-AF63-5005E3C7F4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8865" y="56921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218D61-8D85-4CCB-834A-76098315D8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6228" y="37562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A4EB6A-D6AA-4DEE-BDBF-4D20CDD83D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6228" y="37562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06797B-9635-49F6-B712-AC14C7D49D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1661" y="65890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D402CB-231B-467D-A8CD-88912546BF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1661" y="65890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D11A5C-1D73-45F1-9EE4-4EC3E36453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07534" y="60623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790A7F-BBED-4B43-BEF5-6BC7F068B2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07534" y="60623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69B586-A648-450C-AFC1-0648ED8A2A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0775" y="57313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33EE73-7F61-4E18-A843-7593BF17C9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0775" y="57313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939776-3368-456F-A9C2-8C603DAD62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800732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F0E1B1-AD94-461B-BCEB-931DE7CF11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800732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2DA961-819C-42B7-BCB0-49C3E56956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2452" y="45545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508B2E-2FF6-4A79-B5FF-E30D7D15A5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2452" y="45545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D32CD2-4FEA-4A50-A02A-E2E0F4C804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5626" y="76474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988929-9299-4316-A20F-C7CB36BEF5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5626" y="76474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6AED1B-90BE-4F97-9611-D625B58F86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9694" y="51182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1AFE0C-37D4-4F17-9533-C4EF246330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9694" y="51182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F1BE88-5B65-44E2-BEDE-AD5584517F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2026" y="140222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D4DFAA-06FB-4B73-AA1A-F7BBBBEEEA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2026" y="140222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4AE654-55A3-4AD0-9567-87510BF4D6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8762" y="140426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7E1C27-BACB-404F-9AEB-91C03A3B78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8762" y="140426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386CC2-BE39-4E73-850E-8C96F9B325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0806" y="74949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1802AA-B58C-4813-822C-8AC9880479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0806" y="74949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F5CFE0-0D42-40CA-BFFD-E4180887D7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9531" y="140678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64B17E-96E6-4A2E-9889-BB1F5DFD6D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9531" y="140678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48E1EF-5BF4-4A76-9A9A-92F45C43B2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011" y="139044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813B6A-5C2E-4DEC-AA05-7DF65C66A2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011" y="139044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B9A993-4C2F-4FBA-B458-1F63A71139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7949" y="139924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1F8A85-DB96-480F-88C0-B904014067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7949" y="139924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061EDD-1354-4317-9EF6-12CAF24765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0856" y="117029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4C76F6-51EE-4C27-946F-01F5F3823C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0856" y="117029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37E999-58E3-4459-9EA0-7EA03B6599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638" y="140209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606232-B54B-4DE2-98FC-831F063685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638" y="140209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24DF23-C491-41FB-9873-8C4B17E560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2758" y="136972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7A7215-CBCB-4C23-9C78-2D73D0E8BE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2758" y="136972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1C2A4E-7A8A-4295-B4D9-9879C012E3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8204" y="140653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2790F4-ADB6-4F05-A7BF-731B53C580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8204" y="140653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CAD39F-2468-4E77-8DFA-F64B5229DA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961" y="98007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4E63FD-9315-4894-A9C4-3A8B25F9DF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961" y="98007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8D8773-36CB-4A26-BF57-AA77605EC0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767" y="139864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26DA8B-651A-4F48-8B93-6F83F20C9D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767" y="139864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F55ED4-D4FC-4356-BB9C-8C39E1E50E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0304" y="140245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200F48-758E-4D82-B19E-E6B03E5D5E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0304" y="140245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5C0D8C-8FFE-4349-94C6-057A496AD0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2352" y="139604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970213-9CE6-4A5F-9A7B-6E137BEBCC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2352" y="139604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445097-4968-4BB2-B678-C94BB151E8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9743" y="139262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80471A-95EF-483D-AAA7-7CFE540A04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9743" y="139262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A0F4DE-F9DC-4CF9-9DE6-8E599E4837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2568" y="139595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D120CE-370C-4AE9-834E-7DC65F2552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2568" y="139595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F982F6-6682-4657-A2CA-F5C5AA2208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1747" y="139924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190CE6-4116-4266-A90B-B121E89938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1747" y="139924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F11C84-EBF3-4242-AA41-95FBCED167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1711" y="140181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AE6000-0A1D-4B7C-AFED-BAFB7F7AF9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1711" y="140181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2B251E-386B-4D0A-B541-57360E0C59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2676" y="140753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D58C5B-F501-45A7-8944-FFE4CBF18B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2676" y="140753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84A553-A358-42B8-843B-0F904B81CF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6730" y="140688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A1965D-4401-4105-B1DC-E1C0982EEA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6730" y="140688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CE313E-740D-480E-AFE9-DF69625563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2825" y="140504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2F04C0-B39A-4384-9957-C572F22F66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2825" y="140504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209328-8AF4-4171-B05E-FF16183151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5204" y="140631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B6CB9B-6734-45C4-AF3C-292D5CFE65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5204" y="140631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8D391B-2F51-432A-B400-5C05AD4EC4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9353" y="139689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DB46BD-F606-46B2-97C8-D5EC915373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9353" y="139689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B35597-D97D-4F37-BE6E-E3A414CE46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7885" y="139801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52B112-50EC-4E98-A9FB-741E2D3FB6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7885" y="139801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67303B-019D-467D-BB67-58D0365AFA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1845" y="140602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F6AF85-EB17-475E-ABDD-B72BB33D59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1845" y="140602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6033B1-EC09-4B31-8AB6-CFD8134FA1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2238" y="76222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6F0AFF-107C-4B80-A5DB-803C82D6D0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2238" y="76222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F98F82-01B8-4812-951E-5480D8484E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762" y="135421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B6F56F-23CE-4745-BB15-C2F34C4B16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762" y="135421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4F360D-485D-49FD-9134-81405CBC36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3281" y="139343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839280-96DA-45CF-A868-AB12A1C120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3281" y="139343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0489D8-78E9-4F8B-8B4D-55869D5267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7313" y="140496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800EB9-807F-4618-AD28-D3BB257BA6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7313" y="140496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F21B0D-E2B5-402B-8086-5A8C3FCD1D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8038" y="140437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EB0D21-9F46-4687-8004-7B70BA7028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8038" y="140437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8E0781-82E2-4E7F-A9B9-5183CFBA28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9065" y="140607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DFBEB7-C4FB-47E1-B4FD-EEDAE8DA65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9065" y="140607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DE98B9-60B5-4EDA-9BE4-556DD61ACA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2740" y="140346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3EC6F8-7216-4225-98F8-6299C1B2A9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2740" y="140346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65D318-C47C-4A43-8668-B4ED275ED4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8254" y="95749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99159B-A5E4-4E4A-8B11-97A42EAA5A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8254" y="95749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4E4E1B-9A41-492D-A999-8A8CC87503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1227" y="139840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A7425B-F2D1-4208-9834-2934207E46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1227" y="139840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9B144C-AD30-46DA-8248-0007455B50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7058" y="138255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957CCC-CFF4-440C-9F61-F0FA65D5DA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7058" y="138255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2E4A1D-6F83-405F-BC65-A2A1D260CD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2649" y="122942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135926-E3AF-4328-912D-C9B8201FE1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2649" y="122942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7DBDB6-993B-4960-BA86-C54AF62164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9415" y="139862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07A4DE-A47F-47FB-A156-C497C186F0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9415" y="139862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CF6FBB-421C-489A-9BBC-45D741FC7A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9655" y="139704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16D0A9-8383-435A-B47A-AC6624C26B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9655" y="139704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5AD611-C384-42AA-B343-E88B3F9D84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9536" y="137335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947418-F9FB-48EE-AC64-76F6739C57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9536" y="137335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154840-CA59-4685-BD6A-6067C6A4D7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1072" y="140274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CC09FF-9C10-435C-8D2C-F44CE8C136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1072" y="140274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3F4D9A-11B4-47CC-95F4-33E5262C85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042" y="140227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1C34E6-BD5B-46D3-83CE-A26A47262D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042" y="140227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72AFE9-D6CA-4995-960D-D2C9A674AA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6797" y="139844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CB4540-F73D-4A48-8D23-1F1273818D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6797" y="139844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F34135-B24C-4006-B788-986F7AC734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4917" y="120079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7B0E01-EF58-48E2-94E9-17AFCD4799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4917" y="120079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D6B780-D289-4980-8AC5-ACED8D7703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9390" y="97828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53A647-9C8D-448E-91B3-30583E7BEF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9390" y="97828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2CA98B-0864-4137-9545-59054FE938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4090" y="139963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FF9784-69C7-4319-B2C0-C0632603EE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4090" y="139963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126F4F-EDD7-4751-B6C9-D5F3C32406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4214" y="139944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53BCBC-29EB-4924-A58D-885A840C84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4214" y="139944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C8C9DE-E988-457B-BB83-A4F166C815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8046" y="140821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44DF51-2CD5-42D6-B0B1-9FAED88F21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8046" y="140821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485D86-F9BF-43F3-BD66-D7F66C0B01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6830" y="140596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335C11-B437-44B8-942E-66CB2F5A11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6830" y="140596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8C1EC3-637D-4521-B91D-AE6CB10B09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9642" y="139957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C615BB-43CB-4D7E-A970-8D2139B48A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9642" y="139957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B47F81-0ADC-4F79-8F16-3198751D75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9957" y="140352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A23D37-11FC-469F-BBFD-05CB810BC8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9957" y="140352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0BFB4D-5D31-4C48-8699-90752850C9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1409349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7772FE-9C63-4A74-8F6C-E5AE36CB15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1409349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E815F6-B7BF-40A7-875A-C89863CF44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6009" y="140288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884A5B-CED2-46F0-AF4D-872EE3F017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6009" y="140288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D46B5C-32B2-48ED-ABB6-1989B1CF9B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1408218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AF7BDB-2EA7-411A-AAA1-9146D33BE1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1408218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4EBBCB-BF46-4A07-A5EE-2261403A67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0042" y="126837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CFB1AA-557E-4F9C-9D37-725443E160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0042" y="126837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71DBE4-B4A5-43DE-8A7A-539D715357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6023" y="139334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75851F-7CCE-428F-8B83-2F384110DB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6023" y="139334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6925FF-9967-47DF-B2EB-087B1C1CBA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8796" y="140287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8C3FC7-5720-4AEA-A3AD-A02C967B10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8796" y="140287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13C889-65D7-4B4B-A16B-770C455DD8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417" y="100588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E5D5A3-EA58-4B29-9303-EC76849F38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417" y="100588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38B32A-4BEB-4AD9-8646-0CF9BCD462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9589" y="140552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4EBE0C-B55B-44F3-BB41-31C6B98A86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9589" y="140552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D3A455-694A-44AD-A081-575EF46E0E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537" y="140243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97FAEF-3711-47A1-BAC0-E11156CD47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537" y="140243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98D22D-F512-4DE2-A6C3-5AAD349212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9223" y="139771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0D8B8A-2F59-45F5-8728-F3169DCEE1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9223" y="139771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5F180E-0848-47AD-951A-3B765E1A98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2666" y="140220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72AB81-C89E-4476-9145-0EB75718B3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2666" y="140220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C3CB2C-1C60-4AA9-8E0C-30E957EC0B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894" y="118312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B57088-C6ED-440E-9D85-2DF39CBC21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894" y="118312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237AD8-930E-4F25-85D0-CC8B75F473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2386" y="94726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40386C-83B1-451D-B4E9-310D2C6047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2386" y="94726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CC940E-82A1-4297-B140-E0E7B74B75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9099" y="134960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2462B0-0DCC-42DC-A3C3-D544FE8DB1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9099" y="134960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FB9BF5-6414-4027-8EB2-CA97048D4C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8163" y="136300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E64F7C-0AC0-41CE-BFB6-6EE8678C53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8163" y="136300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8AE4EC-6893-441A-9F1F-75E33687A3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6873" y="140141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4A0593-D4A6-4681-953A-DCCA6514C3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6873" y="140141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493060-2C40-4E05-A853-9891C38F57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947" y="101563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D1E629-6225-4069-A9BD-FAE8063D75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947" y="101563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95886F-7877-4698-85E0-0084DDC947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5320" y="96746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FB19C0-6F76-4274-B9DD-4648FC96F1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5320" y="96746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82FBE8-F2D1-45D8-B7FD-7B1B0BC079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3393" y="136636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E253F8-E9E2-4017-BF17-738A552DCA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3393" y="136636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E6D2A0-2C6D-4AC7-8D84-BF35D2F088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5167" y="98809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6480C9-6E54-4848-B1CF-879FEA6FE7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5167" y="98809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5E6DC8-BAC5-4597-8FE2-F6FF843456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9954" y="140472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94AD87-4F5D-40F1-8D24-E0B02F2E39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9954" y="140472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6BC693-9A2F-4EC5-A05B-77D7E71854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042" y="100117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000B6E-9889-47A2-B4E1-4C76D83362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042" y="100117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F1CD6F-AE24-45B7-8E5E-05A82F8A50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4944" y="99742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BD92B3-B494-43F3-AEEA-78549338C9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4944" y="99742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B2DEC7-6FBD-4288-82C6-1CE9C844C8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5256" y="140301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FC89BC-A652-4250-AA10-3B0A5B1A9F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5256" y="140301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FC6CF2-3051-42F0-B548-AF02257898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2734" y="140295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E7E4AA-F226-4156-B667-E657AF4415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2734" y="140295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B4C3CC-4F2C-49BD-8C9D-D4F5E43E98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7588" y="131070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386754-F89D-42B9-964B-C1DB8E51FE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7588" y="131070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D835EE-B5E2-40E8-86D5-7AF522C66F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6665" y="140163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713746-F32C-4A00-91AB-45D8C6F7E5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6665" y="140163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75CEC0-C4D1-410C-A5D8-C638EE992C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7655" y="140285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EEFAF0-C66E-430E-B135-C76AAB6962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7655" y="140285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06CCBD-45D4-433C-8D15-43D7AF5113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9415" y="141046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5B5B52-E17A-43C8-99FA-39DDEC970F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9415" y="141046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CE198C-2BB2-4E98-A7D7-C06C4D8059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3582" y="141257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881DA6-7EB8-451A-9D38-7DD52FCA9E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3582" y="141257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65969B-155C-4412-83E9-ED611599F7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320" y="140108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7111B3-A984-4AAD-B21D-7EA6EB9B2B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320" y="140108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37B0B5-093B-4043-884B-BF4744221F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2637" y="140213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D3F9B5-78A1-4C5B-A155-57922442C8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2637" y="140213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6DE254-DBFA-47FA-AD19-467B1FA417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8044" y="140327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31A4E3-FD7A-47B9-BB69-51575F66F2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8044" y="140327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9673E3-9E15-453D-AE47-E4846ECE21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7298" y="139983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2D810D-FBBC-4438-BA5E-9F9AA34E35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7298" y="139983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F4A157-2BD1-4323-83E9-164697180D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792" y="71763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3A2713-D395-4F29-B080-D0415B0AC4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792" y="71763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15E1AB-1CBA-4B4A-A727-78485C7D6A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0079" y="140234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86BA39-3AD5-452B-A240-CDA145BF95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0079" y="140234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94E381-9B4D-42DB-9BA9-A70B9749E7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195" y="140593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E27426-9841-4871-AA91-87EF441B1E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195" y="140593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3E1563-601A-40A5-B071-414E35DFAF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7079" y="140269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CD61DF-394F-4446-B59C-19F95037A7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7079" y="140269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837196-8B75-4E6B-82BE-9163B243B7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0464" y="140707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B8808E-B317-44C5-82B1-1C900EB5EA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0464" y="140707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8F2A4A-6079-4ABE-8F93-ADDCE28BB9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6367" y="140157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C37C2C-CBAA-4A96-B5A2-8225A655DD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6367" y="140157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7B3717-7402-4CF6-9AD1-5A67C84564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9835" y="140177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52F4D3-442F-432C-A0A1-9AD4974712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9835" y="140177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536C62-0EB1-4702-AE1D-47593D9EB8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0656" y="241614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1"/>
                </a:move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948E01-46D9-491E-A052-5E0C24991F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0656" y="241614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C41692-AE43-4347-8CAE-E8EC1A2241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3696" y="56263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4193C4-7A64-405D-B31D-8E1434C044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3696" y="56263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AA95E5-DED3-4523-A732-2A02608F81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7813" y="241614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1"/>
                </a:move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B98A30-9FEE-481A-824F-7CF005F216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7813" y="241614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ABBEC6-E1FB-48AC-B32C-9DC9B6F89E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5686" y="63376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CD4B42-C0C0-4711-9FFA-B6B231DE2A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5686" y="63376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598FD4-5F00-42BA-8F24-AAE657A2BB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3886" y="241614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1"/>
                </a:move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8341B1-1A7E-49F8-9F5D-BE2116E7A7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3886" y="241614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68DB60-FEA7-403D-8CA2-6F0EEA3E36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6405" y="241614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1"/>
                </a:move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C5A159-9477-42E9-8218-7CB0ACAFA0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6405" y="241614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A3758B-9469-4861-AD69-424FB09197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4811" y="241614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1"/>
                </a:move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EF1FF6-345D-4394-8103-7D93F590E1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4811" y="241614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7CF609-8990-42DB-9C4C-876EF5FB10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76496" y="25568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3599EB-55B5-4BED-BAFC-A28EB4A21D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76496" y="25568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57A2DD-DEB6-46B9-A1DD-2537C3E544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82325" y="241614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1"/>
                </a:move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E7F613-CD07-492A-964A-AB5B1CC4A5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82325" y="241614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A8F17D-50CC-467F-A70C-3BCC006DE0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5435" y="63791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606518-4C7A-455C-994A-2E1207E6B8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5435" y="63791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4F61A2-997A-4F3D-AADB-4E4866B538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33813" y="241614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1"/>
                </a:move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C86918-3253-4E20-9173-3B07B1041B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33813" y="241614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D3001A-67DE-41A3-A041-3F40E45191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A2A3AD-1830-4D2A-A25E-082C7D99F8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1286E6-E6CB-433A-ADC2-0F5EF64354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D755FC-321D-4310-A7A5-9240072643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591F51-D47D-4ED2-9FC2-92F777F8A8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4478" y="28595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179F26-DFA9-46FF-9ED3-8DB1578993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4478" y="28595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211296-DD85-4444-82F7-385FA1FFC0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1192" y="241614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1"/>
                </a:move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CE8148-607E-4992-AB56-868C9CAC29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1192" y="241614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7EE3DE-CCB6-4EF1-B359-DC95F16087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3412" y="64725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97A5B1-F62A-4235-9625-15C53CE960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3412" y="64725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0C1F51-06E7-406A-ABCE-E3F8E35B3B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1981" y="241614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1"/>
                </a:move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3958B7-D458-444C-9A1F-0045A4BD27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1981" y="241614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6B44FA-6F2A-41E1-992D-2A2DA3BB62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9045" y="241614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1"/>
                </a:move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543476-C3E6-4615-89F6-F405750183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9045" y="241614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BAAFBD-4D15-4531-A886-5DA84741A2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2213" y="241614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1"/>
                </a:move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B56A90-FFC5-4809-AAD6-0716FE41B5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2213" y="241614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5509CD-B1FF-49F9-A1FF-CCDEFD99FD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3162" y="87808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14B07D-BC87-4C9F-9658-42FF52AD28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3162" y="87808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B7DE5A-799D-4D3D-B38F-0F32311C60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097" y="88303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23B7A8-ED1F-43FF-B673-AD83806E1D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097" y="88303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89729F-5959-47D7-B080-5C006F1FD6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7555" y="88110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655AA1-F8CC-42F5-8009-3C125BD300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7555" y="88110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576D15-BEC4-4925-AAD8-7F6ADA84A3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9921" y="63130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63CFEB-0702-4710-B260-56E854C0CD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9921" y="63130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C1F057-4F25-4643-B14B-F5EC58F8AD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0045" y="67420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999FE5-5E02-4E8E-8990-4292E63F3A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0045" y="67420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DB6E5E-03FB-47BA-AD37-915B4A4382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1194" y="93470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32D3F9-8992-4A6C-A0CB-332575F484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1194" y="93470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2F4633-D1EF-41EF-A653-B485D620D4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1311" y="92772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52D775-ECA4-4294-8AFC-2F8444716C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1311" y="92772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4845F9-196F-4116-A2DD-759F0601E1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7808" y="123469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7984E0-87A6-409F-B359-7129A3A6F9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7808" y="123469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DDA8DC-BC58-4E7E-A635-4E00411C06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4447" y="94311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D0D003-25EC-4CAD-AC68-6AB81157A8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4447" y="94311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078516-EBEB-42C6-9DAF-1698F5A0E8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9508" y="93838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830C73-F52B-40B5-BBCA-82F929EC2E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9508" y="93838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77F263-3B12-49FF-9267-4B6890ECCD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9840" y="62772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8258DA-0542-4C00-B6DD-A2AB17B4B7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9840" y="62772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91B2A7-8BA6-4D50-B025-ACDBCF2ACB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4250" y="63807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F997C2-341A-4AC7-9A54-B12309658E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4250" y="63807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6952A4-E5A6-4741-9045-EDF966F38B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3735" y="241614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1"/>
                </a:move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7F16BA-D773-4A88-92C6-8283BE861B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3735" y="241614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8C7359-9E84-459F-927D-825AFDC30D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17BF2F-1822-4BA2-B472-251711CF5A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50AC3D-3843-43D4-9A0F-5DBDFCA085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D70EEB-716D-4945-8DD9-3998A77446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BC77CF-4E29-4CC3-BB34-C90B04DFA7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DA53E0-46F1-484A-A1E8-BB80D130AA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CC8ED2-AB2B-4A9A-BBAD-ED7B86E89D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BD7389-9722-4AE4-AFCF-01D7E1B313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FD0722-4353-4F1C-A107-960BAE1DD7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EB94F1-202F-49E3-990E-41F694CA35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D9EDB5-EBEF-4F33-BDF1-08B685F710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60976F-2682-499D-A0AE-0B54DA0FEB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8FA632-3F84-495F-8E0C-94918E5D04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97473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FCFCEB-0690-47D4-8C13-21D02DEA4E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97473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D6F719-CFBC-46B2-8AE2-29D126473B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7399" y="70077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9C37B3-D81D-43CC-9108-1820BBEB4F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7399" y="70077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31DDBA-418B-497C-AEB8-9EBBE53321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8815" y="58994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CA2721-5559-4F06-B6FB-8D3422BB2B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8815" y="58994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069081-FEEB-4E89-9DCA-DE8E214258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7882" y="87696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250082-D3DD-4152-82FA-DADF641047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7882" y="87696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1478A4-3344-4487-A014-C8921DD844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2172" y="57141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521209-CC8A-495A-8888-60B1992083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2172" y="57141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209FFB-D6B1-49B2-8C36-F28646BB39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2374" y="39881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ECA1BC-D570-43AA-8C68-5BBBF36767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2374" y="39881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03F03F-DE64-423E-B43B-3307BF6E47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9060" y="241614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1"/>
                </a:move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D20E1C-7BCD-475D-A3EA-99E0FE153A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9060" y="241614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6ACF3B-A3B3-4077-A5A1-F46EE01156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6399" y="68647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840343-EC4E-4D37-9AF4-9F2C9DC459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6399" y="68647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E6BF1E-2C1C-4570-BF9F-5FB31EA24B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6506" y="60946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F9B6E6-73D8-4B61-A66B-914124C12A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6506" y="60946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B58339-8EC0-4672-8AEE-4E5F107D6F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1876" y="84948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EB0B86-220C-4A17-BFB9-8D5750E756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1876" y="84948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D4EE57-BE55-485F-B9A1-5688BC49C5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8511" y="55957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AE3EA7-F2E4-4946-9C46-27DB192DF6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8511" y="55957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1C13FD-9A83-44F6-90DF-A67536FBC9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0371" y="38710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D33EED-1CE7-4A99-B81A-38D2FD5664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0371" y="38710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07A680-83E3-48D4-9B9E-76D80E7C17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521" y="41149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BF3DDE-0BAA-46E4-BE83-1F9C4666A6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521" y="41149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A1C199-14C5-44F3-95E8-92115BCB50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368E8D-4832-4C45-B9B2-1E36470835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92BAF9-7105-4E0B-B9F3-748A283A61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95A82C-AD00-492C-A60E-17FA3FAB2D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0194C6-62DB-40A3-A47B-9636BD1D36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D2708F-802D-4BAB-8F52-4453B09887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5A2BD4-6C10-47D6-B3B1-05979783A2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43361F-07CD-4D48-88F8-3082629718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3FABF5-107B-4C63-B840-4B39305124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86E330-4644-4359-872B-102587C6F5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C1AEC4-78AE-4F46-B977-88455BC962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6665E3-E5B3-4F15-AF61-BFFB40D04D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27A881-B8E3-4CB7-B705-9B8B1A6A4F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BDF196-3910-4464-9336-0626370A6E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6B5921-20FC-4882-BA34-CC984A6B0B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3532" y="53431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96F655-143E-4B22-86E5-279EDB6185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3532" y="53431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49B751-644E-4753-8597-C8EF5910CE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2FD5C9-6C65-4088-9D8D-4A0E3373DC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04F276-BA23-4C1E-883A-85C7344E6E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27C7BB-B8E1-41EA-8BCF-5B2A196C13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D77525-FC1D-4E00-AE53-3D2BE1161C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9001" y="38095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D5938A-9282-47D6-B232-ADE9A2CD8D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9001" y="38095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ECB7A5-A757-4675-9DB4-9EF0E91684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9A1B70-DD4D-42C4-8022-4AD7585730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906A1F-8156-4512-BCC4-F0E48A63D8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0471B2-A702-4CA2-9B91-E104C01D6C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1C0263-C6AA-43A2-8A13-80EED999D4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0042" y="33319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969617-5FAC-43B6-92AF-0E94BFB02D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0042" y="33319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63FD31-2B9A-458E-A256-5A079BB57F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5178" y="241614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1"/>
                </a:move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8B9985-6299-4D48-A940-9BDC72A01F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5178" y="241614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81A408-B2C9-4BC7-B0B6-0319E87BBA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6471" y="241614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1"/>
                </a:move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77848D-5116-47FF-9FFC-F69645FE8D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6471" y="241614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E9BAB2-B45C-4198-AC19-F39773450A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5469" y="29348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A8B296-993C-447E-B8B5-C7A7A72599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5469" y="29348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FACB45-05AE-4D48-A0CB-B2BB6F7AC1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1573" y="241614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1"/>
                </a:move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04CCB1-B585-4753-9DDE-194AD7CAB9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1573" y="241614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B6E14E-4D58-4A10-A7E5-7B4536DCCD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7561" y="241614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1"/>
                </a:move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C70546-BE3B-406B-A92C-468F7241A1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7561" y="241614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97A7A0-FE1A-440D-8E38-1D75C8B65C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4625" y="33621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07A6BE-B484-403A-88EA-9CDC68F753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4625" y="33621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05E46C-DD67-40B9-A76F-DC84855752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198" y="38757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DFEC1A-3DB7-4B36-BE96-2DA2380BDD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198" y="38757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998493-DDAF-4BCD-8A34-7A351D36CD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3003" y="31199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C214E1-DFC1-410C-8DA2-1B9FE10FCC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3003" y="31199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609065-3651-4C1B-9D82-6C1D3EC943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0ED841-3B3A-41A4-8A44-52C1C8E947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B6C91A-B131-4679-81F5-B40E3E6446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DC5755-8A01-44AC-BA00-10FA4DFE49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BA02E1-CEF6-4D7C-9B3B-ABFF23F44A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37A26E-0AC3-4E6A-999C-C0ADECAC92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E897A0-C688-43DE-91F8-729D3E655F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803409-0BAF-492A-88FF-A914891A4E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692EBF-FC6C-4DF6-BD3F-F26C85B988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E9C1E3-5DBA-4397-A91C-F469CDDF29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28EDB3-0191-45C5-876F-979811345B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1B0C25-0996-4694-AE51-6FC85C1FF1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C249A1-CCC4-46C9-9860-8D2B1EDAEC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50ECD6-4051-4372-86AB-A5CF04E823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FAC6C4-F2EC-4324-AF48-B03C6A6F47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3A7C5F-54FE-4939-A9C2-466C723C42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3393F3-AB4B-4571-8A3B-73CA779730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CFAAF9-6ED5-4174-8AE3-5CF8FF87D4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C91F1A-E49A-4248-8B39-F575BDC722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D5FEB1-1AD0-4807-B756-557812A9C1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527B07-9F27-4FE3-925C-AC90150871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535413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424F22-6C2E-4781-BAED-67DA4EE79D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535413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369192-F713-416F-8C35-3B7726D84E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708D6F-B72E-4965-961A-9BFF390010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053F0C-1702-4D15-9B9A-C1EE115F97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1483F2-512C-452C-B894-0EB98CFD9B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A9B159-0596-45AF-B7E6-0F64299CC1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3EFCD7-5053-41E0-BEDA-D76E89A2C5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E8C30D-0608-4F46-969B-B22DED3C1B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A8D776-9B6B-478C-99AF-54769E008C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827308-F5E3-41AC-A7E3-4743A45181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1117" y="55551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1185CA-9FC1-4DF9-B147-5CBBB1A752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1117" y="55551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3826E6-9475-4D1D-91D3-E729E301E3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58AC00-29D0-4597-B183-12534A3FC5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BBDED9-0043-4913-A244-8915ACAA9A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63BD6C-9A81-4E3C-85A6-EA8422F610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B49266-45D1-4239-BA47-027775C124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28704" y="241614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1"/>
                </a:move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5ED314-278A-4C8B-8595-AC0F53B5EA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28704" y="241614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74DA27-2B27-46A2-84C4-52984C4B59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8A7A47-1FA8-43BB-8D32-60FF25886A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61A1DC-C30A-475B-B601-6CC7714465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AB7210-A199-474A-A0DC-CC50432933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CB4531-5B58-443B-824F-F72B98FF7C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847BAB-EC9E-4A4E-8C20-80F1169D30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0952D8-C2DB-41A8-82F0-CB1498C6D9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7783" y="140799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CBA84F-03C1-4E05-A856-B3F1FB2E0A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7783" y="140799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3415DD-0E91-4152-A5F1-DD3B0EE3E6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3143" y="69171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ADF229-8163-45A8-8360-0E8049F045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3143" y="69171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912DFF-9677-4D15-AE10-2B966A0F88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3125" y="41765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B23307-968E-48A8-AA36-3CD5BD45AA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3125" y="41765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9E57E9-5C5A-4B08-A4DE-69C6A5F099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9268" y="62380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4EE9AB-879F-4A7F-BBF9-6103D78B61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9268" y="62380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901BDE-D52E-4350-A40F-289ABBF5BA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5683" y="67569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3A7840-1580-4F32-A2D0-84C6EE8F1E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5683" y="67569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C332EE-3D8D-4AEA-A851-02AED1FE4E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8502" y="71906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643EAD-247D-4B93-A68A-70F98F7BEE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8502" y="71906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E9C64B-91B3-46FB-B737-A905516886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5788" y="76898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9F974F-D447-409C-A24B-81CAF1A792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5788" y="76898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341B46-60C2-4E1F-A416-2876AA303F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2468" y="62014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A70669-FCB7-40C2-9885-77090D7BD2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2468" y="62014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506824-0E16-42A9-96F3-5192FB24A4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2190" y="31232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304F36-7F9E-4875-9BD5-8356BE6CE1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2190" y="31232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0D4C77-F1DF-458B-92E9-A53F1DBB30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9328BE-7A66-4789-85C0-62DE92B308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8D3E1D-1FF7-4216-A5C4-FB61AF8043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BF475F-F9E2-4CFC-A016-8A1D42D167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46DFD7-2D51-41F6-B204-2E2DF878CA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7037" y="241614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1"/>
                </a:move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1"/>
                </a:lnTo>
                <a:lnTo>
                  <a:pt x="10428" y="7729"/>
                </a:lnTo>
                <a:lnTo>
                  <a:pt x="10678" y="7648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1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C71607-D3AD-4CB0-96EA-607C7C5CBF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7037" y="241614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1"/>
                </a:lnTo>
                <a:lnTo>
                  <a:pt x="10428" y="7729"/>
                </a:lnTo>
                <a:lnTo>
                  <a:pt x="10678" y="7648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1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BB25E8-62A4-4057-8A89-E7F17E6607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1421" y="241614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1"/>
                </a:move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1"/>
                </a:lnTo>
                <a:lnTo>
                  <a:pt x="10428" y="7729"/>
                </a:lnTo>
                <a:lnTo>
                  <a:pt x="10678" y="7648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1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0925BF-9DB6-4AAF-8A49-C8F807D3C9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1421" y="241614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1"/>
                </a:lnTo>
                <a:lnTo>
                  <a:pt x="10428" y="7729"/>
                </a:lnTo>
                <a:lnTo>
                  <a:pt x="10678" y="7648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1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6DACBE-A800-4B13-A180-907E06E054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0914" y="241614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1"/>
                </a:move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1"/>
                </a:lnTo>
                <a:lnTo>
                  <a:pt x="10428" y="7729"/>
                </a:lnTo>
                <a:lnTo>
                  <a:pt x="10678" y="7648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1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ACCBE0-F94A-4682-80E1-D6F58B5B5D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0914" y="241614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1"/>
                </a:lnTo>
                <a:lnTo>
                  <a:pt x="10428" y="7729"/>
                </a:lnTo>
                <a:lnTo>
                  <a:pt x="10678" y="7648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1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F6F0C4-4726-4A3F-8FC3-E7FA2C4CFF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84B21E-17B6-4495-9266-726D471414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4ECEC9-C828-4A40-8F53-630F013709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0849" y="140801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1956AB-F208-44F1-95D7-EC8ABBCD10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0849" y="140801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966DC5-6248-4DA0-829F-5E7D3E0D0E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BB6761-698D-4F20-BC2E-AD3D57F4EB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7F1FCF-C08E-4E2C-87F6-18C260BCDE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7A2A44-8DF2-4FDE-8F8F-08FEF5A5F3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57E80E-05E7-42E6-BDA3-00F074157E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5652" y="36929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1192E5-64B0-49AF-A5BB-E0BAD1E1C2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5652" y="36929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060ECA-F53C-4D92-9FD9-892ACD0DDE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9058" y="30811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4BA074-358A-4D89-8C4B-D1DBA025FE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9058" y="30811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27BCA1-74BD-4C1C-8B25-B30AAD1557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4817" y="241614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1"/>
                </a:move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7BA7DC-70B8-42E4-B6E1-CEB1992680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4817" y="241614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C4AEA1-DCF4-4487-80E2-644B04766B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34376" y="241614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1"/>
                </a:move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34949A-C99A-4FFD-8472-7CD0CD73F4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34376" y="241614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006F9D-71BA-424D-9010-D9DFBF1697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4275" y="241614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1"/>
                </a:move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ED5AAB-44B3-4047-89C8-62E1D295D7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4275" y="241614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B88B3E-2F2C-4A5C-BD9F-1186D3F6C2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4206" y="241614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1"/>
                </a:move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403527-50EB-4B7E-9856-5B84849F03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4206" y="241614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7E098C-14A3-46D5-A36F-83550B2591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4943" y="241614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1"/>
                </a:move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CE3F2D-F295-401E-A9DE-E1801F882F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4943" y="241614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40EE5B-3123-422E-8AE2-936D124BA5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3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8BA465-103C-4534-B123-815F61E856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3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0CA814-2505-4E65-8B37-186BD71B5E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0910" y="241614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1"/>
                </a:move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723242-FC31-44FD-BC5F-1519E95029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0910" y="241614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FED479-BC41-4081-8291-5D9F6CEBB0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8364" y="241614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1"/>
                </a:move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AFD8AD-94A3-4EF8-A8B6-F9BD2DB15D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8364" y="241614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5255F1-322B-4FD2-9322-C26F7F18A8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3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C8B4F5-D3B9-4DFD-8773-621AF21E88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3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400258-30B3-4DC1-B324-BAAD3AFC92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3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878679-F2F0-4E90-A67D-A3E72424D7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3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A5ACDE-7D87-4872-9DAF-2FE1FD9607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3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B83FC4-801F-49AD-B5E4-35296E8087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3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69098C-1833-4E8B-828E-56102D2E99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3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1FE598-1B1B-43D5-8D48-030FD81B87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3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3A2FF0-D7AD-4CBA-8C21-27C4E3545B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3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F096E5-849E-4A92-8BAC-3F228122DF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3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EDA596-DFB5-4B56-B14F-FEFABDC0C0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427" y="241614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1"/>
                </a:move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D5D4D5-85AD-47FC-A100-B5A9C86C60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427" y="241614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D56C32-7790-4866-AB11-67CC7E4B5D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3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F633AF-9A0D-424B-B418-FF9A61FAA3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3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CD1468-F9B0-4980-A92A-A53A1A336D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3939" y="241614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1"/>
                </a:move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C24EDC-92FE-4975-9B2C-BB524BFA78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3939" y="241614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DD1632-FBE8-4A4E-8D10-185CBE7F4D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07571" y="241614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1"/>
                </a:move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4E4009-9F64-4EC2-94CF-162130A3C8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07571" y="241614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3A6CC2-459A-42AA-94DF-C4BF3E304F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3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5B1B3A-866C-490D-B62A-6FDF640FFD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3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E6BDFB-BAFB-4DD2-9190-A732CD53F6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3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C65ECB-7F26-4E15-8D48-E3FEFCFD18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3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C9B200-CE96-4CE8-9970-EDB0BD620B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7429" y="241614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1"/>
                </a:move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07AC97-188C-432A-8F16-933D534724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7429" y="241614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C3F977-9173-4019-987C-A47E122695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3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9AED5F-D2D2-492C-98DF-B715EACEA9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3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6529B7-ECE5-45EC-8E4A-21E11EE4D5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3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3E16D5-471E-4787-9656-39A29E2B1E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3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3019ED-CD60-48A8-B894-88311EDFF3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3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E1BC50-0673-4458-B7F5-EBEDC4D492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3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D2FDD2-4A64-4A59-BBB7-5822D289D6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3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0EDE7B-ADA5-42A9-B569-AB037D0C70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3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281AA0-BA45-4545-A4C3-4435CC281A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3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BD51D9-A10C-448C-9479-CA9EEFFF20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3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C28064-D045-4B83-A3BE-B225B01665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3091" y="241614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1"/>
                </a:move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EBA541-0E14-472F-8F0F-BAC4C4F8E0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3091" y="241614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001C8B-DF8A-42CD-90D6-476C0E1FAA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5080" y="241614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1"/>
                </a:move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1D9518-6316-4891-93BA-87CDE430A7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5080" y="241614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BD4BCE-0F7E-4D10-94CC-AC2FF587A6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07359" y="241614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1"/>
                </a:move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D9BB49-F677-4FD3-AABA-B918E9CE3D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07359" y="241614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919D67-42F3-4327-B6D5-5A209807DC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8332" y="241614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1"/>
                </a:move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079DE2-9402-49B4-A69A-693016A01A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8332" y="241614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3DAA55-18D7-47D8-8B9D-53575376B0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3" y="241614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D0CB83-6828-4BD1-861F-BD0C40FFFC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3" y="241614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391212-9953-4203-AA0D-EE50005939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5515" y="241614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1"/>
                </a:move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780BB8-8BC4-4E0F-BC4A-B6E7BAF15D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5515" y="241614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31ED13-A155-49A7-914A-D0859A0E03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3137" y="241614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1"/>
                </a:move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13FD74-1745-4AE3-B8E7-55E907666C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3137" y="241614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9597B1-E7B0-4405-A131-D140E2AAAB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3251" y="241614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1"/>
                </a:move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438299-D60D-467C-A2E7-87B978FF61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3251" y="241614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CD2302-5911-4609-B053-BB50F5E0B8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3527" y="241614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1"/>
                </a:move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C3D419-323D-4DE2-A2D7-9FA49FA988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3527" y="241614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091CDE-1A9A-47AF-8019-9BDFE349FD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9123" y="1443402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0B6C3E-13CC-421F-9FB7-00764E71E5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9123" y="1443402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536" name="Text 0">
            <a:extLst xmlns:a="http://schemas.openxmlformats.org/drawingml/2006/main">
              <a:ext uri="{FF2B5EF4-FFF2-40B4-BE49-F238E27FC236}">
                <a16:creationId xmlns:a16="http://schemas.microsoft.com/office/drawing/2014/main" id="{24615DCA-0A44-444C-91D0-CEAC98963A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936" y="1491273"/>
            <a:ext cx="43693" cy="65625"/>
          </a:xfrm>
          <a:custGeom xmlns:a="http://schemas.openxmlformats.org/drawingml/2006/main">
            <a:pathLst>
              <a:path w="43693" h="65625">
                <a:moveTo>
                  <a:pt x="21847" y="6774"/>
                </a:moveTo>
                <a:cubicBezTo>
                  <a:pt x="17443" y="6774"/>
                  <a:pt x="14134" y="8942"/>
                  <a:pt x="11918" y="13278"/>
                </a:cubicBezTo>
                <a:cubicBezTo>
                  <a:pt x="9703" y="17615"/>
                  <a:pt x="8595" y="24133"/>
                  <a:pt x="8595" y="32833"/>
                </a:cubicBezTo>
                <a:cubicBezTo>
                  <a:pt x="8595" y="41506"/>
                  <a:pt x="9703" y="48010"/>
                  <a:pt x="11918" y="52346"/>
                </a:cubicBezTo>
                <a:cubicBezTo>
                  <a:pt x="14134" y="56682"/>
                  <a:pt x="17443" y="58850"/>
                  <a:pt x="21847" y="58850"/>
                </a:cubicBezTo>
                <a:cubicBezTo>
                  <a:pt x="26278" y="58850"/>
                  <a:pt x="29602" y="56682"/>
                  <a:pt x="31817" y="52346"/>
                </a:cubicBezTo>
                <a:cubicBezTo>
                  <a:pt x="34033" y="48010"/>
                  <a:pt x="35141" y="41506"/>
                  <a:pt x="35141" y="32833"/>
                </a:cubicBezTo>
                <a:cubicBezTo>
                  <a:pt x="35141" y="24133"/>
                  <a:pt x="34033" y="17615"/>
                  <a:pt x="31817" y="13278"/>
                </a:cubicBezTo>
                <a:cubicBezTo>
                  <a:pt x="29602" y="8942"/>
                  <a:pt x="26278" y="6774"/>
                  <a:pt x="21847" y="6774"/>
                </a:cubicBezTo>
                <a:moveTo>
                  <a:pt x="21847" y="0"/>
                </a:moveTo>
                <a:cubicBezTo>
                  <a:pt x="28931" y="0"/>
                  <a:pt x="34344" y="2803"/>
                  <a:pt x="38083" y="8409"/>
                </a:cubicBezTo>
                <a:cubicBezTo>
                  <a:pt x="41823" y="14016"/>
                  <a:pt x="43693" y="22157"/>
                  <a:pt x="43693" y="32833"/>
                </a:cubicBezTo>
                <a:cubicBezTo>
                  <a:pt x="43693" y="43482"/>
                  <a:pt x="41823" y="51609"/>
                  <a:pt x="38083" y="57215"/>
                </a:cubicBezTo>
                <a:cubicBezTo>
                  <a:pt x="34344" y="62821"/>
                  <a:pt x="28931" y="65625"/>
                  <a:pt x="21847" y="65625"/>
                </a:cubicBezTo>
                <a:cubicBezTo>
                  <a:pt x="14762" y="65625"/>
                  <a:pt x="9350" y="62821"/>
                  <a:pt x="5610" y="57215"/>
                </a:cubicBezTo>
                <a:cubicBezTo>
                  <a:pt x="1870" y="51609"/>
                  <a:pt x="0" y="43482"/>
                  <a:pt x="0" y="32833"/>
                </a:cubicBezTo>
                <a:cubicBezTo>
                  <a:pt x="0" y="22157"/>
                  <a:pt x="1870" y="14016"/>
                  <a:pt x="5610" y="8409"/>
                </a:cubicBezTo>
                <a:cubicBezTo>
                  <a:pt x="9350" y="2803"/>
                  <a:pt x="14762" y="0"/>
                  <a:pt x="21847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23F776-F7D3-4B55-AE8E-445ECF531F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876" y="1443402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170571-4E17-4FEA-9126-55AECD797E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876" y="1443402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539" name="Text 10">
            <a:extLst xmlns:a="http://schemas.openxmlformats.org/drawingml/2006/main">
              <a:ext uri="{FF2B5EF4-FFF2-40B4-BE49-F238E27FC236}">
                <a16:creationId xmlns:a16="http://schemas.microsoft.com/office/drawing/2014/main" id="{1EB8083D-7B48-4693-AE32-82D509E91A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4628" y="1492628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1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1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7" y="41506"/>
                  <a:pt x="86497" y="32833"/>
                </a:cubicBezTo>
                <a:cubicBezTo>
                  <a:pt x="86497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9" y="65625"/>
                  <a:pt x="60706" y="62821"/>
                  <a:pt x="56966" y="57215"/>
                </a:cubicBezTo>
                <a:cubicBezTo>
                  <a:pt x="53226" y="51609"/>
                  <a:pt x="51357" y="43482"/>
                  <a:pt x="51357" y="32833"/>
                </a:cubicBezTo>
                <a:cubicBezTo>
                  <a:pt x="51357" y="22157"/>
                  <a:pt x="53226" y="14016"/>
                  <a:pt x="56966" y="8409"/>
                </a:cubicBezTo>
                <a:cubicBezTo>
                  <a:pt x="60706" y="2803"/>
                  <a:pt x="66119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0" name="Text −1">
            <a:extLst xmlns:a="http://schemas.openxmlformats.org/drawingml/2006/main">
              <a:ext uri="{FF2B5EF4-FFF2-40B4-BE49-F238E27FC236}">
                <a16:creationId xmlns:a16="http://schemas.microsoft.com/office/drawing/2014/main" id="{58F8F101-D0A4-4D3B-8B08-021F5E3D82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697" y="1479511"/>
            <a:ext cx="77441" cy="44278"/>
          </a:xfrm>
          <a:custGeom xmlns:a="http://schemas.openxmlformats.org/drawingml/2006/main">
            <a:pathLst>
              <a:path w="77441" h="44278">
                <a:moveTo>
                  <a:pt x="0" y="22702"/>
                </a:moveTo>
                <a:lnTo>
                  <a:pt x="37995" y="22702"/>
                </a:lnTo>
                <a:lnTo>
                  <a:pt x="37995" y="27740"/>
                </a:lnTo>
                <a:lnTo>
                  <a:pt x="0" y="27740"/>
                </a:lnTo>
                <a:lnTo>
                  <a:pt x="0" y="22702"/>
                </a:lnTo>
                <a:close/>
                <a:moveTo>
                  <a:pt x="51953" y="39239"/>
                </a:moveTo>
                <a:lnTo>
                  <a:pt x="61734" y="39239"/>
                </a:lnTo>
                <a:lnTo>
                  <a:pt x="61734" y="5453"/>
                </a:lnTo>
                <a:lnTo>
                  <a:pt x="51094" y="7587"/>
                </a:lnTo>
                <a:lnTo>
                  <a:pt x="51094" y="2134"/>
                </a:lnTo>
                <a:lnTo>
                  <a:pt x="61674" y="0"/>
                </a:lnTo>
                <a:lnTo>
                  <a:pt x="67661" y="0"/>
                </a:lnTo>
                <a:lnTo>
                  <a:pt x="67661" y="39239"/>
                </a:lnTo>
                <a:lnTo>
                  <a:pt x="77441" y="39239"/>
                </a:lnTo>
                <a:lnTo>
                  <a:pt x="77441" y="44278"/>
                </a:lnTo>
                <a:lnTo>
                  <a:pt x="51953" y="44278"/>
                </a:lnTo>
                <a:lnTo>
                  <a:pt x="51953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F4B7A4-4EAA-4496-9202-40AE3B68D3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4553" y="1443402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E04CE5-BA8A-4BBD-909A-8424CA7986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4553" y="1443402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543" name="Text 10">
            <a:extLst xmlns:a="http://schemas.openxmlformats.org/drawingml/2006/main">
              <a:ext uri="{FF2B5EF4-FFF2-40B4-BE49-F238E27FC236}">
                <a16:creationId xmlns:a16="http://schemas.microsoft.com/office/drawing/2014/main" id="{46B00043-A0C5-4225-8A72-27B491A323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596" y="1493418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1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1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7" y="41506"/>
                  <a:pt x="86497" y="32833"/>
                </a:cubicBezTo>
                <a:cubicBezTo>
                  <a:pt x="86497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9" y="65625"/>
                  <a:pt x="60706" y="62821"/>
                  <a:pt x="56966" y="57215"/>
                </a:cubicBezTo>
                <a:cubicBezTo>
                  <a:pt x="53227" y="51609"/>
                  <a:pt x="51357" y="43482"/>
                  <a:pt x="51357" y="32833"/>
                </a:cubicBezTo>
                <a:cubicBezTo>
                  <a:pt x="51357" y="22157"/>
                  <a:pt x="53227" y="14016"/>
                  <a:pt x="56966" y="8409"/>
                </a:cubicBezTo>
                <a:cubicBezTo>
                  <a:pt x="60706" y="2803"/>
                  <a:pt x="66119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4" name="Text 0">
            <a:extLst xmlns:a="http://schemas.openxmlformats.org/drawingml/2006/main">
              <a:ext uri="{FF2B5EF4-FFF2-40B4-BE49-F238E27FC236}">
                <a16:creationId xmlns:a16="http://schemas.microsoft.com/office/drawing/2014/main" id="{5D5D862C-D7DF-4CC9-A22A-4439636E7E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0235" y="1479531"/>
            <a:ext cx="30585" cy="45937"/>
          </a:xfrm>
          <a:custGeom xmlns:a="http://schemas.openxmlformats.org/drawingml/2006/main">
            <a:pathLst>
              <a:path w="30585" h="45937">
                <a:moveTo>
                  <a:pt x="15293" y="4742"/>
                </a:moveTo>
                <a:cubicBezTo>
                  <a:pt x="12210" y="4742"/>
                  <a:pt x="9894" y="6260"/>
                  <a:pt x="8343" y="9295"/>
                </a:cubicBezTo>
                <a:cubicBezTo>
                  <a:pt x="6792" y="12330"/>
                  <a:pt x="6016" y="16893"/>
                  <a:pt x="6016" y="22983"/>
                </a:cubicBezTo>
                <a:cubicBezTo>
                  <a:pt x="6016" y="29054"/>
                  <a:pt x="6792" y="33607"/>
                  <a:pt x="8343" y="36642"/>
                </a:cubicBezTo>
                <a:cubicBezTo>
                  <a:pt x="9894" y="39678"/>
                  <a:pt x="12210" y="41195"/>
                  <a:pt x="15293" y="41195"/>
                </a:cubicBezTo>
                <a:cubicBezTo>
                  <a:pt x="18395" y="41195"/>
                  <a:pt x="20721" y="39678"/>
                  <a:pt x="22272" y="36642"/>
                </a:cubicBezTo>
                <a:cubicBezTo>
                  <a:pt x="23823" y="33607"/>
                  <a:pt x="24599" y="29054"/>
                  <a:pt x="24599" y="22983"/>
                </a:cubicBezTo>
                <a:cubicBezTo>
                  <a:pt x="24599" y="16893"/>
                  <a:pt x="23823" y="12330"/>
                  <a:pt x="22272" y="9295"/>
                </a:cubicBezTo>
                <a:cubicBezTo>
                  <a:pt x="20721" y="6260"/>
                  <a:pt x="18395" y="4742"/>
                  <a:pt x="15293" y="4742"/>
                </a:cubicBezTo>
                <a:moveTo>
                  <a:pt x="15293" y="0"/>
                </a:moveTo>
                <a:cubicBezTo>
                  <a:pt x="20252" y="0"/>
                  <a:pt x="24040" y="1962"/>
                  <a:pt x="26658" y="5887"/>
                </a:cubicBezTo>
                <a:cubicBezTo>
                  <a:pt x="29276" y="9811"/>
                  <a:pt x="30585" y="15510"/>
                  <a:pt x="30585" y="22983"/>
                </a:cubicBezTo>
                <a:cubicBezTo>
                  <a:pt x="30585" y="30437"/>
                  <a:pt x="29276" y="36126"/>
                  <a:pt x="26658" y="40051"/>
                </a:cubicBezTo>
                <a:cubicBezTo>
                  <a:pt x="24040" y="43975"/>
                  <a:pt x="20252" y="45937"/>
                  <a:pt x="15293" y="45937"/>
                </a:cubicBezTo>
                <a:cubicBezTo>
                  <a:pt x="10333" y="45937"/>
                  <a:pt x="6545" y="43975"/>
                  <a:pt x="3927" y="40051"/>
                </a:cubicBezTo>
                <a:cubicBezTo>
                  <a:pt x="1309" y="36126"/>
                  <a:pt x="0" y="30437"/>
                  <a:pt x="0" y="22983"/>
                </a:cubicBezTo>
                <a:cubicBezTo>
                  <a:pt x="0" y="15510"/>
                  <a:pt x="1309" y="9811"/>
                  <a:pt x="3927" y="5887"/>
                </a:cubicBezTo>
                <a:cubicBezTo>
                  <a:pt x="6545" y="1962"/>
                  <a:pt x="10333" y="0"/>
                  <a:pt x="1529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B7D3D5-8560-43C9-AE22-977D0D9D79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09231" y="1443402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CDA327-226F-4DFB-ADCB-DFF3AECDC2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09231" y="1443402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547" name="Text 10">
            <a:extLst xmlns:a="http://schemas.openxmlformats.org/drawingml/2006/main">
              <a:ext uri="{FF2B5EF4-FFF2-40B4-BE49-F238E27FC236}">
                <a16:creationId xmlns:a16="http://schemas.microsoft.com/office/drawing/2014/main" id="{2112099C-34B0-4FA5-987D-3DAFD39CA6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9273" y="1492628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8" name="Text 1">
            <a:extLst xmlns:a="http://schemas.openxmlformats.org/drawingml/2006/main">
              <a:ext uri="{FF2B5EF4-FFF2-40B4-BE49-F238E27FC236}">
                <a16:creationId xmlns:a16="http://schemas.microsoft.com/office/drawing/2014/main" id="{9B84D841-B9CB-4D77-B375-C886AAC93D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47580" y="1479511"/>
            <a:ext cx="26347" cy="44278"/>
          </a:xfrm>
          <a:custGeom xmlns:a="http://schemas.openxmlformats.org/drawingml/2006/main">
            <a:pathLst>
              <a:path w="26347" h="44278">
                <a:moveTo>
                  <a:pt x="859" y="39239"/>
                </a:moveTo>
                <a:lnTo>
                  <a:pt x="10640" y="39239"/>
                </a:lnTo>
                <a:lnTo>
                  <a:pt x="10640" y="5453"/>
                </a:lnTo>
                <a:lnTo>
                  <a:pt x="0" y="7587"/>
                </a:lnTo>
                <a:lnTo>
                  <a:pt x="0" y="2134"/>
                </a:lnTo>
                <a:lnTo>
                  <a:pt x="10580" y="0"/>
                </a:lnTo>
                <a:lnTo>
                  <a:pt x="16567" y="0"/>
                </a:lnTo>
                <a:lnTo>
                  <a:pt x="16567" y="39239"/>
                </a:lnTo>
                <a:lnTo>
                  <a:pt x="26347" y="39239"/>
                </a:lnTo>
                <a:lnTo>
                  <a:pt x="26347" y="44278"/>
                </a:lnTo>
                <a:lnTo>
                  <a:pt x="859" y="44278"/>
                </a:lnTo>
                <a:lnTo>
                  <a:pt x="859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FA80A6-3866-4AA2-A04A-9107F01734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3730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A289C9-65F7-4DCB-B7C8-CD89CB878E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3730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9B1676-AC74-4662-86BE-D4749D31D1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8338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EEE22B-8318-4E68-86CE-4A4E16F32E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8338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3D2F8B-5403-4FDF-A940-C25913B3D1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2945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DE076E-1DB5-41E4-BCEB-84D82E674C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2945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4CF943-19C4-46EE-BCAD-7D0EFE3593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7553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0C8745-1AE6-4D6A-BC20-1E28438F84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7553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762EEA-AC2E-4248-BEA6-F250B84D21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2160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B93E73-CDD3-4E80-9D41-D7F231AF0D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2160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0399C2-67C3-4981-BDE9-8C96187804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6768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999474-C943-4EFD-BFA5-96943887A3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6768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0F38F9-CE9E-4FF9-82CC-1121D58E45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1376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A36F8C-3193-442A-B2E3-372118D5FD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1376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C28056-6CB6-4926-836E-21E1F70CE2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5983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EBFF02-179D-4BD9-98A7-6DFD8C4F54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5983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515F99-AEB8-4F05-8F10-80E0418914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0591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F64DBA-F9EE-4EE2-B42D-C122C9DBEC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0591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AC3B3D-A0BE-4CDD-9607-C503169AE0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5198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A18128-167C-40CA-9601-763F096635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5198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7D29BD-52E4-4A27-8C02-2C6005233E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1273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BC5E14-6A14-47FF-B23F-BE009BF2DD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1273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A23692-8FBA-4BEA-BEE2-DB33689D25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7349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B530AA-D818-4C9B-A653-DCED03E8A2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7349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4BBBA3-698C-48A4-B860-8849D9B298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3424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A4A2C8-AA8E-487A-96A5-817066A51E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3424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58C159-B1E1-4F37-8512-C552B667B7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9499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DB5C75-EFF0-467B-98E6-7085341B7A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9499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A43252-2350-4523-A846-C50517C75C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5575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4C1DC2-1CDF-42F1-93C0-F436FA9008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5575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13299B-10BE-466A-B574-6FF32EEAD7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1650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40E7DF-53A1-4D7E-8A12-166D524EE0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1650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677AE3-AF76-4000-92D7-BB08F57BFB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7725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1CB2A0-BC27-4847-AD05-1CA332DDDE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7725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C178B5-D319-4468-889A-1D907BB9C0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3800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804F24-111A-4E53-B6A7-2E98A126CB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3800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820080-6B33-40A9-8F2F-738A5B88A7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876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8D66E2-4CC9-438F-85E6-C546C76B58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876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3DEF55-703B-4CB0-AACA-5C154FC8FD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706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AD8FCA-4538-4204-A7C2-DB96A828F1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706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6BBC6E-E531-487C-B993-E4CC805612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27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FE615A-3A68-4EC3-9A0A-11E0BDF72D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27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1F6CAB-CE69-48C0-B3EE-2983289FDE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9536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D204DD-6A64-465D-A713-AC1C60DDD8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9536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2F4042-E4B1-4CBF-B1A0-48C261544F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69723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B91A77-886B-480D-8984-84B7B00713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69723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5E904A-A63D-459E-A455-3D5A9EBD2C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02558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B32D5E-C87C-4EB5-A9B3-50ADFD4A37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02558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A2B433-FC3D-4D7F-AB2A-198A8D2849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0319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9E0E14-B737-4F34-A8CA-2A947DB0E7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0319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87273B-DCED-4E8D-B6EF-1F96FFAC82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4367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94FE7B-D55C-4D3F-9776-D1CB6BC656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4367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4ABBCC-1B4A-411A-BE14-4180C762B4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75579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FA772C-0748-4DBC-8BDB-FD1D0A062E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75579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79C2B4-75F2-4171-B9E7-63C918BA78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4553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375BD2-C1BF-4FF5-91D0-C3DFD495F6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4553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25F1FF-88BB-4A64-B60F-7177CEA778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9384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FFDC98-0A1D-42EF-A147-85B51208A4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9384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86529A-ECEE-4E15-8977-9BC4B2F723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2405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3BB0E0-2524-42CF-A6F2-A76C288006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2405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ECE206-5894-46B8-A55B-A3F7325D3E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4214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014B64-AD34-437D-A3C6-39AA676E3D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4214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97A331-FAB4-48D5-BC30-F5AD806C3D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4400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DEFC0B-E005-4BE0-B093-3A35648DF6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4400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567627-AEB0-4BB3-92AB-1D6CEAB4FE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7235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E184E1-F417-432D-8AFF-7672BF0BCA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7235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273765-FA0A-465B-8CB7-50D6196DEC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4996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2F99AE-D612-4FDC-8998-7BCD46F591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4996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115BF6-2883-49F1-A827-A29B032E7C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044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ECA8CD-ECB7-4DAC-941A-791D56079E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044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3EEFC0-ACAC-4FE7-9BB8-B3B5E9A2C8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90256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196782-8342-4645-B957-C0C3A0C80C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90256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4FC6D0-CE8B-4BAE-A1BE-6219DA0ED4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09231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20E6F6-7120-4C34-ADF0-55AA384C36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09231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B7AB62-C7A2-4085-A16D-106AC9DF7B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34061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9182EE-7747-4F97-B87F-9AD489D19F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34061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B377E4-A054-49DB-850D-AAC076FAE7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7082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C99193-D784-4A2E-8A17-2F1AC9B3D1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7082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E54891-13E8-468D-B22A-648FF08DA6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58891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C3ADFB-CCD2-41CA-BF85-E7F23F07D9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58891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2C6979-B335-47CB-AFA7-6264C947AF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99078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13D41A-2630-42DB-91BB-22F07128D5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99078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117185-9AFE-4F72-B7C5-B4CFE067A0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31913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80F028-6193-423A-9033-CDDB637D8F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31913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33" name="Text QSF">
            <a:extLst xmlns:a="http://schemas.openxmlformats.org/drawingml/2006/main">
              <a:ext uri="{FF2B5EF4-FFF2-40B4-BE49-F238E27FC236}">
                <a16:creationId xmlns:a16="http://schemas.microsoft.com/office/drawing/2014/main" id="{0B493457-B52B-4BFD-9004-6737C4CBB5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207" y="1607788"/>
            <a:ext cx="190479" cy="88120"/>
          </a:xfrm>
          <a:custGeom xmlns:a="http://schemas.openxmlformats.org/drawingml/2006/main">
            <a:pathLst>
              <a:path w="190479" h="88120">
                <a:moveTo>
                  <a:pt x="34181" y="8101"/>
                </a:moveTo>
                <a:cubicBezTo>
                  <a:pt x="26937" y="8101"/>
                  <a:pt x="21182" y="10804"/>
                  <a:pt x="16918" y="16209"/>
                </a:cubicBezTo>
                <a:cubicBezTo>
                  <a:pt x="12653" y="21614"/>
                  <a:pt x="10521" y="28979"/>
                  <a:pt x="10521" y="38306"/>
                </a:cubicBezTo>
                <a:cubicBezTo>
                  <a:pt x="10521" y="47599"/>
                  <a:pt x="12653" y="54949"/>
                  <a:pt x="16918" y="60354"/>
                </a:cubicBezTo>
                <a:cubicBezTo>
                  <a:pt x="21182" y="65759"/>
                  <a:pt x="26937" y="68461"/>
                  <a:pt x="34181" y="68461"/>
                </a:cubicBezTo>
                <a:cubicBezTo>
                  <a:pt x="41426" y="68461"/>
                  <a:pt x="47164" y="65759"/>
                  <a:pt x="51395" y="60354"/>
                </a:cubicBezTo>
                <a:cubicBezTo>
                  <a:pt x="55627" y="54949"/>
                  <a:pt x="57743" y="47599"/>
                  <a:pt x="57743" y="38306"/>
                </a:cubicBezTo>
                <a:cubicBezTo>
                  <a:pt x="57743" y="28979"/>
                  <a:pt x="55627" y="21614"/>
                  <a:pt x="51395" y="16209"/>
                </a:cubicBezTo>
                <a:cubicBezTo>
                  <a:pt x="47164" y="10804"/>
                  <a:pt x="41426" y="8101"/>
                  <a:pt x="34181" y="8101"/>
                </a:cubicBezTo>
                <a:moveTo>
                  <a:pt x="48160" y="73796"/>
                </a:moveTo>
                <a:lnTo>
                  <a:pt x="61299" y="88120"/>
                </a:lnTo>
                <a:lnTo>
                  <a:pt x="49247" y="88120"/>
                </a:lnTo>
                <a:lnTo>
                  <a:pt x="38330" y="76358"/>
                </a:lnTo>
                <a:cubicBezTo>
                  <a:pt x="37244" y="76426"/>
                  <a:pt x="36412" y="76477"/>
                  <a:pt x="35836" y="76511"/>
                </a:cubicBezTo>
                <a:cubicBezTo>
                  <a:pt x="35260" y="76545"/>
                  <a:pt x="34708" y="76562"/>
                  <a:pt x="34181" y="76562"/>
                </a:cubicBezTo>
                <a:cubicBezTo>
                  <a:pt x="23808" y="76562"/>
                  <a:pt x="15518" y="73094"/>
                  <a:pt x="9311" y="66158"/>
                </a:cubicBezTo>
                <a:cubicBezTo>
                  <a:pt x="3104" y="59221"/>
                  <a:pt x="0" y="49937"/>
                  <a:pt x="0" y="38306"/>
                </a:cubicBezTo>
                <a:cubicBezTo>
                  <a:pt x="0" y="26641"/>
                  <a:pt x="3104" y="17341"/>
                  <a:pt x="9311" y="10405"/>
                </a:cubicBezTo>
                <a:cubicBezTo>
                  <a:pt x="15518" y="3468"/>
                  <a:pt x="23808" y="0"/>
                  <a:pt x="34181" y="0"/>
                </a:cubicBezTo>
                <a:cubicBezTo>
                  <a:pt x="44521" y="0"/>
                  <a:pt x="52787" y="3468"/>
                  <a:pt x="58977" y="10405"/>
                </a:cubicBezTo>
                <a:cubicBezTo>
                  <a:pt x="65168" y="17341"/>
                  <a:pt x="68264" y="26642"/>
                  <a:pt x="68264" y="38307"/>
                </a:cubicBezTo>
                <a:cubicBezTo>
                  <a:pt x="68264" y="46874"/>
                  <a:pt x="66543" y="54206"/>
                  <a:pt x="63102" y="60302"/>
                </a:cubicBezTo>
                <a:cubicBezTo>
                  <a:pt x="59661" y="66398"/>
                  <a:pt x="54680" y="70896"/>
                  <a:pt x="48160" y="73796"/>
                </a:cubicBezTo>
                <a:close/>
                <a:moveTo>
                  <a:pt x="128070" y="3754"/>
                </a:moveTo>
                <a:lnTo>
                  <a:pt x="128070" y="13534"/>
                </a:lnTo>
                <a:cubicBezTo>
                  <a:pt x="124283" y="11707"/>
                  <a:pt x="120710" y="10344"/>
                  <a:pt x="117351" y="9447"/>
                </a:cubicBezTo>
                <a:cubicBezTo>
                  <a:pt x="113992" y="8549"/>
                  <a:pt x="110749" y="8101"/>
                  <a:pt x="107620" y="8101"/>
                </a:cubicBezTo>
                <a:cubicBezTo>
                  <a:pt x="102187" y="8101"/>
                  <a:pt x="97997" y="9156"/>
                  <a:pt x="95049" y="11267"/>
                </a:cubicBezTo>
                <a:cubicBezTo>
                  <a:pt x="92102" y="13376"/>
                  <a:pt x="90628" y="16376"/>
                  <a:pt x="90628" y="20267"/>
                </a:cubicBezTo>
                <a:cubicBezTo>
                  <a:pt x="90628" y="23532"/>
                  <a:pt x="91608" y="25997"/>
                  <a:pt x="93567" y="27663"/>
                </a:cubicBezTo>
                <a:cubicBezTo>
                  <a:pt x="95527" y="29328"/>
                  <a:pt x="99240" y="30671"/>
                  <a:pt x="104706" y="31693"/>
                </a:cubicBezTo>
                <a:lnTo>
                  <a:pt x="110732" y="32926"/>
                </a:lnTo>
                <a:cubicBezTo>
                  <a:pt x="118174" y="34343"/>
                  <a:pt x="123665" y="36839"/>
                  <a:pt x="127205" y="40414"/>
                </a:cubicBezTo>
                <a:cubicBezTo>
                  <a:pt x="130745" y="43988"/>
                  <a:pt x="132515" y="48773"/>
                  <a:pt x="132515" y="54770"/>
                </a:cubicBezTo>
                <a:cubicBezTo>
                  <a:pt x="132515" y="61918"/>
                  <a:pt x="130120" y="67338"/>
                  <a:pt x="125328" y="71028"/>
                </a:cubicBezTo>
                <a:cubicBezTo>
                  <a:pt x="120537" y="74717"/>
                  <a:pt x="113515" y="76562"/>
                  <a:pt x="104261" y="76562"/>
                </a:cubicBezTo>
                <a:cubicBezTo>
                  <a:pt x="100771" y="76562"/>
                  <a:pt x="97058" y="76163"/>
                  <a:pt x="93123" y="75364"/>
                </a:cubicBezTo>
                <a:cubicBezTo>
                  <a:pt x="89188" y="74566"/>
                  <a:pt x="85113" y="73384"/>
                  <a:pt x="80898" y="71820"/>
                </a:cubicBezTo>
                <a:lnTo>
                  <a:pt x="80898" y="61546"/>
                </a:lnTo>
                <a:cubicBezTo>
                  <a:pt x="84948" y="63835"/>
                  <a:pt x="88916" y="65559"/>
                  <a:pt x="92802" y="66720"/>
                </a:cubicBezTo>
                <a:cubicBezTo>
                  <a:pt x="96688" y="67881"/>
                  <a:pt x="100507" y="68461"/>
                  <a:pt x="104261" y="68461"/>
                </a:cubicBezTo>
                <a:cubicBezTo>
                  <a:pt x="109958" y="68461"/>
                  <a:pt x="114354" y="67341"/>
                  <a:pt x="117450" y="65099"/>
                </a:cubicBezTo>
                <a:cubicBezTo>
                  <a:pt x="120545" y="62857"/>
                  <a:pt x="122093" y="59659"/>
                  <a:pt x="122093" y="55506"/>
                </a:cubicBezTo>
                <a:cubicBezTo>
                  <a:pt x="122093" y="51880"/>
                  <a:pt x="120982" y="49044"/>
                  <a:pt x="118759" y="47001"/>
                </a:cubicBezTo>
                <a:cubicBezTo>
                  <a:pt x="116536" y="44956"/>
                  <a:pt x="112889" y="43423"/>
                  <a:pt x="107818" y="42401"/>
                </a:cubicBezTo>
                <a:lnTo>
                  <a:pt x="101742" y="41217"/>
                </a:lnTo>
                <a:cubicBezTo>
                  <a:pt x="94300" y="39734"/>
                  <a:pt x="88916" y="37411"/>
                  <a:pt x="85590" y="34249"/>
                </a:cubicBezTo>
                <a:cubicBezTo>
                  <a:pt x="82264" y="31086"/>
                  <a:pt x="80601" y="26687"/>
                  <a:pt x="80601" y="21053"/>
                </a:cubicBezTo>
                <a:cubicBezTo>
                  <a:pt x="80601" y="14530"/>
                  <a:pt x="82898" y="9390"/>
                  <a:pt x="87492" y="5634"/>
                </a:cubicBezTo>
                <a:cubicBezTo>
                  <a:pt x="92086" y="1878"/>
                  <a:pt x="98416" y="0"/>
                  <a:pt x="106484" y="0"/>
                </a:cubicBezTo>
                <a:cubicBezTo>
                  <a:pt x="109942" y="0"/>
                  <a:pt x="113465" y="313"/>
                  <a:pt x="117055" y="938"/>
                </a:cubicBezTo>
                <a:cubicBezTo>
                  <a:pt x="120644" y="1564"/>
                  <a:pt x="124316" y="2503"/>
                  <a:pt x="128070" y="3754"/>
                </a:cubicBezTo>
                <a:close/>
                <a:moveTo>
                  <a:pt x="148098" y="1284"/>
                </a:moveTo>
                <a:lnTo>
                  <a:pt x="190479" y="1284"/>
                </a:lnTo>
                <a:lnTo>
                  <a:pt x="190479" y="9681"/>
                </a:lnTo>
                <a:lnTo>
                  <a:pt x="158076" y="9681"/>
                </a:lnTo>
                <a:lnTo>
                  <a:pt x="158076" y="31415"/>
                </a:lnTo>
                <a:lnTo>
                  <a:pt x="187318" y="31415"/>
                </a:lnTo>
                <a:lnTo>
                  <a:pt x="187318" y="39812"/>
                </a:lnTo>
                <a:lnTo>
                  <a:pt x="158076" y="39812"/>
                </a:lnTo>
                <a:lnTo>
                  <a:pt x="158076" y="75080"/>
                </a:lnTo>
                <a:lnTo>
                  <a:pt x="148098" y="75080"/>
                </a:lnTo>
                <a:lnTo>
                  <a:pt x="148098" y="1284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9684A7-5D23-43EC-96C3-B782B533D7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7446" y="1443402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30DDEF-4041-4BFA-8FE0-2C3C3FD7D5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7446" y="1443402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636" name="Text 0">
            <a:extLst xmlns:a="http://schemas.openxmlformats.org/drawingml/2006/main">
              <a:ext uri="{FF2B5EF4-FFF2-40B4-BE49-F238E27FC236}">
                <a16:creationId xmlns:a16="http://schemas.microsoft.com/office/drawing/2014/main" id="{056B160B-292E-4EAB-AFEE-3AD0C961DB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0065" y="1411338"/>
            <a:ext cx="43693" cy="65625"/>
          </a:xfrm>
          <a:custGeom xmlns:a="http://schemas.openxmlformats.org/drawingml/2006/main">
            <a:pathLst>
              <a:path w="43693" h="65625">
                <a:moveTo>
                  <a:pt x="21847" y="6774"/>
                </a:moveTo>
                <a:cubicBezTo>
                  <a:pt x="17443" y="6774"/>
                  <a:pt x="14134" y="8942"/>
                  <a:pt x="11918" y="13278"/>
                </a:cubicBezTo>
                <a:cubicBezTo>
                  <a:pt x="9703" y="17615"/>
                  <a:pt x="8595" y="24133"/>
                  <a:pt x="8595" y="32833"/>
                </a:cubicBezTo>
                <a:cubicBezTo>
                  <a:pt x="8595" y="41506"/>
                  <a:pt x="9703" y="48010"/>
                  <a:pt x="11918" y="52346"/>
                </a:cubicBezTo>
                <a:cubicBezTo>
                  <a:pt x="14134" y="56682"/>
                  <a:pt x="17443" y="58850"/>
                  <a:pt x="21847" y="58850"/>
                </a:cubicBezTo>
                <a:cubicBezTo>
                  <a:pt x="26278" y="58850"/>
                  <a:pt x="29602" y="56682"/>
                  <a:pt x="31817" y="52346"/>
                </a:cubicBezTo>
                <a:cubicBezTo>
                  <a:pt x="34033" y="48010"/>
                  <a:pt x="35141" y="41506"/>
                  <a:pt x="35141" y="32833"/>
                </a:cubicBezTo>
                <a:cubicBezTo>
                  <a:pt x="35141" y="24133"/>
                  <a:pt x="34033" y="17615"/>
                  <a:pt x="31817" y="13278"/>
                </a:cubicBezTo>
                <a:cubicBezTo>
                  <a:pt x="29602" y="8942"/>
                  <a:pt x="26278" y="6774"/>
                  <a:pt x="21847" y="6774"/>
                </a:cubicBezTo>
                <a:moveTo>
                  <a:pt x="21847" y="0"/>
                </a:moveTo>
                <a:cubicBezTo>
                  <a:pt x="28931" y="0"/>
                  <a:pt x="34344" y="2803"/>
                  <a:pt x="38083" y="8409"/>
                </a:cubicBezTo>
                <a:cubicBezTo>
                  <a:pt x="41823" y="14016"/>
                  <a:pt x="43693" y="22157"/>
                  <a:pt x="43693" y="32833"/>
                </a:cubicBezTo>
                <a:cubicBezTo>
                  <a:pt x="43693" y="43482"/>
                  <a:pt x="41823" y="51609"/>
                  <a:pt x="38083" y="57215"/>
                </a:cubicBezTo>
                <a:cubicBezTo>
                  <a:pt x="34344" y="62821"/>
                  <a:pt x="28931" y="65625"/>
                  <a:pt x="21847" y="65625"/>
                </a:cubicBezTo>
                <a:cubicBezTo>
                  <a:pt x="14762" y="65625"/>
                  <a:pt x="9350" y="62821"/>
                  <a:pt x="5610" y="57215"/>
                </a:cubicBezTo>
                <a:cubicBezTo>
                  <a:pt x="1870" y="51609"/>
                  <a:pt x="0" y="43482"/>
                  <a:pt x="0" y="32833"/>
                </a:cubicBezTo>
                <a:cubicBezTo>
                  <a:pt x="0" y="22157"/>
                  <a:pt x="1870" y="14016"/>
                  <a:pt x="5610" y="8409"/>
                </a:cubicBezTo>
                <a:cubicBezTo>
                  <a:pt x="9350" y="2803"/>
                  <a:pt x="14762" y="0"/>
                  <a:pt x="21847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9EE8D1-D629-4955-AB4C-34306C280A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7446" y="1100067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4A1572-56B2-4DC5-81AB-E05CC5C8EE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7446" y="1100067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639" name="Text 10">
            <a:extLst xmlns:a="http://schemas.openxmlformats.org/drawingml/2006/main">
              <a:ext uri="{FF2B5EF4-FFF2-40B4-BE49-F238E27FC236}">
                <a16:creationId xmlns:a16="http://schemas.microsoft.com/office/drawing/2014/main" id="{3183CBFC-E3E5-4B49-9E64-6C504E86E6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2135" y="1068003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1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1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7" y="41506"/>
                  <a:pt x="86497" y="32833"/>
                </a:cubicBezTo>
                <a:cubicBezTo>
                  <a:pt x="86497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9" y="65625"/>
                  <a:pt x="60706" y="62821"/>
                  <a:pt x="56966" y="57215"/>
                </a:cubicBezTo>
                <a:cubicBezTo>
                  <a:pt x="53226" y="51609"/>
                  <a:pt x="51357" y="43482"/>
                  <a:pt x="51357" y="32833"/>
                </a:cubicBezTo>
                <a:cubicBezTo>
                  <a:pt x="51357" y="22157"/>
                  <a:pt x="53226" y="14016"/>
                  <a:pt x="56966" y="8409"/>
                </a:cubicBezTo>
                <a:cubicBezTo>
                  <a:pt x="60706" y="2803"/>
                  <a:pt x="66119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0" name="Text −1">
            <a:extLst xmlns:a="http://schemas.openxmlformats.org/drawingml/2006/main">
              <a:ext uri="{FF2B5EF4-FFF2-40B4-BE49-F238E27FC236}">
                <a16:creationId xmlns:a16="http://schemas.microsoft.com/office/drawing/2014/main" id="{572650D5-9FF6-4BD5-BAF6-1AE18976CC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0203" y="1054886"/>
            <a:ext cx="77441" cy="44278"/>
          </a:xfrm>
          <a:custGeom xmlns:a="http://schemas.openxmlformats.org/drawingml/2006/main">
            <a:pathLst>
              <a:path w="77441" h="44278">
                <a:moveTo>
                  <a:pt x="0" y="22702"/>
                </a:moveTo>
                <a:lnTo>
                  <a:pt x="37995" y="22702"/>
                </a:lnTo>
                <a:lnTo>
                  <a:pt x="37995" y="27740"/>
                </a:lnTo>
                <a:lnTo>
                  <a:pt x="0" y="27740"/>
                </a:lnTo>
                <a:lnTo>
                  <a:pt x="0" y="22702"/>
                </a:lnTo>
                <a:close/>
                <a:moveTo>
                  <a:pt x="51954" y="39239"/>
                </a:moveTo>
                <a:lnTo>
                  <a:pt x="61734" y="39239"/>
                </a:lnTo>
                <a:lnTo>
                  <a:pt x="61734" y="5453"/>
                </a:lnTo>
                <a:lnTo>
                  <a:pt x="51094" y="7587"/>
                </a:lnTo>
                <a:lnTo>
                  <a:pt x="51094" y="2134"/>
                </a:lnTo>
                <a:lnTo>
                  <a:pt x="61674" y="0"/>
                </a:lnTo>
                <a:lnTo>
                  <a:pt x="67661" y="0"/>
                </a:lnTo>
                <a:lnTo>
                  <a:pt x="67661" y="39239"/>
                </a:lnTo>
                <a:lnTo>
                  <a:pt x="77441" y="39239"/>
                </a:lnTo>
                <a:lnTo>
                  <a:pt x="77441" y="44278"/>
                </a:lnTo>
                <a:lnTo>
                  <a:pt x="51954" y="44278"/>
                </a:lnTo>
                <a:lnTo>
                  <a:pt x="51954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B8BD65-B7EE-4417-8055-64540903C2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7446" y="791065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86CC9C-645A-4B8B-8EB6-D93189CEB9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7446" y="791065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643" name="Text 10">
            <a:extLst xmlns:a="http://schemas.openxmlformats.org/drawingml/2006/main">
              <a:ext uri="{FF2B5EF4-FFF2-40B4-BE49-F238E27FC236}">
                <a16:creationId xmlns:a16="http://schemas.microsoft.com/office/drawing/2014/main" id="{7F25292F-E665-4573-898F-E807B4F0AA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2715" y="759791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1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1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7" y="41506"/>
                  <a:pt x="86497" y="32833"/>
                </a:cubicBezTo>
                <a:cubicBezTo>
                  <a:pt x="86497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9" y="65625"/>
                  <a:pt x="60706" y="62821"/>
                  <a:pt x="56966" y="57215"/>
                </a:cubicBezTo>
                <a:cubicBezTo>
                  <a:pt x="53226" y="51609"/>
                  <a:pt x="51357" y="43482"/>
                  <a:pt x="51357" y="32833"/>
                </a:cubicBezTo>
                <a:cubicBezTo>
                  <a:pt x="51357" y="22157"/>
                  <a:pt x="53226" y="14016"/>
                  <a:pt x="56966" y="8409"/>
                </a:cubicBezTo>
                <a:cubicBezTo>
                  <a:pt x="60706" y="2803"/>
                  <a:pt x="66119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4" name="Text 0">
            <a:extLst xmlns:a="http://schemas.openxmlformats.org/drawingml/2006/main">
              <a:ext uri="{FF2B5EF4-FFF2-40B4-BE49-F238E27FC236}">
                <a16:creationId xmlns:a16="http://schemas.microsoft.com/office/drawing/2014/main" id="{121AA47F-2F6A-4ADF-9231-3B19D034EA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8353" y="745904"/>
            <a:ext cx="30585" cy="45937"/>
          </a:xfrm>
          <a:custGeom xmlns:a="http://schemas.openxmlformats.org/drawingml/2006/main">
            <a:pathLst>
              <a:path w="30585" h="45937">
                <a:moveTo>
                  <a:pt x="15293" y="4742"/>
                </a:moveTo>
                <a:cubicBezTo>
                  <a:pt x="12210" y="4742"/>
                  <a:pt x="9894" y="6260"/>
                  <a:pt x="8343" y="9295"/>
                </a:cubicBezTo>
                <a:cubicBezTo>
                  <a:pt x="6792" y="12330"/>
                  <a:pt x="6016" y="16893"/>
                  <a:pt x="6016" y="22983"/>
                </a:cubicBezTo>
                <a:cubicBezTo>
                  <a:pt x="6016" y="29054"/>
                  <a:pt x="6792" y="33607"/>
                  <a:pt x="8343" y="36642"/>
                </a:cubicBezTo>
                <a:cubicBezTo>
                  <a:pt x="9894" y="39678"/>
                  <a:pt x="12210" y="41195"/>
                  <a:pt x="15293" y="41195"/>
                </a:cubicBezTo>
                <a:cubicBezTo>
                  <a:pt x="18395" y="41195"/>
                  <a:pt x="20721" y="39678"/>
                  <a:pt x="22272" y="36642"/>
                </a:cubicBezTo>
                <a:cubicBezTo>
                  <a:pt x="23823" y="33607"/>
                  <a:pt x="24599" y="29054"/>
                  <a:pt x="24599" y="22983"/>
                </a:cubicBezTo>
                <a:cubicBezTo>
                  <a:pt x="24599" y="16893"/>
                  <a:pt x="23823" y="12330"/>
                  <a:pt x="22272" y="9295"/>
                </a:cubicBezTo>
                <a:cubicBezTo>
                  <a:pt x="20721" y="6260"/>
                  <a:pt x="18395" y="4742"/>
                  <a:pt x="15293" y="4742"/>
                </a:cubicBezTo>
                <a:moveTo>
                  <a:pt x="15293" y="0"/>
                </a:moveTo>
                <a:cubicBezTo>
                  <a:pt x="20252" y="0"/>
                  <a:pt x="24040" y="1962"/>
                  <a:pt x="26658" y="5887"/>
                </a:cubicBezTo>
                <a:cubicBezTo>
                  <a:pt x="29276" y="9811"/>
                  <a:pt x="30585" y="15510"/>
                  <a:pt x="30585" y="22983"/>
                </a:cubicBezTo>
                <a:cubicBezTo>
                  <a:pt x="30585" y="30437"/>
                  <a:pt x="29276" y="36126"/>
                  <a:pt x="26658" y="40051"/>
                </a:cubicBezTo>
                <a:cubicBezTo>
                  <a:pt x="24040" y="43975"/>
                  <a:pt x="20252" y="45937"/>
                  <a:pt x="15293" y="45937"/>
                </a:cubicBezTo>
                <a:cubicBezTo>
                  <a:pt x="10333" y="45937"/>
                  <a:pt x="6545" y="43975"/>
                  <a:pt x="3927" y="40051"/>
                </a:cubicBezTo>
                <a:cubicBezTo>
                  <a:pt x="1309" y="36126"/>
                  <a:pt x="0" y="30437"/>
                  <a:pt x="0" y="22983"/>
                </a:cubicBezTo>
                <a:cubicBezTo>
                  <a:pt x="0" y="15510"/>
                  <a:pt x="1309" y="9811"/>
                  <a:pt x="3927" y="5887"/>
                </a:cubicBezTo>
                <a:cubicBezTo>
                  <a:pt x="6545" y="1962"/>
                  <a:pt x="10333" y="0"/>
                  <a:pt x="1529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65F727-09E1-4CBC-B7B2-83C1D43AF9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7446" y="482064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6EC887-9DF5-4A10-9FAE-A0FC5DD40A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7446" y="482064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647" name="Text 10">
            <a:extLst xmlns:a="http://schemas.openxmlformats.org/drawingml/2006/main">
              <a:ext uri="{FF2B5EF4-FFF2-40B4-BE49-F238E27FC236}">
                <a16:creationId xmlns:a16="http://schemas.microsoft.com/office/drawing/2014/main" id="{4CC88826-B8AB-46CA-98A0-4BFE7E2951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2715" y="449999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1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1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7" y="41506"/>
                  <a:pt x="86497" y="32833"/>
                </a:cubicBezTo>
                <a:cubicBezTo>
                  <a:pt x="86497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9" y="65625"/>
                  <a:pt x="60706" y="62821"/>
                  <a:pt x="56966" y="57215"/>
                </a:cubicBezTo>
                <a:cubicBezTo>
                  <a:pt x="53226" y="51609"/>
                  <a:pt x="51357" y="43482"/>
                  <a:pt x="51357" y="32833"/>
                </a:cubicBezTo>
                <a:cubicBezTo>
                  <a:pt x="51357" y="22157"/>
                  <a:pt x="53226" y="14016"/>
                  <a:pt x="56966" y="8409"/>
                </a:cubicBezTo>
                <a:cubicBezTo>
                  <a:pt x="60706" y="2803"/>
                  <a:pt x="66119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8" name="Text 1">
            <a:extLst xmlns:a="http://schemas.openxmlformats.org/drawingml/2006/main">
              <a:ext uri="{FF2B5EF4-FFF2-40B4-BE49-F238E27FC236}">
                <a16:creationId xmlns:a16="http://schemas.microsoft.com/office/drawing/2014/main" id="{8DD19D11-A144-4E12-ADD6-16D936A1E5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1021" y="436883"/>
            <a:ext cx="26347" cy="44278"/>
          </a:xfrm>
          <a:custGeom xmlns:a="http://schemas.openxmlformats.org/drawingml/2006/main">
            <a:pathLst>
              <a:path w="26347" h="44278">
                <a:moveTo>
                  <a:pt x="859" y="39239"/>
                </a:moveTo>
                <a:lnTo>
                  <a:pt x="10640" y="39239"/>
                </a:lnTo>
                <a:lnTo>
                  <a:pt x="10640" y="5453"/>
                </a:lnTo>
                <a:lnTo>
                  <a:pt x="0" y="7587"/>
                </a:lnTo>
                <a:lnTo>
                  <a:pt x="0" y="2134"/>
                </a:lnTo>
                <a:lnTo>
                  <a:pt x="10580" y="0"/>
                </a:lnTo>
                <a:lnTo>
                  <a:pt x="16567" y="0"/>
                </a:lnTo>
                <a:lnTo>
                  <a:pt x="16567" y="39239"/>
                </a:lnTo>
                <a:lnTo>
                  <a:pt x="26347" y="39239"/>
                </a:lnTo>
                <a:lnTo>
                  <a:pt x="26347" y="44278"/>
                </a:lnTo>
                <a:lnTo>
                  <a:pt x="859" y="44278"/>
                </a:lnTo>
                <a:lnTo>
                  <a:pt x="859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370DDC-5B10-4265-9285-4EE510C64F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143996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CEB8FF-A6AD-4063-A6B5-3C4992EBAE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143996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752B5E-14A1-41AD-9225-55D930DEB0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143653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838B6E-1D79-464D-8646-94F6376651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143653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3740E8-AAE1-45C0-84C9-D4E83521F7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143310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0414E5-38C8-4F4F-BEB5-E8FD90CD81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143310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90436E-1A28-4A55-98FD-1DF398E102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142966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134675-FAF1-43EE-823D-9CC07FFEC7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142966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28DA9D-A256-45A8-9DEB-B1832ACFB0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142623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8153D1-E98B-4972-872E-D5F8DC7D38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142623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74BD8D-318A-4FB9-B883-A21F111721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142280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CBB7D8-90F6-4648-9D9C-E66E2794ED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142280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FEE7B3-E52A-4261-8CF2-FB36D7D524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141936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B9C96F-CB7D-471F-A7A3-9C3D353B08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141936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F2C22D-6663-41FB-AEF1-C078C490D0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141593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3083B2-2A23-466B-8534-383F485AF1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141593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CC8C61-29F2-4E47-A80D-133480F5E1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141250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B06134-27C5-4560-9469-51683C9329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141250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2FC57B-3D3E-4FE2-97DC-26E706418A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140906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73919A-273B-408B-8D98-8007ADA8E7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140906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E02454-1D3A-4FB4-B79D-7F791C6159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137473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5810CF-7B6C-43CE-ACC2-280D9212BC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137473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ED5F98-F3A3-4792-BEF0-7B5345DEF8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134040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1CCE7C-C963-4A9A-9F50-3BD64B4147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134040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E585F4-EFFF-4970-8A6A-9B0BC6DB4B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130606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E40737-1FF4-4D00-BE4F-F393EA687B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130606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0E5AF5-0D55-4563-B55A-569FD49D5C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127173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47ED84-EB09-43A3-BD8A-8939A454EC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127173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051D9F-6B82-416E-8A03-5B82457F2C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123740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6C1DF8-795C-4775-966D-91CEFB1D17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123740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A528EE-7D3A-47F5-BC51-5E18D2D0BD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120306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467FDD-5A65-46C0-A4D5-6774FD18F5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120306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9E3ABE-41A9-480E-B3DC-9E812EE6A6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116873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822A02-01E5-4252-8170-85C2781D87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116873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1A9FF3-2AB0-4D5B-ACA6-E45D796BB6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113440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371896-25DB-4449-98D1-C49C823D76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113440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93A22E-647C-46F5-B8B4-1C2809E3B9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110006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9231E1-6BE6-4146-8C7B-26F3109FE3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110006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FD84E4-E894-4FCA-A31E-51A1BEE084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100704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4CE686-5828-4DD6-9AFF-2CBFE2A81A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100704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967046-1693-4E8B-8264-552BB706C0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95263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F63A0D-1E1D-4941-9D32-611493B1B5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95263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55F52D-1D8D-49E3-B474-B6CE0E4C20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91402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22AAD4-9E11-41A8-BF32-CC4FC3116E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91402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6D0704-4B02-44FB-B419-D09871EBF6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88408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45785E-1C45-4130-827B-EA2AAAC778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88408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6E576B-80E5-4B7D-B332-C6FC9FBE68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85961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2FF677-F79A-4B8B-A924-905144635A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85961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856BA8-C8F4-473E-8480-90B5C4C9FB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83893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F57596-3B6C-47AC-9B8A-7227298B37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83893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1BD40A-B012-46CB-B3F5-D3492FC4D4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82101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6E2DD4-369C-4981-B268-CBEE1A611F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82101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E17147-5616-4AD4-BAE6-14789F82ED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80520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A19851-2E10-4788-A764-7A87236997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80520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FFD140-EBD4-4994-B069-D26F13C305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79106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C5A9E2-4752-4FA4-BA30-4B354AEDA6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79106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3CDB23-D1AF-438D-A635-8D6C208F22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69804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021784-2E3D-4C41-8155-8FA3F97F96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69804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0704BB-4810-477F-9286-943512ED56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64363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792F45-B3E3-474B-ABA4-9FF33830AA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64363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6FAB99-FE92-4EB5-9A6C-41E411CC29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60502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24D857-B958-4E36-9551-5635599781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60502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DADE0C-545E-4E74-A789-A13D76C86B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57508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FADF17-3864-45F4-A20E-0A6E3C5C3B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57508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D225AE-FF40-4840-8608-88DF46FD91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55061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B1A698-D98F-44CA-993B-673E3D4263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55061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C6C572-AC6A-49F7-9CFF-76934C5E3A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52992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4A286E-8FBE-47C7-BB60-B7404A1C4F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52992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10B163-7BDD-4993-AA0B-D2C2B6E193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51200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A0EC26-F2A4-4999-9321-985CB4DA5C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51200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32369E-413A-4BD6-8D7D-C3EE208371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9620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331CD0-C333-4417-9E74-3288C1FD69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9620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A46362-6A7A-46D1-B94F-09EAC4CA61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8206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5B11FB-251F-43DA-956F-9484180F00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8206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CFCD60-879B-4701-8DA4-5FB308FD02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38904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3D0342-8F06-46C2-BEE2-94B33B0644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38904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2AC06B-18C3-4DB5-B7BF-78D90FB7B0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33463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B118A1-93A9-46CD-8DF7-645613D274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33463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7D7F19-14A0-408A-B19A-F238B4D980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29602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A82180-F4E5-4DAF-BBF8-75854888D2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29602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6854D4-40AD-4C06-947F-0BD1235665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26608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35DBE7-8814-4249-8BB7-7D7C1D27C9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26608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58DEBF-2165-4BCD-AB26-9587736835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24161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10069C-CDE2-49C8-873C-0E1A58C83A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24161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33" name="Text Z">
            <a:extLst xmlns:a="http://schemas.openxmlformats.org/drawingml/2006/main">
              <a:ext uri="{FF2B5EF4-FFF2-40B4-BE49-F238E27FC236}">
                <a16:creationId xmlns:a16="http://schemas.microsoft.com/office/drawing/2014/main" id="{50BA489A-F9BF-4438-8D98-FE5F3DD2B9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910" y="844590"/>
            <a:ext cx="73796" cy="60212"/>
          </a:xfrm>
          <a:custGeom xmlns:a="http://schemas.openxmlformats.org/drawingml/2006/main">
            <a:pathLst>
              <a:path w="73796" h="60212">
                <a:moveTo>
                  <a:pt x="0" y="59076"/>
                </a:moveTo>
                <a:lnTo>
                  <a:pt x="0" y="1136"/>
                </a:lnTo>
                <a:lnTo>
                  <a:pt x="7613" y="1136"/>
                </a:lnTo>
                <a:lnTo>
                  <a:pt x="65399" y="47765"/>
                </a:lnTo>
                <a:lnTo>
                  <a:pt x="65399" y="0"/>
                </a:lnTo>
                <a:lnTo>
                  <a:pt x="73796" y="0"/>
                </a:lnTo>
                <a:lnTo>
                  <a:pt x="73796" y="60212"/>
                </a:lnTo>
                <a:lnTo>
                  <a:pt x="66183" y="60212"/>
                </a:lnTo>
                <a:lnTo>
                  <a:pt x="8397" y="13584"/>
                </a:lnTo>
                <a:lnTo>
                  <a:pt x="8397" y="59076"/>
                </a:lnTo>
                <a:lnTo>
                  <a:pt x="0" y="59076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4" name="Text 3">
            <a:extLst xmlns:a="http://schemas.openxmlformats.org/drawingml/2006/main">
              <a:ext uri="{FF2B5EF4-FFF2-40B4-BE49-F238E27FC236}">
                <a16:creationId xmlns:a16="http://schemas.microsoft.com/office/drawing/2014/main" id="{5B2E76B8-6771-4174-AF85-C91B854D9D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7625" y="783790"/>
            <a:ext cx="76562" cy="48555"/>
          </a:xfrm>
          <a:custGeom xmlns:a="http://schemas.openxmlformats.org/drawingml/2006/main">
            <a:pathLst>
              <a:path w="76562" h="48555">
                <a:moveTo>
                  <a:pt x="35268" y="15214"/>
                </a:moveTo>
                <a:cubicBezTo>
                  <a:pt x="36291" y="10439"/>
                  <a:pt x="38420" y="6709"/>
                  <a:pt x="41655" y="4026"/>
                </a:cubicBezTo>
                <a:cubicBezTo>
                  <a:pt x="44890" y="1342"/>
                  <a:pt x="48883" y="0"/>
                  <a:pt x="53637" y="0"/>
                </a:cubicBezTo>
                <a:cubicBezTo>
                  <a:pt x="60932" y="0"/>
                  <a:pt x="66577" y="2503"/>
                  <a:pt x="70571" y="7508"/>
                </a:cubicBezTo>
                <a:cubicBezTo>
                  <a:pt x="74565" y="12513"/>
                  <a:pt x="76562" y="19626"/>
                  <a:pt x="76562" y="28847"/>
                </a:cubicBezTo>
                <a:cubicBezTo>
                  <a:pt x="76562" y="31942"/>
                  <a:pt x="76257" y="35128"/>
                  <a:pt x="75648" y="38404"/>
                </a:cubicBezTo>
                <a:cubicBezTo>
                  <a:pt x="75039" y="41681"/>
                  <a:pt x="74125" y="45065"/>
                  <a:pt x="72907" y="48555"/>
                </a:cubicBezTo>
                <a:lnTo>
                  <a:pt x="63225" y="48555"/>
                </a:lnTo>
                <a:cubicBezTo>
                  <a:pt x="64855" y="45789"/>
                  <a:pt x="66086" y="42759"/>
                  <a:pt x="66918" y="39466"/>
                </a:cubicBezTo>
                <a:cubicBezTo>
                  <a:pt x="67749" y="36173"/>
                  <a:pt x="68165" y="32732"/>
                  <a:pt x="68165" y="29143"/>
                </a:cubicBezTo>
                <a:cubicBezTo>
                  <a:pt x="68165" y="22886"/>
                  <a:pt x="66926" y="18120"/>
                  <a:pt x="64448" y="14843"/>
                </a:cubicBezTo>
                <a:cubicBezTo>
                  <a:pt x="61969" y="11567"/>
                  <a:pt x="58367" y="9928"/>
                  <a:pt x="53641" y="9928"/>
                </a:cubicBezTo>
                <a:cubicBezTo>
                  <a:pt x="49280" y="9928"/>
                  <a:pt x="45869" y="11451"/>
                  <a:pt x="43407" y="14497"/>
                </a:cubicBezTo>
                <a:cubicBezTo>
                  <a:pt x="40945" y="17543"/>
                  <a:pt x="39713" y="21783"/>
                  <a:pt x="39713" y="27217"/>
                </a:cubicBezTo>
                <a:lnTo>
                  <a:pt x="39713" y="35811"/>
                </a:lnTo>
                <a:lnTo>
                  <a:pt x="31514" y="35811"/>
                </a:lnTo>
                <a:lnTo>
                  <a:pt x="31514" y="26821"/>
                </a:lnTo>
                <a:cubicBezTo>
                  <a:pt x="31514" y="21915"/>
                  <a:pt x="30536" y="18161"/>
                  <a:pt x="28581" y="15559"/>
                </a:cubicBezTo>
                <a:cubicBezTo>
                  <a:pt x="26626" y="12958"/>
                  <a:pt x="23808" y="11657"/>
                  <a:pt x="20128" y="11657"/>
                </a:cubicBezTo>
                <a:cubicBezTo>
                  <a:pt x="16350" y="11657"/>
                  <a:pt x="13450" y="12999"/>
                  <a:pt x="11429" y="15683"/>
                </a:cubicBezTo>
                <a:cubicBezTo>
                  <a:pt x="9408" y="18367"/>
                  <a:pt x="8397" y="22211"/>
                  <a:pt x="8397" y="27217"/>
                </a:cubicBezTo>
                <a:cubicBezTo>
                  <a:pt x="8397" y="29950"/>
                  <a:pt x="8693" y="32881"/>
                  <a:pt x="9286" y="36009"/>
                </a:cubicBezTo>
                <a:cubicBezTo>
                  <a:pt x="9879" y="39137"/>
                  <a:pt x="10801" y="42578"/>
                  <a:pt x="12052" y="46332"/>
                </a:cubicBezTo>
                <a:lnTo>
                  <a:pt x="3161" y="46332"/>
                </a:lnTo>
                <a:cubicBezTo>
                  <a:pt x="2108" y="42545"/>
                  <a:pt x="1317" y="38997"/>
                  <a:pt x="790" y="35688"/>
                </a:cubicBezTo>
                <a:cubicBezTo>
                  <a:pt x="263" y="32378"/>
                  <a:pt x="0" y="29258"/>
                  <a:pt x="0" y="26327"/>
                </a:cubicBezTo>
                <a:cubicBezTo>
                  <a:pt x="0" y="18754"/>
                  <a:pt x="1719" y="12760"/>
                  <a:pt x="5156" y="8348"/>
                </a:cubicBezTo>
                <a:cubicBezTo>
                  <a:pt x="8592" y="3935"/>
                  <a:pt x="13236" y="1729"/>
                  <a:pt x="19090" y="1729"/>
                </a:cubicBezTo>
                <a:cubicBezTo>
                  <a:pt x="23167" y="1729"/>
                  <a:pt x="26611" y="2898"/>
                  <a:pt x="29422" y="5236"/>
                </a:cubicBezTo>
                <a:cubicBezTo>
                  <a:pt x="32234" y="7574"/>
                  <a:pt x="34182" y="10900"/>
                  <a:pt x="35268" y="15214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94F57C-5D48-4074-AEF0-45269B27D8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9123" y="241614"/>
            <a:ext cx="1612790" cy="1201788"/>
          </a:xfrm>
          <a:custGeom xmlns:a="http://schemas.openxmlformats.org/drawingml/2006/main">
            <a:pathLst>
              <a:path w="1612790" h="1201788" fill="none">
                <a:moveTo>
                  <a:pt x="0" y="1201788"/>
                </a:moveTo>
                <a:lnTo>
                  <a:pt x="1612790" y="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sq">
            <a:solidFill>
              <a:srgbClr val="000000"/>
            </a:solidFill>
            <a:round/>
          </a:ln>
        </p:spPr>
      </p:sp>
      <p:sp>
        <p:nvSpPr>
          <p:cNvPr id="7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39478B-3C11-499A-A9B4-FF2A6E4C55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9123" y="241614"/>
            <a:ext cx="10" cy="1201788"/>
          </a:xfrm>
          <a:custGeom xmlns:a="http://schemas.openxmlformats.org/drawingml/2006/main">
            <a:pathLst>
              <a:path w="1" h="1201788" fill="none">
                <a:moveTo>
                  <a:pt x="0" y="1201788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7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452CD1-4927-4527-810D-AE87DF91F1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31913" y="241614"/>
            <a:ext cx="10" cy="1201788"/>
          </a:xfrm>
          <a:custGeom xmlns:a="http://schemas.openxmlformats.org/drawingml/2006/main">
            <a:pathLst>
              <a:path w="1" h="1201788" fill="none">
                <a:moveTo>
                  <a:pt x="0" y="1201788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7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D3EB10-9066-4A8D-9193-0EAB316C6B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9123" y="1443402"/>
            <a:ext cx="1612790" cy="10"/>
          </a:xfrm>
          <a:custGeom xmlns:a="http://schemas.openxmlformats.org/drawingml/2006/main">
            <a:pathLst>
              <a:path w="1612790" h="1" fill="none">
                <a:moveTo>
                  <a:pt x="0" y="0"/>
                </a:moveTo>
                <a:lnTo>
                  <a:pt x="161279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7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FB0830-33E8-454D-A5F8-6F00FBF4E7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9123" y="241614"/>
            <a:ext cx="1612790" cy="10"/>
          </a:xfrm>
          <a:custGeom xmlns:a="http://schemas.openxmlformats.org/drawingml/2006/main">
            <a:pathLst>
              <a:path w="1612790" h="1" fill="none">
                <a:moveTo>
                  <a:pt x="0" y="0"/>
                </a:moveTo>
                <a:lnTo>
                  <a:pt x="161279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740" name="Text 126">
            <a:extLst xmlns:a="http://schemas.openxmlformats.org/drawingml/2006/main">
              <a:ext uri="{FF2B5EF4-FFF2-40B4-BE49-F238E27FC236}">
                <a16:creationId xmlns:a16="http://schemas.microsoft.com/office/drawing/2014/main" id="{4751879D-0087-46FD-A7F0-27092C8620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104" y="621281"/>
            <a:ext cx="376183" cy="164061"/>
          </a:xfrm>
          <a:custGeom xmlns:a="http://schemas.openxmlformats.org/drawingml/2006/main">
            <a:pathLst>
              <a:path w="376183" h="164061">
                <a:moveTo>
                  <a:pt x="3070" y="142892"/>
                </a:moveTo>
                <a:lnTo>
                  <a:pt x="37999" y="142892"/>
                </a:lnTo>
                <a:lnTo>
                  <a:pt x="37999" y="22228"/>
                </a:lnTo>
                <a:lnTo>
                  <a:pt x="0" y="29849"/>
                </a:lnTo>
                <a:lnTo>
                  <a:pt x="0" y="10373"/>
                </a:lnTo>
                <a:lnTo>
                  <a:pt x="37787" y="2752"/>
                </a:lnTo>
                <a:lnTo>
                  <a:pt x="59168" y="2752"/>
                </a:lnTo>
                <a:lnTo>
                  <a:pt x="59168" y="142892"/>
                </a:lnTo>
                <a:lnTo>
                  <a:pt x="94097" y="142892"/>
                </a:lnTo>
                <a:lnTo>
                  <a:pt x="94097" y="160886"/>
                </a:lnTo>
                <a:lnTo>
                  <a:pt x="3070" y="160886"/>
                </a:lnTo>
                <a:lnTo>
                  <a:pt x="3070" y="142892"/>
                </a:lnTo>
                <a:close/>
                <a:moveTo>
                  <a:pt x="155650" y="142892"/>
                </a:moveTo>
                <a:lnTo>
                  <a:pt x="230271" y="142892"/>
                </a:lnTo>
                <a:lnTo>
                  <a:pt x="230271" y="160886"/>
                </a:lnTo>
                <a:lnTo>
                  <a:pt x="129929" y="160886"/>
                </a:lnTo>
                <a:lnTo>
                  <a:pt x="129929" y="142892"/>
                </a:lnTo>
                <a:cubicBezTo>
                  <a:pt x="138044" y="134495"/>
                  <a:pt x="149105" y="123222"/>
                  <a:pt x="163112" y="109074"/>
                </a:cubicBezTo>
                <a:cubicBezTo>
                  <a:pt x="177119" y="94926"/>
                  <a:pt x="185922" y="85806"/>
                  <a:pt x="189520" y="81713"/>
                </a:cubicBezTo>
                <a:cubicBezTo>
                  <a:pt x="196365" y="74022"/>
                  <a:pt x="201146" y="67512"/>
                  <a:pt x="203863" y="62185"/>
                </a:cubicBezTo>
                <a:cubicBezTo>
                  <a:pt x="206579" y="56857"/>
                  <a:pt x="207938" y="51618"/>
                  <a:pt x="207938" y="46466"/>
                </a:cubicBezTo>
                <a:cubicBezTo>
                  <a:pt x="207938" y="38069"/>
                  <a:pt x="204992" y="31225"/>
                  <a:pt x="199100" y="25932"/>
                </a:cubicBezTo>
                <a:cubicBezTo>
                  <a:pt x="193207" y="20640"/>
                  <a:pt x="185534" y="17994"/>
                  <a:pt x="176078" y="17994"/>
                </a:cubicBezTo>
                <a:cubicBezTo>
                  <a:pt x="169374" y="17994"/>
                  <a:pt x="162300" y="19167"/>
                  <a:pt x="154856" y="21513"/>
                </a:cubicBezTo>
                <a:cubicBezTo>
                  <a:pt x="147411" y="23859"/>
                  <a:pt x="139455" y="27414"/>
                  <a:pt x="130988" y="32177"/>
                </a:cubicBezTo>
                <a:lnTo>
                  <a:pt x="130988" y="10585"/>
                </a:lnTo>
                <a:cubicBezTo>
                  <a:pt x="139596" y="7092"/>
                  <a:pt x="147641" y="4454"/>
                  <a:pt x="155120" y="2673"/>
                </a:cubicBezTo>
                <a:cubicBezTo>
                  <a:pt x="162600" y="891"/>
                  <a:pt x="169445" y="0"/>
                  <a:pt x="175655" y="0"/>
                </a:cubicBezTo>
                <a:cubicBezTo>
                  <a:pt x="192025" y="0"/>
                  <a:pt x="205080" y="4093"/>
                  <a:pt x="214818" y="12278"/>
                </a:cubicBezTo>
                <a:cubicBezTo>
                  <a:pt x="224555" y="20464"/>
                  <a:pt x="229424" y="31401"/>
                  <a:pt x="229424" y="45090"/>
                </a:cubicBezTo>
                <a:cubicBezTo>
                  <a:pt x="229424" y="51582"/>
                  <a:pt x="228207" y="57739"/>
                  <a:pt x="225773" y="63561"/>
                </a:cubicBezTo>
                <a:cubicBezTo>
                  <a:pt x="223338" y="69382"/>
                  <a:pt x="218910" y="76244"/>
                  <a:pt x="212489" y="84148"/>
                </a:cubicBezTo>
                <a:cubicBezTo>
                  <a:pt x="210725" y="86194"/>
                  <a:pt x="205115" y="92104"/>
                  <a:pt x="195660" y="101877"/>
                </a:cubicBezTo>
                <a:cubicBezTo>
                  <a:pt x="186204" y="111650"/>
                  <a:pt x="172867" y="125322"/>
                  <a:pt x="155650" y="142892"/>
                </a:cubicBezTo>
                <a:close/>
                <a:moveTo>
                  <a:pt x="323472" y="73457"/>
                </a:moveTo>
                <a:cubicBezTo>
                  <a:pt x="313875" y="73457"/>
                  <a:pt x="306272" y="76738"/>
                  <a:pt x="300662" y="83301"/>
                </a:cubicBezTo>
                <a:cubicBezTo>
                  <a:pt x="295052" y="89863"/>
                  <a:pt x="292247" y="98860"/>
                  <a:pt x="292247" y="110292"/>
                </a:cubicBezTo>
                <a:cubicBezTo>
                  <a:pt x="292247" y="121652"/>
                  <a:pt x="295052" y="130632"/>
                  <a:pt x="300662" y="137229"/>
                </a:cubicBezTo>
                <a:cubicBezTo>
                  <a:pt x="306272" y="143827"/>
                  <a:pt x="313875" y="147126"/>
                  <a:pt x="323472" y="147126"/>
                </a:cubicBezTo>
                <a:cubicBezTo>
                  <a:pt x="333068" y="147126"/>
                  <a:pt x="340672" y="143827"/>
                  <a:pt x="346281" y="137229"/>
                </a:cubicBezTo>
                <a:cubicBezTo>
                  <a:pt x="351891" y="130632"/>
                  <a:pt x="354696" y="121652"/>
                  <a:pt x="354696" y="110292"/>
                </a:cubicBezTo>
                <a:cubicBezTo>
                  <a:pt x="354696" y="98860"/>
                  <a:pt x="351891" y="89863"/>
                  <a:pt x="346281" y="83301"/>
                </a:cubicBezTo>
                <a:cubicBezTo>
                  <a:pt x="340672" y="76738"/>
                  <a:pt x="333068" y="73457"/>
                  <a:pt x="323472" y="73457"/>
                </a:cubicBezTo>
                <a:moveTo>
                  <a:pt x="365916" y="6351"/>
                </a:moveTo>
                <a:lnTo>
                  <a:pt x="365916" y="25826"/>
                </a:lnTo>
                <a:cubicBezTo>
                  <a:pt x="360553" y="23286"/>
                  <a:pt x="355137" y="21346"/>
                  <a:pt x="349668" y="20005"/>
                </a:cubicBezTo>
                <a:cubicBezTo>
                  <a:pt x="344200" y="18664"/>
                  <a:pt x="338784" y="17994"/>
                  <a:pt x="333421" y="17994"/>
                </a:cubicBezTo>
                <a:cubicBezTo>
                  <a:pt x="319308" y="17994"/>
                  <a:pt x="308530" y="22766"/>
                  <a:pt x="301085" y="32310"/>
                </a:cubicBezTo>
                <a:cubicBezTo>
                  <a:pt x="293641" y="41853"/>
                  <a:pt x="289389" y="56275"/>
                  <a:pt x="288331" y="75574"/>
                </a:cubicBezTo>
                <a:cubicBezTo>
                  <a:pt x="292494" y="69435"/>
                  <a:pt x="297716" y="64725"/>
                  <a:pt x="303996" y="61444"/>
                </a:cubicBezTo>
                <a:cubicBezTo>
                  <a:pt x="310276" y="58162"/>
                  <a:pt x="317191" y="56522"/>
                  <a:pt x="324742" y="56522"/>
                </a:cubicBezTo>
                <a:cubicBezTo>
                  <a:pt x="340619" y="56522"/>
                  <a:pt x="353161" y="61338"/>
                  <a:pt x="362370" y="70970"/>
                </a:cubicBezTo>
                <a:cubicBezTo>
                  <a:pt x="371579" y="80602"/>
                  <a:pt x="376183" y="93709"/>
                  <a:pt x="376183" y="110292"/>
                </a:cubicBezTo>
                <a:cubicBezTo>
                  <a:pt x="376183" y="126521"/>
                  <a:pt x="371385" y="139540"/>
                  <a:pt x="361788" y="149349"/>
                </a:cubicBezTo>
                <a:cubicBezTo>
                  <a:pt x="352191" y="159157"/>
                  <a:pt x="339419" y="164061"/>
                  <a:pt x="323472" y="164061"/>
                </a:cubicBezTo>
                <a:cubicBezTo>
                  <a:pt x="305195" y="164061"/>
                  <a:pt x="291224" y="157054"/>
                  <a:pt x="281556" y="143038"/>
                </a:cubicBezTo>
                <a:cubicBezTo>
                  <a:pt x="271889" y="129022"/>
                  <a:pt x="267056" y="108704"/>
                  <a:pt x="267056" y="82084"/>
                </a:cubicBezTo>
                <a:cubicBezTo>
                  <a:pt x="267056" y="57089"/>
                  <a:pt x="272983" y="37160"/>
                  <a:pt x="284838" y="22297"/>
                </a:cubicBezTo>
                <a:cubicBezTo>
                  <a:pt x="296692" y="7432"/>
                  <a:pt x="312605" y="0"/>
                  <a:pt x="332574" y="0"/>
                </a:cubicBezTo>
                <a:cubicBezTo>
                  <a:pt x="337937" y="0"/>
                  <a:pt x="343353" y="529"/>
                  <a:pt x="348822" y="1588"/>
                </a:cubicBezTo>
                <a:cubicBezTo>
                  <a:pt x="354290" y="2646"/>
                  <a:pt x="359988" y="4234"/>
                  <a:pt x="365916" y="6351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1" name="Text 47">
            <a:extLst xmlns:a="http://schemas.openxmlformats.org/drawingml/2006/main">
              <a:ext uri="{FF2B5EF4-FFF2-40B4-BE49-F238E27FC236}">
                <a16:creationId xmlns:a16="http://schemas.microsoft.com/office/drawing/2014/main" id="{E9B71173-6DAA-40F5-B3C2-B0F5A83D62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9414" y="864391"/>
            <a:ext cx="246677" cy="158134"/>
          </a:xfrm>
          <a:custGeom xmlns:a="http://schemas.openxmlformats.org/drawingml/2006/main">
            <a:pathLst>
              <a:path w="246677" h="158134">
                <a:moveTo>
                  <a:pt x="71340" y="18649"/>
                </a:moveTo>
                <a:lnTo>
                  <a:pt x="17359" y="103094"/>
                </a:lnTo>
                <a:lnTo>
                  <a:pt x="71340" y="103094"/>
                </a:lnTo>
                <a:lnTo>
                  <a:pt x="71340" y="18649"/>
                </a:lnTo>
                <a:moveTo>
                  <a:pt x="65730" y="0"/>
                </a:moveTo>
                <a:lnTo>
                  <a:pt x="92615" y="0"/>
                </a:lnTo>
                <a:lnTo>
                  <a:pt x="92615" y="103094"/>
                </a:lnTo>
                <a:lnTo>
                  <a:pt x="115161" y="103094"/>
                </a:lnTo>
                <a:lnTo>
                  <a:pt x="115161" y="120876"/>
                </a:lnTo>
                <a:lnTo>
                  <a:pt x="92615" y="120876"/>
                </a:lnTo>
                <a:lnTo>
                  <a:pt x="92615" y="158134"/>
                </a:lnTo>
                <a:lnTo>
                  <a:pt x="71340" y="158134"/>
                </a:lnTo>
                <a:lnTo>
                  <a:pt x="71340" y="120876"/>
                </a:lnTo>
                <a:lnTo>
                  <a:pt x="0" y="120876"/>
                </a:lnTo>
                <a:lnTo>
                  <a:pt x="0" y="100220"/>
                </a:lnTo>
                <a:lnTo>
                  <a:pt x="65730" y="0"/>
                </a:lnTo>
                <a:close/>
                <a:moveTo>
                  <a:pt x="145065" y="0"/>
                </a:moveTo>
                <a:lnTo>
                  <a:pt x="246677" y="0"/>
                </a:lnTo>
                <a:lnTo>
                  <a:pt x="246677" y="9109"/>
                </a:lnTo>
                <a:lnTo>
                  <a:pt x="189309" y="158134"/>
                </a:lnTo>
                <a:lnTo>
                  <a:pt x="166975" y="158134"/>
                </a:lnTo>
                <a:lnTo>
                  <a:pt x="220957" y="17994"/>
                </a:lnTo>
                <a:lnTo>
                  <a:pt x="145065" y="17994"/>
                </a:lnTo>
                <a:lnTo>
                  <a:pt x="145065" y="0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2" name="Text 45.58Xspeedup">
            <a:extLst xmlns:a="http://schemas.openxmlformats.org/drawingml/2006/main">
              <a:ext uri="{FF2B5EF4-FFF2-40B4-BE49-F238E27FC236}">
                <a16:creationId xmlns:a16="http://schemas.microsoft.com/office/drawing/2014/main" id="{38AEFDA9-AF2C-4A0D-BC05-66BB57C917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9513" y="110421"/>
            <a:ext cx="930822" cy="111886"/>
          </a:xfrm>
          <a:custGeom xmlns:a="http://schemas.openxmlformats.org/drawingml/2006/main">
            <a:pathLst>
              <a:path w="930822" h="111886">
                <a:moveTo>
                  <a:pt x="38048" y="13446"/>
                </a:moveTo>
                <a:lnTo>
                  <a:pt x="9258" y="58483"/>
                </a:lnTo>
                <a:lnTo>
                  <a:pt x="38048" y="58483"/>
                </a:lnTo>
                <a:lnTo>
                  <a:pt x="38048" y="13446"/>
                </a:lnTo>
                <a:moveTo>
                  <a:pt x="35056" y="3500"/>
                </a:moveTo>
                <a:lnTo>
                  <a:pt x="49395" y="3500"/>
                </a:lnTo>
                <a:lnTo>
                  <a:pt x="49395" y="58483"/>
                </a:lnTo>
                <a:lnTo>
                  <a:pt x="61419" y="58483"/>
                </a:lnTo>
                <a:lnTo>
                  <a:pt x="61419" y="67967"/>
                </a:lnTo>
                <a:lnTo>
                  <a:pt x="49395" y="67967"/>
                </a:lnTo>
                <a:lnTo>
                  <a:pt x="49395" y="87838"/>
                </a:lnTo>
                <a:lnTo>
                  <a:pt x="38048" y="87838"/>
                </a:lnTo>
                <a:lnTo>
                  <a:pt x="38048" y="67967"/>
                </a:lnTo>
                <a:lnTo>
                  <a:pt x="0" y="67967"/>
                </a:lnTo>
                <a:lnTo>
                  <a:pt x="0" y="56950"/>
                </a:lnTo>
                <a:lnTo>
                  <a:pt x="35056" y="3500"/>
                </a:lnTo>
                <a:close/>
                <a:moveTo>
                  <a:pt x="80360" y="3500"/>
                </a:moveTo>
                <a:lnTo>
                  <a:pt x="125126" y="3500"/>
                </a:lnTo>
                <a:lnTo>
                  <a:pt x="125126" y="13097"/>
                </a:lnTo>
                <a:lnTo>
                  <a:pt x="90804" y="13097"/>
                </a:lnTo>
                <a:lnTo>
                  <a:pt x="90804" y="33758"/>
                </a:lnTo>
                <a:cubicBezTo>
                  <a:pt x="92459" y="33193"/>
                  <a:pt x="94115" y="32770"/>
                  <a:pt x="95771" y="32488"/>
                </a:cubicBezTo>
                <a:cubicBezTo>
                  <a:pt x="97427" y="32205"/>
                  <a:pt x="99083" y="32064"/>
                  <a:pt x="100739" y="32064"/>
                </a:cubicBezTo>
                <a:cubicBezTo>
                  <a:pt x="110147" y="32064"/>
                  <a:pt x="117599" y="34648"/>
                  <a:pt x="123094" y="39814"/>
                </a:cubicBezTo>
                <a:cubicBezTo>
                  <a:pt x="128588" y="44979"/>
                  <a:pt x="131335" y="51974"/>
                  <a:pt x="131335" y="60798"/>
                </a:cubicBezTo>
                <a:cubicBezTo>
                  <a:pt x="131335" y="69885"/>
                  <a:pt x="128513" y="76947"/>
                  <a:pt x="122868" y="81981"/>
                </a:cubicBezTo>
                <a:cubicBezTo>
                  <a:pt x="117223" y="87015"/>
                  <a:pt x="109263" y="89532"/>
                  <a:pt x="98989" y="89532"/>
                </a:cubicBezTo>
                <a:cubicBezTo>
                  <a:pt x="95451" y="89532"/>
                  <a:pt x="91848" y="89231"/>
                  <a:pt x="88179" y="88628"/>
                </a:cubicBezTo>
                <a:cubicBezTo>
                  <a:pt x="84509" y="88026"/>
                  <a:pt x="80718" y="87123"/>
                  <a:pt x="76804" y="85919"/>
                </a:cubicBezTo>
                <a:lnTo>
                  <a:pt x="76804" y="74403"/>
                </a:lnTo>
                <a:cubicBezTo>
                  <a:pt x="80191" y="76266"/>
                  <a:pt x="83691" y="77653"/>
                  <a:pt x="87304" y="78566"/>
                </a:cubicBezTo>
                <a:cubicBezTo>
                  <a:pt x="90916" y="79479"/>
                  <a:pt x="94736" y="79935"/>
                  <a:pt x="98763" y="79935"/>
                </a:cubicBezTo>
                <a:cubicBezTo>
                  <a:pt x="105274" y="79935"/>
                  <a:pt x="110430" y="78218"/>
                  <a:pt x="114231" y="74784"/>
                </a:cubicBezTo>
                <a:cubicBezTo>
                  <a:pt x="118032" y="71348"/>
                  <a:pt x="119932" y="66687"/>
                  <a:pt x="119932" y="60798"/>
                </a:cubicBezTo>
                <a:cubicBezTo>
                  <a:pt x="119932" y="54909"/>
                  <a:pt x="118032" y="50248"/>
                  <a:pt x="114231" y="46814"/>
                </a:cubicBezTo>
                <a:cubicBezTo>
                  <a:pt x="110430" y="43379"/>
                  <a:pt x="105274" y="41661"/>
                  <a:pt x="98763" y="41661"/>
                </a:cubicBezTo>
                <a:cubicBezTo>
                  <a:pt x="95715" y="41661"/>
                  <a:pt x="92676" y="42000"/>
                  <a:pt x="89646" y="42677"/>
                </a:cubicBezTo>
                <a:cubicBezTo>
                  <a:pt x="86617" y="43355"/>
                  <a:pt x="83521" y="44408"/>
                  <a:pt x="80360" y="45838"/>
                </a:cubicBezTo>
                <a:lnTo>
                  <a:pt x="80360" y="3500"/>
                </a:lnTo>
                <a:close/>
                <a:moveTo>
                  <a:pt x="153776" y="73500"/>
                </a:moveTo>
                <a:lnTo>
                  <a:pt x="165688" y="73500"/>
                </a:lnTo>
                <a:lnTo>
                  <a:pt x="165688" y="87838"/>
                </a:lnTo>
                <a:lnTo>
                  <a:pt x="153776" y="87838"/>
                </a:lnTo>
                <a:lnTo>
                  <a:pt x="153776" y="73500"/>
                </a:lnTo>
                <a:close/>
                <a:moveTo>
                  <a:pt x="190654" y="3500"/>
                </a:moveTo>
                <a:lnTo>
                  <a:pt x="235420" y="3500"/>
                </a:lnTo>
                <a:lnTo>
                  <a:pt x="235420" y="13097"/>
                </a:lnTo>
                <a:lnTo>
                  <a:pt x="201097" y="13097"/>
                </a:lnTo>
                <a:lnTo>
                  <a:pt x="201097" y="33758"/>
                </a:lnTo>
                <a:cubicBezTo>
                  <a:pt x="202753" y="33193"/>
                  <a:pt x="204409" y="32770"/>
                  <a:pt x="206065" y="32488"/>
                </a:cubicBezTo>
                <a:cubicBezTo>
                  <a:pt x="207721" y="32205"/>
                  <a:pt x="209377" y="32064"/>
                  <a:pt x="211033" y="32064"/>
                </a:cubicBezTo>
                <a:cubicBezTo>
                  <a:pt x="220441" y="32064"/>
                  <a:pt x="227893" y="34648"/>
                  <a:pt x="233388" y="39814"/>
                </a:cubicBezTo>
                <a:cubicBezTo>
                  <a:pt x="238882" y="44979"/>
                  <a:pt x="241629" y="51974"/>
                  <a:pt x="241629" y="60798"/>
                </a:cubicBezTo>
                <a:cubicBezTo>
                  <a:pt x="241629" y="69885"/>
                  <a:pt x="238807" y="76947"/>
                  <a:pt x="233162" y="81981"/>
                </a:cubicBezTo>
                <a:cubicBezTo>
                  <a:pt x="227517" y="87015"/>
                  <a:pt x="219557" y="89532"/>
                  <a:pt x="209283" y="89532"/>
                </a:cubicBezTo>
                <a:cubicBezTo>
                  <a:pt x="205745" y="89532"/>
                  <a:pt x="202142" y="89231"/>
                  <a:pt x="198472" y="88628"/>
                </a:cubicBezTo>
                <a:cubicBezTo>
                  <a:pt x="194803" y="88026"/>
                  <a:pt x="191011" y="87123"/>
                  <a:pt x="187098" y="85919"/>
                </a:cubicBezTo>
                <a:lnTo>
                  <a:pt x="187098" y="74403"/>
                </a:lnTo>
                <a:cubicBezTo>
                  <a:pt x="190485" y="76266"/>
                  <a:pt x="193985" y="77653"/>
                  <a:pt x="197597" y="78566"/>
                </a:cubicBezTo>
                <a:cubicBezTo>
                  <a:pt x="201210" y="79479"/>
                  <a:pt x="205030" y="79935"/>
                  <a:pt x="209057" y="79935"/>
                </a:cubicBezTo>
                <a:cubicBezTo>
                  <a:pt x="215568" y="79935"/>
                  <a:pt x="220724" y="78218"/>
                  <a:pt x="224525" y="74784"/>
                </a:cubicBezTo>
                <a:cubicBezTo>
                  <a:pt x="228326" y="71348"/>
                  <a:pt x="230226" y="66687"/>
                  <a:pt x="230226" y="60798"/>
                </a:cubicBezTo>
                <a:cubicBezTo>
                  <a:pt x="230226" y="54909"/>
                  <a:pt x="228326" y="50248"/>
                  <a:pt x="224525" y="46814"/>
                </a:cubicBezTo>
                <a:cubicBezTo>
                  <a:pt x="220724" y="43379"/>
                  <a:pt x="215568" y="41661"/>
                  <a:pt x="209057" y="41661"/>
                </a:cubicBezTo>
                <a:cubicBezTo>
                  <a:pt x="206009" y="41661"/>
                  <a:pt x="202970" y="42000"/>
                  <a:pt x="199940" y="42677"/>
                </a:cubicBezTo>
                <a:cubicBezTo>
                  <a:pt x="196911" y="43355"/>
                  <a:pt x="193815" y="44408"/>
                  <a:pt x="190654" y="45838"/>
                </a:cubicBezTo>
                <a:lnTo>
                  <a:pt x="190654" y="3500"/>
                </a:lnTo>
                <a:close/>
                <a:moveTo>
                  <a:pt x="288457" y="47871"/>
                </a:moveTo>
                <a:cubicBezTo>
                  <a:pt x="283038" y="47871"/>
                  <a:pt x="278776" y="49320"/>
                  <a:pt x="275671" y="52217"/>
                </a:cubicBezTo>
                <a:cubicBezTo>
                  <a:pt x="272566" y="55115"/>
                  <a:pt x="271014" y="59104"/>
                  <a:pt x="271014" y="64185"/>
                </a:cubicBezTo>
                <a:cubicBezTo>
                  <a:pt x="271014" y="69266"/>
                  <a:pt x="272566" y="73255"/>
                  <a:pt x="275671" y="76153"/>
                </a:cubicBezTo>
                <a:cubicBezTo>
                  <a:pt x="278776" y="79051"/>
                  <a:pt x="283038" y="80499"/>
                  <a:pt x="288457" y="80499"/>
                </a:cubicBezTo>
                <a:cubicBezTo>
                  <a:pt x="293877" y="80499"/>
                  <a:pt x="298148" y="79041"/>
                  <a:pt x="301272" y="76125"/>
                </a:cubicBezTo>
                <a:cubicBezTo>
                  <a:pt x="304395" y="73208"/>
                  <a:pt x="305957" y="69228"/>
                  <a:pt x="305957" y="64185"/>
                </a:cubicBezTo>
                <a:cubicBezTo>
                  <a:pt x="305957" y="59104"/>
                  <a:pt x="304405" y="55115"/>
                  <a:pt x="301300" y="52217"/>
                </a:cubicBezTo>
                <a:cubicBezTo>
                  <a:pt x="298195" y="49320"/>
                  <a:pt x="293914" y="47871"/>
                  <a:pt x="288457" y="47871"/>
                </a:cubicBezTo>
                <a:moveTo>
                  <a:pt x="277054" y="42986"/>
                </a:moveTo>
                <a:cubicBezTo>
                  <a:pt x="272162" y="41780"/>
                  <a:pt x="268351" y="39502"/>
                  <a:pt x="265623" y="36152"/>
                </a:cubicBezTo>
                <a:cubicBezTo>
                  <a:pt x="262894" y="32800"/>
                  <a:pt x="261530" y="28714"/>
                  <a:pt x="261530" y="23893"/>
                </a:cubicBezTo>
                <a:cubicBezTo>
                  <a:pt x="261530" y="17152"/>
                  <a:pt x="263929" y="11823"/>
                  <a:pt x="268728" y="7907"/>
                </a:cubicBezTo>
                <a:cubicBezTo>
                  <a:pt x="273526" y="3990"/>
                  <a:pt x="280103" y="2032"/>
                  <a:pt x="288457" y="2032"/>
                </a:cubicBezTo>
                <a:cubicBezTo>
                  <a:pt x="296850" y="2032"/>
                  <a:pt x="303436" y="3990"/>
                  <a:pt x="308215" y="7907"/>
                </a:cubicBezTo>
                <a:cubicBezTo>
                  <a:pt x="312995" y="11823"/>
                  <a:pt x="315385" y="17152"/>
                  <a:pt x="315385" y="23893"/>
                </a:cubicBezTo>
                <a:cubicBezTo>
                  <a:pt x="315385" y="28714"/>
                  <a:pt x="314020" y="32800"/>
                  <a:pt x="311292" y="36152"/>
                </a:cubicBezTo>
                <a:cubicBezTo>
                  <a:pt x="308563" y="39502"/>
                  <a:pt x="304772" y="41780"/>
                  <a:pt x="299917" y="42986"/>
                </a:cubicBezTo>
                <a:cubicBezTo>
                  <a:pt x="305412" y="44267"/>
                  <a:pt x="309692" y="46771"/>
                  <a:pt x="312760" y="50499"/>
                </a:cubicBezTo>
                <a:cubicBezTo>
                  <a:pt x="315827" y="54227"/>
                  <a:pt x="317360" y="58784"/>
                  <a:pt x="317360" y="64169"/>
                </a:cubicBezTo>
                <a:cubicBezTo>
                  <a:pt x="317360" y="72341"/>
                  <a:pt x="314867" y="78611"/>
                  <a:pt x="309881" y="82980"/>
                </a:cubicBezTo>
                <a:cubicBezTo>
                  <a:pt x="304894" y="87348"/>
                  <a:pt x="297753" y="89532"/>
                  <a:pt x="288457" y="89532"/>
                </a:cubicBezTo>
                <a:cubicBezTo>
                  <a:pt x="279162" y="89532"/>
                  <a:pt x="272021" y="87348"/>
                  <a:pt x="267034" y="82980"/>
                </a:cubicBezTo>
                <a:cubicBezTo>
                  <a:pt x="262048" y="78611"/>
                  <a:pt x="259554" y="72341"/>
                  <a:pt x="259554" y="64169"/>
                </a:cubicBezTo>
                <a:cubicBezTo>
                  <a:pt x="259554" y="58784"/>
                  <a:pt x="261097" y="54227"/>
                  <a:pt x="264183" y="50499"/>
                </a:cubicBezTo>
                <a:cubicBezTo>
                  <a:pt x="267269" y="46771"/>
                  <a:pt x="271560" y="44267"/>
                  <a:pt x="277054" y="42986"/>
                </a:cubicBezTo>
                <a:moveTo>
                  <a:pt x="272877" y="24951"/>
                </a:moveTo>
                <a:cubicBezTo>
                  <a:pt x="272877" y="29317"/>
                  <a:pt x="274241" y="32723"/>
                  <a:pt x="276969" y="35169"/>
                </a:cubicBezTo>
                <a:cubicBezTo>
                  <a:pt x="279698" y="37615"/>
                  <a:pt x="283527" y="38838"/>
                  <a:pt x="288457" y="38838"/>
                </a:cubicBezTo>
                <a:cubicBezTo>
                  <a:pt x="293350" y="38838"/>
                  <a:pt x="297179" y="37615"/>
                  <a:pt x="299945" y="35169"/>
                </a:cubicBezTo>
                <a:cubicBezTo>
                  <a:pt x="302711" y="32723"/>
                  <a:pt x="304094" y="29317"/>
                  <a:pt x="304094" y="24951"/>
                </a:cubicBezTo>
                <a:cubicBezTo>
                  <a:pt x="304094" y="20586"/>
                  <a:pt x="302711" y="17180"/>
                  <a:pt x="299945" y="14734"/>
                </a:cubicBezTo>
                <a:cubicBezTo>
                  <a:pt x="297179" y="12288"/>
                  <a:pt x="293350" y="11064"/>
                  <a:pt x="288457" y="11064"/>
                </a:cubicBezTo>
                <a:cubicBezTo>
                  <a:pt x="283527" y="11064"/>
                  <a:pt x="279698" y="12288"/>
                  <a:pt x="276969" y="14734"/>
                </a:cubicBezTo>
                <a:cubicBezTo>
                  <a:pt x="274241" y="17180"/>
                  <a:pt x="272877" y="20586"/>
                  <a:pt x="272877" y="24951"/>
                </a:cubicBezTo>
                <a:close/>
                <a:moveTo>
                  <a:pt x="332519" y="3500"/>
                </a:moveTo>
                <a:lnTo>
                  <a:pt x="344769" y="3500"/>
                </a:lnTo>
                <a:lnTo>
                  <a:pt x="365712" y="34830"/>
                </a:lnTo>
                <a:lnTo>
                  <a:pt x="386769" y="3500"/>
                </a:lnTo>
                <a:lnTo>
                  <a:pt x="399019" y="3500"/>
                </a:lnTo>
                <a:lnTo>
                  <a:pt x="371922" y="44002"/>
                </a:lnTo>
                <a:lnTo>
                  <a:pt x="400825" y="87838"/>
                </a:lnTo>
                <a:lnTo>
                  <a:pt x="388575" y="87838"/>
                </a:lnTo>
                <a:lnTo>
                  <a:pt x="364866" y="51992"/>
                </a:lnTo>
                <a:lnTo>
                  <a:pt x="340987" y="87838"/>
                </a:lnTo>
                <a:lnTo>
                  <a:pt x="328680" y="87838"/>
                </a:lnTo>
                <a:lnTo>
                  <a:pt x="358769" y="42817"/>
                </a:lnTo>
                <a:lnTo>
                  <a:pt x="332519" y="3500"/>
                </a:lnTo>
                <a:close/>
                <a:moveTo>
                  <a:pt x="492397" y="26419"/>
                </a:moveTo>
                <a:lnTo>
                  <a:pt x="492397" y="36242"/>
                </a:lnTo>
                <a:cubicBezTo>
                  <a:pt x="489462" y="34736"/>
                  <a:pt x="486413" y="33607"/>
                  <a:pt x="483252" y="32855"/>
                </a:cubicBezTo>
                <a:cubicBezTo>
                  <a:pt x="480091" y="32102"/>
                  <a:pt x="476817" y="31726"/>
                  <a:pt x="473430" y="31726"/>
                </a:cubicBezTo>
                <a:cubicBezTo>
                  <a:pt x="468274" y="31726"/>
                  <a:pt x="464407" y="32518"/>
                  <a:pt x="461829" y="34102"/>
                </a:cubicBezTo>
                <a:cubicBezTo>
                  <a:pt x="459251" y="35686"/>
                  <a:pt x="457962" y="38062"/>
                  <a:pt x="457962" y="41231"/>
                </a:cubicBezTo>
                <a:cubicBezTo>
                  <a:pt x="457962" y="43644"/>
                  <a:pt x="458884" y="45539"/>
                  <a:pt x="460728" y="46916"/>
                </a:cubicBezTo>
                <a:cubicBezTo>
                  <a:pt x="462572" y="48293"/>
                  <a:pt x="466279" y="49604"/>
                  <a:pt x="471849" y="50848"/>
                </a:cubicBezTo>
                <a:lnTo>
                  <a:pt x="475405" y="51642"/>
                </a:lnTo>
                <a:cubicBezTo>
                  <a:pt x="482782" y="53225"/>
                  <a:pt x="488022" y="55459"/>
                  <a:pt x="491127" y="58344"/>
                </a:cubicBezTo>
                <a:cubicBezTo>
                  <a:pt x="494232" y="61228"/>
                  <a:pt x="495784" y="65252"/>
                  <a:pt x="495784" y="70418"/>
                </a:cubicBezTo>
                <a:cubicBezTo>
                  <a:pt x="495784" y="76299"/>
                  <a:pt x="493460" y="80955"/>
                  <a:pt x="488813" y="84386"/>
                </a:cubicBezTo>
                <a:cubicBezTo>
                  <a:pt x="484165" y="87816"/>
                  <a:pt x="477776" y="89532"/>
                  <a:pt x="469647" y="89532"/>
                </a:cubicBezTo>
                <a:cubicBezTo>
                  <a:pt x="466260" y="89532"/>
                  <a:pt x="462732" y="89202"/>
                  <a:pt x="459063" y="88544"/>
                </a:cubicBezTo>
                <a:cubicBezTo>
                  <a:pt x="455393" y="87885"/>
                  <a:pt x="451527" y="86897"/>
                  <a:pt x="447462" y="85580"/>
                </a:cubicBezTo>
                <a:lnTo>
                  <a:pt x="447462" y="74854"/>
                </a:lnTo>
                <a:cubicBezTo>
                  <a:pt x="451301" y="76849"/>
                  <a:pt x="455083" y="78345"/>
                  <a:pt x="458809" y="79342"/>
                </a:cubicBezTo>
                <a:cubicBezTo>
                  <a:pt x="462534" y="80340"/>
                  <a:pt x="466223" y="80838"/>
                  <a:pt x="469873" y="80838"/>
                </a:cubicBezTo>
                <a:cubicBezTo>
                  <a:pt x="474766" y="80838"/>
                  <a:pt x="478529" y="79999"/>
                  <a:pt x="481163" y="78321"/>
                </a:cubicBezTo>
                <a:cubicBezTo>
                  <a:pt x="483798" y="76643"/>
                  <a:pt x="485115" y="74276"/>
                  <a:pt x="485115" y="71222"/>
                </a:cubicBezTo>
                <a:cubicBezTo>
                  <a:pt x="485115" y="68394"/>
                  <a:pt x="484165" y="66225"/>
                  <a:pt x="482264" y="64716"/>
                </a:cubicBezTo>
                <a:cubicBezTo>
                  <a:pt x="480364" y="63207"/>
                  <a:pt x="476196" y="61755"/>
                  <a:pt x="469760" y="60360"/>
                </a:cubicBezTo>
                <a:lnTo>
                  <a:pt x="466147" y="59512"/>
                </a:lnTo>
                <a:cubicBezTo>
                  <a:pt x="459712" y="58155"/>
                  <a:pt x="455064" y="56072"/>
                  <a:pt x="452204" y="53264"/>
                </a:cubicBezTo>
                <a:cubicBezTo>
                  <a:pt x="449344" y="50454"/>
                  <a:pt x="447914" y="46598"/>
                  <a:pt x="447914" y="41696"/>
                </a:cubicBezTo>
                <a:cubicBezTo>
                  <a:pt x="447914" y="35738"/>
                  <a:pt x="450021" y="31138"/>
                  <a:pt x="454236" y="27896"/>
                </a:cubicBezTo>
                <a:cubicBezTo>
                  <a:pt x="458451" y="24653"/>
                  <a:pt x="464435" y="23032"/>
                  <a:pt x="472188" y="23032"/>
                </a:cubicBezTo>
                <a:cubicBezTo>
                  <a:pt x="476026" y="23032"/>
                  <a:pt x="479639" y="23314"/>
                  <a:pt x="483026" y="23879"/>
                </a:cubicBezTo>
                <a:cubicBezTo>
                  <a:pt x="486413" y="24443"/>
                  <a:pt x="489537" y="25290"/>
                  <a:pt x="492397" y="26419"/>
                </a:cubicBezTo>
                <a:close/>
                <a:moveTo>
                  <a:pt x="522373" y="78354"/>
                </a:moveTo>
                <a:lnTo>
                  <a:pt x="522373" y="111886"/>
                </a:lnTo>
                <a:lnTo>
                  <a:pt x="511930" y="111886"/>
                </a:lnTo>
                <a:lnTo>
                  <a:pt x="511930" y="24613"/>
                </a:lnTo>
                <a:lnTo>
                  <a:pt x="522373" y="24613"/>
                </a:lnTo>
                <a:lnTo>
                  <a:pt x="522373" y="34209"/>
                </a:lnTo>
                <a:cubicBezTo>
                  <a:pt x="524556" y="30427"/>
                  <a:pt x="527313" y="27619"/>
                  <a:pt x="530643" y="25784"/>
                </a:cubicBezTo>
                <a:cubicBezTo>
                  <a:pt x="533974" y="23949"/>
                  <a:pt x="537954" y="23032"/>
                  <a:pt x="542583" y="23032"/>
                </a:cubicBezTo>
                <a:cubicBezTo>
                  <a:pt x="550260" y="23032"/>
                  <a:pt x="556498" y="26086"/>
                  <a:pt x="561296" y="32193"/>
                </a:cubicBezTo>
                <a:cubicBezTo>
                  <a:pt x="566095" y="38300"/>
                  <a:pt x="568494" y="46330"/>
                  <a:pt x="568494" y="56282"/>
                </a:cubicBezTo>
                <a:cubicBezTo>
                  <a:pt x="568494" y="66234"/>
                  <a:pt x="566095" y="74263"/>
                  <a:pt x="561296" y="80371"/>
                </a:cubicBezTo>
                <a:cubicBezTo>
                  <a:pt x="556498" y="86478"/>
                  <a:pt x="550260" y="89532"/>
                  <a:pt x="542583" y="89532"/>
                </a:cubicBezTo>
                <a:cubicBezTo>
                  <a:pt x="537954" y="89532"/>
                  <a:pt x="533974" y="88614"/>
                  <a:pt x="530643" y="86780"/>
                </a:cubicBezTo>
                <a:cubicBezTo>
                  <a:pt x="527313" y="84945"/>
                  <a:pt x="524556" y="82137"/>
                  <a:pt x="522373" y="78354"/>
                </a:cubicBezTo>
                <a:moveTo>
                  <a:pt x="557712" y="56282"/>
                </a:moveTo>
                <a:cubicBezTo>
                  <a:pt x="557712" y="48625"/>
                  <a:pt x="556140" y="42618"/>
                  <a:pt x="552998" y="38262"/>
                </a:cubicBezTo>
                <a:cubicBezTo>
                  <a:pt x="549856" y="33904"/>
                  <a:pt x="545537" y="31726"/>
                  <a:pt x="540042" y="31726"/>
                </a:cubicBezTo>
                <a:cubicBezTo>
                  <a:pt x="534548" y="31726"/>
                  <a:pt x="530229" y="33904"/>
                  <a:pt x="527087" y="38262"/>
                </a:cubicBezTo>
                <a:cubicBezTo>
                  <a:pt x="523944" y="42618"/>
                  <a:pt x="522373" y="48625"/>
                  <a:pt x="522373" y="56282"/>
                </a:cubicBezTo>
                <a:cubicBezTo>
                  <a:pt x="522373" y="63939"/>
                  <a:pt x="523944" y="69947"/>
                  <a:pt x="527087" y="74304"/>
                </a:cubicBezTo>
                <a:cubicBezTo>
                  <a:pt x="530229" y="78660"/>
                  <a:pt x="534548" y="80838"/>
                  <a:pt x="540042" y="80838"/>
                </a:cubicBezTo>
                <a:cubicBezTo>
                  <a:pt x="545537" y="80838"/>
                  <a:pt x="549856" y="78660"/>
                  <a:pt x="552998" y="74304"/>
                </a:cubicBezTo>
                <a:cubicBezTo>
                  <a:pt x="556140" y="69947"/>
                  <a:pt x="557712" y="63939"/>
                  <a:pt x="557712" y="56282"/>
                </a:cubicBezTo>
                <a:close/>
                <a:moveTo>
                  <a:pt x="639819" y="53629"/>
                </a:moveTo>
                <a:lnTo>
                  <a:pt x="639819" y="58709"/>
                </a:lnTo>
                <a:lnTo>
                  <a:pt x="592061" y="58709"/>
                </a:lnTo>
                <a:cubicBezTo>
                  <a:pt x="592513" y="65879"/>
                  <a:pt x="594667" y="71340"/>
                  <a:pt x="598525" y="75094"/>
                </a:cubicBezTo>
                <a:cubicBezTo>
                  <a:pt x="602382" y="78848"/>
                  <a:pt x="607755" y="80725"/>
                  <a:pt x="614642" y="80725"/>
                </a:cubicBezTo>
                <a:cubicBezTo>
                  <a:pt x="618631" y="80725"/>
                  <a:pt x="622498" y="80236"/>
                  <a:pt x="626242" y="79258"/>
                </a:cubicBezTo>
                <a:cubicBezTo>
                  <a:pt x="629987" y="78279"/>
                  <a:pt x="633703" y="76811"/>
                  <a:pt x="637391" y="74854"/>
                </a:cubicBezTo>
                <a:lnTo>
                  <a:pt x="637391" y="84677"/>
                </a:lnTo>
                <a:cubicBezTo>
                  <a:pt x="633666" y="86258"/>
                  <a:pt x="629846" y="87462"/>
                  <a:pt x="625932" y="88290"/>
                </a:cubicBezTo>
                <a:cubicBezTo>
                  <a:pt x="622018" y="89118"/>
                  <a:pt x="618048" y="89532"/>
                  <a:pt x="614021" y="89532"/>
                </a:cubicBezTo>
                <a:cubicBezTo>
                  <a:pt x="603935" y="89532"/>
                  <a:pt x="595947" y="86592"/>
                  <a:pt x="590057" y="80711"/>
                </a:cubicBezTo>
                <a:cubicBezTo>
                  <a:pt x="584167" y="74830"/>
                  <a:pt x="581223" y="66875"/>
                  <a:pt x="581223" y="56848"/>
                </a:cubicBezTo>
                <a:cubicBezTo>
                  <a:pt x="581223" y="46481"/>
                  <a:pt x="584017" y="38253"/>
                  <a:pt x="589606" y="32165"/>
                </a:cubicBezTo>
                <a:cubicBezTo>
                  <a:pt x="595194" y="26076"/>
                  <a:pt x="602730" y="23032"/>
                  <a:pt x="612214" y="23032"/>
                </a:cubicBezTo>
                <a:cubicBezTo>
                  <a:pt x="620720" y="23032"/>
                  <a:pt x="627447" y="25775"/>
                  <a:pt x="632396" y="31262"/>
                </a:cubicBezTo>
                <a:cubicBezTo>
                  <a:pt x="637344" y="36747"/>
                  <a:pt x="639819" y="44203"/>
                  <a:pt x="639819" y="53629"/>
                </a:cubicBezTo>
                <a:moveTo>
                  <a:pt x="629432" y="50580"/>
                </a:moveTo>
                <a:cubicBezTo>
                  <a:pt x="629357" y="44880"/>
                  <a:pt x="627767" y="40331"/>
                  <a:pt x="624662" y="36935"/>
                </a:cubicBezTo>
                <a:cubicBezTo>
                  <a:pt x="621557" y="33537"/>
                  <a:pt x="617445" y="31839"/>
                  <a:pt x="612327" y="31839"/>
                </a:cubicBezTo>
                <a:cubicBezTo>
                  <a:pt x="606531" y="31839"/>
                  <a:pt x="601893" y="33481"/>
                  <a:pt x="598412" y="36766"/>
                </a:cubicBezTo>
                <a:cubicBezTo>
                  <a:pt x="594931" y="40049"/>
                  <a:pt x="592927" y="44673"/>
                  <a:pt x="592400" y="50637"/>
                </a:cubicBezTo>
                <a:lnTo>
                  <a:pt x="629432" y="50580"/>
                </a:lnTo>
                <a:close/>
                <a:moveTo>
                  <a:pt x="710920" y="53629"/>
                </a:moveTo>
                <a:lnTo>
                  <a:pt x="710920" y="58709"/>
                </a:lnTo>
                <a:lnTo>
                  <a:pt x="663163" y="58709"/>
                </a:lnTo>
                <a:cubicBezTo>
                  <a:pt x="663614" y="65879"/>
                  <a:pt x="665769" y="71340"/>
                  <a:pt x="669626" y="75094"/>
                </a:cubicBezTo>
                <a:cubicBezTo>
                  <a:pt x="673484" y="78848"/>
                  <a:pt x="678856" y="80725"/>
                  <a:pt x="685743" y="80725"/>
                </a:cubicBezTo>
                <a:cubicBezTo>
                  <a:pt x="689732" y="80725"/>
                  <a:pt x="693599" y="80236"/>
                  <a:pt x="697344" y="79258"/>
                </a:cubicBezTo>
                <a:cubicBezTo>
                  <a:pt x="701089" y="78279"/>
                  <a:pt x="704805" y="76811"/>
                  <a:pt x="708493" y="74854"/>
                </a:cubicBezTo>
                <a:lnTo>
                  <a:pt x="708493" y="84677"/>
                </a:lnTo>
                <a:cubicBezTo>
                  <a:pt x="704767" y="86258"/>
                  <a:pt x="700947" y="87462"/>
                  <a:pt x="697033" y="88290"/>
                </a:cubicBezTo>
                <a:cubicBezTo>
                  <a:pt x="693120" y="89118"/>
                  <a:pt x="689149" y="89532"/>
                  <a:pt x="685122" y="89532"/>
                </a:cubicBezTo>
                <a:cubicBezTo>
                  <a:pt x="675036" y="89532"/>
                  <a:pt x="667048" y="86592"/>
                  <a:pt x="661159" y="80711"/>
                </a:cubicBezTo>
                <a:cubicBezTo>
                  <a:pt x="655269" y="74830"/>
                  <a:pt x="652324" y="66875"/>
                  <a:pt x="652324" y="56848"/>
                </a:cubicBezTo>
                <a:cubicBezTo>
                  <a:pt x="652324" y="46481"/>
                  <a:pt x="655118" y="38253"/>
                  <a:pt x="660707" y="32165"/>
                </a:cubicBezTo>
                <a:cubicBezTo>
                  <a:pt x="666296" y="26076"/>
                  <a:pt x="673832" y="23032"/>
                  <a:pt x="683316" y="23032"/>
                </a:cubicBezTo>
                <a:cubicBezTo>
                  <a:pt x="691821" y="23032"/>
                  <a:pt x="698548" y="25775"/>
                  <a:pt x="703497" y="31262"/>
                </a:cubicBezTo>
                <a:cubicBezTo>
                  <a:pt x="708446" y="36747"/>
                  <a:pt x="710920" y="44203"/>
                  <a:pt x="710920" y="53629"/>
                </a:cubicBezTo>
                <a:moveTo>
                  <a:pt x="700533" y="50580"/>
                </a:moveTo>
                <a:cubicBezTo>
                  <a:pt x="700458" y="44880"/>
                  <a:pt x="698868" y="40331"/>
                  <a:pt x="695763" y="36935"/>
                </a:cubicBezTo>
                <a:cubicBezTo>
                  <a:pt x="692658" y="33537"/>
                  <a:pt x="688547" y="31839"/>
                  <a:pt x="683429" y="31839"/>
                </a:cubicBezTo>
                <a:cubicBezTo>
                  <a:pt x="677633" y="31839"/>
                  <a:pt x="672995" y="33481"/>
                  <a:pt x="669513" y="36766"/>
                </a:cubicBezTo>
                <a:cubicBezTo>
                  <a:pt x="666032" y="40049"/>
                  <a:pt x="664028" y="44673"/>
                  <a:pt x="663501" y="50637"/>
                </a:cubicBezTo>
                <a:lnTo>
                  <a:pt x="700533" y="50580"/>
                </a:lnTo>
                <a:close/>
                <a:moveTo>
                  <a:pt x="769546" y="34209"/>
                </a:moveTo>
                <a:lnTo>
                  <a:pt x="769546" y="0"/>
                </a:lnTo>
                <a:lnTo>
                  <a:pt x="779933" y="0"/>
                </a:lnTo>
                <a:lnTo>
                  <a:pt x="779933" y="87838"/>
                </a:lnTo>
                <a:lnTo>
                  <a:pt x="769546" y="87838"/>
                </a:lnTo>
                <a:lnTo>
                  <a:pt x="769546" y="78354"/>
                </a:lnTo>
                <a:cubicBezTo>
                  <a:pt x="767363" y="82137"/>
                  <a:pt x="764607" y="84945"/>
                  <a:pt x="761276" y="86780"/>
                </a:cubicBezTo>
                <a:cubicBezTo>
                  <a:pt x="757945" y="88614"/>
                  <a:pt x="753947" y="89532"/>
                  <a:pt x="749280" y="89532"/>
                </a:cubicBezTo>
                <a:cubicBezTo>
                  <a:pt x="741640" y="89532"/>
                  <a:pt x="735421" y="86478"/>
                  <a:pt x="730623" y="80371"/>
                </a:cubicBezTo>
                <a:cubicBezTo>
                  <a:pt x="725825" y="74263"/>
                  <a:pt x="723426" y="66234"/>
                  <a:pt x="723426" y="56282"/>
                </a:cubicBezTo>
                <a:cubicBezTo>
                  <a:pt x="723426" y="46330"/>
                  <a:pt x="725825" y="38300"/>
                  <a:pt x="730623" y="32193"/>
                </a:cubicBezTo>
                <a:cubicBezTo>
                  <a:pt x="735421" y="26086"/>
                  <a:pt x="741640" y="23032"/>
                  <a:pt x="749280" y="23032"/>
                </a:cubicBezTo>
                <a:cubicBezTo>
                  <a:pt x="753947" y="23032"/>
                  <a:pt x="757945" y="23949"/>
                  <a:pt x="761276" y="25784"/>
                </a:cubicBezTo>
                <a:cubicBezTo>
                  <a:pt x="764607" y="27619"/>
                  <a:pt x="767363" y="30427"/>
                  <a:pt x="769546" y="34209"/>
                </a:cubicBezTo>
                <a:moveTo>
                  <a:pt x="734151" y="56282"/>
                </a:moveTo>
                <a:cubicBezTo>
                  <a:pt x="734151" y="63939"/>
                  <a:pt x="735722" y="69947"/>
                  <a:pt x="738865" y="74304"/>
                </a:cubicBezTo>
                <a:cubicBezTo>
                  <a:pt x="742007" y="78660"/>
                  <a:pt x="746326" y="80838"/>
                  <a:pt x="751821" y="80838"/>
                </a:cubicBezTo>
                <a:cubicBezTo>
                  <a:pt x="757315" y="80838"/>
                  <a:pt x="761643" y="78660"/>
                  <a:pt x="764804" y="74304"/>
                </a:cubicBezTo>
                <a:cubicBezTo>
                  <a:pt x="767966" y="69947"/>
                  <a:pt x="769546" y="63939"/>
                  <a:pt x="769546" y="56282"/>
                </a:cubicBezTo>
                <a:cubicBezTo>
                  <a:pt x="769546" y="48625"/>
                  <a:pt x="767966" y="42618"/>
                  <a:pt x="764804" y="38262"/>
                </a:cubicBezTo>
                <a:cubicBezTo>
                  <a:pt x="761643" y="33904"/>
                  <a:pt x="757315" y="31726"/>
                  <a:pt x="751821" y="31726"/>
                </a:cubicBezTo>
                <a:cubicBezTo>
                  <a:pt x="746326" y="31726"/>
                  <a:pt x="742007" y="33904"/>
                  <a:pt x="738865" y="38262"/>
                </a:cubicBezTo>
                <a:cubicBezTo>
                  <a:pt x="735722" y="42618"/>
                  <a:pt x="734151" y="48625"/>
                  <a:pt x="734151" y="56282"/>
                </a:cubicBezTo>
                <a:close/>
                <a:moveTo>
                  <a:pt x="800283" y="62887"/>
                </a:moveTo>
                <a:lnTo>
                  <a:pt x="800283" y="24613"/>
                </a:lnTo>
                <a:lnTo>
                  <a:pt x="810670" y="24613"/>
                </a:lnTo>
                <a:lnTo>
                  <a:pt x="810670" y="62492"/>
                </a:lnTo>
                <a:cubicBezTo>
                  <a:pt x="810670" y="68494"/>
                  <a:pt x="811836" y="72996"/>
                  <a:pt x="814170" y="75997"/>
                </a:cubicBezTo>
                <a:cubicBezTo>
                  <a:pt x="816503" y="78999"/>
                  <a:pt x="820003" y="80499"/>
                  <a:pt x="824670" y="80499"/>
                </a:cubicBezTo>
                <a:cubicBezTo>
                  <a:pt x="830277" y="80499"/>
                  <a:pt x="834709" y="78707"/>
                  <a:pt x="837964" y="75123"/>
                </a:cubicBezTo>
                <a:cubicBezTo>
                  <a:pt x="841219" y="71537"/>
                  <a:pt x="842847" y="66649"/>
                  <a:pt x="842847" y="60459"/>
                </a:cubicBezTo>
                <a:lnTo>
                  <a:pt x="842847" y="24613"/>
                </a:lnTo>
                <a:lnTo>
                  <a:pt x="853234" y="24613"/>
                </a:lnTo>
                <a:lnTo>
                  <a:pt x="853234" y="87838"/>
                </a:lnTo>
                <a:lnTo>
                  <a:pt x="842847" y="87838"/>
                </a:lnTo>
                <a:lnTo>
                  <a:pt x="842847" y="78129"/>
                </a:lnTo>
                <a:cubicBezTo>
                  <a:pt x="840326" y="81986"/>
                  <a:pt x="837400" y="84851"/>
                  <a:pt x="834069" y="86723"/>
                </a:cubicBezTo>
                <a:cubicBezTo>
                  <a:pt x="830738" y="88596"/>
                  <a:pt x="826871" y="89532"/>
                  <a:pt x="822468" y="89532"/>
                </a:cubicBezTo>
                <a:cubicBezTo>
                  <a:pt x="815205" y="89532"/>
                  <a:pt x="809691" y="87269"/>
                  <a:pt x="805928" y="82743"/>
                </a:cubicBezTo>
                <a:cubicBezTo>
                  <a:pt x="802165" y="78218"/>
                  <a:pt x="800283" y="71599"/>
                  <a:pt x="800283" y="62887"/>
                </a:cubicBezTo>
                <a:moveTo>
                  <a:pt x="826420" y="23032"/>
                </a:moveTo>
                <a:lnTo>
                  <a:pt x="826420" y="23032"/>
                </a:lnTo>
                <a:close/>
                <a:moveTo>
                  <a:pt x="884702" y="78354"/>
                </a:moveTo>
                <a:lnTo>
                  <a:pt x="884702" y="111886"/>
                </a:lnTo>
                <a:lnTo>
                  <a:pt x="874258" y="111886"/>
                </a:lnTo>
                <a:lnTo>
                  <a:pt x="874258" y="24613"/>
                </a:lnTo>
                <a:lnTo>
                  <a:pt x="884702" y="24613"/>
                </a:lnTo>
                <a:lnTo>
                  <a:pt x="884702" y="34209"/>
                </a:lnTo>
                <a:cubicBezTo>
                  <a:pt x="886884" y="30427"/>
                  <a:pt x="889641" y="27619"/>
                  <a:pt x="892972" y="25784"/>
                </a:cubicBezTo>
                <a:cubicBezTo>
                  <a:pt x="896302" y="23949"/>
                  <a:pt x="900282" y="23032"/>
                  <a:pt x="904911" y="23032"/>
                </a:cubicBezTo>
                <a:cubicBezTo>
                  <a:pt x="912589" y="23032"/>
                  <a:pt x="918826" y="26086"/>
                  <a:pt x="923625" y="32193"/>
                </a:cubicBezTo>
                <a:cubicBezTo>
                  <a:pt x="928423" y="38300"/>
                  <a:pt x="930822" y="46330"/>
                  <a:pt x="930822" y="56282"/>
                </a:cubicBezTo>
                <a:cubicBezTo>
                  <a:pt x="930822" y="66234"/>
                  <a:pt x="928423" y="74263"/>
                  <a:pt x="923625" y="80371"/>
                </a:cubicBezTo>
                <a:cubicBezTo>
                  <a:pt x="918826" y="86478"/>
                  <a:pt x="912589" y="89532"/>
                  <a:pt x="904911" y="89532"/>
                </a:cubicBezTo>
                <a:cubicBezTo>
                  <a:pt x="900282" y="89532"/>
                  <a:pt x="896302" y="88614"/>
                  <a:pt x="892972" y="86780"/>
                </a:cubicBezTo>
                <a:cubicBezTo>
                  <a:pt x="889641" y="84945"/>
                  <a:pt x="886884" y="82137"/>
                  <a:pt x="884702" y="78354"/>
                </a:cubicBezTo>
                <a:moveTo>
                  <a:pt x="920040" y="56282"/>
                </a:moveTo>
                <a:cubicBezTo>
                  <a:pt x="920040" y="48625"/>
                  <a:pt x="918469" y="42618"/>
                  <a:pt x="915326" y="38262"/>
                </a:cubicBezTo>
                <a:cubicBezTo>
                  <a:pt x="912184" y="33904"/>
                  <a:pt x="907866" y="31726"/>
                  <a:pt x="902371" y="31726"/>
                </a:cubicBezTo>
                <a:cubicBezTo>
                  <a:pt x="896876" y="31726"/>
                  <a:pt x="892558" y="33904"/>
                  <a:pt x="889415" y="38262"/>
                </a:cubicBezTo>
                <a:cubicBezTo>
                  <a:pt x="886273" y="42618"/>
                  <a:pt x="884702" y="48625"/>
                  <a:pt x="884702" y="56282"/>
                </a:cubicBezTo>
                <a:cubicBezTo>
                  <a:pt x="884702" y="63939"/>
                  <a:pt x="886273" y="69947"/>
                  <a:pt x="889415" y="74304"/>
                </a:cubicBezTo>
                <a:cubicBezTo>
                  <a:pt x="892558" y="78660"/>
                  <a:pt x="896876" y="80838"/>
                  <a:pt x="902371" y="80838"/>
                </a:cubicBezTo>
                <a:cubicBezTo>
                  <a:pt x="907866" y="80838"/>
                  <a:pt x="912184" y="78660"/>
                  <a:pt x="915326" y="74304"/>
                </a:cubicBezTo>
                <a:cubicBezTo>
                  <a:pt x="918469" y="69947"/>
                  <a:pt x="920040" y="63939"/>
                  <a:pt x="920040" y="56282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0E2E0A-961B-4513-B9DF-8B2120881B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18528" y="241614"/>
            <a:ext cx="1612790" cy="1201788"/>
          </a:xfrm>
          <a:custGeom xmlns:a="http://schemas.openxmlformats.org/drawingml/2006/main">
            <a:pathLst>
              <a:path w="1612790" h="1201788">
                <a:moveTo>
                  <a:pt x="0" y="1201788"/>
                </a:moveTo>
                <a:lnTo>
                  <a:pt x="1612790" y="1201788"/>
                </a:lnTo>
                <a:lnTo>
                  <a:pt x="1612790" y="0"/>
                </a:lnTo>
                <a:lnTo>
                  <a:pt x="0" y="0"/>
                </a:lnTo>
                <a:lnTo>
                  <a:pt x="0" y="1201788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741E6D-588E-46BE-A78F-88A9F39238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4945" y="64900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D45D73-1F1F-491D-8831-C5616BCB28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4945" y="64900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6B7E65-D0CC-4DAC-8757-7A3AFB67FE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06212" y="139539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48F073-D9E7-412E-9D2D-65815FDC3C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06212" y="139539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48D541-B260-4F49-9900-57E08B7468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00523" y="123377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E01C3E-63C6-4A48-96EA-A2895446FE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00523" y="123377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5D2C10-2BB5-4A78-8C38-9DF647E246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9" y="1180877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8E0B40-B295-4FEC-A742-D0E3DFC1AA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9" y="1180877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014AA5-AF45-4292-9CFA-47034F802D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9" y="1248663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C4C3EE-F3A9-4980-A1DA-109BACA510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9" y="1248663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F8F190-FB28-4CD3-8A43-B3FAAE2128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7389" y="139386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88D8B4-D988-4F69-925F-AB51DA1DB4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7389" y="139386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3857CB-1BAF-4C4E-AE73-541FC2965A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9" y="1366351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24618F-E012-41B7-A670-4BE01EE5A1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9" y="1366351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F61D08-AC52-433F-8EEB-AB00B7AD32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5963" y="139340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A3AEC8-2E85-41ED-B560-13801155EC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5963" y="139340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00C0B0-46E1-4C90-AE8D-1FFF318E64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9197" y="139678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CDC089-15CD-4C8D-BAD9-302B3D0B30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9197" y="139678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1B8B41-0B53-48FB-B621-EE60B362DA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8715" y="140182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4F919E-0F29-42F1-AC78-8156C101C0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8715" y="140182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F78B6F-1DB7-405F-BD75-3CC6CEBC30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01838" y="123950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4AADBA-1DBA-4EF3-8BB8-50DB4EB68E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01838" y="123950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4BFEF9-9641-4568-A2B1-A34E34B446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9" y="1264226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63745E-1674-4C8E-A48C-5873C595CA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9" y="1264226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C38525-BA31-4D7D-81D2-B214F6E4E3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9" y="1188201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01C90A-7B72-4B62-A356-F133CF6CA5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9" y="1188201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50472A-E32F-44A0-BD62-3948E863CD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8384" y="87131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F07050-8CB8-4C6D-B94F-097B0FA11A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8384" y="87131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0E38D7-7E6B-4F9F-8883-957CA9CAAF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00822" y="139365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1D1B91-5628-4D73-954C-CD5F1E06C1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00822" y="139365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268769-4980-4465-9C9F-EA1507CF7D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08803" y="139054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C81AC7-7A86-4846-B043-FDF3DA703C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08803" y="139054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DFF750-FB94-4638-B017-281C84B739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03414" y="139216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DE2874-7F9A-4FE6-8177-513823C713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03414" y="139216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FE6FB9-9A65-491B-8D09-DA0685A243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8271" y="139495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EA2D25-E7CD-48E2-90F0-6B7C4504B7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8271" y="139495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E65598-71CB-45A8-AF70-D7325D1737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5633" y="140283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07DE58-CE0E-47D9-A5F4-08606635EF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5633" y="140283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A954EA-A084-49C0-98EA-D0612FCE39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01067" y="139145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42AF8A-62E9-4298-8897-FF5FCD2336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01067" y="139145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FCB3EE-2F29-4ED6-94CB-A658D9E40F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06939" y="134030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E0C48E-E44D-4CED-A13D-81C739D5F0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06939" y="134030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977EE4-8FB0-491E-9DA9-BB94727729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80181" y="139938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3B24DC-0175-4496-8CB7-3A4A8ED952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80181" y="139938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9AD08B-E604-4241-B903-1EE0E5775A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9" y="1397275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777F9E-2239-4F13-B069-555812565E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9" y="1397275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F49220-CA05-44C6-B463-A38B5F8EBC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01857" y="139603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2674C6-A446-4B70-9975-2D1EFF0C1F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01857" y="139603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2C0D41-5CB9-4E57-99F5-CB25ACF973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5031" y="137821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1CE612-6ACE-4951-AF48-751DA57D38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5031" y="137821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FD4DC8-774A-40B6-BBC7-4E6DE8F788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9099" y="139668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2089AF-5066-426F-91D7-10FAAF19BE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9099" y="139668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0C0484-BA0D-48C5-8C93-BFF568BE29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1431" y="136361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4993D6-603E-40E3-9FF7-26778C8786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1431" y="136361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AE9D74-6300-4D58-A9BB-697DF964D5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8168" y="137960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0E2948-7A27-4EDB-84DE-632DBA174F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8168" y="137960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EB3784-B539-49EB-8A82-A26A0E05A9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0212" y="97304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130F18-67B5-4B18-88A6-7BDCCD4DA7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0212" y="97304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25AEFE-4245-44CE-BE93-D3D404D715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8937" y="138186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F94EDD-9D02-48EE-94D3-53B4C381F4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8937" y="138186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F8D58E-767C-44E3-9DB6-7317A9138E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2416" y="137028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EAC199-0EA4-46BD-BE18-9ABB964F80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2416" y="137028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9FD9EB-50AE-4C89-BDF3-3473EF75E0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7354" y="137412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4EFBBD-3AEC-457A-8FBC-6278BF4B08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7354" y="137412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A30321-463F-457A-83E1-937C1E5A0E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0261" y="130143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8E2CDC-42AB-4EB3-9207-DF43436B45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0261" y="130143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F0CD7F-E68B-4270-82ED-15864DFF12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5043" y="137147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1FC95D-36D9-4784-9CDE-AB96FC0F63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5043" y="137147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95EA49-F473-4F16-BA03-78C3B017C6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2163" y="134015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1C9A1E-B693-4DE8-BDA0-46E225C605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2163" y="134015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DEEACE-B261-4B20-B80F-07565D70E9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7609" y="137889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EA7462-5948-42FF-9988-63E5805879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7609" y="137889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F180FD-BB45-4EAD-BD8F-25CEAE0753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4366" y="109096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D38869-929F-45D5-B65A-76AD47D0C3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4366" y="109096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A528A7-4993-4829-A502-D3A0D2846A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3172" y="137245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6997EB-D394-4357-A22D-0B3931EFA2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3172" y="137245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3D2E3A-63B0-4F35-84AC-B116337467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9709" y="138086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7CB633-ED0D-4667-8FC2-04A91BADEB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9709" y="138086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67FEE6-46BC-4B34-8D5E-6301698728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1757" y="136853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74210A-B23B-483D-8D50-9B59DD1E8F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1757" y="136853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367AF3-6C93-4D43-812A-66F38BFBB5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9148" y="135474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73067D-69DD-4366-8D70-79BAD54ED9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9148" y="135474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CFD44E-2B1A-467B-B441-4185E8579B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1972" y="137670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C5BA38-BE1C-4677-8187-C48499412B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1972" y="137670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44ED82-060F-4097-A1CE-C24E73DB97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1152" y="137573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219F8F-92E8-43C4-883F-80763EAB87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1152" y="137573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605A93-1734-4B47-B70A-899C314D72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01116" y="135503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7B93D9-E565-4E2D-8D3C-742FF0776A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01116" y="135503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0B1D4B-2919-48C0-9BD0-8BE9303674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2081" y="138076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0275D9-3791-4441-B420-A2E87842E5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2081" y="138076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4886F8-1B55-4567-84F1-3BBA4414F9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6135" y="137868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BA9B9D-2916-4F89-9408-7F651A9AC9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6135" y="137868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AF44E3-403E-4864-A6AC-B1997F85FD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2230" y="136606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64DF4B-79C8-49A3-951A-6E47EE1555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2230" y="136606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9BBCD1-9B66-4FB2-BAB8-3CB3184E81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4609" y="137125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FCDBC2-FE7B-4203-A11C-D5AC6290DC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4609" y="137125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B9FF52-361E-4CAC-9F30-F69EAB1D2B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8758" y="137335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9DF5D5-88C5-491F-BC60-E2A6C69D06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8758" y="137335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AF2DE1-5212-4DFD-915E-00728E0650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7290" y="137022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4C4C7A-2BB7-45A7-9A99-A25EEAAAB6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7290" y="137022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86A452-EEFD-40CB-8752-6D2AEE5841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1250" y="138026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21DD6A-059B-48C4-AABD-02E52A8329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1250" y="138026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8D53EB-BB3A-4430-8071-5A3FC1D6E4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1642" y="96688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212F39-70F2-4473-ABA9-A6CC31E69C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1642" y="96688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40D5CD-95F0-4945-8236-30779534F7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5166" y="130918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DB4A1A-8E03-425E-ACB9-F69FCEAC5F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5166" y="130918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B6274E-B328-422E-8F27-E05FAA5CD8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2686" y="137833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5F0C0F-0368-4460-90CC-5B37217110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2686" y="137833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E822B3-F564-4BC2-BC43-28785EF31A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6718" y="137627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FC59B6-AB42-459F-94CE-F6DBB5FCE8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6718" y="137627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C61198-E9DC-4C62-B7FF-67A76C3B92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7443" y="137594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6BCB69-A8B7-470C-86D5-51E821BF0D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7443" y="137594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1D56BF-CD9E-4D73-8392-6ABC04E3CA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8470" y="138027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571C36-9707-4550-B4D3-1C921BD651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8470" y="138027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E3EE42-034B-49AB-86B9-807CD950FC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2145" y="136913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FA2359-9C41-42C9-972E-28670CBA84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2145" y="136913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8845AD-AABE-478F-B57D-25601C9507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7659" y="117883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248555-B7B3-4AC9-95CE-84DE977883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7659" y="117883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DA63D0-1749-464D-80B3-4813CFEA8C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0633" y="138058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74160A-F457-4EB0-841B-6BD114F918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0633" y="138058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C5BBD1-5E0C-4D54-AF11-C3E98837B8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6463" y="133619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586421-2409-4817-8A5A-46422D5BD4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6463" y="133619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F174D7-EBC1-429F-BDD0-97B3D8BF71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2054" y="130628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9D19DE-2FF2-474D-A7EE-8174C17985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2054" y="130628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A2D40F-FAF0-4B23-A2F0-F06F8C5F58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8820" y="137204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AB3020-3AA4-4B4D-937C-7E8323FA61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8820" y="137204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FC4B14-42F6-4454-8D6F-F0CEC31DA6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9060" y="134804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5477D3-2577-4A5E-B62F-43367619BA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9060" y="134804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E739E6-F063-4A7E-9665-F64A401D94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8940" y="133507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59B5DD-A4EB-4744-A93D-E4848A5485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8940" y="133507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AFE49C-A43C-4E23-99A2-87F56542AC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0477" y="136704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5BA1EF-2602-4CFF-A815-89F1AA8106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0477" y="136704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7EF831-FB75-4AB3-B097-43ED348EED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3447" y="138383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FF72AE-67B5-413A-B0D6-88144A209F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3447" y="138383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2E444D-AE17-4DF4-A2F8-9ADE9FBDC1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6202" y="136410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ECB811-8BEE-4D2F-8725-FB391F1EB5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6202" y="136410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3273AB-EB2D-42B8-B062-368B319906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04321" y="131927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3DECA0-9575-4DCA-A498-B140D6A3D2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04321" y="131927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F9D4E3-7226-4D46-AF44-526F58A3A6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8795" y="108464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945143-46E7-4990-9C26-94424AF8C9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8795" y="108464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DABEE7-1879-4DA5-AB9A-6A2A32AA51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3494" y="135165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2F6736-EF8F-4FB8-8573-353F003B3A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3494" y="135165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4AC6ED-895C-4B13-AEA8-3BECB5F68F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3618" y="137444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190201-A28E-4F2E-AD07-D7238BB446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3618" y="137444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653004-63DC-4C3D-907E-00A6B7DDA2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7451" y="137381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44182C-4C41-4EE5-B559-4C383EFB4D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7451" y="137381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F0A676-F669-4EA6-84CC-4364E983D5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6234" y="135444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3CB214-E27C-48C7-AF57-66DAEEA9E9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6234" y="135444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309D9B-2B6E-4389-81A0-15235B7282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9047" y="137650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662DAC-6F83-4B88-9EDC-EFF03321E4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9047" y="137650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8F5CE5-EEC2-4470-ADBE-91A6210F70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9362" y="136956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811960-57AB-4651-BEDE-973F5F9DBC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9362" y="136956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E07B92-11B2-468F-9946-760CF93FFC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8" y="1373233"/>
            <a:ext cx="8080" cy="16157"/>
          </a:xfrm>
          <a:custGeom xmlns:a="http://schemas.openxmlformats.org/drawingml/2006/main">
            <a:pathLst>
              <a:path w="8080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0" y="16157"/>
                </a:lnTo>
                <a:lnTo>
                  <a:pt x="8080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F18BA7-F6C2-42A8-9183-6E7FD0C049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8" y="1373233"/>
            <a:ext cx="8080" cy="16157"/>
          </a:xfrm>
          <a:custGeom xmlns:a="http://schemas.openxmlformats.org/drawingml/2006/main">
            <a:pathLst>
              <a:path w="8080" h="16157" fill="none">
                <a:moveTo>
                  <a:pt x="8079" y="16157"/>
                </a:moveTo>
                <a:lnTo>
                  <a:pt x="8080" y="16157"/>
                </a:lnTo>
                <a:moveTo>
                  <a:pt x="8080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7C079E-763D-4C4D-A2AC-FDED597C58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5414" y="137685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C4EA58-78AE-43ED-AC7B-10CE7D8904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5414" y="137685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DBF61F-2E7D-42FB-93BD-FAEF84B3C6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8" y="1378647"/>
            <a:ext cx="8080" cy="16157"/>
          </a:xfrm>
          <a:custGeom xmlns:a="http://schemas.openxmlformats.org/drawingml/2006/main">
            <a:pathLst>
              <a:path w="8080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0" y="16157"/>
                </a:lnTo>
                <a:lnTo>
                  <a:pt x="8080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3CAC0A-2454-47CC-AC19-D1F78D038E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8" y="1378647"/>
            <a:ext cx="8080" cy="16157"/>
          </a:xfrm>
          <a:custGeom xmlns:a="http://schemas.openxmlformats.org/drawingml/2006/main">
            <a:pathLst>
              <a:path w="8080" h="16157" fill="none">
                <a:moveTo>
                  <a:pt x="8079" y="16157"/>
                </a:moveTo>
                <a:lnTo>
                  <a:pt x="8080" y="16157"/>
                </a:lnTo>
                <a:moveTo>
                  <a:pt x="8080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369C63-2990-4D0D-8B34-B4418ADDFC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9446" y="117469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9EF949-F932-4EC4-A2D0-D135067A75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9446" y="117469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0B9D34-C450-449F-A8E3-1385357991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5428" y="134791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21B552-6B56-4A75-ADEA-6936B17CE1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5428" y="134791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385F4A-5870-4D74-8F94-86DC1F0570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8201" y="134336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7DE345-DAA7-4B28-A445-D34814CDBF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8201" y="134336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54E53C-E713-4548-B3DA-54B7980783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2821" y="117975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C9257B-DE45-4425-A2E9-BD61F5B552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2821" y="117975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46D068-D52F-45B4-A23E-7FA9C3C547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8994" y="138128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48A6ED-F314-4634-B5BA-F1E2531FCA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8994" y="138128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D85004-C3B5-440F-805A-287BD48CEB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3942" y="135922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D5E15C-BD09-4288-AB24-094A6EAA5C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3942" y="135922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304B99-FB07-437A-AFC8-5FEBFCFD45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8627" y="136755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45C7AB-4157-4384-ABEB-D5E47AA79E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8627" y="136755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F3CA5A-C128-414B-B604-BC5D786960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2071" y="136918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000EFA-F807-42FE-8D2D-0ADAE257DF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2071" y="136918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FE4832-B5E8-4AD6-B7B7-84767EABDE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7298" y="132520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BB5C75-C91C-4462-8EB1-AC42403F69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7298" y="132520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F876F3-75F3-4C72-8A64-09B3FF9EA5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1790" y="115552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9369BC-FBB3-4096-BFCD-877CFE1A8C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1790" y="115552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A62100-97C2-464D-A58C-38BE055E33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8504" y="131656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185246-50CB-41EA-9F68-BEFE402A67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8504" y="131656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188F92-64D4-456F-8B23-7386ACCC82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7567" y="132159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BE9862-FD66-487A-A2DB-7DC8E5F9F8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7567" y="132159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A8B797-0567-423D-BCC3-3CBF8A302A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6277" y="138076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F50208-4EDF-4581-ACCB-25E3AA69C6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6277" y="138076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980ED8-5AB0-462E-A797-1DF17F70A5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5351" y="120554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E3B3AB-5245-431E-9EBB-740870BACB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5351" y="120554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EF4CED-98D6-436B-AC3E-848675F464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4725" y="103177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70ABAC-E5DB-450E-BAA4-14EE002AE6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4725" y="103177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5F5D07-EC8D-4872-94F1-34F7A972C1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2797" y="131647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7E7728-090A-48F0-8406-17379555D4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2797" y="131647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1FD933-633D-4C47-8EAD-080AF31B85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4572" y="122151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10599A-FF78-483C-9D6F-9BA9F5BDAD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4572" y="122151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661BBC-4F9D-4C2F-8E83-7531CDD9A1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9358" y="138115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28B998-E470-41CA-BB78-25323E9FFA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9358" y="138115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6E3536-D758-42AE-8DF5-77C0E49875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4446" y="122983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151479-99F9-46F9-8E56-0AB6D79816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4446" y="122983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3A3EF0-C138-4516-B98B-AAC20EB59D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4349" y="115514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2C6E23-033E-4D9E-8476-1937CEF04C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4349" y="115514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9A87CF-74A5-49DC-8ED4-1BBC982617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4661" y="137708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A92732-3911-408B-A33A-95499F9D90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4661" y="137708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98C828-F502-4028-A542-09DD87DBBF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2138" y="137922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733968-899E-4815-BA24-D9A16B2F43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2138" y="137922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B7FBF3-2F51-40D4-81B0-6C512FEB7C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6993" y="123334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B1E6DE-3C0E-4238-9330-B186D2428F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6993" y="123334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28FAEF-6936-4914-B6E2-9ACF3B07DD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6070" y="137512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3C74E1-46AB-4531-A8B3-E1A21E876B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6070" y="137512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F7773C-11BA-418C-80AD-783F47425B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7059" y="139463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3788D8-EEFF-4003-9922-B2BD7BC6F5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7059" y="139463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5C2914-03EB-4824-A21B-EC5947D4FB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8820" y="139235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42AB31-54F1-4CFA-BF4B-87B26F2187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8820" y="139235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764781-0C12-40F9-AE6B-524842D491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2986" y="139276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23F00D-8EE6-4C6B-9414-5BBDE4F255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2986" y="139276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972B0F-ED3A-4A8B-86DB-3B970CC704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2724" y="139345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2B6A42-8C92-431C-B124-ABC15AD36A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2724" y="139345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F21C50-1E45-4DE2-BE1D-FB08C71F70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2041" y="139128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908F5A-AAD5-445A-A51E-EFECC79CC7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2041" y="139128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E2EBFF-EC62-4015-A8FA-9E9C34D58D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7448" y="137346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AD6278-D1BB-48D1-8844-6A02172DBD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7448" y="137346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7CF703-A99A-45C1-BDF5-671C3B7C4F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6702" y="136278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B1BE57-8FAD-4FAE-9006-50F56E43F1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6702" y="136278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65A04F-6834-46D1-BC1F-4B65506CD7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5196" y="94194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F02ADD-72C5-4703-A4CC-6FCFA56B31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5196" y="94194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CE0AB0-DF05-43EC-A2E0-EAED480ED6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9483" y="137144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775918-FB91-482E-8D09-A9257D5F21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9483" y="137144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8D3186-094D-40B3-9D0B-9DF5F2F232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4600" y="139669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F38155-5353-4FC5-BF0F-C40A12004F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4600" y="139669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222A76-772F-4D51-9662-05572F7A91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6483" y="137745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506424-A09D-4527-B51C-7E19C7D771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6483" y="137745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FBA217-7157-424A-8323-331B478C4E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9869" y="137313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883BB9-DE20-4294-801D-B467FCADB9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9869" y="137313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D36BA4-2530-489F-B79D-47215D5A61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5771" y="138474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2F2733-B3EC-4532-91E4-867AE89F7F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5771" y="138474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7E4CB1-9F90-4933-8AAA-4DFE0037EC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9239" y="137585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81485F-DF7A-4F0C-A8D9-017F58DFC3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9239" y="137585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0EB4FC-9C5A-4B76-B3E0-A078B4E98C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00060" y="139183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2BCB13-EE2A-4236-9FCE-FEF5962A04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00060" y="139183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A9387B-8E63-4908-B6FB-3B8DA30E62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23100" y="44253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C0FD0A-AF9F-4FD7-93D6-17CCAA2C19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23100" y="44253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20F2D3-2EEB-46BE-B98E-89CAC05FBF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77217" y="35478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D220C8-C114-4B1F-B660-E4DD1A3367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77217" y="35478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D05EB4-FD84-4E12-BB0D-CE1638B576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5090" y="74403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222D49-40DC-4B5E-8C4E-21F3AA7BCF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5090" y="74403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0D69CA-CBB1-41F8-8105-68918B88A7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43290" y="46933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53E2D8-26A9-47CD-9770-4EBEA9A5F7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43290" y="46933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3EC4C3-1D37-42BE-B401-A699D578B8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05809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4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4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49BDBB-909A-4CDC-9A22-1008F52F88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05809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4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4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C07157-1787-4367-BFEB-BAFEA37C3D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94216" y="38512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F4CAE4-CC41-4B50-AE88-664806CD5C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94216" y="38512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8AE537-A07A-4E5E-BB68-B715473472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375900" y="31732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887E0A-31A4-4E9D-A84C-8D7C06B144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375900" y="31732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5C788C-1DFE-4425-9F20-D074784CC3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81729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4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4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97C90A-AE55-43B9-A5CC-1C6C2D78FF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81729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4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4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ABDCDD-600D-4B91-B70F-025041DF9B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4839" y="76499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35B018-2447-4D7A-80A5-C717D38258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4839" y="76499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959830-C1D9-49E9-A424-35DE4E9AC5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33217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4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4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67E005-C463-431B-BA12-FA9AB34806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33217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4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4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0D4E50-5DA4-48BE-8F39-6930FA9721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8" y="241614"/>
            <a:ext cx="8080" cy="8079"/>
          </a:xfrm>
          <a:custGeom xmlns:a="http://schemas.openxmlformats.org/drawingml/2006/main">
            <a:pathLst>
              <a:path w="8080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4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80" y="8079"/>
                </a:lnTo>
                <a:lnTo>
                  <a:pt x="808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319103-583A-4602-B468-B3D22590C8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8" y="241614"/>
            <a:ext cx="8080" cy="8079"/>
          </a:xfrm>
          <a:custGeom xmlns:a="http://schemas.openxmlformats.org/drawingml/2006/main">
            <a:pathLst>
              <a:path w="8080" h="8079" fill="none">
                <a:moveTo>
                  <a:pt x="8079" y="8079"/>
                </a:moveTo>
                <a:lnTo>
                  <a:pt x="8080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4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D4102F-1F93-4542-B4E7-70C401964C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8" y="241614"/>
            <a:ext cx="8080" cy="8079"/>
          </a:xfrm>
          <a:custGeom xmlns:a="http://schemas.openxmlformats.org/drawingml/2006/main">
            <a:pathLst>
              <a:path w="8080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4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80" y="8079"/>
                </a:lnTo>
                <a:lnTo>
                  <a:pt x="808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7A932D-8160-4FBE-9401-11D5600FA2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8" y="241614"/>
            <a:ext cx="8080" cy="8079"/>
          </a:xfrm>
          <a:custGeom xmlns:a="http://schemas.openxmlformats.org/drawingml/2006/main">
            <a:pathLst>
              <a:path w="8080" h="8079" fill="none">
                <a:moveTo>
                  <a:pt x="8079" y="8079"/>
                </a:moveTo>
                <a:lnTo>
                  <a:pt x="8080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4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FA6CC2-4B61-43D0-BD45-B10F59EAD6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23882" y="63644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2427D4-CFCD-4C4D-B5D9-364ED84217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23882" y="63644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D70DE3-8028-40CB-9F0D-B6AB67B86D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80596" y="53198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D3A95B-D23E-460D-AA59-473E7A6DD6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80596" y="53198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E08BDC-80AB-466B-BA0D-BA053A6D0B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2816" y="79479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A46453-26B1-4E3C-B55C-79C8E89AAB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2816" y="79479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AA9039-09A7-45C2-97BC-5ED9255E51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31385" y="45067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2978EE-3D81-48D7-8526-805EDDD9B9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31385" y="45067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CCC948-41B1-46FC-825C-70540BE749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98449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24491F-0AD0-4A2D-83FE-C2DD44F673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98449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1FB6B8-C997-4F1D-B73F-664AC0D356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91616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E62908-3723-4E3B-AC6C-8163BED15E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91616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633CBE-BD4C-4698-A4B4-BA8DF41517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2565" y="109766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84BCF4-A49F-4B78-A446-0C39DAE94B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2565" y="109766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307915-9BAA-44AB-8957-4FB288FA1B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4500" y="113303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C14C6A-31E4-488D-BA1F-EF2CF000C5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4500" y="113303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1E10B9-E3D7-4EE1-A664-FD13EABED6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6958" y="114048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17B845-E7D8-483A-8745-B6D5EF75E2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6958" y="114048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0A8C5B-DB1C-4914-842F-F54D093AF1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19325" y="83594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F1DEA5-6C8B-4FF7-926B-351F4A6ABB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19325" y="83594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C927E0-A189-4C7D-AE85-3F61D0E49E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9448" y="87311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BA8C8E-5B92-440E-81A1-AC661B9CCC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9448" y="87311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4804B5-DC06-46FF-9F90-DF202CC413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10597" y="98035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360ECF-7415-47E9-99F9-0423B78321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10597" y="98035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78C466-4663-4C11-9311-5BCF98135E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00715" y="98220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943F91-97B6-42C0-A13A-6162DA3E1C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00715" y="98220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5BB5D5-C623-401E-81CB-FBE4B9315D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7212" y="99317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E00678-EE44-42C3-B588-836626AEA5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7212" y="99317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7C884F-325E-469E-BA68-6D63897215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3851" y="102665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E53312-9F4F-4690-B430-E9F0E2B0D4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3851" y="102665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FA18C6-3706-440C-848E-4712C2639B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8912" y="105007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5A6CED-9A78-4C7F-9B7F-56A53177C2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8912" y="105007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1BFEAF-3457-437D-9F9D-CFEA0727AE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09244" y="81878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CB6F8D-A831-4B44-BB86-D5DE1D296B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09244" y="81878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17EFD9-5DB7-4264-BBAE-58FD6C703D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3654" y="81339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8BCF2D-16EB-47CB-BB3C-54D8A65430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3654" y="81339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DA07F2-14B2-4644-AB1D-4062DEC205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43139" y="46856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43F697-B5F7-4C70-844F-6340FE5230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43139" y="46856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776920-BA2E-4F95-8D01-A1C2B18967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0" cy="8079"/>
          </a:xfrm>
          <a:custGeom xmlns:a="http://schemas.openxmlformats.org/drawingml/2006/main">
            <a:pathLst>
              <a:path w="8080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0" y="8079"/>
                </a:lnTo>
                <a:lnTo>
                  <a:pt x="808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BB2CCC-592A-49B4-96B6-B7A6AB00B3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0" cy="8079"/>
          </a:xfrm>
          <a:custGeom xmlns:a="http://schemas.openxmlformats.org/drawingml/2006/main">
            <a:pathLst>
              <a:path w="8080" h="8079" fill="none">
                <a:moveTo>
                  <a:pt x="8079" y="8079"/>
                </a:moveTo>
                <a:lnTo>
                  <a:pt x="8080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99550E-7E64-41AE-AE21-29EF01B1E3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0" cy="8079"/>
          </a:xfrm>
          <a:custGeom xmlns:a="http://schemas.openxmlformats.org/drawingml/2006/main">
            <a:pathLst>
              <a:path w="8080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0" y="8079"/>
                </a:lnTo>
                <a:lnTo>
                  <a:pt x="808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DD6636-8447-42E4-89BB-9025C3BEB4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0" cy="8079"/>
          </a:xfrm>
          <a:custGeom xmlns:a="http://schemas.openxmlformats.org/drawingml/2006/main">
            <a:pathLst>
              <a:path w="8080" h="8079" fill="none">
                <a:moveTo>
                  <a:pt x="8079" y="8079"/>
                </a:moveTo>
                <a:lnTo>
                  <a:pt x="8080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F67203-B19E-46D5-B50D-AFF5D9F08A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437298"/>
            <a:ext cx="8080" cy="16157"/>
          </a:xfrm>
          <a:custGeom xmlns:a="http://schemas.openxmlformats.org/drawingml/2006/main">
            <a:pathLst>
              <a:path w="8080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0" y="16157"/>
                </a:lnTo>
                <a:lnTo>
                  <a:pt x="8080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1EEBF1-840E-4A03-AC1B-D723D0862E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437298"/>
            <a:ext cx="8080" cy="16157"/>
          </a:xfrm>
          <a:custGeom xmlns:a="http://schemas.openxmlformats.org/drawingml/2006/main">
            <a:pathLst>
              <a:path w="8080" h="16157" fill="none">
                <a:moveTo>
                  <a:pt x="8079" y="16157"/>
                </a:moveTo>
                <a:lnTo>
                  <a:pt x="8080" y="16157"/>
                </a:lnTo>
                <a:moveTo>
                  <a:pt x="8080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54504B-4B10-40B3-AC89-394715F3D5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0" cy="8079"/>
          </a:xfrm>
          <a:custGeom xmlns:a="http://schemas.openxmlformats.org/drawingml/2006/main">
            <a:pathLst>
              <a:path w="8080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0" y="8079"/>
                </a:lnTo>
                <a:lnTo>
                  <a:pt x="808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9C5378-0559-44D1-9AC3-15492BAF5E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0" cy="8079"/>
          </a:xfrm>
          <a:custGeom xmlns:a="http://schemas.openxmlformats.org/drawingml/2006/main">
            <a:pathLst>
              <a:path w="8080" h="8079" fill="none">
                <a:moveTo>
                  <a:pt x="8079" y="8079"/>
                </a:moveTo>
                <a:lnTo>
                  <a:pt x="8080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A37E85-C727-4026-B042-D38F6B978B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0" cy="8079"/>
          </a:xfrm>
          <a:custGeom xmlns:a="http://schemas.openxmlformats.org/drawingml/2006/main">
            <a:pathLst>
              <a:path w="8080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0" y="8079"/>
                </a:lnTo>
                <a:lnTo>
                  <a:pt x="808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FEFCB5-F2D0-4AB5-9DFD-36B1F7292B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0" cy="8079"/>
          </a:xfrm>
          <a:custGeom xmlns:a="http://schemas.openxmlformats.org/drawingml/2006/main">
            <a:pathLst>
              <a:path w="8080" h="8079" fill="none">
                <a:moveTo>
                  <a:pt x="8079" y="8079"/>
                </a:moveTo>
                <a:lnTo>
                  <a:pt x="8080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373516-5DF0-4A11-9ECF-A3494441CE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0" cy="8079"/>
          </a:xfrm>
          <a:custGeom xmlns:a="http://schemas.openxmlformats.org/drawingml/2006/main">
            <a:pathLst>
              <a:path w="8080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0" y="8079"/>
                </a:lnTo>
                <a:lnTo>
                  <a:pt x="808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CF6E43-B603-4C33-A2E8-D691334D89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0" cy="8079"/>
          </a:xfrm>
          <a:custGeom xmlns:a="http://schemas.openxmlformats.org/drawingml/2006/main">
            <a:pathLst>
              <a:path w="8080" h="8079" fill="none">
                <a:moveTo>
                  <a:pt x="8079" y="8079"/>
                </a:moveTo>
                <a:lnTo>
                  <a:pt x="8080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067E41-B352-4FDB-B2F5-E8DE036463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489919"/>
            <a:ext cx="8080" cy="16157"/>
          </a:xfrm>
          <a:custGeom xmlns:a="http://schemas.openxmlformats.org/drawingml/2006/main">
            <a:pathLst>
              <a:path w="8080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0" y="16157"/>
                </a:lnTo>
                <a:lnTo>
                  <a:pt x="8080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C9EDEC-A54D-44E7-9CC2-95B91F9A0F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489919"/>
            <a:ext cx="8080" cy="16157"/>
          </a:xfrm>
          <a:custGeom xmlns:a="http://schemas.openxmlformats.org/drawingml/2006/main">
            <a:pathLst>
              <a:path w="8080" h="16157" fill="none">
                <a:moveTo>
                  <a:pt x="8079" y="16157"/>
                </a:moveTo>
                <a:lnTo>
                  <a:pt x="8080" y="16157"/>
                </a:lnTo>
                <a:moveTo>
                  <a:pt x="8080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8E6B59-A9E1-44A3-8AF8-7F24F08B26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16802" y="71233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4793AC-4F3F-4395-93F4-E423A0A0BF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16802" y="71233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FADA8A-506F-4C8A-8DBE-58B8C5407E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68219" y="73096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84159B-A6E2-4050-9942-120CDD7225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68219" y="73096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4244F1-856E-4125-8549-6544A8991F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07285" y="102994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181598-6D18-48EE-AA9E-23C49EC789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07285" y="102994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06A3EE-2397-471C-BC1F-A1C9C38BD2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21576" y="62854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884780-0069-4083-B54F-4D3EACC1DD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21576" y="62854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0C39C8-B4C6-4BB9-9E36-DDE341EFF7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01777" y="42926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4FDBE9-6CED-432E-A1A2-807D00050B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01777" y="42926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114046-3217-4792-A150-94EBA6DBE0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68464" y="59547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AFD405-7C3A-4C1C-B7CB-4B8D587851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68464" y="59547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ECB7BA-D41B-43E3-9B27-847F023112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15802" y="78249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54AEEE-BFD4-4075-B471-A1183A6D09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15802" y="78249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4E518F-30F7-451A-B3F9-9423403209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65909" y="69729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7FD2A1-C56C-4494-86DB-AA699B8E29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65909" y="69729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CBFAC5-075A-4685-B99A-C54F63FC03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01280" y="96819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91C697-BB44-4B90-96E3-F7C29A6AE6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01280" y="96819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EF7C32-4C4B-45BF-AC05-C2615073CA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27914" y="66899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FCE63F-D680-466E-9399-0D3861B1DC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27914" y="66899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D56CA6-B602-4E03-A9B5-ECB0FA75B8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09774" y="61902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94C03E-BA87-4C59-B04B-7E1ABADF8F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09774" y="61902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683D1A-A5BD-4FE8-9697-65E64EBA08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96925" y="56181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7CA6A5-8783-4428-BD5B-551EB006F7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96925" y="56181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87B27B-4CC7-4D44-A7F0-1A01FF719A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0" cy="8079"/>
          </a:xfrm>
          <a:custGeom xmlns:a="http://schemas.openxmlformats.org/drawingml/2006/main">
            <a:pathLst>
              <a:path w="8080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0" y="8079"/>
                </a:lnTo>
                <a:lnTo>
                  <a:pt x="808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481A7F-6CA8-44B2-A8D6-2E6EAF87D7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0" cy="8079"/>
          </a:xfrm>
          <a:custGeom xmlns:a="http://schemas.openxmlformats.org/drawingml/2006/main">
            <a:pathLst>
              <a:path w="8080" h="8079" fill="none">
                <a:moveTo>
                  <a:pt x="8079" y="8079"/>
                </a:moveTo>
                <a:lnTo>
                  <a:pt x="8080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24EF7C-49F3-47DD-A81D-024FE336B1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0" cy="8079"/>
          </a:xfrm>
          <a:custGeom xmlns:a="http://schemas.openxmlformats.org/drawingml/2006/main">
            <a:pathLst>
              <a:path w="8080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0" y="8079"/>
                </a:lnTo>
                <a:lnTo>
                  <a:pt x="808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3EA125-A2D8-416E-9A64-6D1D2DD9CF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0" cy="8079"/>
          </a:xfrm>
          <a:custGeom xmlns:a="http://schemas.openxmlformats.org/drawingml/2006/main">
            <a:pathLst>
              <a:path w="8080" h="8079" fill="none">
                <a:moveTo>
                  <a:pt x="8079" y="8079"/>
                </a:moveTo>
                <a:lnTo>
                  <a:pt x="8080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99509F-7465-4C84-A344-3BB4C6D489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0" cy="8079"/>
          </a:xfrm>
          <a:custGeom xmlns:a="http://schemas.openxmlformats.org/drawingml/2006/main">
            <a:pathLst>
              <a:path w="8080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0" y="8079"/>
                </a:lnTo>
                <a:lnTo>
                  <a:pt x="808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C5EB5A-D5A2-4861-90B1-28AC4DBBCF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0" cy="8079"/>
          </a:xfrm>
          <a:custGeom xmlns:a="http://schemas.openxmlformats.org/drawingml/2006/main">
            <a:pathLst>
              <a:path w="8080" h="8079" fill="none">
                <a:moveTo>
                  <a:pt x="8079" y="8079"/>
                </a:moveTo>
                <a:lnTo>
                  <a:pt x="8080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5168CB-E34D-4AA4-BEA8-07AA17BD47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0" cy="8079"/>
          </a:xfrm>
          <a:custGeom xmlns:a="http://schemas.openxmlformats.org/drawingml/2006/main">
            <a:pathLst>
              <a:path w="8080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0" y="8079"/>
                </a:lnTo>
                <a:lnTo>
                  <a:pt x="808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72B107-3593-4C68-8C59-A8AD6E6264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0" cy="8079"/>
          </a:xfrm>
          <a:custGeom xmlns:a="http://schemas.openxmlformats.org/drawingml/2006/main">
            <a:pathLst>
              <a:path w="8080" h="8079" fill="none">
                <a:moveTo>
                  <a:pt x="8079" y="8079"/>
                </a:moveTo>
                <a:lnTo>
                  <a:pt x="8080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931596-0D88-43F8-9E55-F7FB1C4244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0" cy="8079"/>
          </a:xfrm>
          <a:custGeom xmlns:a="http://schemas.openxmlformats.org/drawingml/2006/main">
            <a:pathLst>
              <a:path w="8080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0" y="8079"/>
                </a:lnTo>
                <a:lnTo>
                  <a:pt x="808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29B3C6-841C-4CC7-8B2C-0D422422A8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0" cy="8079"/>
          </a:xfrm>
          <a:custGeom xmlns:a="http://schemas.openxmlformats.org/drawingml/2006/main">
            <a:pathLst>
              <a:path w="8080" h="8079" fill="none">
                <a:moveTo>
                  <a:pt x="8079" y="8079"/>
                </a:moveTo>
                <a:lnTo>
                  <a:pt x="8080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9BEEEB-5273-4C32-9319-33B7118D67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0" cy="8079"/>
          </a:xfrm>
          <a:custGeom xmlns:a="http://schemas.openxmlformats.org/drawingml/2006/main">
            <a:pathLst>
              <a:path w="8080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0" y="8079"/>
                </a:lnTo>
                <a:lnTo>
                  <a:pt x="808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95F5EF-10A8-4B83-873B-ABA3BC9F46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0" cy="8079"/>
          </a:xfrm>
          <a:custGeom xmlns:a="http://schemas.openxmlformats.org/drawingml/2006/main">
            <a:pathLst>
              <a:path w="8080" h="8079" fill="none">
                <a:moveTo>
                  <a:pt x="8079" y="8079"/>
                </a:moveTo>
                <a:lnTo>
                  <a:pt x="8080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5C5774-408B-4492-A470-E43680D3C3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0" cy="8079"/>
          </a:xfrm>
          <a:custGeom xmlns:a="http://schemas.openxmlformats.org/drawingml/2006/main">
            <a:pathLst>
              <a:path w="8080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0" y="8079"/>
                </a:lnTo>
                <a:lnTo>
                  <a:pt x="808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BD7017-49ED-4709-BDEC-9A27B20136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0" cy="8079"/>
          </a:xfrm>
          <a:custGeom xmlns:a="http://schemas.openxmlformats.org/drawingml/2006/main">
            <a:pathLst>
              <a:path w="8080" h="8079" fill="none">
                <a:moveTo>
                  <a:pt x="8079" y="8079"/>
                </a:moveTo>
                <a:lnTo>
                  <a:pt x="8080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609E00-BAA1-48CA-A620-9851977B22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2935" y="65808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B185F4-3482-4944-9631-43A6D91244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2935" y="65808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573894-E426-483A-B5DD-87DA655453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0" cy="8079"/>
          </a:xfrm>
          <a:custGeom xmlns:a="http://schemas.openxmlformats.org/drawingml/2006/main">
            <a:pathLst>
              <a:path w="8080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0" y="8079"/>
                </a:lnTo>
                <a:lnTo>
                  <a:pt x="808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5BE53A-0C08-4ACB-8DBC-ACCAA4846A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0" cy="8079"/>
          </a:xfrm>
          <a:custGeom xmlns:a="http://schemas.openxmlformats.org/drawingml/2006/main">
            <a:pathLst>
              <a:path w="8080" h="8079" fill="none">
                <a:moveTo>
                  <a:pt x="8079" y="8079"/>
                </a:moveTo>
                <a:lnTo>
                  <a:pt x="8080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FE2710-4E6D-4B69-80BA-4E94470B2D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0" cy="8079"/>
          </a:xfrm>
          <a:custGeom xmlns:a="http://schemas.openxmlformats.org/drawingml/2006/main">
            <a:pathLst>
              <a:path w="8080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0" y="8079"/>
                </a:lnTo>
                <a:lnTo>
                  <a:pt x="808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0DA578-5384-4651-8C20-1F3CA60C6A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0" cy="8079"/>
          </a:xfrm>
          <a:custGeom xmlns:a="http://schemas.openxmlformats.org/drawingml/2006/main">
            <a:pathLst>
              <a:path w="8080" h="8079" fill="none">
                <a:moveTo>
                  <a:pt x="8079" y="8079"/>
                </a:moveTo>
                <a:lnTo>
                  <a:pt x="8080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BA5CEE-71D3-48D2-A1D6-571E47A215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8404" y="67572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4034DD-F017-485A-9B00-8C399F0684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8404" y="67572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A175CB-301D-426B-B9AB-9623AA5D78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0" cy="8079"/>
          </a:xfrm>
          <a:custGeom xmlns:a="http://schemas.openxmlformats.org/drawingml/2006/main">
            <a:pathLst>
              <a:path w="8080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0" y="8079"/>
                </a:lnTo>
                <a:lnTo>
                  <a:pt x="808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E21601-3532-4397-9346-E48A5C00E7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0" cy="8079"/>
          </a:xfrm>
          <a:custGeom xmlns:a="http://schemas.openxmlformats.org/drawingml/2006/main">
            <a:pathLst>
              <a:path w="8080" h="8079" fill="none">
                <a:moveTo>
                  <a:pt x="8079" y="8079"/>
                </a:moveTo>
                <a:lnTo>
                  <a:pt x="8080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4F5FEC-1A26-45DD-A639-BDBDDD4688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0" cy="8079"/>
          </a:xfrm>
          <a:custGeom xmlns:a="http://schemas.openxmlformats.org/drawingml/2006/main">
            <a:pathLst>
              <a:path w="8080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0" y="8079"/>
                </a:lnTo>
                <a:lnTo>
                  <a:pt x="808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3AA1C5-EF2A-4307-B960-3C99496785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0" cy="8079"/>
          </a:xfrm>
          <a:custGeom xmlns:a="http://schemas.openxmlformats.org/drawingml/2006/main">
            <a:pathLst>
              <a:path w="8080" h="8079" fill="none">
                <a:moveTo>
                  <a:pt x="8079" y="8079"/>
                </a:moveTo>
                <a:lnTo>
                  <a:pt x="8080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4307D5-C775-4344-B2C6-233853FF28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9446" y="45548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B3388D-F33F-4C71-8C18-860BED33AD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9446" y="45548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01CB3F-1E8B-4622-868C-7D104049AC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04582" y="32480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1457E9-2434-4F3D-9F50-A1B5947B3B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04582" y="32480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F4FA50-5272-4921-990B-3BD58DC8B4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05874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703478-A9AE-4EF0-9580-329EA69587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05874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6EAB95-977F-4215-BA11-5567E3D3D7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4872" y="38962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3A2D9E-8044-406F-B9BB-9B99EC7EAD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4872" y="38962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54C3FD-9E24-4257-B496-C1C14BDB3F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00976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77B24E-9645-4514-85E8-29F368DED5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00976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5524EA-33DB-41C7-86B3-67C808F4E9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6964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A8ACD7-6A78-4026-B400-6671618DE7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6964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49B509-AE0D-4F6F-B973-6F257DDBB0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4028" y="68709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9E1F34-0B20-4B55-86E4-5BC24B4D56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4028" y="68709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3D4F16-075F-40CA-9CB2-740EA1CF88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4601" y="24183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7A9078-AD47-430A-AFBA-1FF155B09D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4601" y="24183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3C2614-A637-4BB0-A9B8-4F32A58804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02407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B02AB7-43A1-4A65-8EA0-D25A9EB212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02407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D6E3D5-FC73-49E5-A892-6BE53B041C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1" cy="8079"/>
          </a:xfrm>
          <a:custGeom xmlns:a="http://schemas.openxmlformats.org/drawingml/2006/main">
            <a:pathLst>
              <a:path w="8081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1" y="8079"/>
                </a:lnTo>
                <a:lnTo>
                  <a:pt x="8081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8130EB-7AD7-466E-A7BA-BA4DC08E29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1" cy="8079"/>
          </a:xfrm>
          <a:custGeom xmlns:a="http://schemas.openxmlformats.org/drawingml/2006/main">
            <a:pathLst>
              <a:path w="8081" h="8079" fill="none">
                <a:moveTo>
                  <a:pt x="8079" y="8079"/>
                </a:moveTo>
                <a:lnTo>
                  <a:pt x="8081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E945C3-2BD5-4117-9AB3-715BAD1293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1" cy="8079"/>
          </a:xfrm>
          <a:custGeom xmlns:a="http://schemas.openxmlformats.org/drawingml/2006/main">
            <a:pathLst>
              <a:path w="8081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1" y="8079"/>
                </a:lnTo>
                <a:lnTo>
                  <a:pt x="8081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60C119-8151-4044-8273-0CFE6CB523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1" cy="8079"/>
          </a:xfrm>
          <a:custGeom xmlns:a="http://schemas.openxmlformats.org/drawingml/2006/main">
            <a:pathLst>
              <a:path w="8081" h="8079" fill="none">
                <a:moveTo>
                  <a:pt x="8079" y="8079"/>
                </a:moveTo>
                <a:lnTo>
                  <a:pt x="8081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C9249D-5442-4861-A08E-7FEF377133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8267"/>
            <a:ext cx="8081" cy="16157"/>
          </a:xfrm>
          <a:custGeom xmlns:a="http://schemas.openxmlformats.org/drawingml/2006/main">
            <a:pathLst>
              <a:path w="8081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1" y="16157"/>
                </a:lnTo>
                <a:lnTo>
                  <a:pt x="8081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BE7009-70D3-4E13-A0B6-95FAC54D3D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8267"/>
            <a:ext cx="8081" cy="16157"/>
          </a:xfrm>
          <a:custGeom xmlns:a="http://schemas.openxmlformats.org/drawingml/2006/main">
            <a:pathLst>
              <a:path w="8081" h="16157" fill="none">
                <a:moveTo>
                  <a:pt x="8079" y="16157"/>
                </a:moveTo>
                <a:lnTo>
                  <a:pt x="8081" y="16157"/>
                </a:lnTo>
                <a:moveTo>
                  <a:pt x="8081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2F1A06-B9B8-4B81-8DDC-5568B9FC34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1" cy="8079"/>
          </a:xfrm>
          <a:custGeom xmlns:a="http://schemas.openxmlformats.org/drawingml/2006/main">
            <a:pathLst>
              <a:path w="8081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1" y="8079"/>
                </a:lnTo>
                <a:lnTo>
                  <a:pt x="8081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F26E86-A15D-46C3-A394-C5A4E60FC4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1" cy="8079"/>
          </a:xfrm>
          <a:custGeom xmlns:a="http://schemas.openxmlformats.org/drawingml/2006/main">
            <a:pathLst>
              <a:path w="8081" h="8079" fill="none">
                <a:moveTo>
                  <a:pt x="8079" y="8079"/>
                </a:moveTo>
                <a:lnTo>
                  <a:pt x="8081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4C3BEC-6737-4108-B276-586C1784EA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373435"/>
            <a:ext cx="8081" cy="16157"/>
          </a:xfrm>
          <a:custGeom xmlns:a="http://schemas.openxmlformats.org/drawingml/2006/main">
            <a:pathLst>
              <a:path w="8081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1" y="16157"/>
                </a:lnTo>
                <a:lnTo>
                  <a:pt x="8081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BF4FA0-F0A0-4559-9407-4AA5998701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373435"/>
            <a:ext cx="8081" cy="16157"/>
          </a:xfrm>
          <a:custGeom xmlns:a="http://schemas.openxmlformats.org/drawingml/2006/main">
            <a:pathLst>
              <a:path w="8081" h="16157" fill="none">
                <a:moveTo>
                  <a:pt x="8079" y="16157"/>
                </a:moveTo>
                <a:lnTo>
                  <a:pt x="8081" y="16157"/>
                </a:lnTo>
                <a:moveTo>
                  <a:pt x="8081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6BC76A-7367-4660-AD96-5631C549AA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1" cy="8079"/>
          </a:xfrm>
          <a:custGeom xmlns:a="http://schemas.openxmlformats.org/drawingml/2006/main">
            <a:pathLst>
              <a:path w="8081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1" y="8079"/>
                </a:lnTo>
                <a:lnTo>
                  <a:pt x="8081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9C2E53-793B-4DBD-87EB-721E78E3BB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1" cy="8079"/>
          </a:xfrm>
          <a:custGeom xmlns:a="http://schemas.openxmlformats.org/drawingml/2006/main">
            <a:pathLst>
              <a:path w="8081" h="8079" fill="none">
                <a:moveTo>
                  <a:pt x="8079" y="8079"/>
                </a:moveTo>
                <a:lnTo>
                  <a:pt x="8081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B30241-198D-4FB2-8925-0CB536E742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334425"/>
            <a:ext cx="8081" cy="16157"/>
          </a:xfrm>
          <a:custGeom xmlns:a="http://schemas.openxmlformats.org/drawingml/2006/main">
            <a:pathLst>
              <a:path w="8081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1" y="16157"/>
                </a:lnTo>
                <a:lnTo>
                  <a:pt x="8081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2DDD00-AE5C-45D4-A4E6-DFB629328C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334425"/>
            <a:ext cx="8081" cy="16157"/>
          </a:xfrm>
          <a:custGeom xmlns:a="http://schemas.openxmlformats.org/drawingml/2006/main">
            <a:pathLst>
              <a:path w="8081" h="16157" fill="none">
                <a:moveTo>
                  <a:pt x="8079" y="16157"/>
                </a:moveTo>
                <a:lnTo>
                  <a:pt x="8081" y="16157"/>
                </a:lnTo>
                <a:moveTo>
                  <a:pt x="8081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973F3B-1582-47BE-85C6-DAB38C4D7D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1" cy="8079"/>
          </a:xfrm>
          <a:custGeom xmlns:a="http://schemas.openxmlformats.org/drawingml/2006/main">
            <a:pathLst>
              <a:path w="8081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1" y="8079"/>
                </a:lnTo>
                <a:lnTo>
                  <a:pt x="8081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55BD5E-A425-413F-91E1-CC539B5611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1" cy="8079"/>
          </a:xfrm>
          <a:custGeom xmlns:a="http://schemas.openxmlformats.org/drawingml/2006/main">
            <a:pathLst>
              <a:path w="8081" h="8079" fill="none">
                <a:moveTo>
                  <a:pt x="8079" y="8079"/>
                </a:moveTo>
                <a:lnTo>
                  <a:pt x="8081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64F6E5-2DB0-4818-886F-9B08816E63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600672"/>
            <a:ext cx="8081" cy="16157"/>
          </a:xfrm>
          <a:custGeom xmlns:a="http://schemas.openxmlformats.org/drawingml/2006/main">
            <a:pathLst>
              <a:path w="8081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1" y="16157"/>
                </a:lnTo>
                <a:lnTo>
                  <a:pt x="8081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45E0B0-866D-44A0-A9E1-C101B5FC5C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600672"/>
            <a:ext cx="8081" cy="16157"/>
          </a:xfrm>
          <a:custGeom xmlns:a="http://schemas.openxmlformats.org/drawingml/2006/main">
            <a:pathLst>
              <a:path w="8081" h="16157" fill="none">
                <a:moveTo>
                  <a:pt x="8079" y="16157"/>
                </a:moveTo>
                <a:lnTo>
                  <a:pt x="8081" y="16157"/>
                </a:lnTo>
                <a:moveTo>
                  <a:pt x="8081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16F9D4-F4F5-4963-AD0E-7F955BEB5A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81168"/>
            <a:ext cx="8081" cy="16157"/>
          </a:xfrm>
          <a:custGeom xmlns:a="http://schemas.openxmlformats.org/drawingml/2006/main">
            <a:pathLst>
              <a:path w="8081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1" y="16157"/>
                </a:lnTo>
                <a:lnTo>
                  <a:pt x="8081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ED9EDC-F4F7-45A8-A270-3F7A9D50A6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81168"/>
            <a:ext cx="8081" cy="16157"/>
          </a:xfrm>
          <a:custGeom xmlns:a="http://schemas.openxmlformats.org/drawingml/2006/main">
            <a:pathLst>
              <a:path w="8081" h="16157" fill="none">
                <a:moveTo>
                  <a:pt x="8079" y="16157"/>
                </a:moveTo>
                <a:lnTo>
                  <a:pt x="8081" y="16157"/>
                </a:lnTo>
                <a:moveTo>
                  <a:pt x="8081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1A9D74-251A-400A-8147-30835DB57C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52446"/>
            <a:ext cx="8081" cy="16157"/>
          </a:xfrm>
          <a:custGeom xmlns:a="http://schemas.openxmlformats.org/drawingml/2006/main">
            <a:pathLst>
              <a:path w="8081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1" y="16157"/>
                </a:lnTo>
                <a:lnTo>
                  <a:pt x="8081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8C64B1-0B39-4543-9DBB-A20E00E99E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52446"/>
            <a:ext cx="8081" cy="16157"/>
          </a:xfrm>
          <a:custGeom xmlns:a="http://schemas.openxmlformats.org/drawingml/2006/main">
            <a:pathLst>
              <a:path w="8081" h="16157" fill="none">
                <a:moveTo>
                  <a:pt x="8079" y="16157"/>
                </a:moveTo>
                <a:lnTo>
                  <a:pt x="8081" y="16157"/>
                </a:lnTo>
                <a:moveTo>
                  <a:pt x="8081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A5B5B7-F52E-4CA5-A389-C00C56E37D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75365"/>
            <a:ext cx="8081" cy="16157"/>
          </a:xfrm>
          <a:custGeom xmlns:a="http://schemas.openxmlformats.org/drawingml/2006/main">
            <a:pathLst>
              <a:path w="8081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1" y="16157"/>
                </a:lnTo>
                <a:lnTo>
                  <a:pt x="8081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CADA5E-EBD9-4129-A4A5-A9F9E05173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75365"/>
            <a:ext cx="8081" cy="16157"/>
          </a:xfrm>
          <a:custGeom xmlns:a="http://schemas.openxmlformats.org/drawingml/2006/main">
            <a:pathLst>
              <a:path w="8081" h="16157" fill="none">
                <a:moveTo>
                  <a:pt x="8079" y="16157"/>
                </a:moveTo>
                <a:lnTo>
                  <a:pt x="8081" y="16157"/>
                </a:lnTo>
                <a:moveTo>
                  <a:pt x="8081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58E757-1AF2-4137-9D5E-2B6DA7C9BF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1" cy="8079"/>
          </a:xfrm>
          <a:custGeom xmlns:a="http://schemas.openxmlformats.org/drawingml/2006/main">
            <a:pathLst>
              <a:path w="8081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1" y="8079"/>
                </a:lnTo>
                <a:lnTo>
                  <a:pt x="8081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ABE67F-2E46-4DB3-ABF1-B52947E744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1" cy="8079"/>
          </a:xfrm>
          <a:custGeom xmlns:a="http://schemas.openxmlformats.org/drawingml/2006/main">
            <a:pathLst>
              <a:path w="8081" h="8079" fill="none">
                <a:moveTo>
                  <a:pt x="8079" y="8079"/>
                </a:moveTo>
                <a:lnTo>
                  <a:pt x="8081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A1DACC-DED3-4884-8679-E03C8EEC00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0520" y="45085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272655-72B6-4D4D-A9B1-EA9B485575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0520" y="45085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61937C-EDC2-43C0-8A02-8B3D648C29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433600"/>
            <a:ext cx="8081" cy="16157"/>
          </a:xfrm>
          <a:custGeom xmlns:a="http://schemas.openxmlformats.org/drawingml/2006/main">
            <a:pathLst>
              <a:path w="8081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1" y="16157"/>
                </a:lnTo>
                <a:lnTo>
                  <a:pt x="8081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C3FD67-77B9-4E5A-A8F4-1CE7BE9611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433600"/>
            <a:ext cx="8081" cy="16157"/>
          </a:xfrm>
          <a:custGeom xmlns:a="http://schemas.openxmlformats.org/drawingml/2006/main">
            <a:pathLst>
              <a:path w="8081" h="16157" fill="none">
                <a:moveTo>
                  <a:pt x="8079" y="16157"/>
                </a:moveTo>
                <a:lnTo>
                  <a:pt x="8081" y="16157"/>
                </a:lnTo>
                <a:moveTo>
                  <a:pt x="8081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722A22-69CD-4106-A534-BEFE0710B2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621660"/>
            <a:ext cx="8081" cy="16157"/>
          </a:xfrm>
          <a:custGeom xmlns:a="http://schemas.openxmlformats.org/drawingml/2006/main">
            <a:pathLst>
              <a:path w="8081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1" y="16157"/>
                </a:lnTo>
                <a:lnTo>
                  <a:pt x="8081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AF380D-0046-406F-960A-77301AB7A7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621660"/>
            <a:ext cx="8081" cy="16157"/>
          </a:xfrm>
          <a:custGeom xmlns:a="http://schemas.openxmlformats.org/drawingml/2006/main">
            <a:pathLst>
              <a:path w="8081" h="16157" fill="none">
                <a:moveTo>
                  <a:pt x="8079" y="16157"/>
                </a:moveTo>
                <a:lnTo>
                  <a:pt x="8081" y="16157"/>
                </a:lnTo>
                <a:moveTo>
                  <a:pt x="8081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7A5367-C6B8-4337-90B0-7D75905F9E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28108" y="58381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D44A1A-31EB-4C6F-8F7B-D8C2EE06FE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28108" y="58381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C20C81-9568-4E41-8537-591453D227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603945"/>
            <a:ext cx="8081" cy="16157"/>
          </a:xfrm>
          <a:custGeom xmlns:a="http://schemas.openxmlformats.org/drawingml/2006/main">
            <a:pathLst>
              <a:path w="8081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1" y="16157"/>
                </a:lnTo>
                <a:lnTo>
                  <a:pt x="8081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672715-F669-459F-9A80-68020B37A5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603945"/>
            <a:ext cx="8081" cy="16157"/>
          </a:xfrm>
          <a:custGeom xmlns:a="http://schemas.openxmlformats.org/drawingml/2006/main">
            <a:pathLst>
              <a:path w="8081" h="16157" fill="none">
                <a:moveTo>
                  <a:pt x="8079" y="16157"/>
                </a:moveTo>
                <a:lnTo>
                  <a:pt x="8081" y="16157"/>
                </a:lnTo>
                <a:moveTo>
                  <a:pt x="8081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4B822F-720E-4B15-9AAC-604E6F9B66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601396"/>
            <a:ext cx="8081" cy="16157"/>
          </a:xfrm>
          <a:custGeom xmlns:a="http://schemas.openxmlformats.org/drawingml/2006/main">
            <a:pathLst>
              <a:path w="8081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1" y="16157"/>
                </a:lnTo>
                <a:lnTo>
                  <a:pt x="8081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8C1B99-0F51-4919-8169-A59BFEDF74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601396"/>
            <a:ext cx="8081" cy="16157"/>
          </a:xfrm>
          <a:custGeom xmlns:a="http://schemas.openxmlformats.org/drawingml/2006/main">
            <a:pathLst>
              <a:path w="8081" h="16157" fill="none">
                <a:moveTo>
                  <a:pt x="8079" y="16157"/>
                </a:moveTo>
                <a:lnTo>
                  <a:pt x="8081" y="16157"/>
                </a:lnTo>
                <a:moveTo>
                  <a:pt x="8081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6552F1-4249-4914-A88B-8AA0787B0E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436043"/>
            <a:ext cx="8081" cy="16157"/>
          </a:xfrm>
          <a:custGeom xmlns:a="http://schemas.openxmlformats.org/drawingml/2006/main">
            <a:pathLst>
              <a:path w="8081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1" y="16157"/>
                </a:lnTo>
                <a:lnTo>
                  <a:pt x="8081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3770A0-DEFC-481D-AB38-18D4914C72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436043"/>
            <a:ext cx="8081" cy="16157"/>
          </a:xfrm>
          <a:custGeom xmlns:a="http://schemas.openxmlformats.org/drawingml/2006/main">
            <a:pathLst>
              <a:path w="8081" h="16157" fill="none">
                <a:moveTo>
                  <a:pt x="8079" y="16157"/>
                </a:moveTo>
                <a:lnTo>
                  <a:pt x="8081" y="16157"/>
                </a:lnTo>
                <a:moveTo>
                  <a:pt x="8081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F79056-CBDF-4AD6-A4D6-77219820B6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7186" y="139586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C7E1C5-525D-4AE1-B025-2A7FC2537E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7186" y="139586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74D7F7-6D7A-4013-9A9A-12BE94E229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2546" y="76857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1E74E6-43C6-44B6-B22B-5BBE413BFC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2546" y="76857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9522DC-90E9-412E-BD0E-7D8C5CD95D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12528" y="58820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15B1FD-B2FC-4E27-9414-E151DE5476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12528" y="58820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2497DF-9EE5-417E-9578-1EAFED0E76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8671" y="80747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A2F49B-0E70-44A3-A8F4-688FBF1541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8671" y="80747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D199EA-13E5-4BF5-AC83-84C34C0A8B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05086" y="80032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1EF225-F6D7-4873-BBF7-1B34CC96FA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05086" y="80032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D14F68-8A96-4436-9717-48B277D179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7905" y="66662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EF1C46-CAA5-4D42-A1A7-36C363B22C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7905" y="66662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415177-092B-487C-A7E8-C8F2265506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05191" y="85663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41B635-E439-4B61-B1A7-D3DEBD6D02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05191" y="85663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012F28-0551-4DA7-906A-CCD73BEB43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1871" y="77844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D92D4D-FDA2-4EE2-8493-1595C28752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1871" y="77844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FB6DED-B26E-428C-9AAD-F0358C4C96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21593" y="38753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7DFF98-98C3-40D0-884E-EB1048218B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21593" y="38753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A756D7-BA1F-447A-8EE9-F17E88F790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1" cy="8079"/>
          </a:xfrm>
          <a:custGeom xmlns:a="http://schemas.openxmlformats.org/drawingml/2006/main">
            <a:pathLst>
              <a:path w="8081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4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81" y="8079"/>
                </a:lnTo>
                <a:lnTo>
                  <a:pt x="8081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5993B7-A74B-4A69-96A5-53B7A26F81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1" cy="8079"/>
          </a:xfrm>
          <a:custGeom xmlns:a="http://schemas.openxmlformats.org/drawingml/2006/main">
            <a:pathLst>
              <a:path w="8081" h="8079" fill="none">
                <a:moveTo>
                  <a:pt x="8079" y="8079"/>
                </a:moveTo>
                <a:lnTo>
                  <a:pt x="8081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4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45057E-B8C6-4CEF-B88F-485753863D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1" cy="8079"/>
          </a:xfrm>
          <a:custGeom xmlns:a="http://schemas.openxmlformats.org/drawingml/2006/main">
            <a:pathLst>
              <a:path w="8081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4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81" y="8079"/>
                </a:lnTo>
                <a:lnTo>
                  <a:pt x="8081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69926E-897B-45DD-9C7A-575F3A3A73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1" cy="8079"/>
          </a:xfrm>
          <a:custGeom xmlns:a="http://schemas.openxmlformats.org/drawingml/2006/main">
            <a:pathLst>
              <a:path w="8081" h="8079" fill="none">
                <a:moveTo>
                  <a:pt x="8079" y="8079"/>
                </a:moveTo>
                <a:lnTo>
                  <a:pt x="8081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4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3DD1C6-A29C-4656-A6FB-51C72680E4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46440" y="30421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46BC3F-3C20-4BD4-A48E-5B788DA08C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46440" y="30421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FC7F64-F808-4B0A-AE5F-7FB2F82D2A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40825" y="26981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16D6EB-C1B4-4296-9949-A43B1A229A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40825" y="26981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A2DDBB-2995-4816-A57A-B6021896F0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30317" y="24316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FA6519-5FC7-4CF4-99B4-0C6E56BB85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30317" y="24316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5D1206-0647-4920-BD9A-92609FA3B4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1" cy="8079"/>
          </a:xfrm>
          <a:custGeom xmlns:a="http://schemas.openxmlformats.org/drawingml/2006/main">
            <a:pathLst>
              <a:path w="8081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1" y="8079"/>
                </a:lnTo>
                <a:lnTo>
                  <a:pt x="8081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B4FCE9-1907-4F80-B898-9A909BFD80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1" cy="8079"/>
          </a:xfrm>
          <a:custGeom xmlns:a="http://schemas.openxmlformats.org/drawingml/2006/main">
            <a:pathLst>
              <a:path w="8081" h="8079" fill="none">
                <a:moveTo>
                  <a:pt x="8079" y="8079"/>
                </a:moveTo>
                <a:lnTo>
                  <a:pt x="8081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365AC3-3368-42A2-9C41-D9415751C5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0252" y="140632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C93C22-390D-4A29-BCFC-44B269223E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0252" y="140632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131ADF-BFEC-44CF-9496-3F69904D86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1" cy="8079"/>
          </a:xfrm>
          <a:custGeom xmlns:a="http://schemas.openxmlformats.org/drawingml/2006/main">
            <a:pathLst>
              <a:path w="8081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1" y="8079"/>
                </a:lnTo>
                <a:lnTo>
                  <a:pt x="8081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341A76-7392-467C-96F4-8CC4DEACA5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1" cy="8079"/>
          </a:xfrm>
          <a:custGeom xmlns:a="http://schemas.openxmlformats.org/drawingml/2006/main">
            <a:pathLst>
              <a:path w="8081" h="8079" fill="none">
                <a:moveTo>
                  <a:pt x="8079" y="8079"/>
                </a:moveTo>
                <a:lnTo>
                  <a:pt x="8081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51B4E1-A87F-46DD-8B57-38F04A4E3F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1" cy="8079"/>
          </a:xfrm>
          <a:custGeom xmlns:a="http://schemas.openxmlformats.org/drawingml/2006/main">
            <a:pathLst>
              <a:path w="8081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1" y="8079"/>
                </a:lnTo>
                <a:lnTo>
                  <a:pt x="8081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52F686-F073-49A0-9A75-C42747CA7C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1" cy="8079"/>
          </a:xfrm>
          <a:custGeom xmlns:a="http://schemas.openxmlformats.org/drawingml/2006/main">
            <a:pathLst>
              <a:path w="8081" h="8079" fill="none">
                <a:moveTo>
                  <a:pt x="8079" y="8079"/>
                </a:moveTo>
                <a:lnTo>
                  <a:pt x="8081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2F8D3F-4199-472A-B16F-80531EEE6E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15056" y="38117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1509EE-E7AF-44D4-88BC-6381C9BBBA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15056" y="38117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3BBCC9-AB79-465D-84D4-6D762599E4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08461" y="69100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7F164E-1061-49D4-A146-F863B9B354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08461" y="69100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D0CF0B-42E0-47D6-A999-40D0139557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54221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8A3A8D-EAC5-457B-9E27-ACD9B815E0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54221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769F16-944F-4D66-A3AD-ECB8820493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33779" y="25224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60F1EB-C4B7-4384-A765-53B0D0FAF4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33779" y="25224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09D4BC-C6CE-42C2-A931-A624779953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13679" y="48100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CD89E2-4567-43D1-8E17-B95C07D5A0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13679" y="48100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E7EF2F-10F8-441C-9F0B-A952C197E1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23610" y="44248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43AD65-5FB5-4CA6-A661-5E88C783CE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23610" y="44248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0D8D70-4813-4759-9F82-8D73238169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44346" y="25114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BDA9EA-DA50-44B1-8508-B40ABD59B6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44346" y="25114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DE4F43-3AF0-4CAC-99FF-2183B98B8B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1" cy="8079"/>
          </a:xfrm>
          <a:custGeom xmlns:a="http://schemas.openxmlformats.org/drawingml/2006/main">
            <a:pathLst>
              <a:path w="8081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1" y="8079"/>
                </a:lnTo>
                <a:lnTo>
                  <a:pt x="8081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4576CA-8B0F-4ECB-BA45-EBEF3F9AAC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1" cy="8079"/>
          </a:xfrm>
          <a:custGeom xmlns:a="http://schemas.openxmlformats.org/drawingml/2006/main">
            <a:pathLst>
              <a:path w="8081" h="8079" fill="none">
                <a:moveTo>
                  <a:pt x="8079" y="8079"/>
                </a:moveTo>
                <a:lnTo>
                  <a:pt x="8081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0814F1-EC8D-4CFA-8462-87250CB409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10313" y="35809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99C11B-22F9-4EC2-9907-1A409F3BFC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10313" y="35809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055595-27DE-469C-88A0-7DA58D011F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57767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CCBC66-12DB-4CAB-B1C9-8693DBC549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57767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C22780-98A7-4557-96DC-34240F2D4D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1" cy="8079"/>
          </a:xfrm>
          <a:custGeom xmlns:a="http://schemas.openxmlformats.org/drawingml/2006/main">
            <a:pathLst>
              <a:path w="8081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1" y="8079"/>
                </a:lnTo>
                <a:lnTo>
                  <a:pt x="8081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38B9F7-73E6-424F-927D-5D3029B01F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1" cy="8079"/>
          </a:xfrm>
          <a:custGeom xmlns:a="http://schemas.openxmlformats.org/drawingml/2006/main">
            <a:pathLst>
              <a:path w="8081" h="8079" fill="none">
                <a:moveTo>
                  <a:pt x="8079" y="8079"/>
                </a:moveTo>
                <a:lnTo>
                  <a:pt x="8081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6673A2-5203-464E-A424-8A003F1632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1" cy="8079"/>
          </a:xfrm>
          <a:custGeom xmlns:a="http://schemas.openxmlformats.org/drawingml/2006/main">
            <a:pathLst>
              <a:path w="8081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1" y="8079"/>
                </a:lnTo>
                <a:lnTo>
                  <a:pt x="8081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650FE7-ACBD-487E-AD75-67C646FDC8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1" cy="8079"/>
          </a:xfrm>
          <a:custGeom xmlns:a="http://schemas.openxmlformats.org/drawingml/2006/main">
            <a:pathLst>
              <a:path w="8081" h="8079" fill="none">
                <a:moveTo>
                  <a:pt x="8079" y="8079"/>
                </a:moveTo>
                <a:lnTo>
                  <a:pt x="8081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CD16F9-F82D-435D-AD56-E3E44B3BDB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1" cy="8079"/>
          </a:xfrm>
          <a:custGeom xmlns:a="http://schemas.openxmlformats.org/drawingml/2006/main">
            <a:pathLst>
              <a:path w="8081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1" y="8079"/>
                </a:lnTo>
                <a:lnTo>
                  <a:pt x="8081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77F8B2-BB56-49DB-B85D-CC4F242457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1" cy="8079"/>
          </a:xfrm>
          <a:custGeom xmlns:a="http://schemas.openxmlformats.org/drawingml/2006/main">
            <a:pathLst>
              <a:path w="8081" h="8079" fill="none">
                <a:moveTo>
                  <a:pt x="8079" y="8079"/>
                </a:moveTo>
                <a:lnTo>
                  <a:pt x="8081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C3FA94-B8B8-4945-8798-33F49D2907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1" cy="8079"/>
          </a:xfrm>
          <a:custGeom xmlns:a="http://schemas.openxmlformats.org/drawingml/2006/main">
            <a:pathLst>
              <a:path w="8081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1" y="8079"/>
                </a:lnTo>
                <a:lnTo>
                  <a:pt x="8081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196484-CD9F-4939-900E-AF17E2F8D6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1" cy="8079"/>
          </a:xfrm>
          <a:custGeom xmlns:a="http://schemas.openxmlformats.org/drawingml/2006/main">
            <a:pathLst>
              <a:path w="8081" h="8079" fill="none">
                <a:moveTo>
                  <a:pt x="8079" y="8079"/>
                </a:moveTo>
                <a:lnTo>
                  <a:pt x="8081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AE902D-3FC0-46B4-8689-B832AB3BEC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1" cy="8079"/>
          </a:xfrm>
          <a:custGeom xmlns:a="http://schemas.openxmlformats.org/drawingml/2006/main">
            <a:pathLst>
              <a:path w="8081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1" y="8079"/>
                </a:lnTo>
                <a:lnTo>
                  <a:pt x="8081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4C0316-535C-42DE-8498-BC03964E04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1" cy="8079"/>
          </a:xfrm>
          <a:custGeom xmlns:a="http://schemas.openxmlformats.org/drawingml/2006/main">
            <a:pathLst>
              <a:path w="8081" h="8079" fill="none">
                <a:moveTo>
                  <a:pt x="8079" y="8079"/>
                </a:moveTo>
                <a:lnTo>
                  <a:pt x="8081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272B89-8B50-4F56-962D-3B126EE386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84831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72C813-10DF-4501-8405-FA57B5FFF0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84831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973571-9C67-41ED-9517-606D1B5B69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1" cy="8079"/>
          </a:xfrm>
          <a:custGeom xmlns:a="http://schemas.openxmlformats.org/drawingml/2006/main">
            <a:pathLst>
              <a:path w="8081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1" y="8079"/>
                </a:lnTo>
                <a:lnTo>
                  <a:pt x="8081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859998-C7BD-4504-8775-A38CACBCFD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1" cy="8079"/>
          </a:xfrm>
          <a:custGeom xmlns:a="http://schemas.openxmlformats.org/drawingml/2006/main">
            <a:pathLst>
              <a:path w="8081" h="8079" fill="none">
                <a:moveTo>
                  <a:pt x="8079" y="8079"/>
                </a:moveTo>
                <a:lnTo>
                  <a:pt x="8081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2B1747-A00F-4DA4-9A3B-291D21F542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43343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9ADEF1-8866-4DD3-BF25-7A85F21501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43343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7B4B83-772B-4878-B098-137BDE2CA9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06974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DDEFEF-7221-4E7C-A547-9BCAA7F2C6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06974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0CECA3-B65A-41EF-A8BA-0FBEE59773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1" cy="8079"/>
          </a:xfrm>
          <a:custGeom xmlns:a="http://schemas.openxmlformats.org/drawingml/2006/main">
            <a:pathLst>
              <a:path w="8081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1" y="8079"/>
                </a:lnTo>
                <a:lnTo>
                  <a:pt x="8081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545514-606B-4289-A24A-7C6149BBB5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1" cy="8079"/>
          </a:xfrm>
          <a:custGeom xmlns:a="http://schemas.openxmlformats.org/drawingml/2006/main">
            <a:pathLst>
              <a:path w="8081" h="8079" fill="none">
                <a:moveTo>
                  <a:pt x="8079" y="8079"/>
                </a:moveTo>
                <a:lnTo>
                  <a:pt x="8081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B5C3A9-7CD7-4D86-9085-0B93840E31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1" cy="8079"/>
          </a:xfrm>
          <a:custGeom xmlns:a="http://schemas.openxmlformats.org/drawingml/2006/main">
            <a:pathLst>
              <a:path w="8081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1" y="8079"/>
                </a:lnTo>
                <a:lnTo>
                  <a:pt x="8081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29A598-B36D-4352-A71E-963B7651CF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1" cy="8079"/>
          </a:xfrm>
          <a:custGeom xmlns:a="http://schemas.openxmlformats.org/drawingml/2006/main">
            <a:pathLst>
              <a:path w="8081" h="8079" fill="none">
                <a:moveTo>
                  <a:pt x="8079" y="8079"/>
                </a:moveTo>
                <a:lnTo>
                  <a:pt x="8081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18A94E-15F6-492C-95E2-14E306C93D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16832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2BA059-E086-4D45-9C43-EAE27299D3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16832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0C4694-1912-4DE8-A8C1-EA9E538613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1" cy="8079"/>
          </a:xfrm>
          <a:custGeom xmlns:a="http://schemas.openxmlformats.org/drawingml/2006/main">
            <a:pathLst>
              <a:path w="8081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1" y="8079"/>
                </a:lnTo>
                <a:lnTo>
                  <a:pt x="8081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682997-7DC4-4F32-968D-A976F6CACD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1" cy="8079"/>
          </a:xfrm>
          <a:custGeom xmlns:a="http://schemas.openxmlformats.org/drawingml/2006/main">
            <a:pathLst>
              <a:path w="8081" h="8079" fill="none">
                <a:moveTo>
                  <a:pt x="8079" y="8079"/>
                </a:moveTo>
                <a:lnTo>
                  <a:pt x="8081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585960-D5CB-4922-ABF9-25A2D9D7E9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1" cy="8079"/>
          </a:xfrm>
          <a:custGeom xmlns:a="http://schemas.openxmlformats.org/drawingml/2006/main">
            <a:pathLst>
              <a:path w="8081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1" y="8079"/>
                </a:lnTo>
                <a:lnTo>
                  <a:pt x="8081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9D1C31-C675-463E-BD57-7AE3027116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1" cy="8079"/>
          </a:xfrm>
          <a:custGeom xmlns:a="http://schemas.openxmlformats.org/drawingml/2006/main">
            <a:pathLst>
              <a:path w="8081" h="8079" fill="none">
                <a:moveTo>
                  <a:pt x="8079" y="8079"/>
                </a:moveTo>
                <a:lnTo>
                  <a:pt x="8081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2D34B1-94E5-4021-98EF-67F8DA0E56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1" cy="8079"/>
          </a:xfrm>
          <a:custGeom xmlns:a="http://schemas.openxmlformats.org/drawingml/2006/main">
            <a:pathLst>
              <a:path w="8081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1" y="8079"/>
                </a:lnTo>
                <a:lnTo>
                  <a:pt x="8081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0F305A-74EA-46C1-BD3A-9E48F647A8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1" cy="8079"/>
          </a:xfrm>
          <a:custGeom xmlns:a="http://schemas.openxmlformats.org/drawingml/2006/main">
            <a:pathLst>
              <a:path w="8081" h="8079" fill="none">
                <a:moveTo>
                  <a:pt x="8079" y="8079"/>
                </a:moveTo>
                <a:lnTo>
                  <a:pt x="8081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E7029A-1DD1-4694-8478-5E79E7645B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1" cy="8079"/>
          </a:xfrm>
          <a:custGeom xmlns:a="http://schemas.openxmlformats.org/drawingml/2006/main">
            <a:pathLst>
              <a:path w="8081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1" y="8079"/>
                </a:lnTo>
                <a:lnTo>
                  <a:pt x="8081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420F60-7E38-40F6-8E53-48CBA2FC4C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1" cy="8079"/>
          </a:xfrm>
          <a:custGeom xmlns:a="http://schemas.openxmlformats.org/drawingml/2006/main">
            <a:pathLst>
              <a:path w="8081" h="8079" fill="none">
                <a:moveTo>
                  <a:pt x="8079" y="8079"/>
                </a:moveTo>
                <a:lnTo>
                  <a:pt x="8081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DDD1A9-982E-48FE-8CC3-BD35DBAE4F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1" cy="8079"/>
          </a:xfrm>
          <a:custGeom xmlns:a="http://schemas.openxmlformats.org/drawingml/2006/main">
            <a:pathLst>
              <a:path w="8081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1" y="8079"/>
                </a:lnTo>
                <a:lnTo>
                  <a:pt x="8081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BEDA85-7B93-40CF-BFB0-53FEC0CBE2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1" cy="8079"/>
          </a:xfrm>
          <a:custGeom xmlns:a="http://schemas.openxmlformats.org/drawingml/2006/main">
            <a:pathLst>
              <a:path w="8081" h="8079" fill="none">
                <a:moveTo>
                  <a:pt x="8079" y="8079"/>
                </a:moveTo>
                <a:lnTo>
                  <a:pt x="8081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B5079F-5B7B-476D-9FD8-4F26884225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62494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58A0DF-A79C-463A-841F-7629925DB9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62494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DC50F0-B73F-43D4-AF8B-A12F2C81DF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34484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D7AE8D-E519-4D10-8794-8EB2858623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34484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0B0EA1-9AD1-4BCF-86B5-85094CA3C4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06763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0B1C44-C1D6-4F08-AF39-837EA6C3E5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06763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5CE65B-B2D1-4E0F-B0F3-AEC71DAB13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37735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A35EBA-6197-4421-8A5E-D17784F9B6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37735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5D3C17-11C4-4670-A5C2-462302CAA1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1" cy="8079"/>
          </a:xfrm>
          <a:custGeom xmlns:a="http://schemas.openxmlformats.org/drawingml/2006/main">
            <a:pathLst>
              <a:path w="8081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1" y="8079"/>
                </a:lnTo>
                <a:lnTo>
                  <a:pt x="8081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0B9A9A-6C45-4E51-952B-9D963B2675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7" y="241614"/>
            <a:ext cx="8081" cy="8079"/>
          </a:xfrm>
          <a:custGeom xmlns:a="http://schemas.openxmlformats.org/drawingml/2006/main">
            <a:pathLst>
              <a:path w="8081" h="8079" fill="none">
                <a:moveTo>
                  <a:pt x="8079" y="8079"/>
                </a:moveTo>
                <a:lnTo>
                  <a:pt x="8081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53AACC-A9F9-4C55-B999-4D5E66E8B8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34919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804D2D-782E-49BC-A6B0-D0F9E92FE4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34919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E8C9AC-6B03-4B38-955C-7086B7149E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52541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00BB53-466B-4BC8-966D-524CC48AC2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52541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23C6DF-CC3B-44EE-860F-E3FB3528E2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92654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8C9DB4-3E13-482C-8491-D2B8296BE8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92654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EEFA8E-AE8E-498C-A072-9850E34864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32931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42D685-1BB5-4088-A397-C6E7EB918D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32931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11DC9C-CF7A-4C3E-9F86-28EA20CE20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18528" y="1443402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D3EC51-96CE-4D07-AE79-18E04D3709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18528" y="1443402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1274" name="Text 0">
            <a:extLst xmlns:a="http://schemas.openxmlformats.org/drawingml/2006/main">
              <a:ext uri="{FF2B5EF4-FFF2-40B4-BE49-F238E27FC236}">
                <a16:creationId xmlns:a16="http://schemas.microsoft.com/office/drawing/2014/main" id="{63A8D630-B54A-4823-956A-EAE42B1123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95341" y="1491273"/>
            <a:ext cx="43693" cy="65625"/>
          </a:xfrm>
          <a:custGeom xmlns:a="http://schemas.openxmlformats.org/drawingml/2006/main">
            <a:pathLst>
              <a:path w="43693" h="65625">
                <a:moveTo>
                  <a:pt x="21847" y="6774"/>
                </a:moveTo>
                <a:cubicBezTo>
                  <a:pt x="17443" y="6774"/>
                  <a:pt x="14134" y="8942"/>
                  <a:pt x="11918" y="13278"/>
                </a:cubicBezTo>
                <a:cubicBezTo>
                  <a:pt x="9703" y="17615"/>
                  <a:pt x="8595" y="24133"/>
                  <a:pt x="8595" y="32833"/>
                </a:cubicBezTo>
                <a:cubicBezTo>
                  <a:pt x="8595" y="41506"/>
                  <a:pt x="9703" y="48010"/>
                  <a:pt x="11918" y="52346"/>
                </a:cubicBezTo>
                <a:cubicBezTo>
                  <a:pt x="14134" y="56682"/>
                  <a:pt x="17443" y="58850"/>
                  <a:pt x="21847" y="58850"/>
                </a:cubicBezTo>
                <a:cubicBezTo>
                  <a:pt x="26278" y="58850"/>
                  <a:pt x="29602" y="56682"/>
                  <a:pt x="31817" y="52346"/>
                </a:cubicBezTo>
                <a:cubicBezTo>
                  <a:pt x="34033" y="48010"/>
                  <a:pt x="35141" y="41506"/>
                  <a:pt x="35141" y="32833"/>
                </a:cubicBezTo>
                <a:cubicBezTo>
                  <a:pt x="35141" y="24133"/>
                  <a:pt x="34033" y="17615"/>
                  <a:pt x="31817" y="13278"/>
                </a:cubicBezTo>
                <a:cubicBezTo>
                  <a:pt x="29602" y="8942"/>
                  <a:pt x="26278" y="6774"/>
                  <a:pt x="21847" y="6774"/>
                </a:cubicBezTo>
                <a:moveTo>
                  <a:pt x="21847" y="0"/>
                </a:moveTo>
                <a:cubicBezTo>
                  <a:pt x="28931" y="0"/>
                  <a:pt x="34344" y="2803"/>
                  <a:pt x="38083" y="8409"/>
                </a:cubicBezTo>
                <a:cubicBezTo>
                  <a:pt x="41823" y="14016"/>
                  <a:pt x="43693" y="22157"/>
                  <a:pt x="43693" y="32833"/>
                </a:cubicBezTo>
                <a:cubicBezTo>
                  <a:pt x="43693" y="43482"/>
                  <a:pt x="41823" y="51609"/>
                  <a:pt x="38083" y="57215"/>
                </a:cubicBezTo>
                <a:cubicBezTo>
                  <a:pt x="34344" y="62821"/>
                  <a:pt x="28931" y="65625"/>
                  <a:pt x="21847" y="65625"/>
                </a:cubicBezTo>
                <a:cubicBezTo>
                  <a:pt x="14762" y="65625"/>
                  <a:pt x="9350" y="62821"/>
                  <a:pt x="5610" y="57215"/>
                </a:cubicBezTo>
                <a:cubicBezTo>
                  <a:pt x="1870" y="51609"/>
                  <a:pt x="0" y="43482"/>
                  <a:pt x="0" y="32833"/>
                </a:cubicBezTo>
                <a:cubicBezTo>
                  <a:pt x="0" y="22157"/>
                  <a:pt x="1870" y="14016"/>
                  <a:pt x="5610" y="8409"/>
                </a:cubicBezTo>
                <a:cubicBezTo>
                  <a:pt x="9350" y="2803"/>
                  <a:pt x="14762" y="0"/>
                  <a:pt x="21847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A4A20D-96E3-4158-8313-E0D1497B18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79281" y="1443402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E87B19-0C5E-428B-9DF7-A9443F2887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79281" y="1443402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1277" name="Text 10">
            <a:extLst xmlns:a="http://schemas.openxmlformats.org/drawingml/2006/main">
              <a:ext uri="{FF2B5EF4-FFF2-40B4-BE49-F238E27FC236}">
                <a16:creationId xmlns:a16="http://schemas.microsoft.com/office/drawing/2014/main" id="{480CD236-6BB7-401E-A683-C623805C39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84034" y="1492628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8" name="Text −1">
            <a:extLst xmlns:a="http://schemas.openxmlformats.org/drawingml/2006/main">
              <a:ext uri="{FF2B5EF4-FFF2-40B4-BE49-F238E27FC236}">
                <a16:creationId xmlns:a16="http://schemas.microsoft.com/office/drawing/2014/main" id="{1700E324-F49F-458E-B850-65ED779100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92102" y="1479511"/>
            <a:ext cx="77442" cy="44278"/>
          </a:xfrm>
          <a:custGeom xmlns:a="http://schemas.openxmlformats.org/drawingml/2006/main">
            <a:pathLst>
              <a:path w="77442" h="44278">
                <a:moveTo>
                  <a:pt x="0" y="22702"/>
                </a:moveTo>
                <a:lnTo>
                  <a:pt x="37995" y="22702"/>
                </a:lnTo>
                <a:lnTo>
                  <a:pt x="37995" y="27740"/>
                </a:lnTo>
                <a:lnTo>
                  <a:pt x="0" y="27740"/>
                </a:lnTo>
                <a:lnTo>
                  <a:pt x="0" y="22702"/>
                </a:lnTo>
                <a:close/>
                <a:moveTo>
                  <a:pt x="51954" y="39239"/>
                </a:moveTo>
                <a:lnTo>
                  <a:pt x="61734" y="39239"/>
                </a:lnTo>
                <a:lnTo>
                  <a:pt x="61734" y="5453"/>
                </a:lnTo>
                <a:lnTo>
                  <a:pt x="51094" y="7587"/>
                </a:lnTo>
                <a:lnTo>
                  <a:pt x="51094" y="2134"/>
                </a:lnTo>
                <a:lnTo>
                  <a:pt x="61675" y="0"/>
                </a:lnTo>
                <a:lnTo>
                  <a:pt x="67661" y="0"/>
                </a:lnTo>
                <a:lnTo>
                  <a:pt x="67661" y="39239"/>
                </a:lnTo>
                <a:lnTo>
                  <a:pt x="77442" y="39239"/>
                </a:lnTo>
                <a:lnTo>
                  <a:pt x="77442" y="44278"/>
                </a:lnTo>
                <a:lnTo>
                  <a:pt x="51954" y="44278"/>
                </a:lnTo>
                <a:lnTo>
                  <a:pt x="51954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86E637-4139-47EF-BB71-3C8E74D303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93958" y="1443402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A0BC89-1D8F-4E47-84C0-45475C7764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93958" y="1443402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1281" name="Text 10">
            <a:extLst xmlns:a="http://schemas.openxmlformats.org/drawingml/2006/main">
              <a:ext uri="{FF2B5EF4-FFF2-40B4-BE49-F238E27FC236}">
                <a16:creationId xmlns:a16="http://schemas.microsoft.com/office/drawing/2014/main" id="{8C83DE53-F1F6-48AD-A226-91F72D8604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24001" y="1493418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1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1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8" y="41506"/>
                  <a:pt x="86498" y="32833"/>
                </a:cubicBezTo>
                <a:cubicBezTo>
                  <a:pt x="86498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9" y="65625"/>
                  <a:pt x="60706" y="62821"/>
                  <a:pt x="56967" y="57215"/>
                </a:cubicBezTo>
                <a:cubicBezTo>
                  <a:pt x="53227" y="51609"/>
                  <a:pt x="51357" y="43482"/>
                  <a:pt x="51357" y="32833"/>
                </a:cubicBezTo>
                <a:cubicBezTo>
                  <a:pt x="51357" y="22157"/>
                  <a:pt x="53227" y="14016"/>
                  <a:pt x="56967" y="8409"/>
                </a:cubicBezTo>
                <a:cubicBezTo>
                  <a:pt x="60706" y="2803"/>
                  <a:pt x="66119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2" name="Text 0">
            <a:extLst xmlns:a="http://schemas.openxmlformats.org/drawingml/2006/main">
              <a:ext uri="{FF2B5EF4-FFF2-40B4-BE49-F238E27FC236}">
                <a16:creationId xmlns:a16="http://schemas.microsoft.com/office/drawing/2014/main" id="{833CA5BC-EF3B-4C0A-9948-C0652B5F4D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29640" y="1479531"/>
            <a:ext cx="30585" cy="45937"/>
          </a:xfrm>
          <a:custGeom xmlns:a="http://schemas.openxmlformats.org/drawingml/2006/main">
            <a:pathLst>
              <a:path w="30585" h="45937">
                <a:moveTo>
                  <a:pt x="15293" y="4742"/>
                </a:moveTo>
                <a:cubicBezTo>
                  <a:pt x="12210" y="4742"/>
                  <a:pt x="9894" y="6260"/>
                  <a:pt x="8343" y="9295"/>
                </a:cubicBezTo>
                <a:cubicBezTo>
                  <a:pt x="6792" y="12330"/>
                  <a:pt x="6016" y="16893"/>
                  <a:pt x="6016" y="22983"/>
                </a:cubicBezTo>
                <a:cubicBezTo>
                  <a:pt x="6016" y="29054"/>
                  <a:pt x="6792" y="33607"/>
                  <a:pt x="8343" y="36642"/>
                </a:cubicBezTo>
                <a:cubicBezTo>
                  <a:pt x="9894" y="39678"/>
                  <a:pt x="12210" y="41195"/>
                  <a:pt x="15293" y="41195"/>
                </a:cubicBezTo>
                <a:cubicBezTo>
                  <a:pt x="18395" y="41195"/>
                  <a:pt x="20721" y="39678"/>
                  <a:pt x="22272" y="36642"/>
                </a:cubicBezTo>
                <a:cubicBezTo>
                  <a:pt x="23823" y="33607"/>
                  <a:pt x="24599" y="29054"/>
                  <a:pt x="24599" y="22983"/>
                </a:cubicBezTo>
                <a:cubicBezTo>
                  <a:pt x="24599" y="16893"/>
                  <a:pt x="23823" y="12330"/>
                  <a:pt x="22272" y="9295"/>
                </a:cubicBezTo>
                <a:cubicBezTo>
                  <a:pt x="20721" y="6260"/>
                  <a:pt x="18395" y="4742"/>
                  <a:pt x="15293" y="4742"/>
                </a:cubicBezTo>
                <a:moveTo>
                  <a:pt x="15293" y="0"/>
                </a:moveTo>
                <a:cubicBezTo>
                  <a:pt x="20252" y="0"/>
                  <a:pt x="24040" y="1962"/>
                  <a:pt x="26658" y="5887"/>
                </a:cubicBezTo>
                <a:cubicBezTo>
                  <a:pt x="29276" y="9811"/>
                  <a:pt x="30585" y="15510"/>
                  <a:pt x="30585" y="22983"/>
                </a:cubicBezTo>
                <a:cubicBezTo>
                  <a:pt x="30585" y="30437"/>
                  <a:pt x="29276" y="36126"/>
                  <a:pt x="26658" y="40051"/>
                </a:cubicBezTo>
                <a:cubicBezTo>
                  <a:pt x="24040" y="43975"/>
                  <a:pt x="20252" y="45937"/>
                  <a:pt x="15293" y="45937"/>
                </a:cubicBezTo>
                <a:cubicBezTo>
                  <a:pt x="10333" y="45937"/>
                  <a:pt x="6545" y="43975"/>
                  <a:pt x="3927" y="40051"/>
                </a:cubicBezTo>
                <a:cubicBezTo>
                  <a:pt x="1309" y="36126"/>
                  <a:pt x="0" y="30437"/>
                  <a:pt x="0" y="22983"/>
                </a:cubicBezTo>
                <a:cubicBezTo>
                  <a:pt x="0" y="15510"/>
                  <a:pt x="1309" y="9811"/>
                  <a:pt x="3927" y="5887"/>
                </a:cubicBezTo>
                <a:cubicBezTo>
                  <a:pt x="6545" y="1962"/>
                  <a:pt x="10333" y="0"/>
                  <a:pt x="1529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E33137-7195-42C2-95FB-685A45B480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08636" y="1443402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221979-F596-4936-AA4B-0D112BF56F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08636" y="1443402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1285" name="Text 10">
            <a:extLst xmlns:a="http://schemas.openxmlformats.org/drawingml/2006/main">
              <a:ext uri="{FF2B5EF4-FFF2-40B4-BE49-F238E27FC236}">
                <a16:creationId xmlns:a16="http://schemas.microsoft.com/office/drawing/2014/main" id="{884E11F8-02BA-404B-9177-EC61C65FFD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38679" y="1492628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6" name="Text 1">
            <a:extLst xmlns:a="http://schemas.openxmlformats.org/drawingml/2006/main">
              <a:ext uri="{FF2B5EF4-FFF2-40B4-BE49-F238E27FC236}">
                <a16:creationId xmlns:a16="http://schemas.microsoft.com/office/drawing/2014/main" id="{9EEAB176-FBA6-43DD-9C5A-1384F069FD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46984" y="1479511"/>
            <a:ext cx="26347" cy="44278"/>
          </a:xfrm>
          <a:custGeom xmlns:a="http://schemas.openxmlformats.org/drawingml/2006/main">
            <a:pathLst>
              <a:path w="26347" h="44278">
                <a:moveTo>
                  <a:pt x="859" y="39239"/>
                </a:moveTo>
                <a:lnTo>
                  <a:pt x="10640" y="39239"/>
                </a:lnTo>
                <a:lnTo>
                  <a:pt x="10640" y="5453"/>
                </a:lnTo>
                <a:lnTo>
                  <a:pt x="0" y="7587"/>
                </a:lnTo>
                <a:lnTo>
                  <a:pt x="0" y="2134"/>
                </a:lnTo>
                <a:lnTo>
                  <a:pt x="10580" y="0"/>
                </a:lnTo>
                <a:lnTo>
                  <a:pt x="16567" y="0"/>
                </a:lnTo>
                <a:lnTo>
                  <a:pt x="16567" y="39239"/>
                </a:lnTo>
                <a:lnTo>
                  <a:pt x="26347" y="39239"/>
                </a:lnTo>
                <a:lnTo>
                  <a:pt x="26347" y="44278"/>
                </a:lnTo>
                <a:lnTo>
                  <a:pt x="859" y="44278"/>
                </a:lnTo>
                <a:lnTo>
                  <a:pt x="859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9DDA2A-4172-4378-9581-EA11A39080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23136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F573A4-1E60-4744-9098-31F387D58D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23136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09EA78-BD4A-413D-8000-D6A3D49513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27743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D0553B-79F6-47FE-AA4E-6E21569674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27743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C41D2F-4E5C-4066-A850-7D7C96E30A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32351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A6F11C-DA02-4DC2-9A57-6BC6EFBDE9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32351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0264EA-F410-4DBB-8387-2581672F7C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36958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8582A0-7C8D-499F-B6B3-0709A43087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36958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47235C-8FB4-4D0B-9F1C-584EBF55EE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41566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3D8C4A-579F-4B96-B952-BDD4FAD57A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41566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15CEA9-9806-47A1-AB4E-7A881BA8B9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46173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86FE82-E3D3-4BEB-8C1A-3B4E1CAFD9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46173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7BE960-8781-4A9F-B6CC-06DF13CD9F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50781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C71F45-4505-4D7E-9371-4D7FAB60F5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50781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3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7DDFE5-991E-491B-91B6-E166FF9461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55388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6F0B96-B9D9-4ABF-8F31-F87A213890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55388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3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1A2050-30FB-4B83-B4D3-A05ECA95D8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59996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CF7B2F-8DCF-4DA2-A2B4-8CC2812935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59996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3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CCE808-4512-4F87-A74B-7D8D7258BE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4603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19C32D-CDAE-414D-8483-00D48125A3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4603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3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891773-A6C9-4E40-90C2-465246400F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10679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74CB46-95DA-46ED-BE17-051AAF61E6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10679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3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A32932-970E-4356-85B5-4A7AEB42DC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56754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2951A8-2927-40D9-BBF3-179C15C650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56754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3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1B3277-4FFC-422A-94BE-95C19D11A6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02829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13D4B5-68CB-499C-A232-0D9258DB6F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02829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3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8EC99E-563D-4396-A639-52091783B9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48905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B9916E-C5C7-4BED-9B72-0A771B14B2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48905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3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E36990-C4BD-4FD1-93ED-857FE6CB63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94980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F2A5DE-0A7C-411C-9041-908D318E62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94980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3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76E3D8-F64F-4149-9276-182123EED9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41055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AE4666-CC0B-482F-BEED-71F62FC325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41055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3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88D1CE-96D9-42F4-8BB7-F7FD501342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87130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8AAFEF-61DE-4BA6-AABC-23E619CE2E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87130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3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9779BD-61C0-4C20-810F-5164462957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33206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D1EB1B-77C5-4918-857A-613CF88A6A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33206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3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EAF1AD-352D-44F3-A4B6-8BE325A04F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79281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9288FB-BE0D-43C4-8EA2-2171C154FF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79281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3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4480BC-5EDD-4785-88F7-3EFB530246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04111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759C2E-3C45-417E-B2EE-6FA7B25CE0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04111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3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DC0D3B-FB12-4978-83F5-87B0A2C2B7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77132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EBBD07-A98E-4BB3-9825-9C4E82F813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77132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3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611CC0-B2FE-41F1-809F-4B7616A63D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328942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34B9E0-F146-4E1A-B6C5-7C7A5F4A91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328942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3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F5F2B1-7C67-4129-9659-1955E92F6A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369128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3399DF-919F-41C7-ACED-7AD1061344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369128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3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75ED72-1124-4388-BFD2-B416A8F11C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01963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07FAEB-3E0F-4875-8DBA-70F2574B21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01963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3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C42E3C-BCA8-4411-98C7-CB7197002E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29724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DAFBB9-E53A-41CA-A258-9AC4581D8C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29724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3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EB08F7-1A76-45BE-889E-932B0C370B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53772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22F586-A871-4B4B-9F82-5C4F3362AA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53772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3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873E02-1171-43F3-9CD5-7D01DB4D5F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74984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5DE28A-E687-46AD-ABCA-4C79B04EFB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74984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3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4E814E-C1AF-4591-A553-322B5AB0E2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93958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76BD48-91A6-4169-A84A-40E84AD93D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93958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3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DF1DA5-780F-4A9C-A12B-FCA367C89E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789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08BD43-B2A0-47A3-A2EA-4777C32B73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789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3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44601C-AB1C-49EE-AAFF-CD8BD91311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91810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99E120-A8D0-47F5-8F86-BEF8984298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91810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3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FF25DD-9E67-4531-80C0-138740CEA4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43619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B9ABB6-393C-4FBD-BD05-723B2C0FC2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43619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3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D86A63-8AD3-4852-9ACA-B392EA3C81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83806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F83D2C-2393-4CE3-80B5-FBE09ABE1F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83806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3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7355B2-1999-46CF-98C8-1D3636BED2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16640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05B55B-2617-4446-8A06-E1C9DD78B2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16640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3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A09667-8946-4C0A-940F-6ECFC88AF4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44402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B9D587-509F-4118-AA7C-32DE87E76A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44402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3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86045D-EC0B-4331-AF6C-7891917E81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68450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2C1A92-D807-482F-B1F1-A465E99A1B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68450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3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D06BE0-6D3D-4F8D-8D99-1F18F0FC5C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89661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2F42A4-10A1-4404-B2D9-744DDA1AF1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89661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3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32659D-33E7-4B81-8125-99AFBF3F53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08636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3D6DD6-D1EE-4825-B35F-72DB4564B6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08636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3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C2DA5D-73A9-4248-A5F3-858FBC5E14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33466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B4DB78-90C7-4605-A2E7-9DCAD4D70E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33466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3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36B53C-6DCE-4357-B00B-0E01B481F0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06487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D6685E-6B42-4FA6-B605-D665DD1E6B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06487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3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E04629-2629-455E-86CD-58758481F9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58297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CDFC22-9428-4B48-B9A1-8A32372BD9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58297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3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ACDD3A-27E6-48B2-8BF3-4D83C3026A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98483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29FC0A-05D8-435F-BB23-768B0A06B7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98483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3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E78B72-DE6A-4C1F-94DD-5943C2546D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31318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A9B522-3568-4615-9017-4BD08B2E61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31318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371" name="Text QSF">
            <a:extLst xmlns:a="http://schemas.openxmlformats.org/drawingml/2006/main">
              <a:ext uri="{FF2B5EF4-FFF2-40B4-BE49-F238E27FC236}">
                <a16:creationId xmlns:a16="http://schemas.microsoft.com/office/drawing/2014/main" id="{7C8ED69A-0E4A-416B-865D-62CFC8D1EE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329612" y="1607788"/>
            <a:ext cx="190479" cy="88120"/>
          </a:xfrm>
          <a:custGeom xmlns:a="http://schemas.openxmlformats.org/drawingml/2006/main">
            <a:pathLst>
              <a:path w="190479" h="88120">
                <a:moveTo>
                  <a:pt x="34181" y="8101"/>
                </a:moveTo>
                <a:cubicBezTo>
                  <a:pt x="26937" y="8101"/>
                  <a:pt x="21182" y="10804"/>
                  <a:pt x="16918" y="16209"/>
                </a:cubicBezTo>
                <a:cubicBezTo>
                  <a:pt x="12653" y="21614"/>
                  <a:pt x="10521" y="28979"/>
                  <a:pt x="10521" y="38306"/>
                </a:cubicBezTo>
                <a:cubicBezTo>
                  <a:pt x="10521" y="47599"/>
                  <a:pt x="12653" y="54949"/>
                  <a:pt x="16918" y="60354"/>
                </a:cubicBezTo>
                <a:cubicBezTo>
                  <a:pt x="21182" y="65759"/>
                  <a:pt x="26937" y="68461"/>
                  <a:pt x="34181" y="68461"/>
                </a:cubicBezTo>
                <a:cubicBezTo>
                  <a:pt x="41426" y="68461"/>
                  <a:pt x="47164" y="65759"/>
                  <a:pt x="51395" y="60354"/>
                </a:cubicBezTo>
                <a:cubicBezTo>
                  <a:pt x="55627" y="54949"/>
                  <a:pt x="57743" y="47599"/>
                  <a:pt x="57743" y="38306"/>
                </a:cubicBezTo>
                <a:cubicBezTo>
                  <a:pt x="57743" y="28979"/>
                  <a:pt x="55627" y="21614"/>
                  <a:pt x="51395" y="16209"/>
                </a:cubicBezTo>
                <a:cubicBezTo>
                  <a:pt x="47164" y="10804"/>
                  <a:pt x="41426" y="8101"/>
                  <a:pt x="34181" y="8101"/>
                </a:cubicBezTo>
                <a:moveTo>
                  <a:pt x="48160" y="73796"/>
                </a:moveTo>
                <a:lnTo>
                  <a:pt x="61299" y="88120"/>
                </a:lnTo>
                <a:lnTo>
                  <a:pt x="49247" y="88120"/>
                </a:lnTo>
                <a:lnTo>
                  <a:pt x="38330" y="76358"/>
                </a:lnTo>
                <a:cubicBezTo>
                  <a:pt x="37244" y="76426"/>
                  <a:pt x="36412" y="76477"/>
                  <a:pt x="35836" y="76511"/>
                </a:cubicBezTo>
                <a:cubicBezTo>
                  <a:pt x="35260" y="76545"/>
                  <a:pt x="34708" y="76562"/>
                  <a:pt x="34181" y="76562"/>
                </a:cubicBezTo>
                <a:cubicBezTo>
                  <a:pt x="23808" y="76562"/>
                  <a:pt x="15518" y="73094"/>
                  <a:pt x="9311" y="66158"/>
                </a:cubicBezTo>
                <a:cubicBezTo>
                  <a:pt x="3104" y="59221"/>
                  <a:pt x="0" y="49937"/>
                  <a:pt x="0" y="38306"/>
                </a:cubicBezTo>
                <a:cubicBezTo>
                  <a:pt x="0" y="26641"/>
                  <a:pt x="3104" y="17341"/>
                  <a:pt x="9311" y="10405"/>
                </a:cubicBezTo>
                <a:cubicBezTo>
                  <a:pt x="15518" y="3468"/>
                  <a:pt x="23808" y="0"/>
                  <a:pt x="34181" y="0"/>
                </a:cubicBezTo>
                <a:cubicBezTo>
                  <a:pt x="44521" y="0"/>
                  <a:pt x="52787" y="3468"/>
                  <a:pt x="58977" y="10405"/>
                </a:cubicBezTo>
                <a:cubicBezTo>
                  <a:pt x="65168" y="17341"/>
                  <a:pt x="68264" y="26642"/>
                  <a:pt x="68264" y="38307"/>
                </a:cubicBezTo>
                <a:cubicBezTo>
                  <a:pt x="68264" y="46874"/>
                  <a:pt x="66543" y="54206"/>
                  <a:pt x="63102" y="60302"/>
                </a:cubicBezTo>
                <a:cubicBezTo>
                  <a:pt x="59661" y="66398"/>
                  <a:pt x="54680" y="70896"/>
                  <a:pt x="48160" y="73796"/>
                </a:cubicBezTo>
                <a:close/>
                <a:moveTo>
                  <a:pt x="128070" y="3754"/>
                </a:moveTo>
                <a:lnTo>
                  <a:pt x="128070" y="13534"/>
                </a:lnTo>
                <a:cubicBezTo>
                  <a:pt x="124283" y="11707"/>
                  <a:pt x="120710" y="10344"/>
                  <a:pt x="117351" y="9447"/>
                </a:cubicBezTo>
                <a:cubicBezTo>
                  <a:pt x="113992" y="8549"/>
                  <a:pt x="110749" y="8101"/>
                  <a:pt x="107620" y="8101"/>
                </a:cubicBezTo>
                <a:cubicBezTo>
                  <a:pt x="102187" y="8101"/>
                  <a:pt x="97996" y="9156"/>
                  <a:pt x="95049" y="11267"/>
                </a:cubicBezTo>
                <a:cubicBezTo>
                  <a:pt x="92102" y="13376"/>
                  <a:pt x="90628" y="16376"/>
                  <a:pt x="90628" y="20267"/>
                </a:cubicBezTo>
                <a:cubicBezTo>
                  <a:pt x="90628" y="23532"/>
                  <a:pt x="91608" y="25997"/>
                  <a:pt x="93567" y="27663"/>
                </a:cubicBezTo>
                <a:cubicBezTo>
                  <a:pt x="95527" y="29328"/>
                  <a:pt x="99240" y="30671"/>
                  <a:pt x="104706" y="31693"/>
                </a:cubicBezTo>
                <a:lnTo>
                  <a:pt x="110732" y="32926"/>
                </a:lnTo>
                <a:cubicBezTo>
                  <a:pt x="118174" y="34343"/>
                  <a:pt x="123665" y="36839"/>
                  <a:pt x="127205" y="40414"/>
                </a:cubicBezTo>
                <a:cubicBezTo>
                  <a:pt x="130745" y="43988"/>
                  <a:pt x="132515" y="48773"/>
                  <a:pt x="132515" y="54770"/>
                </a:cubicBezTo>
                <a:cubicBezTo>
                  <a:pt x="132515" y="61918"/>
                  <a:pt x="130120" y="67338"/>
                  <a:pt x="125328" y="71028"/>
                </a:cubicBezTo>
                <a:cubicBezTo>
                  <a:pt x="120537" y="74717"/>
                  <a:pt x="113515" y="76562"/>
                  <a:pt x="104261" y="76562"/>
                </a:cubicBezTo>
                <a:cubicBezTo>
                  <a:pt x="100771" y="76562"/>
                  <a:pt x="97058" y="76163"/>
                  <a:pt x="93123" y="75364"/>
                </a:cubicBezTo>
                <a:cubicBezTo>
                  <a:pt x="89188" y="74566"/>
                  <a:pt x="85113" y="73384"/>
                  <a:pt x="80898" y="71820"/>
                </a:cubicBezTo>
                <a:lnTo>
                  <a:pt x="80898" y="61546"/>
                </a:lnTo>
                <a:cubicBezTo>
                  <a:pt x="84948" y="63835"/>
                  <a:pt x="88916" y="65559"/>
                  <a:pt x="92802" y="66720"/>
                </a:cubicBezTo>
                <a:cubicBezTo>
                  <a:pt x="96688" y="67881"/>
                  <a:pt x="100507" y="68461"/>
                  <a:pt x="104261" y="68461"/>
                </a:cubicBezTo>
                <a:cubicBezTo>
                  <a:pt x="109958" y="68461"/>
                  <a:pt x="114354" y="67341"/>
                  <a:pt x="117450" y="65099"/>
                </a:cubicBezTo>
                <a:cubicBezTo>
                  <a:pt x="120545" y="62857"/>
                  <a:pt x="122093" y="59659"/>
                  <a:pt x="122093" y="55506"/>
                </a:cubicBezTo>
                <a:cubicBezTo>
                  <a:pt x="122093" y="51880"/>
                  <a:pt x="120982" y="49044"/>
                  <a:pt x="118759" y="47001"/>
                </a:cubicBezTo>
                <a:cubicBezTo>
                  <a:pt x="116536" y="44956"/>
                  <a:pt x="112889" y="43423"/>
                  <a:pt x="107818" y="42401"/>
                </a:cubicBezTo>
                <a:lnTo>
                  <a:pt x="101742" y="41217"/>
                </a:lnTo>
                <a:cubicBezTo>
                  <a:pt x="94300" y="39734"/>
                  <a:pt x="88916" y="37411"/>
                  <a:pt x="85590" y="34249"/>
                </a:cubicBezTo>
                <a:cubicBezTo>
                  <a:pt x="82264" y="31086"/>
                  <a:pt x="80601" y="26687"/>
                  <a:pt x="80601" y="21053"/>
                </a:cubicBezTo>
                <a:cubicBezTo>
                  <a:pt x="80601" y="14530"/>
                  <a:pt x="82898" y="9390"/>
                  <a:pt x="87492" y="5634"/>
                </a:cubicBezTo>
                <a:cubicBezTo>
                  <a:pt x="92086" y="1878"/>
                  <a:pt x="98416" y="0"/>
                  <a:pt x="106484" y="0"/>
                </a:cubicBezTo>
                <a:cubicBezTo>
                  <a:pt x="109942" y="0"/>
                  <a:pt x="113465" y="313"/>
                  <a:pt x="117055" y="938"/>
                </a:cubicBezTo>
                <a:cubicBezTo>
                  <a:pt x="120644" y="1564"/>
                  <a:pt x="124316" y="2503"/>
                  <a:pt x="128070" y="3754"/>
                </a:cubicBezTo>
                <a:close/>
                <a:moveTo>
                  <a:pt x="148099" y="1284"/>
                </a:moveTo>
                <a:lnTo>
                  <a:pt x="190479" y="1284"/>
                </a:lnTo>
                <a:lnTo>
                  <a:pt x="190479" y="9681"/>
                </a:lnTo>
                <a:lnTo>
                  <a:pt x="158076" y="9681"/>
                </a:lnTo>
                <a:lnTo>
                  <a:pt x="158076" y="31415"/>
                </a:lnTo>
                <a:lnTo>
                  <a:pt x="187318" y="31415"/>
                </a:lnTo>
                <a:lnTo>
                  <a:pt x="187318" y="39812"/>
                </a:lnTo>
                <a:lnTo>
                  <a:pt x="158076" y="39812"/>
                </a:lnTo>
                <a:lnTo>
                  <a:pt x="158076" y="75080"/>
                </a:lnTo>
                <a:lnTo>
                  <a:pt x="148099" y="75080"/>
                </a:lnTo>
                <a:lnTo>
                  <a:pt x="148099" y="1284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849C3F-AB58-4FFF-AE93-1F3899B18B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96851" y="1443402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D19213-0957-4829-888C-89B75DA28F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96851" y="1443402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1374" name="Text 0">
            <a:extLst xmlns:a="http://schemas.openxmlformats.org/drawingml/2006/main">
              <a:ext uri="{FF2B5EF4-FFF2-40B4-BE49-F238E27FC236}">
                <a16:creationId xmlns:a16="http://schemas.microsoft.com/office/drawing/2014/main" id="{8C6D8148-29F2-4931-98A9-9CC068DF87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19470" y="1411338"/>
            <a:ext cx="43693" cy="65625"/>
          </a:xfrm>
          <a:custGeom xmlns:a="http://schemas.openxmlformats.org/drawingml/2006/main">
            <a:pathLst>
              <a:path w="43693" h="65625">
                <a:moveTo>
                  <a:pt x="21847" y="6774"/>
                </a:moveTo>
                <a:cubicBezTo>
                  <a:pt x="17443" y="6774"/>
                  <a:pt x="14134" y="8942"/>
                  <a:pt x="11918" y="13278"/>
                </a:cubicBezTo>
                <a:cubicBezTo>
                  <a:pt x="9703" y="17615"/>
                  <a:pt x="8595" y="24133"/>
                  <a:pt x="8595" y="32833"/>
                </a:cubicBezTo>
                <a:cubicBezTo>
                  <a:pt x="8595" y="41506"/>
                  <a:pt x="9703" y="48010"/>
                  <a:pt x="11918" y="52346"/>
                </a:cubicBezTo>
                <a:cubicBezTo>
                  <a:pt x="14134" y="56682"/>
                  <a:pt x="17443" y="58850"/>
                  <a:pt x="21847" y="58850"/>
                </a:cubicBezTo>
                <a:cubicBezTo>
                  <a:pt x="26278" y="58850"/>
                  <a:pt x="29602" y="56682"/>
                  <a:pt x="31817" y="52346"/>
                </a:cubicBezTo>
                <a:cubicBezTo>
                  <a:pt x="34033" y="48010"/>
                  <a:pt x="35141" y="41506"/>
                  <a:pt x="35141" y="32833"/>
                </a:cubicBezTo>
                <a:cubicBezTo>
                  <a:pt x="35141" y="24133"/>
                  <a:pt x="34033" y="17615"/>
                  <a:pt x="31817" y="13278"/>
                </a:cubicBezTo>
                <a:cubicBezTo>
                  <a:pt x="29602" y="8942"/>
                  <a:pt x="26278" y="6774"/>
                  <a:pt x="21847" y="6774"/>
                </a:cubicBezTo>
                <a:moveTo>
                  <a:pt x="21847" y="0"/>
                </a:moveTo>
                <a:cubicBezTo>
                  <a:pt x="28931" y="0"/>
                  <a:pt x="34344" y="2803"/>
                  <a:pt x="38083" y="8409"/>
                </a:cubicBezTo>
                <a:cubicBezTo>
                  <a:pt x="41823" y="14016"/>
                  <a:pt x="43693" y="22157"/>
                  <a:pt x="43693" y="32833"/>
                </a:cubicBezTo>
                <a:cubicBezTo>
                  <a:pt x="43693" y="43482"/>
                  <a:pt x="41823" y="51609"/>
                  <a:pt x="38083" y="57215"/>
                </a:cubicBezTo>
                <a:cubicBezTo>
                  <a:pt x="34344" y="62821"/>
                  <a:pt x="28931" y="65625"/>
                  <a:pt x="21847" y="65625"/>
                </a:cubicBezTo>
                <a:cubicBezTo>
                  <a:pt x="14762" y="65625"/>
                  <a:pt x="9350" y="62821"/>
                  <a:pt x="5610" y="57215"/>
                </a:cubicBezTo>
                <a:cubicBezTo>
                  <a:pt x="1870" y="51609"/>
                  <a:pt x="0" y="43482"/>
                  <a:pt x="0" y="32833"/>
                </a:cubicBezTo>
                <a:cubicBezTo>
                  <a:pt x="0" y="22157"/>
                  <a:pt x="1870" y="14016"/>
                  <a:pt x="5610" y="8409"/>
                </a:cubicBezTo>
                <a:cubicBezTo>
                  <a:pt x="9350" y="2803"/>
                  <a:pt x="14762" y="0"/>
                  <a:pt x="21847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E0C259-AFAD-47FC-A3C5-4AEAFC06FF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96851" y="1100067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E9E7A5-0185-4AB8-BCB3-03DA0B7176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96851" y="1100067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1377" name="Text 10">
            <a:extLst xmlns:a="http://schemas.openxmlformats.org/drawingml/2006/main">
              <a:ext uri="{FF2B5EF4-FFF2-40B4-BE49-F238E27FC236}">
                <a16:creationId xmlns:a16="http://schemas.microsoft.com/office/drawing/2014/main" id="{C2191AE7-7A8F-45FF-A982-2DAF928230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71540" y="1068003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1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1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8" y="41506"/>
                  <a:pt x="86498" y="32833"/>
                </a:cubicBezTo>
                <a:cubicBezTo>
                  <a:pt x="86498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9" y="65625"/>
                  <a:pt x="60706" y="62821"/>
                  <a:pt x="56966" y="57215"/>
                </a:cubicBezTo>
                <a:cubicBezTo>
                  <a:pt x="53227" y="51609"/>
                  <a:pt x="51357" y="43482"/>
                  <a:pt x="51357" y="32833"/>
                </a:cubicBezTo>
                <a:cubicBezTo>
                  <a:pt x="51357" y="22157"/>
                  <a:pt x="53227" y="14016"/>
                  <a:pt x="56966" y="8409"/>
                </a:cubicBezTo>
                <a:cubicBezTo>
                  <a:pt x="60706" y="2803"/>
                  <a:pt x="66119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8" name="Text −1">
            <a:extLst xmlns:a="http://schemas.openxmlformats.org/drawingml/2006/main">
              <a:ext uri="{FF2B5EF4-FFF2-40B4-BE49-F238E27FC236}">
                <a16:creationId xmlns:a16="http://schemas.microsoft.com/office/drawing/2014/main" id="{21EF9E99-4930-4DFE-B8A5-6DDF639830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79609" y="1054886"/>
            <a:ext cx="77441" cy="44278"/>
          </a:xfrm>
          <a:custGeom xmlns:a="http://schemas.openxmlformats.org/drawingml/2006/main">
            <a:pathLst>
              <a:path w="77441" h="44278">
                <a:moveTo>
                  <a:pt x="0" y="22702"/>
                </a:moveTo>
                <a:lnTo>
                  <a:pt x="37995" y="22702"/>
                </a:lnTo>
                <a:lnTo>
                  <a:pt x="37995" y="27740"/>
                </a:lnTo>
                <a:lnTo>
                  <a:pt x="0" y="27740"/>
                </a:lnTo>
                <a:lnTo>
                  <a:pt x="0" y="22702"/>
                </a:lnTo>
                <a:close/>
                <a:moveTo>
                  <a:pt x="51953" y="39239"/>
                </a:moveTo>
                <a:lnTo>
                  <a:pt x="61734" y="39239"/>
                </a:lnTo>
                <a:lnTo>
                  <a:pt x="61734" y="5453"/>
                </a:lnTo>
                <a:lnTo>
                  <a:pt x="51094" y="7587"/>
                </a:lnTo>
                <a:lnTo>
                  <a:pt x="51094" y="2134"/>
                </a:lnTo>
                <a:lnTo>
                  <a:pt x="61674" y="0"/>
                </a:lnTo>
                <a:lnTo>
                  <a:pt x="67661" y="0"/>
                </a:lnTo>
                <a:lnTo>
                  <a:pt x="67661" y="39239"/>
                </a:lnTo>
                <a:lnTo>
                  <a:pt x="77441" y="39239"/>
                </a:lnTo>
                <a:lnTo>
                  <a:pt x="77441" y="44278"/>
                </a:lnTo>
                <a:lnTo>
                  <a:pt x="51953" y="44278"/>
                </a:lnTo>
                <a:lnTo>
                  <a:pt x="51953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290FFA-F40D-4576-89EC-F4FADEE586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96851" y="791065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1AE541-FBBB-40AB-AB65-04B46BE601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96851" y="791065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1381" name="Text 10">
            <a:extLst xmlns:a="http://schemas.openxmlformats.org/drawingml/2006/main">
              <a:ext uri="{FF2B5EF4-FFF2-40B4-BE49-F238E27FC236}">
                <a16:creationId xmlns:a16="http://schemas.microsoft.com/office/drawing/2014/main" id="{F8AE7CB5-E136-4E27-BF21-8FF95403AA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22120" y="759791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2" name="Text 0">
            <a:extLst xmlns:a="http://schemas.openxmlformats.org/drawingml/2006/main">
              <a:ext uri="{FF2B5EF4-FFF2-40B4-BE49-F238E27FC236}">
                <a16:creationId xmlns:a16="http://schemas.microsoft.com/office/drawing/2014/main" id="{3F2F6D9F-FC08-4ED2-9B26-EA4A81CE71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27759" y="745904"/>
            <a:ext cx="30585" cy="45937"/>
          </a:xfrm>
          <a:custGeom xmlns:a="http://schemas.openxmlformats.org/drawingml/2006/main">
            <a:pathLst>
              <a:path w="30585" h="45937">
                <a:moveTo>
                  <a:pt x="15293" y="4742"/>
                </a:moveTo>
                <a:cubicBezTo>
                  <a:pt x="12210" y="4742"/>
                  <a:pt x="9894" y="6260"/>
                  <a:pt x="8343" y="9295"/>
                </a:cubicBezTo>
                <a:cubicBezTo>
                  <a:pt x="6792" y="12330"/>
                  <a:pt x="6016" y="16893"/>
                  <a:pt x="6016" y="22983"/>
                </a:cubicBezTo>
                <a:cubicBezTo>
                  <a:pt x="6016" y="29054"/>
                  <a:pt x="6792" y="33607"/>
                  <a:pt x="8343" y="36642"/>
                </a:cubicBezTo>
                <a:cubicBezTo>
                  <a:pt x="9894" y="39678"/>
                  <a:pt x="12210" y="41195"/>
                  <a:pt x="15293" y="41195"/>
                </a:cubicBezTo>
                <a:cubicBezTo>
                  <a:pt x="18395" y="41195"/>
                  <a:pt x="20721" y="39678"/>
                  <a:pt x="22272" y="36642"/>
                </a:cubicBezTo>
                <a:cubicBezTo>
                  <a:pt x="23823" y="33607"/>
                  <a:pt x="24599" y="29054"/>
                  <a:pt x="24599" y="22983"/>
                </a:cubicBezTo>
                <a:cubicBezTo>
                  <a:pt x="24599" y="16893"/>
                  <a:pt x="23823" y="12330"/>
                  <a:pt x="22272" y="9295"/>
                </a:cubicBezTo>
                <a:cubicBezTo>
                  <a:pt x="20721" y="6260"/>
                  <a:pt x="18395" y="4742"/>
                  <a:pt x="15293" y="4742"/>
                </a:cubicBezTo>
                <a:moveTo>
                  <a:pt x="15293" y="0"/>
                </a:moveTo>
                <a:cubicBezTo>
                  <a:pt x="20252" y="0"/>
                  <a:pt x="24040" y="1962"/>
                  <a:pt x="26658" y="5887"/>
                </a:cubicBezTo>
                <a:cubicBezTo>
                  <a:pt x="29276" y="9811"/>
                  <a:pt x="30585" y="15510"/>
                  <a:pt x="30585" y="22983"/>
                </a:cubicBezTo>
                <a:cubicBezTo>
                  <a:pt x="30585" y="30437"/>
                  <a:pt x="29276" y="36126"/>
                  <a:pt x="26658" y="40051"/>
                </a:cubicBezTo>
                <a:cubicBezTo>
                  <a:pt x="24040" y="43975"/>
                  <a:pt x="20252" y="45937"/>
                  <a:pt x="15293" y="45937"/>
                </a:cubicBezTo>
                <a:cubicBezTo>
                  <a:pt x="10333" y="45937"/>
                  <a:pt x="6545" y="43975"/>
                  <a:pt x="3927" y="40051"/>
                </a:cubicBezTo>
                <a:cubicBezTo>
                  <a:pt x="1309" y="36126"/>
                  <a:pt x="0" y="30437"/>
                  <a:pt x="0" y="22983"/>
                </a:cubicBezTo>
                <a:cubicBezTo>
                  <a:pt x="0" y="15510"/>
                  <a:pt x="1309" y="9811"/>
                  <a:pt x="3927" y="5887"/>
                </a:cubicBezTo>
                <a:cubicBezTo>
                  <a:pt x="6545" y="1962"/>
                  <a:pt x="10333" y="0"/>
                  <a:pt x="1529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7EC633-B5FB-493C-A37B-5FEFA856C8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96851" y="482064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D4BA75-7A5F-430F-9522-00A545BB77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96851" y="482064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1385" name="Text 10">
            <a:extLst xmlns:a="http://schemas.openxmlformats.org/drawingml/2006/main">
              <a:ext uri="{FF2B5EF4-FFF2-40B4-BE49-F238E27FC236}">
                <a16:creationId xmlns:a16="http://schemas.microsoft.com/office/drawing/2014/main" id="{9A719B2D-B1A8-4E46-93DF-16A1EB878A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22120" y="449999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6" name="Text 1">
            <a:extLst xmlns:a="http://schemas.openxmlformats.org/drawingml/2006/main">
              <a:ext uri="{FF2B5EF4-FFF2-40B4-BE49-F238E27FC236}">
                <a16:creationId xmlns:a16="http://schemas.microsoft.com/office/drawing/2014/main" id="{1E9D75E7-0B16-429C-88F9-80165EDD5B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30426" y="436883"/>
            <a:ext cx="26347" cy="44278"/>
          </a:xfrm>
          <a:custGeom xmlns:a="http://schemas.openxmlformats.org/drawingml/2006/main">
            <a:pathLst>
              <a:path w="26347" h="44278">
                <a:moveTo>
                  <a:pt x="859" y="39239"/>
                </a:moveTo>
                <a:lnTo>
                  <a:pt x="10640" y="39239"/>
                </a:lnTo>
                <a:lnTo>
                  <a:pt x="10640" y="5453"/>
                </a:lnTo>
                <a:lnTo>
                  <a:pt x="0" y="7587"/>
                </a:lnTo>
                <a:lnTo>
                  <a:pt x="0" y="2134"/>
                </a:lnTo>
                <a:lnTo>
                  <a:pt x="10580" y="0"/>
                </a:lnTo>
                <a:lnTo>
                  <a:pt x="16567" y="0"/>
                </a:lnTo>
                <a:lnTo>
                  <a:pt x="16567" y="39239"/>
                </a:lnTo>
                <a:lnTo>
                  <a:pt x="26347" y="39239"/>
                </a:lnTo>
                <a:lnTo>
                  <a:pt x="26347" y="44278"/>
                </a:lnTo>
                <a:lnTo>
                  <a:pt x="859" y="44278"/>
                </a:lnTo>
                <a:lnTo>
                  <a:pt x="859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39040B-6C83-4373-A2F5-95FEACC0DB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143996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260EB5-977B-41FA-A00A-6F92037715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143996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3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68308A-D442-40E2-956D-13C6D26ACF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143653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96DAB9-3F7D-4D4C-8C79-0E4D36884F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143653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3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9D2EBF-7E63-45D9-9D85-A144D03644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143310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B7CEEF-9DDB-4873-B431-2ED64DF7F5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143310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3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23CDF4-59CE-497D-95F4-6D15DACEED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142966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26CC53-4D26-4700-9863-DA8F685CF4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142966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3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455A8B-9462-4CB1-ACD2-B7B130293A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142623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1C5F0E-B650-45C7-9B98-15508CEC7A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142623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3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001937-0F93-4DA4-B091-13CA0FE454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142280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2172DD-24FB-446A-9D40-C489D3BCEA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142280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3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A1F3A6-8C29-46D6-9FFF-2A9CE23FAB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141936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96B829-4684-418D-BEB6-C50A53957E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141936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4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CE72C7-C252-44E9-B46C-DA72455AE1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141593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DA56E4-5627-4852-9DA3-F31A581C38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141593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4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2F18A7-F465-450C-921E-BBC5AF54F4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141250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76B4E9-4929-4EDF-9815-12AF1C4BE4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141250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4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5CBD7C-9862-4170-8941-ACA5277522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140906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434D2E-3D1B-41B0-B16F-0A3623D201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140906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4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C561F0-A2DB-4EF3-A520-58DB26DF00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137473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FCEF80-90EB-4B46-A897-6267718B68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137473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4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4160F8-274B-4B3A-935E-CB0DBE37B2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134040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1A204A-6341-409E-882A-5193E8E6D1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134040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4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CB5873-C82E-4E9C-A40A-66A4C26158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130606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A9FE0C-C5BB-4B40-B312-0175317036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130606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4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20C67A-9EBD-4DDF-ABB2-8E9597AAD9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127173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5844C3-EB73-4F2D-B5B3-55AC159D94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127173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4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56D98A-F5C4-4961-9D62-243631E70F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123740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FD0D7F-C3B8-4CCB-82FA-65CCA80ADD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123740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4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2F6B1E-701C-497A-84F7-8683C78687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120306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402735-CC70-4753-948D-7B6D8C8D13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120306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4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FEF6E0-0036-4E8B-9163-4C4B81C91F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116873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E39671-2596-4CBF-A1EF-3D5E73320A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116873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4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E24766-574E-48B2-8431-3A5006C822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113440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70C762-19DD-46DB-B82D-42967CF39F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113440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4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A2EFB1-4CF2-4B38-B4C0-0CC30B9721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110006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C0564A-BB5D-43C8-9F3E-14793893E6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110006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4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961375-D2FC-4193-AB9D-76343E4C28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100704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F6887C-3C6B-4079-931E-3AA461E517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100704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4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ED6005-BABE-4A4E-B90D-2A7A42D93F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95263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9F08F9-8014-491C-BA93-C687F89499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95263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4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89C48A-2649-42A4-8DE5-BC023321D6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91402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314306-E79F-4B00-861D-D2098F2B09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91402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4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0C49AE-38E0-48A9-A877-EBF6230F63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88408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B3C16A-EBFC-442D-A105-3A568BDA6F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88408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4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5A5320-C348-4EE4-A815-763B5E67B8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85961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C451C2-2F2A-4A11-9402-877E77B249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85961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4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B6959C-4CD4-4246-8B89-71B4499276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83893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B407AA-F115-42D3-9CB6-D8E898C703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83893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4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F2ED66-4B5C-4362-A5C3-4E2854BA5F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82101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F2A635-1792-48B5-987A-7C98E7BFB3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82101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4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29D5B6-B7F1-449B-B61D-F2B21C71F8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80520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5AA607-1A5A-425E-902F-2321213D2C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80520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4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03929E-FC77-43B9-B409-99CD254B0A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79106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57F284-43AC-4093-B392-78A6C5D5B7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79106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4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20312D-BDEB-4D4C-AC55-D152752420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69804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18EF55-16A9-4C00-81B5-F54E6D3EB9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69804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4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5FFC79-7A47-4C9D-94CE-ACDB9F16A3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64363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13DA62-12BB-45B5-912F-EE1CDA1573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64363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4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1D9AA1-BFF4-45FD-8963-CC51C6912C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60502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6D5B38-8DA2-4836-8F7B-62049435D2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60502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4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6A75D6-255A-4BCC-BE72-C6634FD477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57508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DA573C-5814-4865-9314-8C4F507789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57508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4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44F370-6BC7-42F8-BF72-0F02F2694F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55061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953257-C7DD-4479-B4FC-BF02F46DE9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55061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4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49BA9E-F430-4E7C-96BE-A4128C1BDB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52992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3FC0A8-2B11-4C9B-90A3-E76C8F47CA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52992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4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7563D3-E615-47B6-8EBC-2FCB138583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51200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30067B-D3FA-4FD8-B75F-4ACD9373ED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51200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4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0D415D-3BE3-4155-B2D4-8696B57D46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49620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1ADBF5-0077-404D-A592-1017AA0347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49620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4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3B500B-E502-4CC8-A422-4FB59170EE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48206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6E9F84-B1C0-43F1-A588-B3F3ABAD60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48206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4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D20445-6F33-480C-B823-1C08D724D2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38904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25FFF2-8F90-4615-8707-70C4DD5AE1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38904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4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1E45DA-EAB9-4B77-878B-0421DDCCED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33463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BDF603-BA7E-4F34-B8D8-01C473A491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33463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4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781DE9-CB6E-48E5-B1F0-09D52E3A63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29602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0E4797-C194-47C8-B065-6357398BF0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29602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4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8014C6-CB91-46D4-9077-C0196C23FB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26608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F5DF69-07B2-46C6-81CA-E80D52E24F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26608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4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A0EB22-BD93-4CF2-88D7-3ED115DCE1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24161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136F05-A970-4BEC-8CC9-A84A2FEFCA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7" y="24161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471" name="Text C">
            <a:extLst xmlns:a="http://schemas.openxmlformats.org/drawingml/2006/main">
              <a:ext uri="{FF2B5EF4-FFF2-40B4-BE49-F238E27FC236}">
                <a16:creationId xmlns:a16="http://schemas.microsoft.com/office/drawing/2014/main" id="{436F5E4E-02DA-4227-91FA-F5D2349D8E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37031" y="914815"/>
            <a:ext cx="76562" cy="59471"/>
          </a:xfrm>
          <a:custGeom xmlns:a="http://schemas.openxmlformats.org/drawingml/2006/main">
            <a:pathLst>
              <a:path w="76562" h="59471">
                <a:moveTo>
                  <a:pt x="7014" y="0"/>
                </a:moveTo>
                <a:lnTo>
                  <a:pt x="17585" y="0"/>
                </a:lnTo>
                <a:cubicBezTo>
                  <a:pt x="14440" y="3359"/>
                  <a:pt x="12089" y="6940"/>
                  <a:pt x="10533" y="10743"/>
                </a:cubicBezTo>
                <a:cubicBezTo>
                  <a:pt x="8978" y="14547"/>
                  <a:pt x="8200" y="18589"/>
                  <a:pt x="8200" y="22870"/>
                </a:cubicBezTo>
                <a:cubicBezTo>
                  <a:pt x="8200" y="31300"/>
                  <a:pt x="10778" y="37754"/>
                  <a:pt x="15936" y="42233"/>
                </a:cubicBezTo>
                <a:cubicBezTo>
                  <a:pt x="21094" y="46711"/>
                  <a:pt x="28550" y="48950"/>
                  <a:pt x="38306" y="48950"/>
                </a:cubicBezTo>
                <a:cubicBezTo>
                  <a:pt x="48028" y="48950"/>
                  <a:pt x="55468" y="46711"/>
                  <a:pt x="60626" y="42233"/>
                </a:cubicBezTo>
                <a:cubicBezTo>
                  <a:pt x="65784" y="37754"/>
                  <a:pt x="68362" y="31300"/>
                  <a:pt x="68362" y="22870"/>
                </a:cubicBezTo>
                <a:cubicBezTo>
                  <a:pt x="68362" y="18589"/>
                  <a:pt x="67584" y="14547"/>
                  <a:pt x="66029" y="10743"/>
                </a:cubicBezTo>
                <a:cubicBezTo>
                  <a:pt x="64473" y="6940"/>
                  <a:pt x="62122" y="3359"/>
                  <a:pt x="58977" y="0"/>
                </a:cubicBezTo>
                <a:lnTo>
                  <a:pt x="69449" y="0"/>
                </a:lnTo>
                <a:cubicBezTo>
                  <a:pt x="71820" y="3491"/>
                  <a:pt x="73598" y="7187"/>
                  <a:pt x="74784" y="11089"/>
                </a:cubicBezTo>
                <a:cubicBezTo>
                  <a:pt x="75969" y="14991"/>
                  <a:pt x="76562" y="19116"/>
                  <a:pt x="76562" y="23463"/>
                </a:cubicBezTo>
                <a:cubicBezTo>
                  <a:pt x="76562" y="34626"/>
                  <a:pt x="73143" y="43418"/>
                  <a:pt x="66306" y="49839"/>
                </a:cubicBezTo>
                <a:cubicBezTo>
                  <a:pt x="59468" y="56261"/>
                  <a:pt x="50135" y="59471"/>
                  <a:pt x="38306" y="59471"/>
                </a:cubicBezTo>
                <a:cubicBezTo>
                  <a:pt x="26444" y="59471"/>
                  <a:pt x="17094" y="56261"/>
                  <a:pt x="10257" y="49839"/>
                </a:cubicBezTo>
                <a:cubicBezTo>
                  <a:pt x="3419" y="43418"/>
                  <a:pt x="0" y="34626"/>
                  <a:pt x="0" y="23463"/>
                </a:cubicBezTo>
                <a:cubicBezTo>
                  <a:pt x="0" y="19050"/>
                  <a:pt x="585" y="14893"/>
                  <a:pt x="1754" y="10990"/>
                </a:cubicBezTo>
                <a:cubicBezTo>
                  <a:pt x="2923" y="7088"/>
                  <a:pt x="4676" y="3425"/>
                  <a:pt x="7014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2" name="Text V">
            <a:extLst xmlns:a="http://schemas.openxmlformats.org/drawingml/2006/main">
              <a:ext uri="{FF2B5EF4-FFF2-40B4-BE49-F238E27FC236}">
                <a16:creationId xmlns:a16="http://schemas.microsoft.com/office/drawing/2014/main" id="{52B35715-87F7-431E-9631-727B207DE3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38315" y="840994"/>
            <a:ext cx="73796" cy="67572"/>
          </a:xfrm>
          <a:custGeom xmlns:a="http://schemas.openxmlformats.org/drawingml/2006/main">
            <a:pathLst>
              <a:path w="73796" h="67572">
                <a:moveTo>
                  <a:pt x="73796" y="39417"/>
                </a:moveTo>
                <a:lnTo>
                  <a:pt x="0" y="67572"/>
                </a:lnTo>
                <a:lnTo>
                  <a:pt x="0" y="57150"/>
                </a:lnTo>
                <a:lnTo>
                  <a:pt x="62131" y="33786"/>
                </a:lnTo>
                <a:lnTo>
                  <a:pt x="0" y="10373"/>
                </a:lnTo>
                <a:lnTo>
                  <a:pt x="0" y="0"/>
                </a:lnTo>
                <a:lnTo>
                  <a:pt x="73796" y="28106"/>
                </a:lnTo>
                <a:lnTo>
                  <a:pt x="73796" y="39417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3" name="Text C">
            <a:extLst xmlns:a="http://schemas.openxmlformats.org/drawingml/2006/main">
              <a:ext uri="{FF2B5EF4-FFF2-40B4-BE49-F238E27FC236}">
                <a16:creationId xmlns:a16="http://schemas.microsoft.com/office/drawing/2014/main" id="{5F614BCC-ABA4-487A-95E2-43822B4DFF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37031" y="775011"/>
            <a:ext cx="76562" cy="59471"/>
          </a:xfrm>
          <a:custGeom xmlns:a="http://schemas.openxmlformats.org/drawingml/2006/main">
            <a:pathLst>
              <a:path w="76562" h="59471">
                <a:moveTo>
                  <a:pt x="7014" y="0"/>
                </a:moveTo>
                <a:lnTo>
                  <a:pt x="17585" y="0"/>
                </a:lnTo>
                <a:cubicBezTo>
                  <a:pt x="14440" y="3359"/>
                  <a:pt x="12089" y="6940"/>
                  <a:pt x="10533" y="10743"/>
                </a:cubicBezTo>
                <a:cubicBezTo>
                  <a:pt x="8978" y="14547"/>
                  <a:pt x="8200" y="18589"/>
                  <a:pt x="8200" y="22870"/>
                </a:cubicBezTo>
                <a:cubicBezTo>
                  <a:pt x="8200" y="31300"/>
                  <a:pt x="10778" y="37754"/>
                  <a:pt x="15936" y="42233"/>
                </a:cubicBezTo>
                <a:cubicBezTo>
                  <a:pt x="21094" y="46711"/>
                  <a:pt x="28550" y="48950"/>
                  <a:pt x="38306" y="48950"/>
                </a:cubicBezTo>
                <a:cubicBezTo>
                  <a:pt x="48028" y="48950"/>
                  <a:pt x="55468" y="46711"/>
                  <a:pt x="60626" y="42233"/>
                </a:cubicBezTo>
                <a:cubicBezTo>
                  <a:pt x="65784" y="37754"/>
                  <a:pt x="68362" y="31300"/>
                  <a:pt x="68362" y="22870"/>
                </a:cubicBezTo>
                <a:cubicBezTo>
                  <a:pt x="68362" y="18589"/>
                  <a:pt x="67584" y="14547"/>
                  <a:pt x="66029" y="10743"/>
                </a:cubicBezTo>
                <a:cubicBezTo>
                  <a:pt x="64473" y="6940"/>
                  <a:pt x="62122" y="3359"/>
                  <a:pt x="58977" y="0"/>
                </a:cubicBezTo>
                <a:lnTo>
                  <a:pt x="69449" y="0"/>
                </a:lnTo>
                <a:cubicBezTo>
                  <a:pt x="71820" y="3491"/>
                  <a:pt x="73598" y="7187"/>
                  <a:pt x="74784" y="11089"/>
                </a:cubicBezTo>
                <a:cubicBezTo>
                  <a:pt x="75969" y="14991"/>
                  <a:pt x="76562" y="19116"/>
                  <a:pt x="76562" y="23463"/>
                </a:cubicBezTo>
                <a:cubicBezTo>
                  <a:pt x="76562" y="34626"/>
                  <a:pt x="73143" y="43418"/>
                  <a:pt x="66306" y="49839"/>
                </a:cubicBezTo>
                <a:cubicBezTo>
                  <a:pt x="59468" y="56261"/>
                  <a:pt x="50135" y="59471"/>
                  <a:pt x="38306" y="59471"/>
                </a:cubicBezTo>
                <a:cubicBezTo>
                  <a:pt x="26444" y="59471"/>
                  <a:pt x="17094" y="56261"/>
                  <a:pt x="10257" y="49839"/>
                </a:cubicBezTo>
                <a:cubicBezTo>
                  <a:pt x="3419" y="43418"/>
                  <a:pt x="0" y="34626"/>
                  <a:pt x="0" y="23463"/>
                </a:cubicBezTo>
                <a:cubicBezTo>
                  <a:pt x="0" y="19050"/>
                  <a:pt x="585" y="14893"/>
                  <a:pt x="1754" y="10990"/>
                </a:cubicBezTo>
                <a:cubicBezTo>
                  <a:pt x="2923" y="7088"/>
                  <a:pt x="4676" y="3425"/>
                  <a:pt x="7014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4" name="Text 5">
            <a:extLst xmlns:a="http://schemas.openxmlformats.org/drawingml/2006/main">
              <a:ext uri="{FF2B5EF4-FFF2-40B4-BE49-F238E27FC236}">
                <a16:creationId xmlns:a16="http://schemas.microsoft.com/office/drawing/2014/main" id="{243D016E-A8B4-4745-82AA-CD49C894AD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38315" y="714033"/>
            <a:ext cx="75278" cy="47715"/>
          </a:xfrm>
          <a:custGeom xmlns:a="http://schemas.openxmlformats.org/drawingml/2006/main">
            <a:pathLst>
              <a:path w="75278" h="47715">
                <a:moveTo>
                  <a:pt x="0" y="44604"/>
                </a:moveTo>
                <a:lnTo>
                  <a:pt x="0" y="5433"/>
                </a:lnTo>
                <a:lnTo>
                  <a:pt x="8397" y="5433"/>
                </a:lnTo>
                <a:lnTo>
                  <a:pt x="8397" y="35465"/>
                </a:lnTo>
                <a:lnTo>
                  <a:pt x="26476" y="35465"/>
                </a:lnTo>
                <a:cubicBezTo>
                  <a:pt x="25982" y="34017"/>
                  <a:pt x="25611" y="32568"/>
                  <a:pt x="25364" y="31119"/>
                </a:cubicBezTo>
                <a:cubicBezTo>
                  <a:pt x="25117" y="29670"/>
                  <a:pt x="24994" y="28221"/>
                  <a:pt x="24994" y="26772"/>
                </a:cubicBezTo>
                <a:cubicBezTo>
                  <a:pt x="24994" y="18540"/>
                  <a:pt x="27254" y="12019"/>
                  <a:pt x="31775" y="7212"/>
                </a:cubicBezTo>
                <a:cubicBezTo>
                  <a:pt x="36294" y="2404"/>
                  <a:pt x="42415" y="0"/>
                  <a:pt x="50136" y="0"/>
                </a:cubicBezTo>
                <a:cubicBezTo>
                  <a:pt x="58087" y="0"/>
                  <a:pt x="64266" y="2470"/>
                  <a:pt x="68671" y="7409"/>
                </a:cubicBezTo>
                <a:cubicBezTo>
                  <a:pt x="73076" y="12349"/>
                  <a:pt x="75278" y="19313"/>
                  <a:pt x="75278" y="28303"/>
                </a:cubicBezTo>
                <a:cubicBezTo>
                  <a:pt x="75278" y="31399"/>
                  <a:pt x="75014" y="34552"/>
                  <a:pt x="74487" y="37762"/>
                </a:cubicBezTo>
                <a:cubicBezTo>
                  <a:pt x="73961" y="40973"/>
                  <a:pt x="73170" y="44291"/>
                  <a:pt x="72116" y="47715"/>
                </a:cubicBezTo>
                <a:lnTo>
                  <a:pt x="62040" y="47715"/>
                </a:lnTo>
                <a:cubicBezTo>
                  <a:pt x="63670" y="44752"/>
                  <a:pt x="64884" y="41689"/>
                  <a:pt x="65683" y="38528"/>
                </a:cubicBezTo>
                <a:cubicBezTo>
                  <a:pt x="66481" y="35367"/>
                  <a:pt x="66881" y="32024"/>
                  <a:pt x="66881" y="28501"/>
                </a:cubicBezTo>
                <a:cubicBezTo>
                  <a:pt x="66881" y="22804"/>
                  <a:pt x="65378" y="18293"/>
                  <a:pt x="62373" y="14967"/>
                </a:cubicBezTo>
                <a:cubicBezTo>
                  <a:pt x="59367" y="11641"/>
                  <a:pt x="55288" y="9978"/>
                  <a:pt x="50136" y="9978"/>
                </a:cubicBezTo>
                <a:cubicBezTo>
                  <a:pt x="44983" y="9978"/>
                  <a:pt x="40905" y="11641"/>
                  <a:pt x="37900" y="14967"/>
                </a:cubicBezTo>
                <a:cubicBezTo>
                  <a:pt x="34894" y="18293"/>
                  <a:pt x="33391" y="22804"/>
                  <a:pt x="33391" y="28501"/>
                </a:cubicBezTo>
                <a:cubicBezTo>
                  <a:pt x="33391" y="31168"/>
                  <a:pt x="33687" y="33827"/>
                  <a:pt x="34280" y="36478"/>
                </a:cubicBezTo>
                <a:cubicBezTo>
                  <a:pt x="34873" y="39129"/>
                  <a:pt x="35795" y="41837"/>
                  <a:pt x="37046" y="44604"/>
                </a:cubicBezTo>
                <a:lnTo>
                  <a:pt x="0" y="44604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3BC254-3CAC-4DBC-A344-305A824B6D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18528" y="241614"/>
            <a:ext cx="1612790" cy="1201788"/>
          </a:xfrm>
          <a:custGeom xmlns:a="http://schemas.openxmlformats.org/drawingml/2006/main">
            <a:pathLst>
              <a:path w="1612790" h="1201788" fill="none">
                <a:moveTo>
                  <a:pt x="0" y="1201788"/>
                </a:moveTo>
                <a:lnTo>
                  <a:pt x="1612790" y="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sq">
            <a:solidFill>
              <a:srgbClr val="000000"/>
            </a:solidFill>
            <a:round/>
          </a:ln>
        </p:spPr>
      </p:sp>
      <p:sp>
        <p:nvSpPr>
          <p:cNvPr id="14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AA6057-CCA8-4B36-BDC4-E3A582471A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18528" y="241614"/>
            <a:ext cx="10" cy="1201788"/>
          </a:xfrm>
          <a:custGeom xmlns:a="http://schemas.openxmlformats.org/drawingml/2006/main">
            <a:pathLst>
              <a:path w="1" h="1201788" fill="none">
                <a:moveTo>
                  <a:pt x="0" y="1201788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14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DF1B34-291D-4780-99B0-855101BFF3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31318" y="241614"/>
            <a:ext cx="10" cy="1201788"/>
          </a:xfrm>
          <a:custGeom xmlns:a="http://schemas.openxmlformats.org/drawingml/2006/main">
            <a:pathLst>
              <a:path w="1" h="1201788" fill="none">
                <a:moveTo>
                  <a:pt x="0" y="1201788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14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81817D-4F48-47BC-A273-36247CB295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18528" y="1443402"/>
            <a:ext cx="1612790" cy="10"/>
          </a:xfrm>
          <a:custGeom xmlns:a="http://schemas.openxmlformats.org/drawingml/2006/main">
            <a:pathLst>
              <a:path w="1612790" h="1" fill="none">
                <a:moveTo>
                  <a:pt x="0" y="0"/>
                </a:moveTo>
                <a:lnTo>
                  <a:pt x="161279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14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7C986D-E936-44CE-B45D-3DECB5AD50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18528" y="241614"/>
            <a:ext cx="1612790" cy="10"/>
          </a:xfrm>
          <a:custGeom xmlns:a="http://schemas.openxmlformats.org/drawingml/2006/main">
            <a:pathLst>
              <a:path w="1612790" h="1" fill="none">
                <a:moveTo>
                  <a:pt x="0" y="0"/>
                </a:moveTo>
                <a:lnTo>
                  <a:pt x="161279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1480" name="Text 121">
            <a:extLst xmlns:a="http://schemas.openxmlformats.org/drawingml/2006/main">
              <a:ext uri="{FF2B5EF4-FFF2-40B4-BE49-F238E27FC236}">
                <a16:creationId xmlns:a16="http://schemas.microsoft.com/office/drawing/2014/main" id="{71A1E78E-F49F-4760-A2CC-43D38462C7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80509" y="621281"/>
            <a:ext cx="369832" cy="160886"/>
          </a:xfrm>
          <a:custGeom xmlns:a="http://schemas.openxmlformats.org/drawingml/2006/main">
            <a:pathLst>
              <a:path w="369832" h="160886">
                <a:moveTo>
                  <a:pt x="3070" y="142892"/>
                </a:moveTo>
                <a:lnTo>
                  <a:pt x="37999" y="142892"/>
                </a:lnTo>
                <a:lnTo>
                  <a:pt x="37999" y="22228"/>
                </a:lnTo>
                <a:lnTo>
                  <a:pt x="0" y="29849"/>
                </a:lnTo>
                <a:lnTo>
                  <a:pt x="0" y="10373"/>
                </a:lnTo>
                <a:lnTo>
                  <a:pt x="37787" y="2752"/>
                </a:lnTo>
                <a:lnTo>
                  <a:pt x="59168" y="2752"/>
                </a:lnTo>
                <a:lnTo>
                  <a:pt x="59168" y="142892"/>
                </a:lnTo>
                <a:lnTo>
                  <a:pt x="94097" y="142892"/>
                </a:lnTo>
                <a:lnTo>
                  <a:pt x="94097" y="160886"/>
                </a:lnTo>
                <a:lnTo>
                  <a:pt x="3070" y="160886"/>
                </a:lnTo>
                <a:lnTo>
                  <a:pt x="3070" y="142892"/>
                </a:lnTo>
                <a:close/>
                <a:moveTo>
                  <a:pt x="155650" y="142892"/>
                </a:moveTo>
                <a:lnTo>
                  <a:pt x="230271" y="142892"/>
                </a:lnTo>
                <a:lnTo>
                  <a:pt x="230271" y="160886"/>
                </a:lnTo>
                <a:lnTo>
                  <a:pt x="129929" y="160886"/>
                </a:lnTo>
                <a:lnTo>
                  <a:pt x="129929" y="142892"/>
                </a:lnTo>
                <a:cubicBezTo>
                  <a:pt x="138044" y="134495"/>
                  <a:pt x="149105" y="123222"/>
                  <a:pt x="163112" y="109074"/>
                </a:cubicBezTo>
                <a:cubicBezTo>
                  <a:pt x="177119" y="94926"/>
                  <a:pt x="185922" y="85806"/>
                  <a:pt x="189520" y="81713"/>
                </a:cubicBezTo>
                <a:cubicBezTo>
                  <a:pt x="196365" y="74022"/>
                  <a:pt x="201146" y="67512"/>
                  <a:pt x="203863" y="62185"/>
                </a:cubicBezTo>
                <a:cubicBezTo>
                  <a:pt x="206579" y="56857"/>
                  <a:pt x="207938" y="51618"/>
                  <a:pt x="207938" y="46466"/>
                </a:cubicBezTo>
                <a:cubicBezTo>
                  <a:pt x="207938" y="38069"/>
                  <a:pt x="204992" y="31225"/>
                  <a:pt x="199099" y="25932"/>
                </a:cubicBezTo>
                <a:cubicBezTo>
                  <a:pt x="193207" y="20640"/>
                  <a:pt x="185534" y="17994"/>
                  <a:pt x="176078" y="17994"/>
                </a:cubicBezTo>
                <a:cubicBezTo>
                  <a:pt x="169374" y="17994"/>
                  <a:pt x="162300" y="19167"/>
                  <a:pt x="154856" y="21513"/>
                </a:cubicBezTo>
                <a:cubicBezTo>
                  <a:pt x="147411" y="23859"/>
                  <a:pt x="139455" y="27414"/>
                  <a:pt x="130988" y="32177"/>
                </a:cubicBezTo>
                <a:lnTo>
                  <a:pt x="130988" y="10585"/>
                </a:lnTo>
                <a:cubicBezTo>
                  <a:pt x="139596" y="7092"/>
                  <a:pt x="147641" y="4454"/>
                  <a:pt x="155120" y="2673"/>
                </a:cubicBezTo>
                <a:cubicBezTo>
                  <a:pt x="162600" y="891"/>
                  <a:pt x="169445" y="0"/>
                  <a:pt x="175655" y="0"/>
                </a:cubicBezTo>
                <a:cubicBezTo>
                  <a:pt x="192025" y="0"/>
                  <a:pt x="205080" y="4093"/>
                  <a:pt x="214818" y="12278"/>
                </a:cubicBezTo>
                <a:cubicBezTo>
                  <a:pt x="224555" y="20464"/>
                  <a:pt x="229424" y="31401"/>
                  <a:pt x="229424" y="45090"/>
                </a:cubicBezTo>
                <a:cubicBezTo>
                  <a:pt x="229424" y="51582"/>
                  <a:pt x="228207" y="57739"/>
                  <a:pt x="225773" y="63561"/>
                </a:cubicBezTo>
                <a:cubicBezTo>
                  <a:pt x="223338" y="69382"/>
                  <a:pt x="218910" y="76244"/>
                  <a:pt x="212489" y="84148"/>
                </a:cubicBezTo>
                <a:cubicBezTo>
                  <a:pt x="210725" y="86194"/>
                  <a:pt x="205115" y="92104"/>
                  <a:pt x="195659" y="101877"/>
                </a:cubicBezTo>
                <a:cubicBezTo>
                  <a:pt x="186204" y="111650"/>
                  <a:pt x="172867" y="125322"/>
                  <a:pt x="155650" y="142892"/>
                </a:cubicBezTo>
                <a:close/>
                <a:moveTo>
                  <a:pt x="278804" y="142892"/>
                </a:moveTo>
                <a:lnTo>
                  <a:pt x="313733" y="142892"/>
                </a:lnTo>
                <a:lnTo>
                  <a:pt x="313733" y="22228"/>
                </a:lnTo>
                <a:lnTo>
                  <a:pt x="275735" y="29849"/>
                </a:lnTo>
                <a:lnTo>
                  <a:pt x="275735" y="10373"/>
                </a:lnTo>
                <a:lnTo>
                  <a:pt x="313522" y="2752"/>
                </a:lnTo>
                <a:lnTo>
                  <a:pt x="334903" y="2752"/>
                </a:lnTo>
                <a:lnTo>
                  <a:pt x="334903" y="142892"/>
                </a:lnTo>
                <a:lnTo>
                  <a:pt x="369832" y="142892"/>
                </a:lnTo>
                <a:lnTo>
                  <a:pt x="369832" y="160886"/>
                </a:lnTo>
                <a:lnTo>
                  <a:pt x="278804" y="160886"/>
                </a:lnTo>
                <a:lnTo>
                  <a:pt x="278804" y="142892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1" name="Text 36">
            <a:extLst xmlns:a="http://schemas.openxmlformats.org/drawingml/2006/main">
              <a:ext uri="{FF2B5EF4-FFF2-40B4-BE49-F238E27FC236}">
                <a16:creationId xmlns:a16="http://schemas.microsoft.com/office/drawing/2014/main" id="{09C42717-F33A-4A68-B970-7440BC323F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64747" y="861639"/>
            <a:ext cx="245619" cy="164061"/>
          </a:xfrm>
          <a:custGeom xmlns:a="http://schemas.openxmlformats.org/drawingml/2006/main">
            <a:pathLst>
              <a:path w="245619" h="164061">
                <a:moveTo>
                  <a:pt x="71446" y="75574"/>
                </a:moveTo>
                <a:cubicBezTo>
                  <a:pt x="81678" y="77766"/>
                  <a:pt x="89669" y="82328"/>
                  <a:pt x="95420" y="89261"/>
                </a:cubicBezTo>
                <a:cubicBezTo>
                  <a:pt x="101171" y="96192"/>
                  <a:pt x="104047" y="104750"/>
                  <a:pt x="104047" y="114936"/>
                </a:cubicBezTo>
                <a:cubicBezTo>
                  <a:pt x="104047" y="130568"/>
                  <a:pt x="98684" y="142664"/>
                  <a:pt x="87958" y="151224"/>
                </a:cubicBezTo>
                <a:cubicBezTo>
                  <a:pt x="77232" y="159782"/>
                  <a:pt x="61991" y="164061"/>
                  <a:pt x="42233" y="164061"/>
                </a:cubicBezTo>
                <a:cubicBezTo>
                  <a:pt x="35600" y="164061"/>
                  <a:pt x="28772" y="163409"/>
                  <a:pt x="21751" y="162103"/>
                </a:cubicBezTo>
                <a:cubicBezTo>
                  <a:pt x="14730" y="160798"/>
                  <a:pt x="7480" y="158840"/>
                  <a:pt x="0" y="156229"/>
                </a:cubicBezTo>
                <a:lnTo>
                  <a:pt x="0" y="135483"/>
                </a:lnTo>
                <a:cubicBezTo>
                  <a:pt x="5927" y="138976"/>
                  <a:pt x="12419" y="141613"/>
                  <a:pt x="19476" y="143395"/>
                </a:cubicBezTo>
                <a:cubicBezTo>
                  <a:pt x="26532" y="145177"/>
                  <a:pt x="33906" y="146068"/>
                  <a:pt x="41598" y="146068"/>
                </a:cubicBezTo>
                <a:cubicBezTo>
                  <a:pt x="55005" y="146068"/>
                  <a:pt x="65219" y="143413"/>
                  <a:pt x="72240" y="138103"/>
                </a:cubicBezTo>
                <a:cubicBezTo>
                  <a:pt x="79261" y="132791"/>
                  <a:pt x="82772" y="125071"/>
                  <a:pt x="82772" y="114946"/>
                </a:cubicBezTo>
                <a:cubicBezTo>
                  <a:pt x="82772" y="105600"/>
                  <a:pt x="79508" y="98290"/>
                  <a:pt x="72981" y="93016"/>
                </a:cubicBezTo>
                <a:cubicBezTo>
                  <a:pt x="66454" y="87739"/>
                  <a:pt x="57369" y="85100"/>
                  <a:pt x="45726" y="85100"/>
                </a:cubicBezTo>
                <a:lnTo>
                  <a:pt x="27308" y="85100"/>
                </a:lnTo>
                <a:lnTo>
                  <a:pt x="27308" y="67530"/>
                </a:lnTo>
                <a:lnTo>
                  <a:pt x="46572" y="67530"/>
                </a:lnTo>
                <a:cubicBezTo>
                  <a:pt x="57086" y="67530"/>
                  <a:pt x="65131" y="65435"/>
                  <a:pt x="70705" y="61245"/>
                </a:cubicBezTo>
                <a:cubicBezTo>
                  <a:pt x="76280" y="57055"/>
                  <a:pt x="79067" y="51018"/>
                  <a:pt x="79067" y="43132"/>
                </a:cubicBezTo>
                <a:cubicBezTo>
                  <a:pt x="79067" y="35035"/>
                  <a:pt x="76192" y="28821"/>
                  <a:pt x="70441" y="24490"/>
                </a:cubicBezTo>
                <a:cubicBezTo>
                  <a:pt x="64690" y="20159"/>
                  <a:pt x="56451" y="17994"/>
                  <a:pt x="45726" y="17994"/>
                </a:cubicBezTo>
                <a:cubicBezTo>
                  <a:pt x="39869" y="17994"/>
                  <a:pt x="33588" y="18629"/>
                  <a:pt x="26885" y="19899"/>
                </a:cubicBezTo>
                <a:cubicBezTo>
                  <a:pt x="20181" y="21169"/>
                  <a:pt x="12807" y="23145"/>
                  <a:pt x="4763" y="25826"/>
                </a:cubicBezTo>
                <a:lnTo>
                  <a:pt x="4763" y="6774"/>
                </a:lnTo>
                <a:cubicBezTo>
                  <a:pt x="12878" y="4516"/>
                  <a:pt x="20481" y="2823"/>
                  <a:pt x="27573" y="1694"/>
                </a:cubicBezTo>
                <a:cubicBezTo>
                  <a:pt x="34665" y="565"/>
                  <a:pt x="41351" y="0"/>
                  <a:pt x="47631" y="0"/>
                </a:cubicBezTo>
                <a:cubicBezTo>
                  <a:pt x="63860" y="0"/>
                  <a:pt x="76703" y="3683"/>
                  <a:pt x="86159" y="11048"/>
                </a:cubicBezTo>
                <a:cubicBezTo>
                  <a:pt x="95614" y="18411"/>
                  <a:pt x="100342" y="28363"/>
                  <a:pt x="100342" y="40906"/>
                </a:cubicBezTo>
                <a:cubicBezTo>
                  <a:pt x="100342" y="49643"/>
                  <a:pt x="97837" y="57023"/>
                  <a:pt x="92827" y="63048"/>
                </a:cubicBezTo>
                <a:cubicBezTo>
                  <a:pt x="87817" y="69072"/>
                  <a:pt x="80690" y="73248"/>
                  <a:pt x="71446" y="75574"/>
                </a:cubicBezTo>
                <a:close/>
                <a:moveTo>
                  <a:pt x="192907" y="73457"/>
                </a:moveTo>
                <a:cubicBezTo>
                  <a:pt x="183311" y="73457"/>
                  <a:pt x="175707" y="76738"/>
                  <a:pt x="170098" y="83301"/>
                </a:cubicBezTo>
                <a:cubicBezTo>
                  <a:pt x="164488" y="89863"/>
                  <a:pt x="161683" y="98860"/>
                  <a:pt x="161683" y="110292"/>
                </a:cubicBezTo>
                <a:cubicBezTo>
                  <a:pt x="161683" y="121652"/>
                  <a:pt x="164488" y="130632"/>
                  <a:pt x="170098" y="137229"/>
                </a:cubicBezTo>
                <a:cubicBezTo>
                  <a:pt x="175707" y="143827"/>
                  <a:pt x="183311" y="147126"/>
                  <a:pt x="192907" y="147126"/>
                </a:cubicBezTo>
                <a:cubicBezTo>
                  <a:pt x="202504" y="147126"/>
                  <a:pt x="210107" y="143827"/>
                  <a:pt x="215717" y="137229"/>
                </a:cubicBezTo>
                <a:cubicBezTo>
                  <a:pt x="221327" y="130632"/>
                  <a:pt x="224132" y="121652"/>
                  <a:pt x="224132" y="110292"/>
                </a:cubicBezTo>
                <a:cubicBezTo>
                  <a:pt x="224132" y="98860"/>
                  <a:pt x="221327" y="89863"/>
                  <a:pt x="215717" y="83301"/>
                </a:cubicBezTo>
                <a:cubicBezTo>
                  <a:pt x="210107" y="76738"/>
                  <a:pt x="202504" y="73457"/>
                  <a:pt x="192907" y="73457"/>
                </a:cubicBezTo>
                <a:moveTo>
                  <a:pt x="235352" y="6351"/>
                </a:moveTo>
                <a:lnTo>
                  <a:pt x="235352" y="25826"/>
                </a:lnTo>
                <a:cubicBezTo>
                  <a:pt x="229989" y="23286"/>
                  <a:pt x="224573" y="21346"/>
                  <a:pt x="219104" y="20005"/>
                </a:cubicBezTo>
                <a:cubicBezTo>
                  <a:pt x="213636" y="18664"/>
                  <a:pt x="208220" y="17994"/>
                  <a:pt x="202857" y="17994"/>
                </a:cubicBezTo>
                <a:cubicBezTo>
                  <a:pt x="188744" y="17994"/>
                  <a:pt x="177966" y="22766"/>
                  <a:pt x="170521" y="32310"/>
                </a:cubicBezTo>
                <a:cubicBezTo>
                  <a:pt x="163077" y="41853"/>
                  <a:pt x="158825" y="56275"/>
                  <a:pt x="157767" y="75574"/>
                </a:cubicBezTo>
                <a:cubicBezTo>
                  <a:pt x="161930" y="69435"/>
                  <a:pt x="167152" y="64725"/>
                  <a:pt x="173432" y="61444"/>
                </a:cubicBezTo>
                <a:cubicBezTo>
                  <a:pt x="179712" y="58162"/>
                  <a:pt x="186627" y="56522"/>
                  <a:pt x="194178" y="56522"/>
                </a:cubicBezTo>
                <a:cubicBezTo>
                  <a:pt x="210055" y="56522"/>
                  <a:pt x="222597" y="61338"/>
                  <a:pt x="231806" y="70970"/>
                </a:cubicBezTo>
                <a:cubicBezTo>
                  <a:pt x="241015" y="80602"/>
                  <a:pt x="245619" y="93709"/>
                  <a:pt x="245619" y="110292"/>
                </a:cubicBezTo>
                <a:cubicBezTo>
                  <a:pt x="245619" y="126521"/>
                  <a:pt x="240820" y="139540"/>
                  <a:pt x="231224" y="149349"/>
                </a:cubicBezTo>
                <a:cubicBezTo>
                  <a:pt x="221627" y="159157"/>
                  <a:pt x="208855" y="164061"/>
                  <a:pt x="192907" y="164061"/>
                </a:cubicBezTo>
                <a:cubicBezTo>
                  <a:pt x="174631" y="164061"/>
                  <a:pt x="160660" y="157054"/>
                  <a:pt x="150992" y="143038"/>
                </a:cubicBezTo>
                <a:cubicBezTo>
                  <a:pt x="141325" y="129022"/>
                  <a:pt x="136492" y="108704"/>
                  <a:pt x="136492" y="82084"/>
                </a:cubicBezTo>
                <a:cubicBezTo>
                  <a:pt x="136492" y="57089"/>
                  <a:pt x="142419" y="37160"/>
                  <a:pt x="154274" y="22297"/>
                </a:cubicBezTo>
                <a:cubicBezTo>
                  <a:pt x="166128" y="7432"/>
                  <a:pt x="182041" y="0"/>
                  <a:pt x="202010" y="0"/>
                </a:cubicBezTo>
                <a:cubicBezTo>
                  <a:pt x="207373" y="0"/>
                  <a:pt x="212789" y="529"/>
                  <a:pt x="218258" y="1588"/>
                </a:cubicBezTo>
                <a:cubicBezTo>
                  <a:pt x="223726" y="2646"/>
                  <a:pt x="229424" y="4234"/>
                  <a:pt x="235352" y="6351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2" name="Text 12.11Xspeedup">
            <a:extLst xmlns:a="http://schemas.openxmlformats.org/drawingml/2006/main">
              <a:ext uri="{FF2B5EF4-FFF2-40B4-BE49-F238E27FC236}">
                <a16:creationId xmlns:a16="http://schemas.microsoft.com/office/drawing/2014/main" id="{441070D3-D9B8-4BCA-8BA5-6684384DC3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65974" y="110421"/>
            <a:ext cx="923766" cy="111886"/>
          </a:xfrm>
          <a:custGeom xmlns:a="http://schemas.openxmlformats.org/drawingml/2006/main">
            <a:pathLst>
              <a:path w="923766" h="111886">
                <a:moveTo>
                  <a:pt x="1637" y="78241"/>
                </a:moveTo>
                <a:lnTo>
                  <a:pt x="20266" y="78241"/>
                </a:lnTo>
                <a:lnTo>
                  <a:pt x="20266" y="13887"/>
                </a:lnTo>
                <a:lnTo>
                  <a:pt x="0" y="17951"/>
                </a:lnTo>
                <a:lnTo>
                  <a:pt x="0" y="7564"/>
                </a:lnTo>
                <a:lnTo>
                  <a:pt x="20153" y="3500"/>
                </a:lnTo>
                <a:lnTo>
                  <a:pt x="31556" y="3500"/>
                </a:lnTo>
                <a:lnTo>
                  <a:pt x="31556" y="78241"/>
                </a:lnTo>
                <a:lnTo>
                  <a:pt x="50185" y="78241"/>
                </a:lnTo>
                <a:lnTo>
                  <a:pt x="50185" y="87838"/>
                </a:lnTo>
                <a:lnTo>
                  <a:pt x="1637" y="87838"/>
                </a:lnTo>
                <a:lnTo>
                  <a:pt x="1637" y="78241"/>
                </a:lnTo>
                <a:close/>
                <a:moveTo>
                  <a:pt x="83014" y="78241"/>
                </a:moveTo>
                <a:lnTo>
                  <a:pt x="122812" y="78241"/>
                </a:lnTo>
                <a:lnTo>
                  <a:pt x="122812" y="87838"/>
                </a:lnTo>
                <a:lnTo>
                  <a:pt x="69296" y="87838"/>
                </a:lnTo>
                <a:lnTo>
                  <a:pt x="69296" y="78241"/>
                </a:lnTo>
                <a:cubicBezTo>
                  <a:pt x="73624" y="73763"/>
                  <a:pt x="79523" y="67751"/>
                  <a:pt x="86993" y="60205"/>
                </a:cubicBezTo>
                <a:cubicBezTo>
                  <a:pt x="94464" y="52660"/>
                  <a:pt x="99159" y="47795"/>
                  <a:pt x="101078" y="45613"/>
                </a:cubicBezTo>
                <a:cubicBezTo>
                  <a:pt x="104728" y="41510"/>
                  <a:pt x="107278" y="38039"/>
                  <a:pt x="108727" y="35197"/>
                </a:cubicBezTo>
                <a:cubicBezTo>
                  <a:pt x="110176" y="32356"/>
                  <a:pt x="110900" y="29562"/>
                  <a:pt x="110900" y="26814"/>
                </a:cubicBezTo>
                <a:cubicBezTo>
                  <a:pt x="110900" y="22336"/>
                  <a:pt x="109329" y="18685"/>
                  <a:pt x="106187" y="15863"/>
                </a:cubicBezTo>
                <a:cubicBezTo>
                  <a:pt x="103044" y="13040"/>
                  <a:pt x="98952" y="11629"/>
                  <a:pt x="93909" y="11629"/>
                </a:cubicBezTo>
                <a:cubicBezTo>
                  <a:pt x="90333" y="11629"/>
                  <a:pt x="86561" y="12255"/>
                  <a:pt x="82590" y="13506"/>
                </a:cubicBezTo>
                <a:cubicBezTo>
                  <a:pt x="78620" y="14757"/>
                  <a:pt x="74377" y="16653"/>
                  <a:pt x="69860" y="19193"/>
                </a:cubicBezTo>
                <a:lnTo>
                  <a:pt x="69860" y="7677"/>
                </a:lnTo>
                <a:cubicBezTo>
                  <a:pt x="74452" y="5814"/>
                  <a:pt x="78742" y="4408"/>
                  <a:pt x="82731" y="3458"/>
                </a:cubicBezTo>
                <a:cubicBezTo>
                  <a:pt x="86721" y="2507"/>
                  <a:pt x="90371" y="2032"/>
                  <a:pt x="93683" y="2032"/>
                </a:cubicBezTo>
                <a:cubicBezTo>
                  <a:pt x="102414" y="2032"/>
                  <a:pt x="109376" y="4215"/>
                  <a:pt x="114570" y="8581"/>
                </a:cubicBezTo>
                <a:cubicBezTo>
                  <a:pt x="119763" y="12946"/>
                  <a:pt x="122360" y="18779"/>
                  <a:pt x="122360" y="26080"/>
                </a:cubicBezTo>
                <a:cubicBezTo>
                  <a:pt x="122360" y="29543"/>
                  <a:pt x="121711" y="32826"/>
                  <a:pt x="120413" y="35931"/>
                </a:cubicBezTo>
                <a:cubicBezTo>
                  <a:pt x="119114" y="39036"/>
                  <a:pt x="116753" y="42696"/>
                  <a:pt x="113328" y="46911"/>
                </a:cubicBezTo>
                <a:cubicBezTo>
                  <a:pt x="112387" y="48002"/>
                  <a:pt x="109395" y="51154"/>
                  <a:pt x="104352" y="56367"/>
                </a:cubicBezTo>
                <a:cubicBezTo>
                  <a:pt x="99309" y="61579"/>
                  <a:pt x="92196" y="68871"/>
                  <a:pt x="83014" y="78241"/>
                </a:cubicBezTo>
                <a:close/>
                <a:moveTo>
                  <a:pt x="146720" y="73500"/>
                </a:moveTo>
                <a:lnTo>
                  <a:pt x="158631" y="73500"/>
                </a:lnTo>
                <a:lnTo>
                  <a:pt x="158631" y="87838"/>
                </a:lnTo>
                <a:lnTo>
                  <a:pt x="146720" y="87838"/>
                </a:lnTo>
                <a:lnTo>
                  <a:pt x="146720" y="73500"/>
                </a:lnTo>
                <a:close/>
                <a:moveTo>
                  <a:pt x="185461" y="78241"/>
                </a:moveTo>
                <a:lnTo>
                  <a:pt x="204090" y="78241"/>
                </a:lnTo>
                <a:lnTo>
                  <a:pt x="204090" y="13887"/>
                </a:lnTo>
                <a:lnTo>
                  <a:pt x="183824" y="17951"/>
                </a:lnTo>
                <a:lnTo>
                  <a:pt x="183824" y="7564"/>
                </a:lnTo>
                <a:lnTo>
                  <a:pt x="203977" y="3500"/>
                </a:lnTo>
                <a:lnTo>
                  <a:pt x="215380" y="3500"/>
                </a:lnTo>
                <a:lnTo>
                  <a:pt x="215380" y="78241"/>
                </a:lnTo>
                <a:lnTo>
                  <a:pt x="234009" y="78241"/>
                </a:lnTo>
                <a:lnTo>
                  <a:pt x="234009" y="87838"/>
                </a:lnTo>
                <a:lnTo>
                  <a:pt x="185461" y="87838"/>
                </a:lnTo>
                <a:lnTo>
                  <a:pt x="185461" y="78241"/>
                </a:lnTo>
                <a:close/>
                <a:moveTo>
                  <a:pt x="258990" y="78241"/>
                </a:moveTo>
                <a:lnTo>
                  <a:pt x="277619" y="78241"/>
                </a:lnTo>
                <a:lnTo>
                  <a:pt x="277619" y="13887"/>
                </a:lnTo>
                <a:lnTo>
                  <a:pt x="257353" y="17951"/>
                </a:lnTo>
                <a:lnTo>
                  <a:pt x="257353" y="7564"/>
                </a:lnTo>
                <a:lnTo>
                  <a:pt x="277506" y="3500"/>
                </a:lnTo>
                <a:lnTo>
                  <a:pt x="288909" y="3500"/>
                </a:lnTo>
                <a:lnTo>
                  <a:pt x="288909" y="78241"/>
                </a:lnTo>
                <a:lnTo>
                  <a:pt x="307538" y="78241"/>
                </a:lnTo>
                <a:lnTo>
                  <a:pt x="307538" y="87838"/>
                </a:lnTo>
                <a:lnTo>
                  <a:pt x="258990" y="87838"/>
                </a:lnTo>
                <a:lnTo>
                  <a:pt x="258990" y="78241"/>
                </a:lnTo>
                <a:close/>
                <a:moveTo>
                  <a:pt x="325463" y="3500"/>
                </a:moveTo>
                <a:lnTo>
                  <a:pt x="337713" y="3500"/>
                </a:lnTo>
                <a:lnTo>
                  <a:pt x="358656" y="34830"/>
                </a:lnTo>
                <a:lnTo>
                  <a:pt x="379713" y="3500"/>
                </a:lnTo>
                <a:lnTo>
                  <a:pt x="391962" y="3500"/>
                </a:lnTo>
                <a:lnTo>
                  <a:pt x="364866" y="44002"/>
                </a:lnTo>
                <a:lnTo>
                  <a:pt x="393769" y="87838"/>
                </a:lnTo>
                <a:lnTo>
                  <a:pt x="381519" y="87838"/>
                </a:lnTo>
                <a:lnTo>
                  <a:pt x="357809" y="51992"/>
                </a:lnTo>
                <a:lnTo>
                  <a:pt x="333931" y="87838"/>
                </a:lnTo>
                <a:lnTo>
                  <a:pt x="321624" y="87838"/>
                </a:lnTo>
                <a:lnTo>
                  <a:pt x="351713" y="42817"/>
                </a:lnTo>
                <a:lnTo>
                  <a:pt x="325463" y="3500"/>
                </a:lnTo>
                <a:close/>
                <a:moveTo>
                  <a:pt x="485341" y="26419"/>
                </a:moveTo>
                <a:lnTo>
                  <a:pt x="485341" y="36242"/>
                </a:lnTo>
                <a:cubicBezTo>
                  <a:pt x="482406" y="34736"/>
                  <a:pt x="479357" y="33607"/>
                  <a:pt x="476196" y="32855"/>
                </a:cubicBezTo>
                <a:cubicBezTo>
                  <a:pt x="473035" y="32102"/>
                  <a:pt x="469760" y="31726"/>
                  <a:pt x="466373" y="31726"/>
                </a:cubicBezTo>
                <a:cubicBezTo>
                  <a:pt x="461218" y="31726"/>
                  <a:pt x="457351" y="32518"/>
                  <a:pt x="454773" y="34102"/>
                </a:cubicBezTo>
                <a:cubicBezTo>
                  <a:pt x="452195" y="35686"/>
                  <a:pt x="450906" y="38062"/>
                  <a:pt x="450906" y="41231"/>
                </a:cubicBezTo>
                <a:cubicBezTo>
                  <a:pt x="450906" y="43644"/>
                  <a:pt x="451828" y="45539"/>
                  <a:pt x="453672" y="46916"/>
                </a:cubicBezTo>
                <a:cubicBezTo>
                  <a:pt x="455516" y="48293"/>
                  <a:pt x="459223" y="49604"/>
                  <a:pt x="464793" y="50848"/>
                </a:cubicBezTo>
                <a:lnTo>
                  <a:pt x="468349" y="51642"/>
                </a:lnTo>
                <a:cubicBezTo>
                  <a:pt x="475725" y="53225"/>
                  <a:pt x="480966" y="55459"/>
                  <a:pt x="484071" y="58344"/>
                </a:cubicBezTo>
                <a:cubicBezTo>
                  <a:pt x="487176" y="61228"/>
                  <a:pt x="488728" y="65252"/>
                  <a:pt x="488728" y="70418"/>
                </a:cubicBezTo>
                <a:cubicBezTo>
                  <a:pt x="488728" y="76299"/>
                  <a:pt x="486404" y="80955"/>
                  <a:pt x="481756" y="84386"/>
                </a:cubicBezTo>
                <a:cubicBezTo>
                  <a:pt x="477109" y="87816"/>
                  <a:pt x="470720" y="89532"/>
                  <a:pt x="462591" y="89532"/>
                </a:cubicBezTo>
                <a:cubicBezTo>
                  <a:pt x="459204" y="89532"/>
                  <a:pt x="455676" y="89202"/>
                  <a:pt x="452007" y="88544"/>
                </a:cubicBezTo>
                <a:cubicBezTo>
                  <a:pt x="448337" y="87885"/>
                  <a:pt x="444470" y="86897"/>
                  <a:pt x="440406" y="85580"/>
                </a:cubicBezTo>
                <a:lnTo>
                  <a:pt x="440406" y="74854"/>
                </a:lnTo>
                <a:cubicBezTo>
                  <a:pt x="444244" y="76849"/>
                  <a:pt x="448027" y="78345"/>
                  <a:pt x="451753" y="79342"/>
                </a:cubicBezTo>
                <a:cubicBezTo>
                  <a:pt x="455478" y="80340"/>
                  <a:pt x="459166" y="80838"/>
                  <a:pt x="462817" y="80838"/>
                </a:cubicBezTo>
                <a:cubicBezTo>
                  <a:pt x="467709" y="80838"/>
                  <a:pt x="471473" y="79999"/>
                  <a:pt x="474107" y="78321"/>
                </a:cubicBezTo>
                <a:cubicBezTo>
                  <a:pt x="476742" y="76643"/>
                  <a:pt x="478059" y="74276"/>
                  <a:pt x="478059" y="71222"/>
                </a:cubicBezTo>
                <a:cubicBezTo>
                  <a:pt x="478059" y="68394"/>
                  <a:pt x="477109" y="66225"/>
                  <a:pt x="475208" y="64716"/>
                </a:cubicBezTo>
                <a:cubicBezTo>
                  <a:pt x="473307" y="63207"/>
                  <a:pt x="469139" y="61755"/>
                  <a:pt x="462704" y="60360"/>
                </a:cubicBezTo>
                <a:lnTo>
                  <a:pt x="459091" y="59512"/>
                </a:lnTo>
                <a:cubicBezTo>
                  <a:pt x="452656" y="58155"/>
                  <a:pt x="448008" y="56072"/>
                  <a:pt x="445148" y="53264"/>
                </a:cubicBezTo>
                <a:cubicBezTo>
                  <a:pt x="442288" y="50454"/>
                  <a:pt x="440857" y="46598"/>
                  <a:pt x="440857" y="41696"/>
                </a:cubicBezTo>
                <a:cubicBezTo>
                  <a:pt x="440857" y="35738"/>
                  <a:pt x="442965" y="31138"/>
                  <a:pt x="447180" y="27896"/>
                </a:cubicBezTo>
                <a:cubicBezTo>
                  <a:pt x="451395" y="24653"/>
                  <a:pt x="457379" y="23032"/>
                  <a:pt x="465131" y="23032"/>
                </a:cubicBezTo>
                <a:cubicBezTo>
                  <a:pt x="468970" y="23032"/>
                  <a:pt x="472583" y="23314"/>
                  <a:pt x="475970" y="23879"/>
                </a:cubicBezTo>
                <a:cubicBezTo>
                  <a:pt x="479357" y="24443"/>
                  <a:pt x="482481" y="25290"/>
                  <a:pt x="485341" y="26419"/>
                </a:cubicBezTo>
                <a:close/>
                <a:moveTo>
                  <a:pt x="515317" y="78354"/>
                </a:moveTo>
                <a:lnTo>
                  <a:pt x="515317" y="111886"/>
                </a:lnTo>
                <a:lnTo>
                  <a:pt x="504873" y="111886"/>
                </a:lnTo>
                <a:lnTo>
                  <a:pt x="504873" y="24613"/>
                </a:lnTo>
                <a:lnTo>
                  <a:pt x="515317" y="24613"/>
                </a:lnTo>
                <a:lnTo>
                  <a:pt x="515317" y="34209"/>
                </a:lnTo>
                <a:cubicBezTo>
                  <a:pt x="517500" y="30427"/>
                  <a:pt x="520256" y="27619"/>
                  <a:pt x="523587" y="25784"/>
                </a:cubicBezTo>
                <a:cubicBezTo>
                  <a:pt x="526918" y="23949"/>
                  <a:pt x="530898" y="23032"/>
                  <a:pt x="535527" y="23032"/>
                </a:cubicBezTo>
                <a:cubicBezTo>
                  <a:pt x="543204" y="23032"/>
                  <a:pt x="549442" y="26086"/>
                  <a:pt x="554240" y="32193"/>
                </a:cubicBezTo>
                <a:cubicBezTo>
                  <a:pt x="559038" y="38300"/>
                  <a:pt x="561438" y="46330"/>
                  <a:pt x="561438" y="56282"/>
                </a:cubicBezTo>
                <a:cubicBezTo>
                  <a:pt x="561438" y="66234"/>
                  <a:pt x="559038" y="74263"/>
                  <a:pt x="554240" y="80371"/>
                </a:cubicBezTo>
                <a:cubicBezTo>
                  <a:pt x="549442" y="86478"/>
                  <a:pt x="543204" y="89532"/>
                  <a:pt x="535527" y="89532"/>
                </a:cubicBezTo>
                <a:cubicBezTo>
                  <a:pt x="530898" y="89532"/>
                  <a:pt x="526918" y="88614"/>
                  <a:pt x="523587" y="86780"/>
                </a:cubicBezTo>
                <a:cubicBezTo>
                  <a:pt x="520256" y="84945"/>
                  <a:pt x="517500" y="82137"/>
                  <a:pt x="515317" y="78354"/>
                </a:cubicBezTo>
                <a:moveTo>
                  <a:pt x="550655" y="56282"/>
                </a:moveTo>
                <a:cubicBezTo>
                  <a:pt x="550655" y="48625"/>
                  <a:pt x="549084" y="42618"/>
                  <a:pt x="545942" y="38262"/>
                </a:cubicBezTo>
                <a:cubicBezTo>
                  <a:pt x="542799" y="33904"/>
                  <a:pt x="538481" y="31726"/>
                  <a:pt x="532986" y="31726"/>
                </a:cubicBezTo>
                <a:cubicBezTo>
                  <a:pt x="527492" y="31726"/>
                  <a:pt x="523173" y="33904"/>
                  <a:pt x="520031" y="38262"/>
                </a:cubicBezTo>
                <a:cubicBezTo>
                  <a:pt x="516888" y="42618"/>
                  <a:pt x="515317" y="48625"/>
                  <a:pt x="515317" y="56282"/>
                </a:cubicBezTo>
                <a:cubicBezTo>
                  <a:pt x="515317" y="63939"/>
                  <a:pt x="516888" y="69947"/>
                  <a:pt x="520031" y="74304"/>
                </a:cubicBezTo>
                <a:cubicBezTo>
                  <a:pt x="523173" y="78660"/>
                  <a:pt x="527492" y="80838"/>
                  <a:pt x="532986" y="80838"/>
                </a:cubicBezTo>
                <a:cubicBezTo>
                  <a:pt x="538481" y="80838"/>
                  <a:pt x="542799" y="78660"/>
                  <a:pt x="545942" y="74304"/>
                </a:cubicBezTo>
                <a:cubicBezTo>
                  <a:pt x="549084" y="69947"/>
                  <a:pt x="550655" y="63939"/>
                  <a:pt x="550655" y="56282"/>
                </a:cubicBezTo>
                <a:close/>
                <a:moveTo>
                  <a:pt x="632763" y="53629"/>
                </a:moveTo>
                <a:lnTo>
                  <a:pt x="632763" y="58709"/>
                </a:lnTo>
                <a:lnTo>
                  <a:pt x="585005" y="58709"/>
                </a:lnTo>
                <a:cubicBezTo>
                  <a:pt x="585457" y="65879"/>
                  <a:pt x="587611" y="71340"/>
                  <a:pt x="591469" y="75094"/>
                </a:cubicBezTo>
                <a:cubicBezTo>
                  <a:pt x="595326" y="78848"/>
                  <a:pt x="600698" y="80725"/>
                  <a:pt x="607585" y="80725"/>
                </a:cubicBezTo>
                <a:cubicBezTo>
                  <a:pt x="611575" y="80725"/>
                  <a:pt x="615442" y="80236"/>
                  <a:pt x="619186" y="79258"/>
                </a:cubicBezTo>
                <a:cubicBezTo>
                  <a:pt x="622931" y="78279"/>
                  <a:pt x="626647" y="76811"/>
                  <a:pt x="630335" y="74854"/>
                </a:cubicBezTo>
                <a:lnTo>
                  <a:pt x="630335" y="84677"/>
                </a:lnTo>
                <a:cubicBezTo>
                  <a:pt x="626610" y="86258"/>
                  <a:pt x="622790" y="87462"/>
                  <a:pt x="618876" y="88290"/>
                </a:cubicBezTo>
                <a:cubicBezTo>
                  <a:pt x="614962" y="89118"/>
                  <a:pt x="610991" y="89532"/>
                  <a:pt x="606964" y="89532"/>
                </a:cubicBezTo>
                <a:cubicBezTo>
                  <a:pt x="596879" y="89532"/>
                  <a:pt x="588891" y="86592"/>
                  <a:pt x="583001" y="80711"/>
                </a:cubicBezTo>
                <a:cubicBezTo>
                  <a:pt x="577111" y="74830"/>
                  <a:pt x="574166" y="66875"/>
                  <a:pt x="574166" y="56848"/>
                </a:cubicBezTo>
                <a:cubicBezTo>
                  <a:pt x="574166" y="46481"/>
                  <a:pt x="576961" y="38253"/>
                  <a:pt x="582549" y="32165"/>
                </a:cubicBezTo>
                <a:cubicBezTo>
                  <a:pt x="588138" y="26076"/>
                  <a:pt x="595674" y="23032"/>
                  <a:pt x="605158" y="23032"/>
                </a:cubicBezTo>
                <a:cubicBezTo>
                  <a:pt x="613663" y="23032"/>
                  <a:pt x="620390" y="25775"/>
                  <a:pt x="625339" y="31262"/>
                </a:cubicBezTo>
                <a:cubicBezTo>
                  <a:pt x="630288" y="36747"/>
                  <a:pt x="632763" y="44203"/>
                  <a:pt x="632763" y="53629"/>
                </a:cubicBezTo>
                <a:moveTo>
                  <a:pt x="622376" y="50580"/>
                </a:moveTo>
                <a:cubicBezTo>
                  <a:pt x="622300" y="44880"/>
                  <a:pt x="620710" y="40331"/>
                  <a:pt x="617606" y="36935"/>
                </a:cubicBezTo>
                <a:cubicBezTo>
                  <a:pt x="614501" y="33537"/>
                  <a:pt x="610389" y="31839"/>
                  <a:pt x="605271" y="31839"/>
                </a:cubicBezTo>
                <a:cubicBezTo>
                  <a:pt x="599475" y="31839"/>
                  <a:pt x="594837" y="33481"/>
                  <a:pt x="591356" y="36766"/>
                </a:cubicBezTo>
                <a:cubicBezTo>
                  <a:pt x="587875" y="40049"/>
                  <a:pt x="585871" y="44673"/>
                  <a:pt x="585344" y="50637"/>
                </a:cubicBezTo>
                <a:lnTo>
                  <a:pt x="622376" y="50580"/>
                </a:lnTo>
                <a:close/>
                <a:moveTo>
                  <a:pt x="703864" y="53629"/>
                </a:moveTo>
                <a:lnTo>
                  <a:pt x="703864" y="58709"/>
                </a:lnTo>
                <a:lnTo>
                  <a:pt x="656107" y="58709"/>
                </a:lnTo>
                <a:cubicBezTo>
                  <a:pt x="656558" y="65879"/>
                  <a:pt x="658713" y="71340"/>
                  <a:pt x="662570" y="75094"/>
                </a:cubicBezTo>
                <a:cubicBezTo>
                  <a:pt x="666428" y="78848"/>
                  <a:pt x="671800" y="80725"/>
                  <a:pt x="678687" y="80725"/>
                </a:cubicBezTo>
                <a:cubicBezTo>
                  <a:pt x="682676" y="80725"/>
                  <a:pt x="686543" y="80236"/>
                  <a:pt x="690288" y="79258"/>
                </a:cubicBezTo>
                <a:cubicBezTo>
                  <a:pt x="694032" y="78279"/>
                  <a:pt x="697749" y="76811"/>
                  <a:pt x="701437" y="74854"/>
                </a:cubicBezTo>
                <a:lnTo>
                  <a:pt x="701437" y="84677"/>
                </a:lnTo>
                <a:cubicBezTo>
                  <a:pt x="697711" y="86258"/>
                  <a:pt x="693891" y="87462"/>
                  <a:pt x="689977" y="88290"/>
                </a:cubicBezTo>
                <a:cubicBezTo>
                  <a:pt x="686063" y="89118"/>
                  <a:pt x="682093" y="89532"/>
                  <a:pt x="678066" y="89532"/>
                </a:cubicBezTo>
                <a:cubicBezTo>
                  <a:pt x="667980" y="89532"/>
                  <a:pt x="659992" y="86592"/>
                  <a:pt x="654103" y="80711"/>
                </a:cubicBezTo>
                <a:cubicBezTo>
                  <a:pt x="648213" y="74830"/>
                  <a:pt x="645268" y="66875"/>
                  <a:pt x="645268" y="56848"/>
                </a:cubicBezTo>
                <a:cubicBezTo>
                  <a:pt x="645268" y="46481"/>
                  <a:pt x="648062" y="38253"/>
                  <a:pt x="653651" y="32165"/>
                </a:cubicBezTo>
                <a:cubicBezTo>
                  <a:pt x="659240" y="26076"/>
                  <a:pt x="666776" y="23032"/>
                  <a:pt x="676260" y="23032"/>
                </a:cubicBezTo>
                <a:cubicBezTo>
                  <a:pt x="684765" y="23032"/>
                  <a:pt x="691492" y="25775"/>
                  <a:pt x="696441" y="31262"/>
                </a:cubicBezTo>
                <a:cubicBezTo>
                  <a:pt x="701390" y="36747"/>
                  <a:pt x="703864" y="44203"/>
                  <a:pt x="703864" y="53629"/>
                </a:cubicBezTo>
                <a:moveTo>
                  <a:pt x="693477" y="50580"/>
                </a:moveTo>
                <a:cubicBezTo>
                  <a:pt x="693402" y="44880"/>
                  <a:pt x="691812" y="40331"/>
                  <a:pt x="688707" y="36935"/>
                </a:cubicBezTo>
                <a:cubicBezTo>
                  <a:pt x="685602" y="33537"/>
                  <a:pt x="681491" y="31839"/>
                  <a:pt x="676373" y="31839"/>
                </a:cubicBezTo>
                <a:cubicBezTo>
                  <a:pt x="670577" y="31839"/>
                  <a:pt x="665939" y="33481"/>
                  <a:pt x="662457" y="36766"/>
                </a:cubicBezTo>
                <a:cubicBezTo>
                  <a:pt x="658976" y="40049"/>
                  <a:pt x="656972" y="44673"/>
                  <a:pt x="656445" y="50637"/>
                </a:cubicBezTo>
                <a:lnTo>
                  <a:pt x="693477" y="50580"/>
                </a:lnTo>
                <a:close/>
                <a:moveTo>
                  <a:pt x="762490" y="34209"/>
                </a:moveTo>
                <a:lnTo>
                  <a:pt x="762490" y="0"/>
                </a:lnTo>
                <a:lnTo>
                  <a:pt x="772877" y="0"/>
                </a:lnTo>
                <a:lnTo>
                  <a:pt x="772877" y="87838"/>
                </a:lnTo>
                <a:lnTo>
                  <a:pt x="762490" y="87838"/>
                </a:lnTo>
                <a:lnTo>
                  <a:pt x="762490" y="78354"/>
                </a:lnTo>
                <a:cubicBezTo>
                  <a:pt x="760307" y="82137"/>
                  <a:pt x="757550" y="84945"/>
                  <a:pt x="754220" y="86780"/>
                </a:cubicBezTo>
                <a:cubicBezTo>
                  <a:pt x="750889" y="88614"/>
                  <a:pt x="746891" y="89532"/>
                  <a:pt x="742224" y="89532"/>
                </a:cubicBezTo>
                <a:cubicBezTo>
                  <a:pt x="734584" y="89532"/>
                  <a:pt x="728365" y="86478"/>
                  <a:pt x="723567" y="80371"/>
                </a:cubicBezTo>
                <a:cubicBezTo>
                  <a:pt x="718768" y="74263"/>
                  <a:pt x="716369" y="66234"/>
                  <a:pt x="716369" y="56282"/>
                </a:cubicBezTo>
                <a:cubicBezTo>
                  <a:pt x="716369" y="46330"/>
                  <a:pt x="718768" y="38300"/>
                  <a:pt x="723567" y="32193"/>
                </a:cubicBezTo>
                <a:cubicBezTo>
                  <a:pt x="728365" y="26086"/>
                  <a:pt x="734584" y="23032"/>
                  <a:pt x="742224" y="23032"/>
                </a:cubicBezTo>
                <a:cubicBezTo>
                  <a:pt x="746891" y="23032"/>
                  <a:pt x="750889" y="23949"/>
                  <a:pt x="754220" y="25784"/>
                </a:cubicBezTo>
                <a:cubicBezTo>
                  <a:pt x="757550" y="27619"/>
                  <a:pt x="760307" y="30427"/>
                  <a:pt x="762490" y="34209"/>
                </a:cubicBezTo>
                <a:moveTo>
                  <a:pt x="727095" y="56282"/>
                </a:moveTo>
                <a:cubicBezTo>
                  <a:pt x="727095" y="63939"/>
                  <a:pt x="728666" y="69947"/>
                  <a:pt x="731809" y="74304"/>
                </a:cubicBezTo>
                <a:cubicBezTo>
                  <a:pt x="734951" y="78660"/>
                  <a:pt x="739270" y="80838"/>
                  <a:pt x="744764" y="80838"/>
                </a:cubicBezTo>
                <a:cubicBezTo>
                  <a:pt x="750259" y="80838"/>
                  <a:pt x="754587" y="78660"/>
                  <a:pt x="757748" y="74304"/>
                </a:cubicBezTo>
                <a:cubicBezTo>
                  <a:pt x="760909" y="69947"/>
                  <a:pt x="762490" y="63939"/>
                  <a:pt x="762490" y="56282"/>
                </a:cubicBezTo>
                <a:cubicBezTo>
                  <a:pt x="762490" y="48625"/>
                  <a:pt x="760909" y="42618"/>
                  <a:pt x="757748" y="38262"/>
                </a:cubicBezTo>
                <a:cubicBezTo>
                  <a:pt x="754587" y="33904"/>
                  <a:pt x="750259" y="31726"/>
                  <a:pt x="744764" y="31726"/>
                </a:cubicBezTo>
                <a:cubicBezTo>
                  <a:pt x="739270" y="31726"/>
                  <a:pt x="734951" y="33904"/>
                  <a:pt x="731809" y="38262"/>
                </a:cubicBezTo>
                <a:cubicBezTo>
                  <a:pt x="728666" y="42618"/>
                  <a:pt x="727095" y="48625"/>
                  <a:pt x="727095" y="56282"/>
                </a:cubicBezTo>
                <a:close/>
                <a:moveTo>
                  <a:pt x="793227" y="62887"/>
                </a:moveTo>
                <a:lnTo>
                  <a:pt x="793227" y="24613"/>
                </a:lnTo>
                <a:lnTo>
                  <a:pt x="803614" y="24613"/>
                </a:lnTo>
                <a:lnTo>
                  <a:pt x="803614" y="62492"/>
                </a:lnTo>
                <a:cubicBezTo>
                  <a:pt x="803614" y="68494"/>
                  <a:pt x="804780" y="72996"/>
                  <a:pt x="807114" y="75997"/>
                </a:cubicBezTo>
                <a:cubicBezTo>
                  <a:pt x="809447" y="78999"/>
                  <a:pt x="812947" y="80499"/>
                  <a:pt x="817614" y="80499"/>
                </a:cubicBezTo>
                <a:cubicBezTo>
                  <a:pt x="823221" y="80499"/>
                  <a:pt x="827653" y="78707"/>
                  <a:pt x="830908" y="75123"/>
                </a:cubicBezTo>
                <a:cubicBezTo>
                  <a:pt x="834163" y="71537"/>
                  <a:pt x="835791" y="66649"/>
                  <a:pt x="835791" y="60459"/>
                </a:cubicBezTo>
                <a:lnTo>
                  <a:pt x="835791" y="24613"/>
                </a:lnTo>
                <a:lnTo>
                  <a:pt x="846178" y="24613"/>
                </a:lnTo>
                <a:lnTo>
                  <a:pt x="846178" y="87838"/>
                </a:lnTo>
                <a:lnTo>
                  <a:pt x="835791" y="87838"/>
                </a:lnTo>
                <a:lnTo>
                  <a:pt x="835791" y="78129"/>
                </a:lnTo>
                <a:cubicBezTo>
                  <a:pt x="833270" y="81986"/>
                  <a:pt x="830343" y="84851"/>
                  <a:pt x="827013" y="86723"/>
                </a:cubicBezTo>
                <a:cubicBezTo>
                  <a:pt x="823682" y="88596"/>
                  <a:pt x="819815" y="89532"/>
                  <a:pt x="815412" y="89532"/>
                </a:cubicBezTo>
                <a:cubicBezTo>
                  <a:pt x="808149" y="89532"/>
                  <a:pt x="802635" y="87269"/>
                  <a:pt x="798872" y="82743"/>
                </a:cubicBezTo>
                <a:cubicBezTo>
                  <a:pt x="795108" y="78218"/>
                  <a:pt x="793227" y="71599"/>
                  <a:pt x="793227" y="62887"/>
                </a:cubicBezTo>
                <a:moveTo>
                  <a:pt x="819364" y="23032"/>
                </a:moveTo>
                <a:lnTo>
                  <a:pt x="819364" y="23032"/>
                </a:lnTo>
                <a:close/>
                <a:moveTo>
                  <a:pt x="877646" y="78354"/>
                </a:moveTo>
                <a:lnTo>
                  <a:pt x="877646" y="111886"/>
                </a:lnTo>
                <a:lnTo>
                  <a:pt x="867202" y="111886"/>
                </a:lnTo>
                <a:lnTo>
                  <a:pt x="867202" y="24613"/>
                </a:lnTo>
                <a:lnTo>
                  <a:pt x="877646" y="24613"/>
                </a:lnTo>
                <a:lnTo>
                  <a:pt x="877646" y="34209"/>
                </a:lnTo>
                <a:cubicBezTo>
                  <a:pt x="879828" y="30427"/>
                  <a:pt x="882585" y="27619"/>
                  <a:pt x="885916" y="25784"/>
                </a:cubicBezTo>
                <a:cubicBezTo>
                  <a:pt x="889246" y="23949"/>
                  <a:pt x="893226" y="23032"/>
                  <a:pt x="897855" y="23032"/>
                </a:cubicBezTo>
                <a:cubicBezTo>
                  <a:pt x="905533" y="23032"/>
                  <a:pt x="911770" y="26086"/>
                  <a:pt x="916569" y="32193"/>
                </a:cubicBezTo>
                <a:cubicBezTo>
                  <a:pt x="921367" y="38300"/>
                  <a:pt x="923766" y="46330"/>
                  <a:pt x="923766" y="56282"/>
                </a:cubicBezTo>
                <a:cubicBezTo>
                  <a:pt x="923766" y="66234"/>
                  <a:pt x="921367" y="74263"/>
                  <a:pt x="916569" y="80371"/>
                </a:cubicBezTo>
                <a:cubicBezTo>
                  <a:pt x="911770" y="86478"/>
                  <a:pt x="905533" y="89532"/>
                  <a:pt x="897855" y="89532"/>
                </a:cubicBezTo>
                <a:cubicBezTo>
                  <a:pt x="893226" y="89532"/>
                  <a:pt x="889246" y="88614"/>
                  <a:pt x="885916" y="86780"/>
                </a:cubicBezTo>
                <a:cubicBezTo>
                  <a:pt x="882585" y="84945"/>
                  <a:pt x="879828" y="82137"/>
                  <a:pt x="877646" y="78354"/>
                </a:cubicBezTo>
                <a:moveTo>
                  <a:pt x="912984" y="56282"/>
                </a:moveTo>
                <a:cubicBezTo>
                  <a:pt x="912984" y="48625"/>
                  <a:pt x="911413" y="42618"/>
                  <a:pt x="908270" y="38262"/>
                </a:cubicBezTo>
                <a:cubicBezTo>
                  <a:pt x="905128" y="33904"/>
                  <a:pt x="900810" y="31726"/>
                  <a:pt x="895315" y="31726"/>
                </a:cubicBezTo>
                <a:cubicBezTo>
                  <a:pt x="889820" y="31726"/>
                  <a:pt x="885502" y="33904"/>
                  <a:pt x="882359" y="38262"/>
                </a:cubicBezTo>
                <a:cubicBezTo>
                  <a:pt x="879217" y="42618"/>
                  <a:pt x="877646" y="48625"/>
                  <a:pt x="877646" y="56282"/>
                </a:cubicBezTo>
                <a:cubicBezTo>
                  <a:pt x="877646" y="63939"/>
                  <a:pt x="879217" y="69947"/>
                  <a:pt x="882359" y="74304"/>
                </a:cubicBezTo>
                <a:cubicBezTo>
                  <a:pt x="885502" y="78660"/>
                  <a:pt x="889820" y="80838"/>
                  <a:pt x="895315" y="80838"/>
                </a:cubicBezTo>
                <a:cubicBezTo>
                  <a:pt x="900810" y="80838"/>
                  <a:pt x="905128" y="78660"/>
                  <a:pt x="908270" y="74304"/>
                </a:cubicBezTo>
                <a:cubicBezTo>
                  <a:pt x="911413" y="69947"/>
                  <a:pt x="912984" y="63939"/>
                  <a:pt x="912984" y="56282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4F8D86-506C-4E9A-8FF8-CBCA416DAD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17933" y="241614"/>
            <a:ext cx="1612790" cy="1201788"/>
          </a:xfrm>
          <a:custGeom xmlns:a="http://schemas.openxmlformats.org/drawingml/2006/main">
            <a:pathLst>
              <a:path w="1612790" h="1201788">
                <a:moveTo>
                  <a:pt x="0" y="1201788"/>
                </a:moveTo>
                <a:lnTo>
                  <a:pt x="1612790" y="1201788"/>
                </a:lnTo>
                <a:lnTo>
                  <a:pt x="1612790" y="0"/>
                </a:lnTo>
                <a:lnTo>
                  <a:pt x="0" y="0"/>
                </a:lnTo>
                <a:lnTo>
                  <a:pt x="0" y="1201788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A8EC4F-67E8-4445-83E1-E9AA382631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4350" y="57011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22B066-F489-4A0E-AD45-D142850D09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4350" y="57011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4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3B5B1E-5746-4E31-B5A9-A7F6223104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5617" y="138373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0B1EA5-E8F0-42DF-BE7E-3FF5107BBE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5617" y="138373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4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59567A-82EC-403B-8A97-5C3515400B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9929" y="118094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23751E-EC85-4036-B074-1D89D8B91C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9929" y="118094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4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7395FD-B0AB-4A47-A086-9E6FA9572A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1055023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D8E360-D9AD-490E-B93B-4527EE5719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1055023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4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88B12F-6A7F-4A24-8FD6-82CD027A3B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1166622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A1EF41-F5B6-4B97-B4D8-D30FCBBEA4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1166622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4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C72BBB-F94B-4BC2-A4D0-99019F85F6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6794" y="138926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ABC705-E39C-4370-A446-6D2D93C3A3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6794" y="138926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4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172596-8BCC-461A-8605-45A4EEC656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1313892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FF4A84-53E1-4522-8675-DA77714622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1313892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4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C92184-10E2-4253-A3DC-792954D956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5368" y="138729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377E7C-C005-4F4F-A77F-53B449A38D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5368" y="138729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5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6BD9FF-40A9-408C-8746-9C32343035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8602" y="139160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CF0975-9D85-4059-88B5-BB3EC7F5BF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8602" y="139160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5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BB332F-CF15-417D-936C-2260182672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8121" y="138791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809B9B-AAB0-41A3-94A8-DA05B62C96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8121" y="138791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5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3D951B-A78B-4D4B-8F44-9B5B176E82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1244" y="118069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ECD79B-11C8-4AD2-B06D-7E076D484E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1244" y="118069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5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FACBDE-A909-49F6-8808-101D6504EC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1170700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191503-4CBC-4B3D-875A-8B997C7B5D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1170700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5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EE22FC-43F5-403E-8EA6-B50492B383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1060777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D2B5DF-B698-491D-B29A-35DD012CBB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1060777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5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FCE5DA-DF61-490C-AE78-2AE79FFFC6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7789" y="73248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25574B-41B4-44F6-B969-B000191FBF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7789" y="73248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5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28B644-A9B8-4459-8EBA-5B33483608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0227" y="138611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90F9DA-08F9-4928-BDF9-9A8186AE52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0227" y="138611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5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A76DE7-5E9B-4D2B-9B70-325DD32D23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8208" y="139104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9DE170-1A30-46D8-B4A8-6ADBD5A84F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8208" y="139104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5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B11E5D-59D3-49FE-AB98-1B9824C7C1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2819" y="139341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1FEB85-03A1-45A7-9974-BF204B4BF2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2819" y="139341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5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195AFC-727D-45F2-BFA6-730F37EE82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7676" y="138861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EF88C5-4AFE-4D97-AF94-BCFF23092B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7676" y="138861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5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82FB42-CF22-4FD0-914D-4F6A549401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5038" y="139018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68B461-922F-4B2C-89AF-640BF7DAFD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5038" y="139018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5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285A57-4674-4A5F-B617-764E6C918B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0472" y="138413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DBBF14-2DF1-4288-81BA-E114DA95C7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0472" y="138413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5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ACF413-6DC4-4C13-B674-A0F564EF4A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06345" y="136567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C50C07-F2FB-4AE4-9460-5415FD8EBB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06345" y="136567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5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C3D344-588D-40A4-88C3-797FD5A7B1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79586" y="138331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85D03C-F82B-4BB5-8B4E-D3662E9723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79586" y="138331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5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373DE7-6474-422B-9F76-0129B2370F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1385037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6E21BF-2470-44BC-9613-D2796EBDD1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1385037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5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D1FE5E-CCA5-49AD-B32B-397B1F21A8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1263" y="138724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E6B5C2-B27B-4CEB-BD14-6BD8988D09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1263" y="138724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5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04F781-2B51-473B-9AA9-38D8CE6BEC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4436" y="139838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7CC4FA-0B29-48F5-ACF5-5E3A08EACF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4436" y="139838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5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17842A-2BED-4785-9246-6C000B4D24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8504" y="138660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07A668-D2F1-4EB4-9A9E-68A02F0376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8504" y="138660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5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F5135B-9CBC-434F-BF57-0ECEC4E17E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0837" y="136744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E5FA84-87D5-4207-B166-9A964F9DFF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0837" y="136744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5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FB1A2A-B640-4A70-947B-29FF9843E8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7573" y="136967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9CAEC7-B91A-4332-B630-E72006DF08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7573" y="136967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5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C7EDEE-393B-4CDB-BD23-AC6E6327D0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9617" y="95648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0569D3-C8F0-4ECD-A0D9-898272F8DB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9617" y="95648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5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32AA51-376D-4BC1-A89E-796D30F532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8342" y="137349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24ED02-DF84-4E48-B881-01377B0D8F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8342" y="137349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5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A2694D-EDA0-4D8F-A839-3AA5F3E439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1822" y="135270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474FED-D50A-493A-A686-EBA0CC9835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1822" y="135270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5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1FEE70-EF3D-4B59-9B5F-32F257E479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6760" y="136550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8EF69E-5B6C-4119-8A7D-30912DC55F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6760" y="136550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5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908128-E87A-4052-A7A1-7EA7B8EE5A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9666" y="116596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2D35F9-225C-4CC3-A6A4-7AA0050BFA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9666" y="116596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5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9457E5-3A62-4B6B-A3BD-71649B19EB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4449" y="137133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3F9786-34F0-44C2-B389-BD16F8D7F3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4449" y="137133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5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73E3B6-C10D-4BB2-95FB-F536DBE057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1569" y="121103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9CF430-6345-4A9B-B6D6-3D12C2C001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1569" y="121103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5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179534-FC15-4D14-9099-066D03E492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7015" y="135880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274BDD-A2FE-496A-A7FB-2C682CB267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7015" y="135880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5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1E144E-33A3-452B-A397-13505B67D7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3772" y="101218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DFADD3-4702-4C19-9191-E9973F03F7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3772" y="101218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5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02C501-5278-417C-9202-AE91E1A7CF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2578" y="136415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857260-615B-49DA-A1D7-E47CD2AC14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2578" y="136415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5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8B1FDA-6B50-4A86-AC90-D214BA222D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9115" y="137178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ED3222-37AF-49B3-A83C-AAE8565DF5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9115" y="137178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5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4EC177-84DA-467F-A13B-8E17933263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1163" y="136122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2CEBE8-9F17-4FE6-817D-27423BAE15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1163" y="136122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5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0B8052-2650-4512-AC3D-CE2A534B53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8554" y="136448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906DBD-A076-45F4-8FAB-26E7380550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8554" y="136448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5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C8EA9C-D694-4BDF-B518-5F07B66C54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1378" y="136432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F70A0F-CE30-450A-90F2-F861E2133A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1378" y="136432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5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352CC9-F4D9-419A-BC38-4FB9447E3C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0558" y="137107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FF157B-34D5-4C02-8A20-E5EFA8F029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0558" y="137107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5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48B7FA-1D1D-40F0-A351-3FB775368B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0521" y="136982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790C9F-FA1B-4EB1-8BA3-26D73F0727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0521" y="136982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5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4ADB13-3E3C-4B70-8341-765D9022B5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1486" y="135804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EB672E-3917-4A7F-A885-0F0999E7F1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1486" y="135804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5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0B8F98-8F7B-451B-B490-225103CABE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5541" y="136840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978E4B-3145-4A3A-8034-C112DEB5EA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5541" y="136840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5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628604-2E72-4A0C-8996-79A6A3E305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1636" y="136244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B27AE1-B112-45C9-B506-AD8FC6AE83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1636" y="136244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5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2F26E1-73E3-4CC2-83A5-8FB9A4B6CB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4015" y="137030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2C3149-FC1E-4EE3-AEA8-3D3A57365F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4015" y="137030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5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9DCCC9-B0A4-474D-B3D8-A041912BFE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8164" y="136844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B8CA59-65F8-4662-BA71-A29BDC56C6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8164" y="136844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5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93D58A-1F5B-4F3E-9F45-E5BF1CB19B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6696" y="136633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189307-09B7-45A0-B416-9EAEE87DE9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6696" y="136633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5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AA5C63-8233-48CF-B93B-39C238D721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0656" y="135994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09D2FE-D6DB-4C56-B0EF-EC2948A40D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0656" y="135994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5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887440-374B-4645-8201-968C809108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1049" y="95291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751892-0D4F-498E-B51A-FB66D8E6EB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1049" y="95291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5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831A7E-84DE-4684-B4EB-2DBEFF6B35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4573" y="116549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B8FD90-B0C0-4472-A155-7DE983F199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4573" y="116549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5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CD8073-01EE-442B-B286-43FAC1583C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2092" y="136207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883D71-C931-4664-868F-A7F65AD116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2092" y="136207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5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209C8E-EDCE-438C-878B-4E696E9565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6124" y="136416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772B9E-29AE-450C-9D16-73D17DEF5A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6124" y="136416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5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094092-209A-4F2B-970C-019357D119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6849" y="136630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7753A6-983D-4D53-93FF-CC522B2FAD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6849" y="136630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5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3C61E9-641B-4B0F-8E06-E7DF8FF2D4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7876" y="136757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8851E2-5C39-452A-B04E-57CD9BC832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7876" y="136757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5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822593-8716-4E80-A4A9-3FD1EF584C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1551" y="136307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A7172B-4E4F-4B79-913D-08059F1483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1551" y="136307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6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991695-4376-41D2-A9F1-D5DF3D804B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7065" y="100311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DA8CCB-20B3-4607-8CBB-85669F87F7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7065" y="100311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6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755719-A939-4DE5-AAF3-F4E898C480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0038" y="136505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972140-FA22-4EEE-9D36-8FCC917479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0038" y="136505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6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AEC236-EBAA-4959-ACF2-54D254D6A9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5868" y="135629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0BC2D5-EEE5-43B4-AFA2-62131D55AB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5868" y="135629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6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878B57-0436-41E1-9960-4FBF098A49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1459" y="117107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282B31-E3B2-44E5-AFDB-A7E3989A51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1459" y="117107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6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ED8521-CBB3-4904-A3CC-E442038982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8226" y="136307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51D1E3-0015-4E08-8FA0-BF6DAA362B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8226" y="136307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6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A79620-3432-44C8-A195-A9F496915F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8465" y="137313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03464D-5F26-4706-9160-6E4F6E6223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8465" y="137313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6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220E0E-8965-425E-810D-A906942B17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8346" y="122778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6B77DD-3B00-4350-B63D-4884088EF1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8346" y="122778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6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F03D30-D60C-4CCD-A65C-D1AB25FE70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9883" y="136012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CB85D4-D842-4858-A383-3BBA30269F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9883" y="136012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6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41D4E0-C5C6-42D1-8ECD-6E17F27290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2852" y="136939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03FB37-24EC-41B2-80EF-B8F36EF47A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2852" y="136939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6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F40513-B4DC-4B66-BD02-CC2113A9E2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5607" y="135509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40B373-92FF-4C70-87FC-DDAA0D669B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5607" y="135509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6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4D0486-21F2-411B-B76E-B5E98EDA53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3727" y="116348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4F9364-3059-49CB-AC86-468CA37179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3727" y="116348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6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C55503-EAF6-4F1B-B577-8AF224F423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8201" y="99487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46AABA-C6A5-4EC1-84A1-B17E5EE174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8201" y="99487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6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0AE107-A90A-4940-AF98-56D98514B4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2900" y="136584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2CD756-7934-4694-8330-9D0CF85042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2900" y="136584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6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39786A-9B81-4A7B-971D-88D3AF0F43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3024" y="136746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B00861-7DF9-482F-AFB5-CEEE3DB40D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3024" y="136746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6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DDE75E-9B5D-4D0B-A1C7-F66E7ED74D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6857" y="136893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62435B-F250-406D-8682-ED5FFADBA2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6857" y="136893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6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23648B-58A4-4B4D-8C1D-FDB2E23538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5640" y="135581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2531F7-F1FA-437A-B1A1-8CD98DCCB8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5640" y="135581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6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C12452-DE73-4C68-94D2-397BAF9F69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8453" y="136847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6B0FCE-A3E9-4FC2-AA24-9A43AEB365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8453" y="136847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6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FEF0C2-C7BF-42D5-A8B9-C1C155E8F1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8768" y="135411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D21444-FEFB-4CCF-9E0C-0C32F19C2B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8768" y="135411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6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B0FC27-3DF4-4935-8E53-3998B9939E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1357318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B0630C-2325-4891-80E7-F25E45A8A3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1357318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6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6ABCD3-60FE-496C-B4F9-0B177E41C3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4820" y="136524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F3A953-12CD-4633-B239-F3F3D65CA3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4820" y="136524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6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257F2C-82AC-4C56-ACBD-02E1EB6B23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1358586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1BB474-A31C-41A5-9EF2-804B9F98AF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1358586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6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CDBD67-31A6-486C-A5E1-7013E94355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8852" y="101728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75B659-C11C-4613-998A-EBC9053804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8852" y="101728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6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6CEE77-3C26-4E09-B30E-8EF08D75E7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4834" y="135619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6E6C4B-D755-4106-8FE4-C58A5DCB67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4834" y="135619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6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732455-0FD8-49AC-AFEA-1A91F619BC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7607" y="134496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6125AB-C728-4C1B-84F8-DA0FD57A50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7607" y="134496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6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CBDBE4-1508-4531-AF46-D9ECB51B51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2227" y="101284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93FE85-F2E3-4130-8725-307D9DB463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2227" y="101284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6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0A3CC3-E953-489A-A38C-CD0CF5587F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8400" y="136527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9AF361-F85D-4D9E-964E-B7CC7C4398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8400" y="136527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6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C0741A-39A2-4924-A9F6-9A31E25587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3348" y="136388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5083D0-912C-4290-B7BD-530EDBED47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3348" y="136388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6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B94478-1BF6-41C2-B66A-00ECA188A1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8033" y="136016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69774C-CFD2-469B-A207-2B52F508E3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8033" y="136016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6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CD56D9-C70A-4DAE-A6DA-4FC46B7626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1477" y="136105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D362A3-AD72-4F54-9167-2153ADB4BE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1477" y="136105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6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FF7A83-BB0D-4D07-BEC9-805483D111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6704" y="121266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0B12A3-2B0C-4672-831F-42FEC24521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6704" y="121266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6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C49950-F32D-4207-94A6-7C992D1735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1196" y="95423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7207E7-B0C4-4B04-BE57-F67C796150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1196" y="95423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6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5CB7FE-8E93-4246-8550-58A458FE6F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7910" y="121525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C4ACB9-3115-4E7E-8FEA-916A72F6B1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7910" y="121525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6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8EBAF9-F4BC-42C1-BBC7-9CE213429C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6973" y="121610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30054C-40F4-4A87-BF0B-2865323934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6973" y="121610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6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3BA965-7E8C-4089-8716-7E433517C6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5683" y="136306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5424E7-CB01-4B95-AC74-8A8EA5A2FF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5683" y="136306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6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C99A17-34DA-49BD-B7CF-3AEA4E7BB0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4758" y="104046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F10989-89D8-4E9D-ABA0-96B0BACD27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4758" y="104046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6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EACFDD-980D-4259-A052-8F7B1DC523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4131" y="100760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5D3369-811C-45E1-9461-FC2E86CEDD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4131" y="100760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6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D5A451-5D90-4F5D-B33F-F34D3CBA6D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2204" y="121663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84ECFF-7DBB-405D-AD25-0101360347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2204" y="121663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6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908625-673F-4463-83BF-9AC4F1BED1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3978" y="104168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1DF457-4D35-4CF8-A68B-6D583F06E7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3978" y="104168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6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A6A315-707F-473B-8A23-53B7B16F4F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8765" y="136579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17DAE6-46DA-4D45-81DE-ACD0FD5912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8765" y="136579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6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21322F-AC88-4CA1-9E73-4403C3215A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3853" y="104158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0FD8CB-0CF0-4E1D-A0DE-AE0F4B56E5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3853" y="104158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6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BB2A6B-922E-4429-B49B-6A60F8131E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3754" y="99812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846E1B-C7D2-4A72-953E-72C8C397CC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3754" y="99812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6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5FBF48-6486-4997-AA50-2093A1B723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4067" y="136728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C81BFB-96EF-4068-A594-A3F7B0EA99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4067" y="136728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6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2E1709-6685-4687-B4ED-A0F322A5C8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1544" y="136793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A75561-F2FB-4A06-B1FE-5726315026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1544" y="136793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6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98CEF2-23FE-4D08-97AB-AD784CB473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6399" y="103885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37B84E-461A-43DD-94DE-487E791E50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6399" y="103885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6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8BD684-3C95-4B11-B3DC-7CB2BF4CA7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5476" y="136348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BC15DB-BE24-4FE1-AAEB-05C22E8B3A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5476" y="136348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6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3BD1E4-3204-44FA-835C-9F8ECC40F6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6465" y="138634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F67731-B3D4-48D9-9B73-574A386241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6465" y="138634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6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CB3120-5C1B-440B-8C7F-A65256FB78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8226" y="138419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56F16C-25E6-4C75-A8AF-B2330F3081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8226" y="138419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6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60598F-D02C-4F7F-91FC-4DC58552EA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2392" y="138642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4FF4DB-8A08-4754-B6B0-24398FED0A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2392" y="138642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6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C607B4-8C8B-489A-9A3D-C423D6D62B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2130" y="138233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8386F1-15EC-4B11-A53D-3442E1AB0C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2130" y="138233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6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DA8626-05C7-4340-A975-E3394E5A69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1447" y="138902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98FB47-DE7F-4F1C-908A-6CB083A46C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1447" y="138902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7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75FE2F-FB91-4C8A-840B-322B1C1EF1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6854" y="135669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402017-B55B-4341-BBD6-8C0CA56433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6854" y="135669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7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12FFB3-2089-457D-BBCE-1EFF73C214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6109" y="135425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878C7F-73B2-4B15-9D2A-CC9163D1CD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6109" y="135425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7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7E8DA8-2067-4F86-8743-A4F6513F01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4602" y="86516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AA1813-2A7E-486F-A9C3-FC83751EE0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4602" y="86516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7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5ADDB0-55FE-4318-A045-E43CE6FB5E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8889" y="136112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B88307-F416-4CD5-9F1A-15404DE2FD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8889" y="136112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7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6CD7A3-5ED5-42BF-A0A2-E8D5A7FFC2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4006" y="138521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FBA92A-6CFA-4571-AF59-B72AC947BE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4006" y="138521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7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6BE763-18CE-4B4F-A2D7-52980AE2BA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5889" y="136448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3C9760-D243-4A49-9D74-6AE5C4A2B0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5889" y="136448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7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A5A052-D010-4291-BF58-A348C98E2E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9275" y="136842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56CA86-36D2-4C18-AAB1-60AD94FA68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9275" y="136842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7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47B82E-7C64-4632-81DB-BDC2EF6859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5178" y="136778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1AE3B0-D9E1-4B54-9026-35F11BEDDB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5178" y="136778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7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1B5164-C91F-4025-BEE8-C908933CB0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8646" y="136342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774B9C-48CF-42A9-BB40-AB89EC2637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8646" y="136342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7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E8A7A8-F213-43BE-82F9-4474A45F48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9466" y="138891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18F8B2-C08D-4208-9CBE-9829703472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9466" y="138891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7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B60D88-C756-464E-BC20-4E774D2931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22507" y="47376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A9ACC9-CDBC-4F29-BF54-50C8632ED9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22507" y="47376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7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4F62D1-7A30-4338-90EC-B599FC7D69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76623" y="30010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ECEF89-2A74-40A0-A291-B6CC6C0A86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76623" y="30010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7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6CF904-6A31-43DF-84BE-2155DFB60A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4496" y="72529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572F9F-A70B-4BC2-A0CA-B695D1A7BC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4496" y="72529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7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A1ED80-F510-409F-AC6D-F680FF47DE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42696" y="27462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05E1AE-1C90-4AC6-BEAD-D785A80F03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42696" y="27462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7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F25F6A-C5E6-4AE7-B0DF-1F23C9DE5E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05215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0C16C5-C9ED-4F4C-AFAA-542E84B7C5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05215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1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7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4F94CB-4F77-4B48-BDDD-7C793E7AAB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93622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6E92AA-990B-4332-B47B-D1892924CF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93622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1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7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2D254E-C7B2-48CC-BE74-E9200A1AE7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75306" y="46212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2212EF-3CED-4362-8000-20DA31361A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75306" y="46212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7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1FCA7E-282F-4835-8ED0-DD4CA60F7A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81135" y="28582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F7D97C-EF88-44D5-9F2A-21EFF3EE76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81135" y="28582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7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F96095-A146-4CD3-9578-4180D34CB3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4246" y="77347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53E862-6C1B-405A-90D7-B1CCB29BE1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4246" y="77347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7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EC8A4E-2EC4-48F3-A6D9-5DD202A7D9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32623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7FE019-045D-4F79-B57E-A08D579A47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32623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1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7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295E69-81DF-489D-96BA-141202B475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64B26C-CB73-48CD-A7AF-B4B0F1E525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7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790971-5C4E-4676-A9FD-537F412A34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5FA653-F889-4C78-9060-E2FE55154F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7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576465-F957-45C1-8783-573C29834A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23288" y="52641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C72C08-8970-44DC-9F5C-F5A66A3C92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23288" y="52641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7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93144F-2A3E-462E-8726-10F3F8721B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80002" y="36040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28EA13-7B36-4CE8-9EB1-F85938FE31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80002" y="36040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7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229932-C884-496D-91CC-2A2ACBAA76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2223" y="76952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387B60-A145-4158-A2A5-F09DC8A438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2223" y="76952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7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D91FD9-8869-429D-8AE0-B202235BC0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30791" y="26348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843896-31AC-4436-A58D-58F7192D85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30791" y="26348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7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2C607F-065C-4012-8079-C5AB315743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97855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2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028E45-0F8C-47EF-B669-E7DC1EFD40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97855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2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7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9920EF-1AB6-459E-99D0-7F6C55CD9A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91023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2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355DEC-3692-4B28-8735-8151AF4DD4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91023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2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7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486567-E174-4E76-9946-5866766480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1972" y="101481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C1CE57-1D5D-4F5E-8A3F-B376679B20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1972" y="101481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7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4F829A-79C6-435F-AD18-A31AECCFD5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3907" y="102195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4EA74E-7E80-4F4D-8DB9-7BBA13FD7B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3907" y="102195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7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48A163-2370-4D9D-A504-D8DB5DCD15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6364" y="102579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E2282B-B41C-45BD-B473-DFAAEBE89F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6364" y="102579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7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006E88-14E6-4CE7-BDD8-858AB734E2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8731" y="72938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14CA24-46B7-4CA5-8809-051410BC60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8731" y="72938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7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3AE97B-4C4F-4609-ABC6-C3268189BB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8855" y="81616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B3F79B-4A9B-4CF3-AD52-3FA02DEB73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8855" y="81616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7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46F82A-41FA-493A-AE09-7213D93E25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0004" y="100240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4008CB-EC68-4B0E-AE4E-BBA7EC5173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0004" y="100240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7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F387DD-FBCC-483E-8C6E-359852E448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0122" y="100331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F45E38-0DBC-47BB-A1AD-19C6737712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0122" y="100331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7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35FCBE-FB91-4633-86A7-FEA9A9F169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6619" y="96695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093654-0EB2-4741-9BCA-58804D0F12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6619" y="96695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7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3C5C02-5FB4-4DC9-BF1D-F1954AA5A5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3257" y="100063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685551-A12C-4629-B7F9-499288BAA3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3257" y="100063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7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94B1CF-7A09-4987-99D9-D52EC7AB4F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8318" y="100405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63B5D0-65F2-4313-BB70-28DBF18085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8318" y="100405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7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7F4FB5-58BE-47BA-949C-F0219953CA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8650" y="73301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9EC3CE-4C7C-4837-854B-15E65FEC8D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8650" y="73301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7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56E02B-9A97-45D1-9D40-EFFD8799F8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3060" y="77662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FE0D04-6165-45D7-89F3-808825D3DC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3060" y="77662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7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1C8221-A549-4988-B2AA-6D81430976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42546" y="50033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AF9971-9091-4BBB-8FF1-1B14075B89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42546" y="50033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7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A8952D-D9D9-4631-B64B-BB11BC7153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75C8BC-B05B-4A25-A283-6718036F23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7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02662E-46DF-402E-B8B1-761AD16C66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CFA76E-B408-4A71-B363-B2DDCD44C9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7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AFB12B-46A5-4E23-ACD3-4623B37651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57809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590B52-C4EA-41C6-9852-685048CFDC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57809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7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8062AB-869B-4B29-8CDC-CA234A7FFC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8F35F9-BE9D-4470-8DC5-2B94AAD6A5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7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21F298-FA5E-4E56-8924-D4C8252B95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742CBC-8249-4573-A758-E1A2791E2B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7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DF9707-3D64-4952-9D56-1AB9851653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D976B2-8C2B-46E0-AEDB-E02E1C29A7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7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4BB538-E8CA-4DD3-AD69-F825E76314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35184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43EF6A-354C-48C7-A77C-6C0E9A59F7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35184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7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4844E7-9A38-43D8-9286-D061A0E56D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6209" y="71068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949D3F-970D-454A-812C-3A79E40F7E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6209" y="71068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7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5762E0-413C-4BFB-89DE-8F01444875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67625" y="35725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B9BA07-37FC-4D11-B67D-35F112007F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67625" y="35725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8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3097D9-08A3-46E7-A2C4-25EC943B28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6692" y="97761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0FD699-688C-47A0-AB2C-6470785215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6692" y="97761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8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B2C036-49F2-42BD-A672-29C8D5BE50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20982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05CDA3-0779-49B2-8357-821BF90DDB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20982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1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8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984E2F-B4DD-4000-8CCB-5EAED69BAF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01183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9B91F4-691A-489C-9A68-5857C47C60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01183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1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8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96D2C8-BD22-4F24-A0A7-B1A6E467F0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67870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759550-0D62-4F4B-A898-CF644F79EF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67870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1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8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B5535C-5FDD-4EE2-B297-2B86FA05AD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5209" y="65851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F7B537-4B6C-40B5-B44D-E783AC75EA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5209" y="65851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8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7F1847-13D4-4000-9D8F-DC7312D578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65316" y="36629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3E8A76-AE86-47A5-9976-2A33CCAF68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65316" y="36629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8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CDE634-B532-473E-BA6D-1BFCE7D2DE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0686" y="88314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428687-8FFE-49F7-826C-4EB8DB69AB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0686" y="88314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8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D3EB49-42D4-429E-B7C3-CC0A71D355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27320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696F61-668F-4990-8DF1-41875963C0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27320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1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8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141610-0EA2-4382-8798-F51F8AC07D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09181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6386E3-0475-48E1-94EA-AAC2DF115A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09181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1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8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9ADDE2-8A29-45D9-A8B0-EEE8117168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96331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AF4ACD-6128-4F2C-BBCF-F2C8DF98BF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96331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1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8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0DA404-B859-40F4-AE05-0E2052E351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A128EA-E0D6-469A-85FD-CE992406AD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8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0F5859-C57E-4B7D-A5C1-E1671380FB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668F95-284A-462B-9207-317C9ADEF0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8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AA2C63-A6BE-4FE7-8ACC-6EBBC8853F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265937-6E35-44AB-ADDF-690C94647B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8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0C3AB3-830D-4D04-A8D4-1468BE4C36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6A2FD4-FE41-4569-AA8E-D0C96CA5F3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8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761E58-580B-4563-8A24-7F60416FB0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604D44-8426-4CB4-A88C-45DC9D77DC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8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32942F-9227-4628-AEEE-62DF1F8ABF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7002CE-5B04-406C-A476-ADE6C06028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8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A9ECF6-CFAB-4CBB-9094-7689D70F11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2DD011-F289-4770-9266-DE6628F141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8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21DA69-226C-4450-AABE-67E2C4658E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2342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E83E5A-F243-466E-8498-4E92D1FCC2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2342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1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8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89F570-F8F4-4347-89FC-1F38AC72E0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C623D2-04A0-43B7-84E6-94ABBFF82F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8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DC3FC4-C09E-4A2D-B7B2-46A0008EF8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1EA5F3-3BCC-40FB-9E30-15D0EA91D5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8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87D67B-2DAA-40B5-85EB-7339994C51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7811" y="38380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14D987-34AD-4792-ABB0-755D611A24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7811" y="38380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8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03D6BD-D885-41C7-86E7-00EF8A844B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243718-0DDC-44DB-B24D-7519C4653A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8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B9C8EF-F464-443C-B29D-1E80CB132F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16A2D4-A8BA-40DF-986A-6CE4F6B50C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8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73F855-3C6A-4B05-A8BC-D5F5FA3861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8852" y="50552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AF20D7-C543-4A47-A60E-971D6D6074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8852" y="50552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8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C2DCDC-325D-4CF5-BBDC-08BAAA12A1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3988" y="28697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9AC80C-10B2-4696-ACB4-094AAFEF1E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3988" y="28697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8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182C8C-4F6D-4FF6-B36C-B22B4AB161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5281" y="28066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EFD7E9-71BB-4EA4-9338-9819CA4B93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5281" y="28066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8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5D6D52-BD8F-4880-97E4-5B5DDACD35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4280" y="55805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E592F7-718B-4E6F-B0A2-1934920EC8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4280" y="55805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8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4246A8-73BF-456D-946C-DDFF3CF7B9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0383" y="30605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06BE7E-DF12-4574-A449-5EABF1CEF8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0383" y="30605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8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5962D8-B68E-47E1-8153-63A9781590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6371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CE4EA5-7360-4A6D-A8A1-C948BDCBFC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6371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1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8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22012A-8E04-4971-98B1-A1262F688F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3435" y="39969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D46C67-DC6B-407C-914B-9A6D91128F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3435" y="39969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8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12193B-982F-45CA-AD7B-583B48D061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4009" y="29968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FAD90C-6289-488A-B0A3-E09E4BF547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4009" y="29968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8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73732B-04AA-4850-8E52-C73632E484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1814" y="25849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E17566-F135-4A46-B261-500737BDF0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1814" y="25849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8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5B63E0-2FE8-480B-A85B-78DB705093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C795B2-E88C-41B7-AA5B-A993EF2446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8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CAC336-03E7-47F8-B89E-3898CF22C7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6EBC70-6DA3-46C6-BFB8-B1A9CF4D4B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8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996C17-D6C0-4F7F-AFB2-479DD1634C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AC1E75-343E-4349-A4C1-BFB27BE37B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8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B0345B-4FE6-4984-939D-60F9CE09DF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C44A59-7779-4719-AC5D-5292613081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8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6C1A17-3851-4225-ABF3-B643FA1959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2D33D0-6383-4AF5-95BE-1B5563C9E8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8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F9FD36-1267-4A50-A581-4CF4200764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605BB6-C0CE-4DD4-92EE-A7DEC0F2CD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8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FA9A79-9BD6-4533-B9CD-3C335FCD2B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8FACB3-D3C9-4E87-B0C3-7B16509E02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8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D61C05-E1CD-4DB3-A742-AD1A6CDFA2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D5FC2B-9388-4AB9-B09A-1A45E08F03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8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ECEEAE-C4D4-49D9-80BE-774A44397B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507516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169CB9-00D7-4886-AA25-7BD4E0ECDC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507516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8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47E679-F44C-434F-9360-2300A58689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12674F-23FC-4E69-A032-994DDE71FF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8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A10DF6-E274-4E24-B97D-44A2B24EC0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74787B-0CD0-43E2-ABCE-0258439D9D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8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F4F312-120C-4D1C-A893-2EDC752B69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88019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84755D-8BF0-4A1B-BFB2-012E33E973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88019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8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1C9D22-3AEB-49EC-B12D-76548A54B0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E59358-83EB-4064-9610-4A2CEFF9D8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41614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8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950CE8-D8CB-4748-A71E-E27445F142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9928" y="58510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78E954-1370-4F5D-93FD-B6AED1DCD1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9928" y="58510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8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DB584F-791C-4D91-AC08-F2839C2332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91759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83211B-C86E-408A-9855-BAEA466C36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91759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8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1C6032-3A64-478F-83E3-48BA4FC500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76252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80B106-01EB-4C12-B5D9-63FBDB24CB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76252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8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2E5E6D-28BF-496D-9C12-24C3D3A66B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27515" y="47048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53C3CD-BCE2-497F-A1AA-E99B934791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27515" y="47048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8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376A9C-B793-43EF-B7D3-4DA314485B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91070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8F6878-25EE-474B-AE04-1DFE1B9E41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91070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9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391256-09B6-488C-978D-7DF0830FA4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24982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03A965-BFE4-43AB-BC9A-EBE2F1DF30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24982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9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D1AE1C-B024-490D-A24B-FAA5C26C24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70412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1EE500-7C6D-4D11-BC20-ABD0ADF861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270412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9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733F3F-FCB4-4F01-9EE4-78A518EDD4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6593" y="139710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56CB59-F529-45DB-BB23-8D338AD321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6593" y="139710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9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FD4D70-CCDF-416F-B5DD-698BE9DC1E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1953" y="75469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D4CA21-5636-4841-84BD-D64A4DA0DB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1953" y="75469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9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6EB78D-F432-4687-8782-6847012145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1935" y="70326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7DD49D-83C1-4FD5-A81E-3245EDDAD8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1935" y="70326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9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55A59A-588C-4EFF-BB03-FAE6F70105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8079" y="66566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672B5D-D5DF-429E-B910-6C777CD95A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8079" y="66566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9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AF392B-1F83-4349-8D3C-984BA4C029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4493" y="74033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2FEBB8-8F33-44E5-9F66-EDFFF6CED0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4493" y="74033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9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285808-AAFA-45D7-B6F1-53145C1966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7312" y="70725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E86DC0-2882-43F9-9C3F-A12EE82856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7312" y="70725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9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567A53-B389-4C97-BED7-FB1E5F4BBB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4598" y="76211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ABEBEA-0BAD-4E72-961D-AD9CAD8798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4598" y="76211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9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B80DE5-BF99-4397-858A-17755770A1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1278" y="70630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B29204-C1FC-49F1-A67D-166C337548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1278" y="70630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9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D967E7-915E-4E14-83B6-75003F40E9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21000" y="51181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88C465-455B-42AE-8DE6-14C085EFDE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21000" y="51181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9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197CA3-3A16-4173-B5A4-A6A56CA2A8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3" y="241614"/>
            <a:ext cx="8080" cy="8079"/>
          </a:xfrm>
          <a:custGeom xmlns:a="http://schemas.openxmlformats.org/drawingml/2006/main">
            <a:pathLst>
              <a:path w="8080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80" y="8079"/>
                </a:lnTo>
                <a:lnTo>
                  <a:pt x="808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4ACDD5-CFA1-4039-90D2-9A334A7947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3" y="241614"/>
            <a:ext cx="8080" cy="8079"/>
          </a:xfrm>
          <a:custGeom xmlns:a="http://schemas.openxmlformats.org/drawingml/2006/main">
            <a:pathLst>
              <a:path w="8080" h="8079" fill="none">
                <a:moveTo>
                  <a:pt x="8079" y="8079"/>
                </a:moveTo>
                <a:lnTo>
                  <a:pt x="8080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9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876844-5952-4369-8125-3055AD9F63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3" y="241614"/>
            <a:ext cx="8080" cy="8079"/>
          </a:xfrm>
          <a:custGeom xmlns:a="http://schemas.openxmlformats.org/drawingml/2006/main">
            <a:pathLst>
              <a:path w="8080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80" y="8079"/>
                </a:lnTo>
                <a:lnTo>
                  <a:pt x="808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BF918F-A96D-492F-8B3C-C387452BC0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3" y="241614"/>
            <a:ext cx="8080" cy="8079"/>
          </a:xfrm>
          <a:custGeom xmlns:a="http://schemas.openxmlformats.org/drawingml/2006/main">
            <a:pathLst>
              <a:path w="8080" h="8079" fill="none">
                <a:moveTo>
                  <a:pt x="8079" y="8079"/>
                </a:moveTo>
                <a:lnTo>
                  <a:pt x="8080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9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CEAA9A-D2F4-4A86-8937-90D69F68DC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45847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1E08D3-46D3-4671-A92E-BBC9B1D301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45847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1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9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E17A62-1A41-4D2C-B476-D4BD6BD638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40231" y="32975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3DFB3A-A5D2-4089-BFBD-9BB6345012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40231" y="32975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9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1BE330-1DC0-44B6-9DE6-B087EF9120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29723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3846CF-B1A7-49B4-BE2F-3B7B0C5E8D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29723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1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9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1AB9F1-D352-42BE-A462-3672262AB1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3" y="241614"/>
            <a:ext cx="8080" cy="8079"/>
          </a:xfrm>
          <a:custGeom xmlns:a="http://schemas.openxmlformats.org/drawingml/2006/main">
            <a:pathLst>
              <a:path w="8080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80" y="8079"/>
                </a:lnTo>
                <a:lnTo>
                  <a:pt x="808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3F4869-1131-4E68-81A0-EDF5A38557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3" y="241614"/>
            <a:ext cx="8080" cy="8079"/>
          </a:xfrm>
          <a:custGeom xmlns:a="http://schemas.openxmlformats.org/drawingml/2006/main">
            <a:pathLst>
              <a:path w="8080" h="8079" fill="none">
                <a:moveTo>
                  <a:pt x="8079" y="8079"/>
                </a:moveTo>
                <a:lnTo>
                  <a:pt x="8080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9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C19215-217A-4E44-96C3-A314C5C62F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9658" y="139419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91FFBF-2227-49BB-A371-234656A9F4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9658" y="139419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9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8569F8-C7EB-4748-AFE9-FDAAB35154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3" y="241614"/>
            <a:ext cx="8080" cy="8079"/>
          </a:xfrm>
          <a:custGeom xmlns:a="http://schemas.openxmlformats.org/drawingml/2006/main">
            <a:pathLst>
              <a:path w="8080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80" y="8079"/>
                </a:lnTo>
                <a:lnTo>
                  <a:pt x="808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66AC18-EF40-461E-ADE2-0B3712BDB9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3" y="241614"/>
            <a:ext cx="8080" cy="8079"/>
          </a:xfrm>
          <a:custGeom xmlns:a="http://schemas.openxmlformats.org/drawingml/2006/main">
            <a:pathLst>
              <a:path w="8080" h="8079" fill="none">
                <a:moveTo>
                  <a:pt x="8079" y="8079"/>
                </a:moveTo>
                <a:lnTo>
                  <a:pt x="8080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9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DE16B7-C6A9-4932-AE00-3C3737D680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3" y="241614"/>
            <a:ext cx="8080" cy="8079"/>
          </a:xfrm>
          <a:custGeom xmlns:a="http://schemas.openxmlformats.org/drawingml/2006/main">
            <a:pathLst>
              <a:path w="8080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80" y="8079"/>
                </a:lnTo>
                <a:lnTo>
                  <a:pt x="808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3B29BE-6035-4253-A533-689DC1892B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3" y="241614"/>
            <a:ext cx="8080" cy="8079"/>
          </a:xfrm>
          <a:custGeom xmlns:a="http://schemas.openxmlformats.org/drawingml/2006/main">
            <a:pathLst>
              <a:path w="8080" h="8079" fill="none">
                <a:moveTo>
                  <a:pt x="8079" y="8079"/>
                </a:moveTo>
                <a:lnTo>
                  <a:pt x="8080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9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68A07D-3458-4820-8286-11B8389DC8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4462" y="44284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984D11-F115-4F8F-8DC8-283B33637B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4462" y="44284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9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5BDA26-E6BF-44EA-94BB-70F896A714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7867" y="53095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460160-D552-48A8-AC74-07E4AB45F3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7867" y="53095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9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E3CB57-1CF6-4324-870D-4C23BEDEA7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53627" y="38307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A848E7-4085-447C-81E6-554B6C7A03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53627" y="38307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9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FEE979-9D2F-49DE-9401-6CE4F67CB7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33186" y="45452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0DCF60-80D3-4635-BEB6-E2FD5564FC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33186" y="45452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9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A1E36E-8891-448F-B2BF-939AB8DA86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3085" y="50823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8ACB3F-0BB1-4A33-B77F-8C9902DE0C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3085" y="50823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9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B7A884-99CC-48CD-8632-10A3B6279F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23016" y="46087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EB9523-C2FD-4A90-9B23-EC8939113B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23016" y="46087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9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686969-1C2C-424D-A4F2-D1980F5190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43753" y="36727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1A76C0-071B-4204-8228-4E3063B856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43753" y="36727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9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2D1043-37F2-41A1-ADC0-755E0C919D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3" y="241614"/>
            <a:ext cx="8080" cy="8079"/>
          </a:xfrm>
          <a:custGeom xmlns:a="http://schemas.openxmlformats.org/drawingml/2006/main">
            <a:pathLst>
              <a:path w="8080" h="8079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080" y="8079"/>
                </a:lnTo>
                <a:lnTo>
                  <a:pt x="8080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3D3CF9-9ED7-4D6F-8371-38610769FC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3" y="241614"/>
            <a:ext cx="8080" cy="8079"/>
          </a:xfrm>
          <a:custGeom xmlns:a="http://schemas.openxmlformats.org/drawingml/2006/main">
            <a:pathLst>
              <a:path w="8080" h="8079" fill="none">
                <a:moveTo>
                  <a:pt x="8079" y="8079"/>
                </a:moveTo>
                <a:lnTo>
                  <a:pt x="8080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9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1A0F78-25CC-42FD-9CCA-25BA459B34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9720" y="40980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E9B971-E9C8-433A-A869-28D4B00842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9720" y="40980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9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C17894-37D1-4486-B08F-5608F71CD4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57174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2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lnTo>
                  <a:pt x="0" y="0"/>
                </a:ln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3DF6B0-B4B1-4498-899A-EB3D3BC8F6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57174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2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9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A79FFC-6B4C-4799-A38B-9B3B06802E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3" y="241614"/>
            <a:ext cx="8080" cy="8079"/>
          </a:xfrm>
          <a:custGeom xmlns:a="http://schemas.openxmlformats.org/drawingml/2006/main">
            <a:pathLst>
              <a:path w="8080" h="8079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080" y="8079"/>
                </a:lnTo>
                <a:lnTo>
                  <a:pt x="8080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65C90A-46D3-41B0-9AB7-CB040402F5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3" y="241614"/>
            <a:ext cx="8080" cy="8079"/>
          </a:xfrm>
          <a:custGeom xmlns:a="http://schemas.openxmlformats.org/drawingml/2006/main">
            <a:pathLst>
              <a:path w="8080" h="8079" fill="none">
                <a:moveTo>
                  <a:pt x="8079" y="8079"/>
                </a:moveTo>
                <a:lnTo>
                  <a:pt x="8080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9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D14B19-5958-434B-A6A6-BB37C20035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3" y="241614"/>
            <a:ext cx="8080" cy="8079"/>
          </a:xfrm>
          <a:custGeom xmlns:a="http://schemas.openxmlformats.org/drawingml/2006/main">
            <a:pathLst>
              <a:path w="8080" h="8079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080" y="8079"/>
                </a:lnTo>
                <a:lnTo>
                  <a:pt x="8080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044B3A-AAD2-4804-89A1-2C9B0E3613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3" y="241614"/>
            <a:ext cx="8080" cy="8079"/>
          </a:xfrm>
          <a:custGeom xmlns:a="http://schemas.openxmlformats.org/drawingml/2006/main">
            <a:pathLst>
              <a:path w="8080" h="8079" fill="none">
                <a:moveTo>
                  <a:pt x="8079" y="8079"/>
                </a:moveTo>
                <a:lnTo>
                  <a:pt x="8080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9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CD9B39-9217-4B2E-A0AB-3F686D244A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3" y="241614"/>
            <a:ext cx="8080" cy="8079"/>
          </a:xfrm>
          <a:custGeom xmlns:a="http://schemas.openxmlformats.org/drawingml/2006/main">
            <a:pathLst>
              <a:path w="8080" h="8079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080" y="8079"/>
                </a:lnTo>
                <a:lnTo>
                  <a:pt x="8080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2E8CCB-5201-4B8D-B227-501C617BAE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3" y="241614"/>
            <a:ext cx="8080" cy="8079"/>
          </a:xfrm>
          <a:custGeom xmlns:a="http://schemas.openxmlformats.org/drawingml/2006/main">
            <a:pathLst>
              <a:path w="8080" h="8079" fill="none">
                <a:moveTo>
                  <a:pt x="8079" y="8079"/>
                </a:moveTo>
                <a:lnTo>
                  <a:pt x="8080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9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DC744E-4EE3-46F7-A889-CF47218003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3" y="241614"/>
            <a:ext cx="8080" cy="8079"/>
          </a:xfrm>
          <a:custGeom xmlns:a="http://schemas.openxmlformats.org/drawingml/2006/main">
            <a:pathLst>
              <a:path w="8080" h="8079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080" y="8079"/>
                </a:lnTo>
                <a:lnTo>
                  <a:pt x="8080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5BF429-96D3-4287-B4A1-AC9AB15F63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3" y="241614"/>
            <a:ext cx="8080" cy="8079"/>
          </a:xfrm>
          <a:custGeom xmlns:a="http://schemas.openxmlformats.org/drawingml/2006/main">
            <a:pathLst>
              <a:path w="8080" h="8079" fill="none">
                <a:moveTo>
                  <a:pt x="8079" y="8079"/>
                </a:moveTo>
                <a:lnTo>
                  <a:pt x="8080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9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6A2ED9-A6A4-41CB-BF58-CEEE7646C7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3" y="241614"/>
            <a:ext cx="8080" cy="8079"/>
          </a:xfrm>
          <a:custGeom xmlns:a="http://schemas.openxmlformats.org/drawingml/2006/main">
            <a:pathLst>
              <a:path w="8080" h="8079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080" y="8079"/>
                </a:lnTo>
                <a:lnTo>
                  <a:pt x="8080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79656E-9476-41A9-83C6-414D0EBB5C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3" y="241614"/>
            <a:ext cx="8080" cy="8079"/>
          </a:xfrm>
          <a:custGeom xmlns:a="http://schemas.openxmlformats.org/drawingml/2006/main">
            <a:pathLst>
              <a:path w="8080" h="8079" fill="none">
                <a:moveTo>
                  <a:pt x="8079" y="8079"/>
                </a:moveTo>
                <a:lnTo>
                  <a:pt x="8080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9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744477-7EE7-4962-8A91-68CDEC2B0D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84237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2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lnTo>
                  <a:pt x="0" y="0"/>
                </a:ln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07C54E-E3B9-4AA4-BD2D-F9038F04AE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84237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2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9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3341ED-3A7A-4ED8-8DD3-7B658E8CC5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3" y="241614"/>
            <a:ext cx="8080" cy="8079"/>
          </a:xfrm>
          <a:custGeom xmlns:a="http://schemas.openxmlformats.org/drawingml/2006/main">
            <a:pathLst>
              <a:path w="8080" h="8079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080" y="8079"/>
                </a:lnTo>
                <a:lnTo>
                  <a:pt x="8080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ED2846-0745-40F1-92AC-28873CCF5E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3" y="241614"/>
            <a:ext cx="8080" cy="8079"/>
          </a:xfrm>
          <a:custGeom xmlns:a="http://schemas.openxmlformats.org/drawingml/2006/main">
            <a:pathLst>
              <a:path w="8080" h="8079" fill="none">
                <a:moveTo>
                  <a:pt x="8079" y="8079"/>
                </a:moveTo>
                <a:lnTo>
                  <a:pt x="8080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9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B5D950-4662-44EB-9462-6D91BAB747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42750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2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lnTo>
                  <a:pt x="0" y="0"/>
                </a:ln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6C6B72-32C0-4425-957F-78FE81D4FD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42750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2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9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D9D87C-38BC-402D-9ADB-6CF725DEB4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06381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2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lnTo>
                  <a:pt x="0" y="0"/>
                </a:ln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4594A9-4138-49AB-AC78-EB619F151D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06381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2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9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D6C8C0-0B0B-4AB7-B46E-36B23FCE32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3" y="241614"/>
            <a:ext cx="8080" cy="8079"/>
          </a:xfrm>
          <a:custGeom xmlns:a="http://schemas.openxmlformats.org/drawingml/2006/main">
            <a:pathLst>
              <a:path w="8080" h="8079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080" y="8079"/>
                </a:lnTo>
                <a:lnTo>
                  <a:pt x="8080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E8BDA8-E718-421B-B2AF-748C8F2481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3" y="241614"/>
            <a:ext cx="8080" cy="8079"/>
          </a:xfrm>
          <a:custGeom xmlns:a="http://schemas.openxmlformats.org/drawingml/2006/main">
            <a:pathLst>
              <a:path w="8080" h="8079" fill="none">
                <a:moveTo>
                  <a:pt x="8079" y="8079"/>
                </a:moveTo>
                <a:lnTo>
                  <a:pt x="8080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9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4CB9C2-3DF4-495F-AC62-C4CF2C168F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3" y="241614"/>
            <a:ext cx="8080" cy="8079"/>
          </a:xfrm>
          <a:custGeom xmlns:a="http://schemas.openxmlformats.org/drawingml/2006/main">
            <a:pathLst>
              <a:path w="8080" h="8079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080" y="8079"/>
                </a:lnTo>
                <a:lnTo>
                  <a:pt x="8080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F59585-5DD4-476D-85AE-6CCEAADC06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3" y="241614"/>
            <a:ext cx="8080" cy="8079"/>
          </a:xfrm>
          <a:custGeom xmlns:a="http://schemas.openxmlformats.org/drawingml/2006/main">
            <a:pathLst>
              <a:path w="8080" h="8079" fill="none">
                <a:moveTo>
                  <a:pt x="8079" y="8079"/>
                </a:moveTo>
                <a:lnTo>
                  <a:pt x="8080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9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927E55-5F4C-4CA6-A94A-8630722D68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16239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2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lnTo>
                  <a:pt x="0" y="0"/>
                </a:ln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0BCDF0-5159-43EE-8821-8D28C62D98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16239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2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9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51783F-BAD6-401E-A4F2-60C9A75C2E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3" y="241614"/>
            <a:ext cx="8080" cy="8079"/>
          </a:xfrm>
          <a:custGeom xmlns:a="http://schemas.openxmlformats.org/drawingml/2006/main">
            <a:pathLst>
              <a:path w="8080" h="8079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080" y="8079"/>
                </a:lnTo>
                <a:lnTo>
                  <a:pt x="8080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FB50D7-16A9-4B13-91E9-37EF007DF0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3" y="241614"/>
            <a:ext cx="8080" cy="8079"/>
          </a:xfrm>
          <a:custGeom xmlns:a="http://schemas.openxmlformats.org/drawingml/2006/main">
            <a:pathLst>
              <a:path w="8080" h="8079" fill="none">
                <a:moveTo>
                  <a:pt x="8079" y="8079"/>
                </a:moveTo>
                <a:lnTo>
                  <a:pt x="8080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9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2ED814-C7B0-4AAB-AE45-17A55468FB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3" y="241614"/>
            <a:ext cx="8080" cy="8079"/>
          </a:xfrm>
          <a:custGeom xmlns:a="http://schemas.openxmlformats.org/drawingml/2006/main">
            <a:pathLst>
              <a:path w="8080" h="8079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080" y="8079"/>
                </a:lnTo>
                <a:lnTo>
                  <a:pt x="8080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D8C0A4-3445-42B6-8585-EC3BFF0D12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3" y="241614"/>
            <a:ext cx="8080" cy="8079"/>
          </a:xfrm>
          <a:custGeom xmlns:a="http://schemas.openxmlformats.org/drawingml/2006/main">
            <a:pathLst>
              <a:path w="8080" h="8079" fill="none">
                <a:moveTo>
                  <a:pt x="8079" y="8079"/>
                </a:moveTo>
                <a:lnTo>
                  <a:pt x="8080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9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7616D1-0144-4190-84F8-C49CD06A6C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3" y="241614"/>
            <a:ext cx="8080" cy="8079"/>
          </a:xfrm>
          <a:custGeom xmlns:a="http://schemas.openxmlformats.org/drawingml/2006/main">
            <a:pathLst>
              <a:path w="8080" h="8079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080" y="8079"/>
                </a:lnTo>
                <a:lnTo>
                  <a:pt x="8080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304157-AD44-4FE6-9776-08BDD845F3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3" y="241614"/>
            <a:ext cx="8080" cy="8079"/>
          </a:xfrm>
          <a:custGeom xmlns:a="http://schemas.openxmlformats.org/drawingml/2006/main">
            <a:pathLst>
              <a:path w="8080" h="8079" fill="none">
                <a:moveTo>
                  <a:pt x="8079" y="8079"/>
                </a:moveTo>
                <a:lnTo>
                  <a:pt x="8080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9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652BD4-07F9-4870-817B-8B0FEBE406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3" y="241614"/>
            <a:ext cx="8080" cy="8079"/>
          </a:xfrm>
          <a:custGeom xmlns:a="http://schemas.openxmlformats.org/drawingml/2006/main">
            <a:pathLst>
              <a:path w="8080" h="8079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080" y="8079"/>
                </a:lnTo>
                <a:lnTo>
                  <a:pt x="8080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B43F3F-C56F-43F4-84A4-D30610EFEE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3" y="241614"/>
            <a:ext cx="8080" cy="8079"/>
          </a:xfrm>
          <a:custGeom xmlns:a="http://schemas.openxmlformats.org/drawingml/2006/main">
            <a:pathLst>
              <a:path w="8080" h="8079" fill="none">
                <a:moveTo>
                  <a:pt x="8079" y="8079"/>
                </a:moveTo>
                <a:lnTo>
                  <a:pt x="8080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9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9EF8DF-076A-44DC-9D4E-E288B23DFB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3" y="241614"/>
            <a:ext cx="8080" cy="8079"/>
          </a:xfrm>
          <a:custGeom xmlns:a="http://schemas.openxmlformats.org/drawingml/2006/main">
            <a:pathLst>
              <a:path w="8080" h="8079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080" y="8079"/>
                </a:lnTo>
                <a:lnTo>
                  <a:pt x="8080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98E921-35B3-4DDA-B8A5-8EA4CE53D7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3" y="241614"/>
            <a:ext cx="8080" cy="8079"/>
          </a:xfrm>
          <a:custGeom xmlns:a="http://schemas.openxmlformats.org/drawingml/2006/main">
            <a:pathLst>
              <a:path w="8080" h="8079" fill="none">
                <a:moveTo>
                  <a:pt x="8079" y="8079"/>
                </a:moveTo>
                <a:lnTo>
                  <a:pt x="8080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9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289940-69F4-4580-84A2-AA9E54981A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61901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2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lnTo>
                  <a:pt x="0" y="0"/>
                </a:ln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2326F6-786E-49AA-AB3B-22C75B4F77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61901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2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9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078AC2-6818-4BAC-AA0F-CEA38BACC7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33890" y="34862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430655-26A5-46EA-B669-E46F0A6FA1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33890" y="34862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9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8CB465-021F-4912-823B-EF194D0FB8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06169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2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lnTo>
                  <a:pt x="0" y="0"/>
                </a:ln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FB7C44-FCF2-4EC4-B8A7-FADA23D455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06169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2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0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A147E8-F170-4A7E-98C2-A9682C658E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37141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2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lnTo>
                  <a:pt x="0" y="0"/>
                </a:ln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B95E94-DB11-402F-972C-1879438DC8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37141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2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0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62ABA7-413A-4F20-B012-7F7A508347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3" y="241614"/>
            <a:ext cx="8080" cy="8079"/>
          </a:xfrm>
          <a:custGeom xmlns:a="http://schemas.openxmlformats.org/drawingml/2006/main">
            <a:pathLst>
              <a:path w="8080" h="8079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080" y="8079"/>
                </a:lnTo>
                <a:lnTo>
                  <a:pt x="8080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73AF4B-4563-4C7B-BF6C-2D1E67B259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3" y="241614"/>
            <a:ext cx="8080" cy="8079"/>
          </a:xfrm>
          <a:custGeom xmlns:a="http://schemas.openxmlformats.org/drawingml/2006/main">
            <a:pathLst>
              <a:path w="8080" h="8079" fill="none">
                <a:moveTo>
                  <a:pt x="8079" y="8079"/>
                </a:moveTo>
                <a:lnTo>
                  <a:pt x="8080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0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F9E2E0-CAF1-42A9-AEBD-CF0D42A295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34325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2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lnTo>
                  <a:pt x="0" y="0"/>
                </a:ln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668E02-1CBA-451C-8D78-DCA7B9F90F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34325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2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0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D01A5F-1771-4907-A873-1ECC6B28C4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51947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2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lnTo>
                  <a:pt x="0" y="0"/>
                </a:ln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B69C6A-3D9E-4F2D-9EF0-A0C890B88E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51947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2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0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8207D5-64B5-49C7-863F-4BDA17B1F9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92060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2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lnTo>
                  <a:pt x="0" y="0"/>
                </a:ln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BD5626-8A7E-4DBA-8716-3E4107AF1D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92060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2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0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DA0863-1DCE-46D9-8E00-F6BD7F89FE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32337" y="33625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4E8D80-0F08-41D0-B90F-04D68C4580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32337" y="33625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0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D17B20-3D8E-469E-BBC7-F8FD39A8F6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17933" y="1443402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A2D6C8-2F40-4AC1-9A16-1A040650A5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17933" y="1443402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2014" name="Text 0">
            <a:extLst xmlns:a="http://schemas.openxmlformats.org/drawingml/2006/main">
              <a:ext uri="{FF2B5EF4-FFF2-40B4-BE49-F238E27FC236}">
                <a16:creationId xmlns:a16="http://schemas.microsoft.com/office/drawing/2014/main" id="{57D1D9E1-13CE-476B-BF78-4B02DB8EC0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94746" y="1491273"/>
            <a:ext cx="43693" cy="65625"/>
          </a:xfrm>
          <a:custGeom xmlns:a="http://schemas.openxmlformats.org/drawingml/2006/main">
            <a:pathLst>
              <a:path w="43693" h="65625">
                <a:moveTo>
                  <a:pt x="21847" y="6774"/>
                </a:moveTo>
                <a:cubicBezTo>
                  <a:pt x="17443" y="6774"/>
                  <a:pt x="14134" y="8942"/>
                  <a:pt x="11918" y="13278"/>
                </a:cubicBezTo>
                <a:cubicBezTo>
                  <a:pt x="9703" y="17615"/>
                  <a:pt x="8595" y="24133"/>
                  <a:pt x="8595" y="32833"/>
                </a:cubicBezTo>
                <a:cubicBezTo>
                  <a:pt x="8595" y="41506"/>
                  <a:pt x="9703" y="48010"/>
                  <a:pt x="11918" y="52346"/>
                </a:cubicBezTo>
                <a:cubicBezTo>
                  <a:pt x="14134" y="56682"/>
                  <a:pt x="17443" y="58850"/>
                  <a:pt x="21847" y="58850"/>
                </a:cubicBezTo>
                <a:cubicBezTo>
                  <a:pt x="26278" y="58850"/>
                  <a:pt x="29602" y="56682"/>
                  <a:pt x="31817" y="52346"/>
                </a:cubicBezTo>
                <a:cubicBezTo>
                  <a:pt x="34033" y="48010"/>
                  <a:pt x="35141" y="41506"/>
                  <a:pt x="35141" y="32833"/>
                </a:cubicBezTo>
                <a:cubicBezTo>
                  <a:pt x="35141" y="24133"/>
                  <a:pt x="34033" y="17615"/>
                  <a:pt x="31817" y="13278"/>
                </a:cubicBezTo>
                <a:cubicBezTo>
                  <a:pt x="29602" y="8942"/>
                  <a:pt x="26278" y="6774"/>
                  <a:pt x="21847" y="6774"/>
                </a:cubicBezTo>
                <a:moveTo>
                  <a:pt x="21847" y="0"/>
                </a:moveTo>
                <a:cubicBezTo>
                  <a:pt x="28931" y="0"/>
                  <a:pt x="34344" y="2803"/>
                  <a:pt x="38083" y="8409"/>
                </a:cubicBezTo>
                <a:cubicBezTo>
                  <a:pt x="41823" y="14016"/>
                  <a:pt x="43693" y="22157"/>
                  <a:pt x="43693" y="32833"/>
                </a:cubicBezTo>
                <a:cubicBezTo>
                  <a:pt x="43693" y="43482"/>
                  <a:pt x="41823" y="51609"/>
                  <a:pt x="38083" y="57215"/>
                </a:cubicBezTo>
                <a:cubicBezTo>
                  <a:pt x="34344" y="62821"/>
                  <a:pt x="28931" y="65625"/>
                  <a:pt x="21847" y="65625"/>
                </a:cubicBezTo>
                <a:cubicBezTo>
                  <a:pt x="14762" y="65625"/>
                  <a:pt x="9350" y="62821"/>
                  <a:pt x="5610" y="57215"/>
                </a:cubicBezTo>
                <a:cubicBezTo>
                  <a:pt x="1870" y="51609"/>
                  <a:pt x="0" y="43482"/>
                  <a:pt x="0" y="32833"/>
                </a:cubicBezTo>
                <a:cubicBezTo>
                  <a:pt x="0" y="22157"/>
                  <a:pt x="1870" y="14016"/>
                  <a:pt x="5610" y="8409"/>
                </a:cubicBezTo>
                <a:cubicBezTo>
                  <a:pt x="9350" y="2803"/>
                  <a:pt x="14762" y="0"/>
                  <a:pt x="21847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60BC99-B006-4F8D-932F-414F733211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78686" y="1443402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30F64A-1439-4824-933F-3DD7766E2F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78686" y="1443402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2017" name="Text 10">
            <a:extLst xmlns:a="http://schemas.openxmlformats.org/drawingml/2006/main">
              <a:ext uri="{FF2B5EF4-FFF2-40B4-BE49-F238E27FC236}">
                <a16:creationId xmlns:a16="http://schemas.microsoft.com/office/drawing/2014/main" id="{C9C1DF12-B690-4D53-A168-862C2B5F75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83439" y="1492628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18" name="Text −1">
            <a:extLst xmlns:a="http://schemas.openxmlformats.org/drawingml/2006/main">
              <a:ext uri="{FF2B5EF4-FFF2-40B4-BE49-F238E27FC236}">
                <a16:creationId xmlns:a16="http://schemas.microsoft.com/office/drawing/2014/main" id="{1663336F-DD9E-45BC-AFE1-86A642ACA9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91508" y="1479511"/>
            <a:ext cx="77441" cy="44278"/>
          </a:xfrm>
          <a:custGeom xmlns:a="http://schemas.openxmlformats.org/drawingml/2006/main">
            <a:pathLst>
              <a:path w="77441" h="44278">
                <a:moveTo>
                  <a:pt x="0" y="22702"/>
                </a:moveTo>
                <a:lnTo>
                  <a:pt x="37995" y="22702"/>
                </a:lnTo>
                <a:lnTo>
                  <a:pt x="37995" y="27740"/>
                </a:lnTo>
                <a:lnTo>
                  <a:pt x="0" y="27740"/>
                </a:lnTo>
                <a:lnTo>
                  <a:pt x="0" y="22702"/>
                </a:lnTo>
                <a:close/>
                <a:moveTo>
                  <a:pt x="51953" y="39239"/>
                </a:moveTo>
                <a:lnTo>
                  <a:pt x="61734" y="39239"/>
                </a:lnTo>
                <a:lnTo>
                  <a:pt x="61734" y="5453"/>
                </a:lnTo>
                <a:lnTo>
                  <a:pt x="51094" y="7587"/>
                </a:lnTo>
                <a:lnTo>
                  <a:pt x="51094" y="2134"/>
                </a:lnTo>
                <a:lnTo>
                  <a:pt x="61674" y="0"/>
                </a:lnTo>
                <a:lnTo>
                  <a:pt x="67661" y="0"/>
                </a:lnTo>
                <a:lnTo>
                  <a:pt x="67661" y="39239"/>
                </a:lnTo>
                <a:lnTo>
                  <a:pt x="77441" y="39239"/>
                </a:lnTo>
                <a:lnTo>
                  <a:pt x="77441" y="44278"/>
                </a:lnTo>
                <a:lnTo>
                  <a:pt x="51953" y="44278"/>
                </a:lnTo>
                <a:lnTo>
                  <a:pt x="51953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46D2F8-6BA5-41D5-AF20-F2B337ACCB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93364" y="1443402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986922-AFD0-4F4C-A0B2-FD5B801B01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93364" y="1443402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2021" name="Text 10">
            <a:extLst xmlns:a="http://schemas.openxmlformats.org/drawingml/2006/main">
              <a:ext uri="{FF2B5EF4-FFF2-40B4-BE49-F238E27FC236}">
                <a16:creationId xmlns:a16="http://schemas.microsoft.com/office/drawing/2014/main" id="{A8626744-6434-4621-BECC-DC249800F8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23407" y="1493418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22" name="Text 0">
            <a:extLst xmlns:a="http://schemas.openxmlformats.org/drawingml/2006/main">
              <a:ext uri="{FF2B5EF4-FFF2-40B4-BE49-F238E27FC236}">
                <a16:creationId xmlns:a16="http://schemas.microsoft.com/office/drawing/2014/main" id="{8F8AC7B7-42D2-40B2-990D-7922350FE0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29045" y="1479531"/>
            <a:ext cx="30585" cy="45937"/>
          </a:xfrm>
          <a:custGeom xmlns:a="http://schemas.openxmlformats.org/drawingml/2006/main">
            <a:pathLst>
              <a:path w="30585" h="45937">
                <a:moveTo>
                  <a:pt x="15293" y="4742"/>
                </a:moveTo>
                <a:cubicBezTo>
                  <a:pt x="12210" y="4742"/>
                  <a:pt x="9894" y="6260"/>
                  <a:pt x="8343" y="9295"/>
                </a:cubicBezTo>
                <a:cubicBezTo>
                  <a:pt x="6792" y="12330"/>
                  <a:pt x="6016" y="16893"/>
                  <a:pt x="6016" y="22983"/>
                </a:cubicBezTo>
                <a:cubicBezTo>
                  <a:pt x="6016" y="29054"/>
                  <a:pt x="6792" y="33607"/>
                  <a:pt x="8343" y="36642"/>
                </a:cubicBezTo>
                <a:cubicBezTo>
                  <a:pt x="9894" y="39678"/>
                  <a:pt x="12210" y="41195"/>
                  <a:pt x="15293" y="41195"/>
                </a:cubicBezTo>
                <a:cubicBezTo>
                  <a:pt x="18395" y="41195"/>
                  <a:pt x="20721" y="39678"/>
                  <a:pt x="22272" y="36642"/>
                </a:cubicBezTo>
                <a:cubicBezTo>
                  <a:pt x="23823" y="33607"/>
                  <a:pt x="24599" y="29054"/>
                  <a:pt x="24599" y="22983"/>
                </a:cubicBezTo>
                <a:cubicBezTo>
                  <a:pt x="24599" y="16893"/>
                  <a:pt x="23823" y="12330"/>
                  <a:pt x="22272" y="9295"/>
                </a:cubicBezTo>
                <a:cubicBezTo>
                  <a:pt x="20721" y="6260"/>
                  <a:pt x="18395" y="4742"/>
                  <a:pt x="15293" y="4742"/>
                </a:cubicBezTo>
                <a:moveTo>
                  <a:pt x="15293" y="0"/>
                </a:moveTo>
                <a:cubicBezTo>
                  <a:pt x="20252" y="0"/>
                  <a:pt x="24040" y="1962"/>
                  <a:pt x="26658" y="5887"/>
                </a:cubicBezTo>
                <a:cubicBezTo>
                  <a:pt x="29276" y="9811"/>
                  <a:pt x="30585" y="15510"/>
                  <a:pt x="30585" y="22983"/>
                </a:cubicBezTo>
                <a:cubicBezTo>
                  <a:pt x="30585" y="30437"/>
                  <a:pt x="29276" y="36126"/>
                  <a:pt x="26658" y="40051"/>
                </a:cubicBezTo>
                <a:cubicBezTo>
                  <a:pt x="24040" y="43975"/>
                  <a:pt x="20252" y="45937"/>
                  <a:pt x="15293" y="45937"/>
                </a:cubicBezTo>
                <a:cubicBezTo>
                  <a:pt x="10333" y="45937"/>
                  <a:pt x="6545" y="43975"/>
                  <a:pt x="3927" y="40051"/>
                </a:cubicBezTo>
                <a:cubicBezTo>
                  <a:pt x="1309" y="36126"/>
                  <a:pt x="0" y="30437"/>
                  <a:pt x="0" y="22983"/>
                </a:cubicBezTo>
                <a:cubicBezTo>
                  <a:pt x="0" y="15510"/>
                  <a:pt x="1309" y="9811"/>
                  <a:pt x="3927" y="5887"/>
                </a:cubicBezTo>
                <a:cubicBezTo>
                  <a:pt x="6545" y="1962"/>
                  <a:pt x="10333" y="0"/>
                  <a:pt x="1529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30F858-353C-40C8-A141-376D5D1E0F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08041" y="1443402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A5A912-5988-421F-A922-3ED990A476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08041" y="1443402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2025" name="Text 10">
            <a:extLst xmlns:a="http://schemas.openxmlformats.org/drawingml/2006/main">
              <a:ext uri="{FF2B5EF4-FFF2-40B4-BE49-F238E27FC236}">
                <a16:creationId xmlns:a16="http://schemas.microsoft.com/office/drawing/2014/main" id="{15F78562-28F8-4919-9D67-3F6B2F4BF6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38084" y="1492628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26" name="Text 1">
            <a:extLst xmlns:a="http://schemas.openxmlformats.org/drawingml/2006/main">
              <a:ext uri="{FF2B5EF4-FFF2-40B4-BE49-F238E27FC236}">
                <a16:creationId xmlns:a16="http://schemas.microsoft.com/office/drawing/2014/main" id="{492F0B87-8C44-41CD-8424-B77A23831C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46390" y="1479511"/>
            <a:ext cx="26347" cy="44278"/>
          </a:xfrm>
          <a:custGeom xmlns:a="http://schemas.openxmlformats.org/drawingml/2006/main">
            <a:pathLst>
              <a:path w="26347" h="44278">
                <a:moveTo>
                  <a:pt x="859" y="39239"/>
                </a:moveTo>
                <a:lnTo>
                  <a:pt x="10640" y="39239"/>
                </a:lnTo>
                <a:lnTo>
                  <a:pt x="10640" y="5453"/>
                </a:lnTo>
                <a:lnTo>
                  <a:pt x="0" y="7587"/>
                </a:lnTo>
                <a:lnTo>
                  <a:pt x="0" y="2134"/>
                </a:lnTo>
                <a:lnTo>
                  <a:pt x="10580" y="0"/>
                </a:lnTo>
                <a:lnTo>
                  <a:pt x="16567" y="0"/>
                </a:lnTo>
                <a:lnTo>
                  <a:pt x="16567" y="39239"/>
                </a:lnTo>
                <a:lnTo>
                  <a:pt x="26347" y="39239"/>
                </a:lnTo>
                <a:lnTo>
                  <a:pt x="26347" y="44278"/>
                </a:lnTo>
                <a:lnTo>
                  <a:pt x="859" y="44278"/>
                </a:lnTo>
                <a:lnTo>
                  <a:pt x="859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696F50-8576-44AD-BB32-980D49367D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22541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F3295F-1530-452E-8CA4-D4DDBBBE18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22541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0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19C0BB-4DA2-4308-BC34-AAAC8CC07B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27148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E6CA47-95DB-4293-80AF-62904DC0CD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27148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0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F610A2-65D5-40F3-8BD5-E445CDC91C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31756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2ACAE8-3CE2-48AD-A82A-ED50F4F29B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31756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0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A2B98A-D61F-4663-8F07-6CB3062529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36363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2178F2-E726-46F3-AEB8-EAAC0B377B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36363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0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FDE0EF-2915-432F-94F6-8C97545797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40971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191A00-FC8A-4196-9875-BE921C9E2D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40971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0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973E53-B5EC-4184-BD74-D507932C1B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45579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9FB620-ED05-4F7B-87B7-92EDC9BC38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45579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0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7A7B64-243F-418C-9364-9AA5EE3543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50186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A1E36B-7B51-40C4-B8F9-259204122D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50186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0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A2F012-DD72-4E78-8E8F-51C463C258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54794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A14A23-A6C9-4832-AB73-C46DAF301E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54794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0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FD021C-9FF3-4D73-9BD0-0742275A85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59401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436E37-61A9-4B02-9190-564023D17F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59401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0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191258-FB04-4EC7-A4E3-5AD2B3336E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4009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CA8A70-0A39-4CFE-9ECA-ADEA1E6FD2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4009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0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964F51-CCE5-4117-908A-4886AEAF32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0084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853C81-785F-4157-9642-20B6A4A09B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0084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0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56C2FE-B395-42CA-BD08-52A2C6F9D4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56159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139E18-4057-489F-81F4-9E3EC896E8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56159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0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FB1514-EF85-4794-AC38-7103414560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02235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BA1848-22A3-4866-9616-D3C2122E98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02235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0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AB9703-B02E-4BB1-9882-D7E90134F8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48310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81971A-239B-419C-A2FE-5BB36177ED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48310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0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850AA8-806B-47E7-8ADF-98EBCE7054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94385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17C330-A3D0-471F-9FBE-A4F23D4B2F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94385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0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FB6D20-7B39-4726-84E0-44794EC8F3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0460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85572D-7C4C-46AE-90D4-E43D1EC0EF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0460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0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934EEC-F85A-40BC-8A95-518F9C7836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86536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9A3634-3635-467C-A66E-A1F13EACE1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86536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0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872356-3114-4323-B94F-F3068B0D85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32611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F5716F-6005-44D5-954A-C6680CC811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32611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0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212BC0-A10E-40BF-BCA2-DF02EC0357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78686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DDEDC4-0648-45B2-B57E-2E5403883F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78686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0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6DA0AF-8233-42FC-9637-165DD91F65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03517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F3D3B0-A306-4B06-B5FA-8A6AF8A85E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03517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0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C5DA98-16A3-4F71-AF86-BD6A17A9F9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76538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9DA59A-5F0F-46C1-9085-E50A6D3B9F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76538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0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A3CE9B-EC8B-4033-B22D-236F19327B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28347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D16CCA-43DA-4614-A6FF-255E4DDB88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28347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0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E2DF58-F967-4161-A64E-671E467146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68533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8AFFC6-2DCA-4458-91DB-ACD8041768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68533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0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A9F13A-6DC1-48E3-B5CE-65FA24F445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01368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7F74AE-4DDC-4650-ADB7-CD949994B1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01368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0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4B4E4C-7B3A-47E2-AF07-85F02AF231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29129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CCD5B2-B9B3-47EA-BD1F-A52B6EE7C4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29129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0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816E07-D018-47C9-A403-FC95149426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53177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91B2C2-03A7-4F07-A314-A245CCE136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53177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0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7BD0A7-451D-4F03-AAC2-58AB1DD22E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74389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F2F6A4-4625-40AC-8644-55E4C94BD3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74389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0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2D582C-20D1-4B6E-A186-025184DCF1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93364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1B27D3-C78F-441B-8A48-FD0835A726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93364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0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693342-2E0A-4413-BE97-B582E29AF2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8194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D9F5CC-442A-4029-BF23-F3D0F204DC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8194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0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1FF267-0D96-4141-A715-787EFDD20A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91215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F90A31-216A-46A8-8D78-36D71188F2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91215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0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561D5D-FCCC-416B-8E67-673628DF3C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3025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4106F9-BE87-48D8-9DDB-1620770E7F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3025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0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444177-C37A-4375-BF0D-4DA2991F0F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83211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7F45AE-4CD2-4D50-BCDD-EDF012EE09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83211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0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8D7EBD-D2E0-4BFB-A9CD-041854B87C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16046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6101E3-1977-4AD9-8F7E-B55745EF90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16046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0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81F27B-1FE2-4731-AA0F-4B41F3134A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43807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74A10D-7750-4BBB-BD46-8F33E1C028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43807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0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936152-EB70-469F-9F68-3D2E2842CF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67855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220811-12AD-4A7B-A528-3234F7B863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67855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0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83CFF5-F126-4266-B582-915A233EB0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89067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962047-F24F-4C88-A128-CB858088D2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89067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0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414CC3-E6F8-4047-B658-C3CA803E0A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08041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5A9D59-AAF3-4601-A9F2-117E3A17E0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08041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1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C2DD13-CAA8-4DC4-A1C1-5B3DF1F6BE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32872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849D44-8138-4422-AD74-3EC97D0B64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32872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1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27A947-712C-491B-9FF7-7882713662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05893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7B1EEA-214A-4E9D-8EDA-3F370143F7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05893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1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1810CD-2FE4-4118-9C0E-02BC6F710A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57702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E3C242-0DAD-4492-859B-8D6168B7AC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57702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1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DC592D-A4B7-4A6A-BF96-E56740947E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97888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2F518A-A577-47E5-B344-BB68CD8997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97888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1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911B02-5B8F-4833-9C13-C7EB206098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30723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ADD007-0BC1-427D-A761-3787346AFA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30723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111" name="Text QSF">
            <a:extLst xmlns:a="http://schemas.openxmlformats.org/drawingml/2006/main">
              <a:ext uri="{FF2B5EF4-FFF2-40B4-BE49-F238E27FC236}">
                <a16:creationId xmlns:a16="http://schemas.microsoft.com/office/drawing/2014/main" id="{916BE5F2-35B5-4A1B-94C1-88764BF4E1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29017" y="1607788"/>
            <a:ext cx="190480" cy="88120"/>
          </a:xfrm>
          <a:custGeom xmlns:a="http://schemas.openxmlformats.org/drawingml/2006/main">
            <a:pathLst>
              <a:path w="190480" h="88120">
                <a:moveTo>
                  <a:pt x="34181" y="8101"/>
                </a:moveTo>
                <a:cubicBezTo>
                  <a:pt x="26937" y="8101"/>
                  <a:pt x="21182" y="10804"/>
                  <a:pt x="16918" y="16209"/>
                </a:cubicBezTo>
                <a:cubicBezTo>
                  <a:pt x="12653" y="21614"/>
                  <a:pt x="10521" y="28979"/>
                  <a:pt x="10521" y="38306"/>
                </a:cubicBezTo>
                <a:cubicBezTo>
                  <a:pt x="10521" y="47599"/>
                  <a:pt x="12653" y="54949"/>
                  <a:pt x="16918" y="60354"/>
                </a:cubicBezTo>
                <a:cubicBezTo>
                  <a:pt x="21182" y="65759"/>
                  <a:pt x="26937" y="68461"/>
                  <a:pt x="34181" y="68461"/>
                </a:cubicBezTo>
                <a:cubicBezTo>
                  <a:pt x="41426" y="68461"/>
                  <a:pt x="47164" y="65759"/>
                  <a:pt x="51395" y="60354"/>
                </a:cubicBezTo>
                <a:cubicBezTo>
                  <a:pt x="55627" y="54949"/>
                  <a:pt x="57743" y="47599"/>
                  <a:pt x="57743" y="38306"/>
                </a:cubicBezTo>
                <a:cubicBezTo>
                  <a:pt x="57743" y="28979"/>
                  <a:pt x="55627" y="21614"/>
                  <a:pt x="51395" y="16209"/>
                </a:cubicBezTo>
                <a:cubicBezTo>
                  <a:pt x="47164" y="10804"/>
                  <a:pt x="41426" y="8101"/>
                  <a:pt x="34181" y="8101"/>
                </a:cubicBezTo>
                <a:moveTo>
                  <a:pt x="48160" y="73796"/>
                </a:moveTo>
                <a:lnTo>
                  <a:pt x="61299" y="88120"/>
                </a:lnTo>
                <a:lnTo>
                  <a:pt x="49247" y="88120"/>
                </a:lnTo>
                <a:lnTo>
                  <a:pt x="38330" y="76358"/>
                </a:lnTo>
                <a:cubicBezTo>
                  <a:pt x="37244" y="76426"/>
                  <a:pt x="36412" y="76477"/>
                  <a:pt x="35836" y="76511"/>
                </a:cubicBezTo>
                <a:cubicBezTo>
                  <a:pt x="35260" y="76545"/>
                  <a:pt x="34708" y="76562"/>
                  <a:pt x="34181" y="76562"/>
                </a:cubicBezTo>
                <a:cubicBezTo>
                  <a:pt x="23808" y="76562"/>
                  <a:pt x="15518" y="73094"/>
                  <a:pt x="9311" y="66158"/>
                </a:cubicBezTo>
                <a:cubicBezTo>
                  <a:pt x="3104" y="59221"/>
                  <a:pt x="0" y="49937"/>
                  <a:pt x="0" y="38306"/>
                </a:cubicBezTo>
                <a:cubicBezTo>
                  <a:pt x="0" y="26641"/>
                  <a:pt x="3104" y="17341"/>
                  <a:pt x="9311" y="10405"/>
                </a:cubicBezTo>
                <a:cubicBezTo>
                  <a:pt x="15518" y="3468"/>
                  <a:pt x="23808" y="0"/>
                  <a:pt x="34181" y="0"/>
                </a:cubicBezTo>
                <a:cubicBezTo>
                  <a:pt x="44521" y="0"/>
                  <a:pt x="52787" y="3468"/>
                  <a:pt x="58977" y="10405"/>
                </a:cubicBezTo>
                <a:cubicBezTo>
                  <a:pt x="65168" y="17341"/>
                  <a:pt x="68264" y="26642"/>
                  <a:pt x="68264" y="38307"/>
                </a:cubicBezTo>
                <a:cubicBezTo>
                  <a:pt x="68264" y="46874"/>
                  <a:pt x="66543" y="54206"/>
                  <a:pt x="63102" y="60302"/>
                </a:cubicBezTo>
                <a:cubicBezTo>
                  <a:pt x="59661" y="66398"/>
                  <a:pt x="54680" y="70896"/>
                  <a:pt x="48160" y="73796"/>
                </a:cubicBezTo>
                <a:close/>
                <a:moveTo>
                  <a:pt x="128070" y="3754"/>
                </a:moveTo>
                <a:lnTo>
                  <a:pt x="128070" y="13534"/>
                </a:lnTo>
                <a:cubicBezTo>
                  <a:pt x="124283" y="11707"/>
                  <a:pt x="120710" y="10344"/>
                  <a:pt x="117352" y="9447"/>
                </a:cubicBezTo>
                <a:cubicBezTo>
                  <a:pt x="113993" y="8549"/>
                  <a:pt x="110749" y="8101"/>
                  <a:pt x="107621" y="8101"/>
                </a:cubicBezTo>
                <a:cubicBezTo>
                  <a:pt x="102187" y="8101"/>
                  <a:pt x="97997" y="9156"/>
                  <a:pt x="95050" y="11267"/>
                </a:cubicBezTo>
                <a:cubicBezTo>
                  <a:pt x="92103" y="13376"/>
                  <a:pt x="90629" y="16376"/>
                  <a:pt x="90629" y="20267"/>
                </a:cubicBezTo>
                <a:cubicBezTo>
                  <a:pt x="90629" y="23532"/>
                  <a:pt x="91609" y="25997"/>
                  <a:pt x="93568" y="27663"/>
                </a:cubicBezTo>
                <a:cubicBezTo>
                  <a:pt x="95527" y="29328"/>
                  <a:pt x="99240" y="30671"/>
                  <a:pt x="104707" y="31693"/>
                </a:cubicBezTo>
                <a:lnTo>
                  <a:pt x="110733" y="32926"/>
                </a:lnTo>
                <a:cubicBezTo>
                  <a:pt x="118175" y="34343"/>
                  <a:pt x="123666" y="36839"/>
                  <a:pt x="127206" y="40414"/>
                </a:cubicBezTo>
                <a:cubicBezTo>
                  <a:pt x="130746" y="43988"/>
                  <a:pt x="132516" y="48773"/>
                  <a:pt x="132516" y="54770"/>
                </a:cubicBezTo>
                <a:cubicBezTo>
                  <a:pt x="132516" y="61918"/>
                  <a:pt x="130120" y="67338"/>
                  <a:pt x="125329" y="71028"/>
                </a:cubicBezTo>
                <a:cubicBezTo>
                  <a:pt x="120538" y="74717"/>
                  <a:pt x="113515" y="76562"/>
                  <a:pt x="104262" y="76562"/>
                </a:cubicBezTo>
                <a:cubicBezTo>
                  <a:pt x="100771" y="76562"/>
                  <a:pt x="97059" y="76163"/>
                  <a:pt x="93123" y="75364"/>
                </a:cubicBezTo>
                <a:cubicBezTo>
                  <a:pt x="89188" y="74566"/>
                  <a:pt x="85113" y="73384"/>
                  <a:pt x="80898" y="71820"/>
                </a:cubicBezTo>
                <a:lnTo>
                  <a:pt x="80898" y="61546"/>
                </a:lnTo>
                <a:cubicBezTo>
                  <a:pt x="84949" y="63835"/>
                  <a:pt x="88917" y="65559"/>
                  <a:pt x="92802" y="66720"/>
                </a:cubicBezTo>
                <a:cubicBezTo>
                  <a:pt x="96688" y="67881"/>
                  <a:pt x="100508" y="68461"/>
                  <a:pt x="104262" y="68461"/>
                </a:cubicBezTo>
                <a:cubicBezTo>
                  <a:pt x="109959" y="68461"/>
                  <a:pt x="114355" y="67341"/>
                  <a:pt x="117450" y="65099"/>
                </a:cubicBezTo>
                <a:cubicBezTo>
                  <a:pt x="120546" y="62857"/>
                  <a:pt x="122094" y="59659"/>
                  <a:pt x="122094" y="55506"/>
                </a:cubicBezTo>
                <a:cubicBezTo>
                  <a:pt x="122094" y="51880"/>
                  <a:pt x="120982" y="49044"/>
                  <a:pt x="118759" y="47001"/>
                </a:cubicBezTo>
                <a:cubicBezTo>
                  <a:pt x="116537" y="44956"/>
                  <a:pt x="112890" y="43423"/>
                  <a:pt x="107818" y="42401"/>
                </a:cubicBezTo>
                <a:lnTo>
                  <a:pt x="101743" y="41217"/>
                </a:lnTo>
                <a:cubicBezTo>
                  <a:pt x="94301" y="39734"/>
                  <a:pt x="88917" y="37411"/>
                  <a:pt x="85591" y="34249"/>
                </a:cubicBezTo>
                <a:cubicBezTo>
                  <a:pt x="82265" y="31086"/>
                  <a:pt x="80602" y="26687"/>
                  <a:pt x="80602" y="21053"/>
                </a:cubicBezTo>
                <a:cubicBezTo>
                  <a:pt x="80602" y="14530"/>
                  <a:pt x="82899" y="9390"/>
                  <a:pt x="87492" y="5634"/>
                </a:cubicBezTo>
                <a:cubicBezTo>
                  <a:pt x="92086" y="1878"/>
                  <a:pt x="98417" y="0"/>
                  <a:pt x="106485" y="0"/>
                </a:cubicBezTo>
                <a:cubicBezTo>
                  <a:pt x="109942" y="0"/>
                  <a:pt x="113466" y="313"/>
                  <a:pt x="117055" y="938"/>
                </a:cubicBezTo>
                <a:cubicBezTo>
                  <a:pt x="120645" y="1564"/>
                  <a:pt x="124316" y="2503"/>
                  <a:pt x="128070" y="3754"/>
                </a:cubicBezTo>
                <a:close/>
                <a:moveTo>
                  <a:pt x="148099" y="1284"/>
                </a:moveTo>
                <a:lnTo>
                  <a:pt x="190480" y="1284"/>
                </a:lnTo>
                <a:lnTo>
                  <a:pt x="190480" y="9681"/>
                </a:lnTo>
                <a:lnTo>
                  <a:pt x="158077" y="9681"/>
                </a:lnTo>
                <a:lnTo>
                  <a:pt x="158077" y="31415"/>
                </a:lnTo>
                <a:lnTo>
                  <a:pt x="187318" y="31415"/>
                </a:lnTo>
                <a:lnTo>
                  <a:pt x="187318" y="39812"/>
                </a:lnTo>
                <a:lnTo>
                  <a:pt x="158077" y="39812"/>
                </a:lnTo>
                <a:lnTo>
                  <a:pt x="158077" y="75080"/>
                </a:lnTo>
                <a:lnTo>
                  <a:pt x="148099" y="75080"/>
                </a:lnTo>
                <a:lnTo>
                  <a:pt x="148099" y="1284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57B9E7-134A-436D-95BD-54B98F56E5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96256" y="1443402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EF1FC4-8CFE-436F-87C3-9565E4572A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96256" y="1443402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2114" name="Text 0">
            <a:extLst xmlns:a="http://schemas.openxmlformats.org/drawingml/2006/main">
              <a:ext uri="{FF2B5EF4-FFF2-40B4-BE49-F238E27FC236}">
                <a16:creationId xmlns:a16="http://schemas.microsoft.com/office/drawing/2014/main" id="{DF97CE72-BCF1-4A3E-95B6-E161B5160C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18876" y="1411338"/>
            <a:ext cx="43693" cy="65625"/>
          </a:xfrm>
          <a:custGeom xmlns:a="http://schemas.openxmlformats.org/drawingml/2006/main">
            <a:pathLst>
              <a:path w="43693" h="65625">
                <a:moveTo>
                  <a:pt x="21847" y="6774"/>
                </a:moveTo>
                <a:cubicBezTo>
                  <a:pt x="17443" y="6774"/>
                  <a:pt x="14134" y="8942"/>
                  <a:pt x="11918" y="13278"/>
                </a:cubicBezTo>
                <a:cubicBezTo>
                  <a:pt x="9703" y="17615"/>
                  <a:pt x="8595" y="24133"/>
                  <a:pt x="8595" y="32833"/>
                </a:cubicBezTo>
                <a:cubicBezTo>
                  <a:pt x="8595" y="41506"/>
                  <a:pt x="9703" y="48010"/>
                  <a:pt x="11918" y="52346"/>
                </a:cubicBezTo>
                <a:cubicBezTo>
                  <a:pt x="14134" y="56682"/>
                  <a:pt x="17443" y="58850"/>
                  <a:pt x="21847" y="58850"/>
                </a:cubicBezTo>
                <a:cubicBezTo>
                  <a:pt x="26278" y="58850"/>
                  <a:pt x="29602" y="56682"/>
                  <a:pt x="31817" y="52346"/>
                </a:cubicBezTo>
                <a:cubicBezTo>
                  <a:pt x="34033" y="48010"/>
                  <a:pt x="35141" y="41506"/>
                  <a:pt x="35141" y="32833"/>
                </a:cubicBezTo>
                <a:cubicBezTo>
                  <a:pt x="35141" y="24133"/>
                  <a:pt x="34033" y="17615"/>
                  <a:pt x="31817" y="13278"/>
                </a:cubicBezTo>
                <a:cubicBezTo>
                  <a:pt x="29602" y="8942"/>
                  <a:pt x="26278" y="6774"/>
                  <a:pt x="21847" y="6774"/>
                </a:cubicBezTo>
                <a:moveTo>
                  <a:pt x="21847" y="0"/>
                </a:moveTo>
                <a:cubicBezTo>
                  <a:pt x="28931" y="0"/>
                  <a:pt x="34344" y="2803"/>
                  <a:pt x="38083" y="8409"/>
                </a:cubicBezTo>
                <a:cubicBezTo>
                  <a:pt x="41823" y="14016"/>
                  <a:pt x="43693" y="22157"/>
                  <a:pt x="43693" y="32833"/>
                </a:cubicBezTo>
                <a:cubicBezTo>
                  <a:pt x="43693" y="43482"/>
                  <a:pt x="41823" y="51609"/>
                  <a:pt x="38083" y="57215"/>
                </a:cubicBezTo>
                <a:cubicBezTo>
                  <a:pt x="34344" y="62821"/>
                  <a:pt x="28931" y="65625"/>
                  <a:pt x="21847" y="65625"/>
                </a:cubicBezTo>
                <a:cubicBezTo>
                  <a:pt x="14762" y="65625"/>
                  <a:pt x="9350" y="62821"/>
                  <a:pt x="5610" y="57215"/>
                </a:cubicBezTo>
                <a:cubicBezTo>
                  <a:pt x="1870" y="51609"/>
                  <a:pt x="0" y="43482"/>
                  <a:pt x="0" y="32833"/>
                </a:cubicBezTo>
                <a:cubicBezTo>
                  <a:pt x="0" y="22157"/>
                  <a:pt x="1870" y="14016"/>
                  <a:pt x="5610" y="8409"/>
                </a:cubicBezTo>
                <a:cubicBezTo>
                  <a:pt x="9350" y="2803"/>
                  <a:pt x="14762" y="0"/>
                  <a:pt x="21847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DD1EDA-38D4-434A-8AC3-E00CF2C35F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96256" y="1100067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78C98D-59E3-43CF-BF67-4960E3BF3A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96256" y="1100067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2117" name="Text 10">
            <a:extLst xmlns:a="http://schemas.openxmlformats.org/drawingml/2006/main">
              <a:ext uri="{FF2B5EF4-FFF2-40B4-BE49-F238E27FC236}">
                <a16:creationId xmlns:a16="http://schemas.microsoft.com/office/drawing/2014/main" id="{FBD436B7-3D7C-4A0E-BA1F-D2512CA554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70945" y="1068003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1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1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8" y="41506"/>
                  <a:pt x="86498" y="32833"/>
                </a:cubicBezTo>
                <a:cubicBezTo>
                  <a:pt x="86498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9" y="65625"/>
                  <a:pt x="60706" y="62821"/>
                  <a:pt x="56967" y="57215"/>
                </a:cubicBezTo>
                <a:cubicBezTo>
                  <a:pt x="53227" y="51609"/>
                  <a:pt x="51357" y="43482"/>
                  <a:pt x="51357" y="32833"/>
                </a:cubicBezTo>
                <a:cubicBezTo>
                  <a:pt x="51357" y="22157"/>
                  <a:pt x="53227" y="14016"/>
                  <a:pt x="56967" y="8409"/>
                </a:cubicBezTo>
                <a:cubicBezTo>
                  <a:pt x="60706" y="2803"/>
                  <a:pt x="66119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18" name="Text −1">
            <a:extLst xmlns:a="http://schemas.openxmlformats.org/drawingml/2006/main">
              <a:ext uri="{FF2B5EF4-FFF2-40B4-BE49-F238E27FC236}">
                <a16:creationId xmlns:a16="http://schemas.microsoft.com/office/drawing/2014/main" id="{60F69446-B103-43F2-9704-73073AC1BE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79014" y="1054886"/>
            <a:ext cx="77441" cy="44278"/>
          </a:xfrm>
          <a:custGeom xmlns:a="http://schemas.openxmlformats.org/drawingml/2006/main">
            <a:pathLst>
              <a:path w="77441" h="44278">
                <a:moveTo>
                  <a:pt x="0" y="22702"/>
                </a:moveTo>
                <a:lnTo>
                  <a:pt x="37995" y="22702"/>
                </a:lnTo>
                <a:lnTo>
                  <a:pt x="37995" y="27740"/>
                </a:lnTo>
                <a:lnTo>
                  <a:pt x="0" y="27740"/>
                </a:lnTo>
                <a:lnTo>
                  <a:pt x="0" y="22702"/>
                </a:lnTo>
                <a:close/>
                <a:moveTo>
                  <a:pt x="51953" y="39239"/>
                </a:moveTo>
                <a:lnTo>
                  <a:pt x="61734" y="39239"/>
                </a:lnTo>
                <a:lnTo>
                  <a:pt x="61734" y="5453"/>
                </a:lnTo>
                <a:lnTo>
                  <a:pt x="51094" y="7587"/>
                </a:lnTo>
                <a:lnTo>
                  <a:pt x="51094" y="2134"/>
                </a:lnTo>
                <a:lnTo>
                  <a:pt x="61674" y="0"/>
                </a:lnTo>
                <a:lnTo>
                  <a:pt x="67661" y="0"/>
                </a:lnTo>
                <a:lnTo>
                  <a:pt x="67661" y="39239"/>
                </a:lnTo>
                <a:lnTo>
                  <a:pt x="77441" y="39239"/>
                </a:lnTo>
                <a:lnTo>
                  <a:pt x="77441" y="44278"/>
                </a:lnTo>
                <a:lnTo>
                  <a:pt x="51953" y="44278"/>
                </a:lnTo>
                <a:lnTo>
                  <a:pt x="51953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9448B6-41D7-4F66-819E-2F1F550560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96256" y="791065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5C5C93-C29D-4B25-85D7-1B48D71302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96256" y="791065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2121" name="Text 10">
            <a:extLst xmlns:a="http://schemas.openxmlformats.org/drawingml/2006/main">
              <a:ext uri="{FF2B5EF4-FFF2-40B4-BE49-F238E27FC236}">
                <a16:creationId xmlns:a16="http://schemas.microsoft.com/office/drawing/2014/main" id="{3AB4EFDC-4257-434F-9F69-F07ABC4348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21526" y="759791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22" name="Text 0">
            <a:extLst xmlns:a="http://schemas.openxmlformats.org/drawingml/2006/main">
              <a:ext uri="{FF2B5EF4-FFF2-40B4-BE49-F238E27FC236}">
                <a16:creationId xmlns:a16="http://schemas.microsoft.com/office/drawing/2014/main" id="{9404597B-EE30-4675-9858-B013E09EB0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27164" y="745904"/>
            <a:ext cx="30585" cy="45937"/>
          </a:xfrm>
          <a:custGeom xmlns:a="http://schemas.openxmlformats.org/drawingml/2006/main">
            <a:pathLst>
              <a:path w="30585" h="45937">
                <a:moveTo>
                  <a:pt x="15293" y="4742"/>
                </a:moveTo>
                <a:cubicBezTo>
                  <a:pt x="12210" y="4742"/>
                  <a:pt x="9894" y="6260"/>
                  <a:pt x="8343" y="9295"/>
                </a:cubicBezTo>
                <a:cubicBezTo>
                  <a:pt x="6792" y="12330"/>
                  <a:pt x="6016" y="16893"/>
                  <a:pt x="6016" y="22983"/>
                </a:cubicBezTo>
                <a:cubicBezTo>
                  <a:pt x="6016" y="29054"/>
                  <a:pt x="6792" y="33607"/>
                  <a:pt x="8343" y="36642"/>
                </a:cubicBezTo>
                <a:cubicBezTo>
                  <a:pt x="9894" y="39678"/>
                  <a:pt x="12210" y="41195"/>
                  <a:pt x="15293" y="41195"/>
                </a:cubicBezTo>
                <a:cubicBezTo>
                  <a:pt x="18395" y="41195"/>
                  <a:pt x="20721" y="39678"/>
                  <a:pt x="22272" y="36642"/>
                </a:cubicBezTo>
                <a:cubicBezTo>
                  <a:pt x="23823" y="33607"/>
                  <a:pt x="24599" y="29054"/>
                  <a:pt x="24599" y="22983"/>
                </a:cubicBezTo>
                <a:cubicBezTo>
                  <a:pt x="24599" y="16893"/>
                  <a:pt x="23823" y="12330"/>
                  <a:pt x="22272" y="9295"/>
                </a:cubicBezTo>
                <a:cubicBezTo>
                  <a:pt x="20721" y="6260"/>
                  <a:pt x="18395" y="4742"/>
                  <a:pt x="15293" y="4742"/>
                </a:cubicBezTo>
                <a:moveTo>
                  <a:pt x="15293" y="0"/>
                </a:moveTo>
                <a:cubicBezTo>
                  <a:pt x="20252" y="0"/>
                  <a:pt x="24040" y="1962"/>
                  <a:pt x="26658" y="5887"/>
                </a:cubicBezTo>
                <a:cubicBezTo>
                  <a:pt x="29276" y="9811"/>
                  <a:pt x="30585" y="15510"/>
                  <a:pt x="30585" y="22983"/>
                </a:cubicBezTo>
                <a:cubicBezTo>
                  <a:pt x="30585" y="30437"/>
                  <a:pt x="29276" y="36126"/>
                  <a:pt x="26658" y="40051"/>
                </a:cubicBezTo>
                <a:cubicBezTo>
                  <a:pt x="24040" y="43975"/>
                  <a:pt x="20252" y="45937"/>
                  <a:pt x="15293" y="45937"/>
                </a:cubicBezTo>
                <a:cubicBezTo>
                  <a:pt x="10333" y="45937"/>
                  <a:pt x="6545" y="43975"/>
                  <a:pt x="3927" y="40051"/>
                </a:cubicBezTo>
                <a:cubicBezTo>
                  <a:pt x="1309" y="36126"/>
                  <a:pt x="0" y="30437"/>
                  <a:pt x="0" y="22983"/>
                </a:cubicBezTo>
                <a:cubicBezTo>
                  <a:pt x="0" y="15510"/>
                  <a:pt x="1309" y="9811"/>
                  <a:pt x="3927" y="5887"/>
                </a:cubicBezTo>
                <a:cubicBezTo>
                  <a:pt x="6545" y="1962"/>
                  <a:pt x="10333" y="0"/>
                  <a:pt x="1529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AD5331-37F0-4B94-BBB9-4E70E653F8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96256" y="482064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BEAC64-E265-4DCF-A671-298191FAC4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96256" y="482064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2125" name="Text 10">
            <a:extLst xmlns:a="http://schemas.openxmlformats.org/drawingml/2006/main">
              <a:ext uri="{FF2B5EF4-FFF2-40B4-BE49-F238E27FC236}">
                <a16:creationId xmlns:a16="http://schemas.microsoft.com/office/drawing/2014/main" id="{D41CC5DD-8B62-488F-AEEA-B0D79862FE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21526" y="449999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26" name="Text 1">
            <a:extLst xmlns:a="http://schemas.openxmlformats.org/drawingml/2006/main">
              <a:ext uri="{FF2B5EF4-FFF2-40B4-BE49-F238E27FC236}">
                <a16:creationId xmlns:a16="http://schemas.microsoft.com/office/drawing/2014/main" id="{7CEE3C92-954E-4DA8-8569-7EAEC3215E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29831" y="436883"/>
            <a:ext cx="26347" cy="44278"/>
          </a:xfrm>
          <a:custGeom xmlns:a="http://schemas.openxmlformats.org/drawingml/2006/main">
            <a:pathLst>
              <a:path w="26347" h="44278">
                <a:moveTo>
                  <a:pt x="859" y="39239"/>
                </a:moveTo>
                <a:lnTo>
                  <a:pt x="10640" y="39239"/>
                </a:lnTo>
                <a:lnTo>
                  <a:pt x="10640" y="5453"/>
                </a:lnTo>
                <a:lnTo>
                  <a:pt x="0" y="7587"/>
                </a:lnTo>
                <a:lnTo>
                  <a:pt x="0" y="2134"/>
                </a:lnTo>
                <a:lnTo>
                  <a:pt x="10580" y="0"/>
                </a:lnTo>
                <a:lnTo>
                  <a:pt x="16567" y="0"/>
                </a:lnTo>
                <a:lnTo>
                  <a:pt x="16567" y="39239"/>
                </a:lnTo>
                <a:lnTo>
                  <a:pt x="26347" y="39239"/>
                </a:lnTo>
                <a:lnTo>
                  <a:pt x="26347" y="44278"/>
                </a:lnTo>
                <a:lnTo>
                  <a:pt x="859" y="44278"/>
                </a:lnTo>
                <a:lnTo>
                  <a:pt x="859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5F2BBD-2077-4CD5-8066-1E6124332C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143996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7BA506-178D-4A63-92C1-566270005C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143996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1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5102BE-2F18-4394-99FC-4DC7A1193E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143653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10614E-5B76-47BC-9A64-BAC7B4D9A9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143653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1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245555-2409-4C31-9799-59D5FBDE1B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143310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D6F350-F17D-4B25-BF97-ADD55B513F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143310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1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45B3D2-E52A-4A1E-973D-936F0B3A1B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142966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A7E3C4-A107-4BF6-B105-112CB4C5BF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142966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1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D4CFB8-60CB-455C-BE42-E23DD1ED91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142623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180F57-D06D-4450-8F34-F07D23B339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142623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1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DDB9D6-E0A4-43A3-B4B1-9A19002A3E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142280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82DF07-2A55-45C3-BDBD-B676F8BE85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142280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1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E9FB47-1F20-4AC5-A8B9-10FD6FF858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141936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183827-1AC7-4223-87A9-03AF031D80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141936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1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AA2F3E-0883-4AF5-94B6-BC7E4025FA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141593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AA2752-E59E-41FB-83E9-D5C4E61593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141593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1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B739A5-11E9-4872-BF04-39F8EB4089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141250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589C3C-125F-40EC-BD4B-36F79709E6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141250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1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1C982E-C914-485E-AD07-EA3AF3771B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140906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E3B287-0159-44C6-9E32-ACF739A26F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140906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1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13FCD7-973B-415F-BE9E-7D2E7812D4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137473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7E2CFB-D596-48F6-AAF6-F6F5A5C2BA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137473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1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3A8171-988D-41A7-B953-2234B38E3F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134040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B187F2-7E5D-4907-BCF3-778AABD652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134040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1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1860EC-050F-4FEA-AEDD-C16B6C2AB7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130606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BEC78C-CF03-48D2-AFDD-BD1C32559C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130606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1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F7F7F8-7D6E-4328-B2E0-EAE2AA2A5E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127173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1AC2CE-469D-47A6-AB6A-20F47EAE37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127173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1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18D8AA-E43E-4692-BD72-AB2EE0C7F9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123740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6253FC-DBBF-42F7-8B37-A15F8194B4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123740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1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D4CDD2-7EE7-4EA2-A836-701102C2D4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120306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039EB0-6A01-4B24-BAEC-4C5D06F339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120306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1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37FC26-6426-4DCB-992C-6348A4BE6B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116873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A5BD41-4E31-4E96-8D98-39D0139E79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116873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1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DDE458-8942-495D-8C23-C7AE5F0204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113440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8E615D-C632-48AD-BFDB-3E1F3E1C8C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113440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1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1A1307-4897-4462-82FB-5B5BD554D0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110006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4F677F-4530-48BB-97A1-AB8BCEC2A6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110006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1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93AC87-2641-47C4-8A47-7C12388EA6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100704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F01A47-1DBE-46A5-9DCC-84A6DF635E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100704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1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7ECE14-9A12-4915-9B0C-65C883A7EA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95263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8044D4-0611-4510-A778-5720A109FB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95263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1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9E5307-7538-4AE7-8075-E2B2407858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91402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3AA315-0189-44C5-8727-AE3A6F5ACB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91402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1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9C5F2D-433D-4A4B-8722-0264B25BE9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88408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58FA9C-1B88-41D7-BCF8-4EA9D23724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88408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1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4330D6-AB01-47A5-A494-A87155FB05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85961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B59A50-D594-4A8F-925A-D18F89FC70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85961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1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25A5D6-811F-42C8-A097-D21647EB9E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83893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FC44E5-27AA-4C4E-8D26-9BE111A208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83893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1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1AEB14-17AD-4FC0-B47A-0B8E66E8DE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82101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ACA7DF-7325-41BB-A99A-8596423615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82101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1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3D4CD0-E6DB-45E0-94B3-17D344580C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80520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D8B13A-AAF0-4620-AA90-9F5864C68F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80520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1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AC34F7-2DAA-4D78-BD08-902BEBF9F9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79106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222C9D-E43A-4A20-9366-8797D7F60D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79106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1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D9403E-BDBD-4326-B53C-14B90896E1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69804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29A764-9846-4C2C-8BB8-4266AE0C1A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69804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1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184597-8E4D-4B3A-9D72-C3B89CDEEC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64363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0FB8B3-82D1-42E1-896D-5A097DD6F5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64363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1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21B570-7B5B-41DD-988F-294A5BFF48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60502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722767-4CA0-475B-B163-0289203FA6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60502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1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74EE3C-8161-451E-8AAE-8907B7227A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57508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5E7AB1-015A-4D74-AB38-8EBB90504D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57508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1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1B761E-3FF3-4B04-9879-9390636535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55061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1E338A-968D-4A68-8ABA-AAB933940E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55061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1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43C585-8246-4388-96C1-0B3D5868A2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52992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E328BD-C281-4D6F-B5CA-1A78D744C4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52992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1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1B4083-D013-45F7-8917-690E3287AB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51200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5A596E-9C79-4FCA-BAF3-ACC328E29E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51200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1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C5420E-0B31-404C-9637-F7412CE248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9620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7673B2-D587-49E2-9C71-1FE59705BA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9620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1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512175-2ABD-4CCD-B5FD-089E7FA862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8206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83159E-2738-42A5-B1D2-19DC05095B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8206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2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23FD3D-5A28-4C83-B941-E10A3332E1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38904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37084F-5C28-406B-AA83-CCAC2562BE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38904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2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0C4408-CE5A-42A5-A95A-C547417225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33463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7398DA-2504-43CD-9BB1-FAC7862A81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33463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2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098777-8859-44B8-95EC-15AED74A56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29602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BCB243-81B0-41C0-859A-A86C0243D7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29602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2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A1F9E1-8309-40EE-9E4A-FB5F0C99C6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26608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8E23B3-7BA8-44D3-AE7C-43B489625F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26608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2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A45E06-C042-4B99-BCF4-3ABCFC3658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24161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D16B5F-E1EA-4642-8E10-4822CEE34A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24161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211" name="Text M">
            <a:extLst xmlns:a="http://schemas.openxmlformats.org/drawingml/2006/main">
              <a:ext uri="{FF2B5EF4-FFF2-40B4-BE49-F238E27FC236}">
                <a16:creationId xmlns:a16="http://schemas.microsoft.com/office/drawing/2014/main" id="{8A85F341-1F60-445B-BEDE-B9E805DE47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37720" y="1021338"/>
            <a:ext cx="73796" cy="67473"/>
          </a:xfrm>
          <a:custGeom xmlns:a="http://schemas.openxmlformats.org/drawingml/2006/main">
            <a:pathLst>
              <a:path w="73796" h="67473">
                <a:moveTo>
                  <a:pt x="0" y="67473"/>
                </a:moveTo>
                <a:lnTo>
                  <a:pt x="0" y="52606"/>
                </a:lnTo>
                <a:lnTo>
                  <a:pt x="50185" y="33786"/>
                </a:lnTo>
                <a:lnTo>
                  <a:pt x="0" y="14868"/>
                </a:lnTo>
                <a:lnTo>
                  <a:pt x="0" y="0"/>
                </a:lnTo>
                <a:lnTo>
                  <a:pt x="73796" y="0"/>
                </a:lnTo>
                <a:lnTo>
                  <a:pt x="73796" y="9731"/>
                </a:lnTo>
                <a:lnTo>
                  <a:pt x="8990" y="9731"/>
                </a:lnTo>
                <a:lnTo>
                  <a:pt x="59570" y="28748"/>
                </a:lnTo>
                <a:lnTo>
                  <a:pt x="59570" y="38775"/>
                </a:lnTo>
                <a:lnTo>
                  <a:pt x="8990" y="57792"/>
                </a:lnTo>
                <a:lnTo>
                  <a:pt x="73796" y="57792"/>
                </a:lnTo>
                <a:lnTo>
                  <a:pt x="73796" y="67473"/>
                </a:lnTo>
                <a:lnTo>
                  <a:pt x="0" y="67473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12" name="Text a">
            <a:extLst xmlns:a="http://schemas.openxmlformats.org/drawingml/2006/main">
              <a:ext uri="{FF2B5EF4-FFF2-40B4-BE49-F238E27FC236}">
                <a16:creationId xmlns:a16="http://schemas.microsoft.com/office/drawing/2014/main" id="{A02AB822-7AAA-43A3-AD93-E4428340A8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54811" y="958635"/>
            <a:ext cx="58187" cy="46728"/>
          </a:xfrm>
          <a:custGeom xmlns:a="http://schemas.openxmlformats.org/drawingml/2006/main">
            <a:pathLst>
              <a:path w="58187" h="46728">
                <a:moveTo>
                  <a:pt x="28847" y="18128"/>
                </a:moveTo>
                <a:cubicBezTo>
                  <a:pt x="28847" y="25471"/>
                  <a:pt x="29690" y="30559"/>
                  <a:pt x="31378" y="33391"/>
                </a:cubicBezTo>
                <a:cubicBezTo>
                  <a:pt x="33065" y="36223"/>
                  <a:pt x="35942" y="37639"/>
                  <a:pt x="40011" y="37639"/>
                </a:cubicBezTo>
                <a:cubicBezTo>
                  <a:pt x="43253" y="37639"/>
                  <a:pt x="45825" y="36577"/>
                  <a:pt x="47728" y="34453"/>
                </a:cubicBezTo>
                <a:cubicBezTo>
                  <a:pt x="49629" y="32329"/>
                  <a:pt x="50580" y="29439"/>
                  <a:pt x="50580" y="25784"/>
                </a:cubicBezTo>
                <a:cubicBezTo>
                  <a:pt x="50580" y="20746"/>
                  <a:pt x="48786" y="16704"/>
                  <a:pt x="45196" y="13658"/>
                </a:cubicBezTo>
                <a:cubicBezTo>
                  <a:pt x="41606" y="10612"/>
                  <a:pt x="36833" y="9089"/>
                  <a:pt x="30876" y="9089"/>
                </a:cubicBezTo>
                <a:lnTo>
                  <a:pt x="28847" y="9089"/>
                </a:lnTo>
                <a:lnTo>
                  <a:pt x="28847" y="18128"/>
                </a:lnTo>
                <a:moveTo>
                  <a:pt x="25093" y="0"/>
                </a:moveTo>
                <a:lnTo>
                  <a:pt x="56705" y="0"/>
                </a:lnTo>
                <a:lnTo>
                  <a:pt x="56705" y="9089"/>
                </a:lnTo>
                <a:lnTo>
                  <a:pt x="48308" y="9089"/>
                </a:lnTo>
                <a:cubicBezTo>
                  <a:pt x="51683" y="11163"/>
                  <a:pt x="54174" y="13748"/>
                  <a:pt x="55779" y="16844"/>
                </a:cubicBezTo>
                <a:cubicBezTo>
                  <a:pt x="57384" y="19939"/>
                  <a:pt x="58187" y="23726"/>
                  <a:pt x="58187" y="28204"/>
                </a:cubicBezTo>
                <a:cubicBezTo>
                  <a:pt x="58187" y="33868"/>
                  <a:pt x="56594" y="38372"/>
                  <a:pt x="53408" y="41714"/>
                </a:cubicBezTo>
                <a:cubicBezTo>
                  <a:pt x="50221" y="45056"/>
                  <a:pt x="45953" y="46728"/>
                  <a:pt x="40604" y="46728"/>
                </a:cubicBezTo>
                <a:cubicBezTo>
                  <a:pt x="34364" y="46728"/>
                  <a:pt x="29659" y="44645"/>
                  <a:pt x="26490" y="40479"/>
                </a:cubicBezTo>
                <a:cubicBezTo>
                  <a:pt x="23319" y="36313"/>
                  <a:pt x="21734" y="30098"/>
                  <a:pt x="21734" y="21833"/>
                </a:cubicBezTo>
                <a:lnTo>
                  <a:pt x="21734" y="9089"/>
                </a:lnTo>
                <a:lnTo>
                  <a:pt x="20845" y="9089"/>
                </a:lnTo>
                <a:cubicBezTo>
                  <a:pt x="16663" y="9089"/>
                  <a:pt x="13427" y="10463"/>
                  <a:pt x="11139" y="13213"/>
                </a:cubicBezTo>
                <a:cubicBezTo>
                  <a:pt x="8850" y="15963"/>
                  <a:pt x="7706" y="19824"/>
                  <a:pt x="7706" y="24796"/>
                </a:cubicBezTo>
                <a:cubicBezTo>
                  <a:pt x="7706" y="27957"/>
                  <a:pt x="8084" y="31036"/>
                  <a:pt x="8842" y="34033"/>
                </a:cubicBezTo>
                <a:cubicBezTo>
                  <a:pt x="9599" y="37030"/>
                  <a:pt x="10735" y="39911"/>
                  <a:pt x="12250" y="42677"/>
                </a:cubicBezTo>
                <a:lnTo>
                  <a:pt x="3853" y="42677"/>
                </a:lnTo>
                <a:cubicBezTo>
                  <a:pt x="2569" y="39351"/>
                  <a:pt x="1605" y="36124"/>
                  <a:pt x="963" y="32996"/>
                </a:cubicBezTo>
                <a:cubicBezTo>
                  <a:pt x="321" y="29867"/>
                  <a:pt x="0" y="26821"/>
                  <a:pt x="0" y="23858"/>
                </a:cubicBezTo>
                <a:cubicBezTo>
                  <a:pt x="0" y="15856"/>
                  <a:pt x="2075" y="9879"/>
                  <a:pt x="6224" y="5927"/>
                </a:cubicBezTo>
                <a:cubicBezTo>
                  <a:pt x="10373" y="1976"/>
                  <a:pt x="16663" y="0"/>
                  <a:pt x="2509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13" name="Text t">
            <a:extLst xmlns:a="http://schemas.openxmlformats.org/drawingml/2006/main">
              <a:ext uri="{FF2B5EF4-FFF2-40B4-BE49-F238E27FC236}">
                <a16:creationId xmlns:a16="http://schemas.microsoft.com/office/drawing/2014/main" id="{0EE01E9D-82B5-4833-B592-41286F3396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40486" y="912183"/>
            <a:ext cx="71030" cy="34527"/>
          </a:xfrm>
          <a:custGeom xmlns:a="http://schemas.openxmlformats.org/drawingml/2006/main">
            <a:pathLst>
              <a:path w="71030" h="34527">
                <a:moveTo>
                  <a:pt x="0" y="18721"/>
                </a:moveTo>
                <a:lnTo>
                  <a:pt x="15708" y="18721"/>
                </a:lnTo>
                <a:lnTo>
                  <a:pt x="15708" y="0"/>
                </a:lnTo>
                <a:lnTo>
                  <a:pt x="22820" y="0"/>
                </a:lnTo>
                <a:lnTo>
                  <a:pt x="22820" y="18721"/>
                </a:lnTo>
                <a:lnTo>
                  <a:pt x="52815" y="18721"/>
                </a:lnTo>
                <a:cubicBezTo>
                  <a:pt x="57322" y="18721"/>
                  <a:pt x="60216" y="18103"/>
                  <a:pt x="61500" y="16868"/>
                </a:cubicBezTo>
                <a:cubicBezTo>
                  <a:pt x="62782" y="15633"/>
                  <a:pt x="63423" y="13123"/>
                  <a:pt x="63423" y="9336"/>
                </a:cubicBezTo>
                <a:lnTo>
                  <a:pt x="63423" y="0"/>
                </a:lnTo>
                <a:lnTo>
                  <a:pt x="71030" y="0"/>
                </a:lnTo>
                <a:lnTo>
                  <a:pt x="71030" y="9336"/>
                </a:lnTo>
                <a:cubicBezTo>
                  <a:pt x="71030" y="16350"/>
                  <a:pt x="69722" y="21190"/>
                  <a:pt x="67106" y="23858"/>
                </a:cubicBezTo>
                <a:cubicBezTo>
                  <a:pt x="64489" y="26525"/>
                  <a:pt x="59726" y="27859"/>
                  <a:pt x="52815" y="27859"/>
                </a:cubicBezTo>
                <a:lnTo>
                  <a:pt x="22820" y="27859"/>
                </a:lnTo>
                <a:lnTo>
                  <a:pt x="22820" y="34527"/>
                </a:lnTo>
                <a:lnTo>
                  <a:pt x="15708" y="34527"/>
                </a:lnTo>
                <a:lnTo>
                  <a:pt x="15708" y="27859"/>
                </a:lnTo>
                <a:lnTo>
                  <a:pt x="0" y="27859"/>
                </a:lnTo>
                <a:lnTo>
                  <a:pt x="0" y="18721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14" name="Text h">
            <a:extLst xmlns:a="http://schemas.openxmlformats.org/drawingml/2006/main">
              <a:ext uri="{FF2B5EF4-FFF2-40B4-BE49-F238E27FC236}">
                <a16:creationId xmlns:a16="http://schemas.microsoft.com/office/drawing/2014/main" id="{BDEBD127-87BD-4167-A1A4-31F6814E3B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34658" y="854252"/>
            <a:ext cx="76858" cy="46332"/>
          </a:xfrm>
          <a:custGeom xmlns:a="http://schemas.openxmlformats.org/drawingml/2006/main">
            <a:pathLst>
              <a:path w="76858" h="46332">
                <a:moveTo>
                  <a:pt x="43467" y="0"/>
                </a:moveTo>
                <a:lnTo>
                  <a:pt x="76858" y="0"/>
                </a:lnTo>
                <a:lnTo>
                  <a:pt x="76858" y="9089"/>
                </a:lnTo>
                <a:lnTo>
                  <a:pt x="43764" y="9089"/>
                </a:lnTo>
                <a:cubicBezTo>
                  <a:pt x="38512" y="9089"/>
                  <a:pt x="34581" y="10109"/>
                  <a:pt x="31971" y="12151"/>
                </a:cubicBezTo>
                <a:cubicBezTo>
                  <a:pt x="29361" y="14193"/>
                  <a:pt x="28056" y="17255"/>
                  <a:pt x="28056" y="21339"/>
                </a:cubicBezTo>
                <a:cubicBezTo>
                  <a:pt x="28056" y="26245"/>
                  <a:pt x="29625" y="30114"/>
                  <a:pt x="32763" y="32946"/>
                </a:cubicBezTo>
                <a:cubicBezTo>
                  <a:pt x="35899" y="35778"/>
                  <a:pt x="40176" y="37194"/>
                  <a:pt x="45591" y="37194"/>
                </a:cubicBezTo>
                <a:lnTo>
                  <a:pt x="76858" y="37194"/>
                </a:lnTo>
                <a:lnTo>
                  <a:pt x="76858" y="46332"/>
                </a:lnTo>
                <a:lnTo>
                  <a:pt x="0" y="46332"/>
                </a:lnTo>
                <a:lnTo>
                  <a:pt x="0" y="37194"/>
                </a:lnTo>
                <a:lnTo>
                  <a:pt x="30131" y="37194"/>
                </a:lnTo>
                <a:cubicBezTo>
                  <a:pt x="26788" y="35021"/>
                  <a:pt x="24290" y="32461"/>
                  <a:pt x="22635" y="29513"/>
                </a:cubicBezTo>
                <a:cubicBezTo>
                  <a:pt x="20980" y="26566"/>
                  <a:pt x="20153" y="23166"/>
                  <a:pt x="20153" y="19313"/>
                </a:cubicBezTo>
                <a:cubicBezTo>
                  <a:pt x="20153" y="12958"/>
                  <a:pt x="22125" y="8150"/>
                  <a:pt x="26068" y="4890"/>
                </a:cubicBezTo>
                <a:cubicBezTo>
                  <a:pt x="30011" y="1630"/>
                  <a:pt x="35811" y="0"/>
                  <a:pt x="43467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15" name="Text S">
            <a:extLst xmlns:a="http://schemas.openxmlformats.org/drawingml/2006/main">
              <a:ext uri="{FF2B5EF4-FFF2-40B4-BE49-F238E27FC236}">
                <a16:creationId xmlns:a16="http://schemas.microsoft.com/office/drawing/2014/main" id="{4779AD16-1AB8-42E6-9230-4E4E845324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36436" y="787054"/>
            <a:ext cx="76562" cy="51914"/>
          </a:xfrm>
          <a:custGeom xmlns:a="http://schemas.openxmlformats.org/drawingml/2006/main">
            <a:pathLst>
              <a:path w="76562" h="51914">
                <a:moveTo>
                  <a:pt x="3754" y="4446"/>
                </a:moveTo>
                <a:lnTo>
                  <a:pt x="13534" y="4446"/>
                </a:lnTo>
                <a:cubicBezTo>
                  <a:pt x="11707" y="8232"/>
                  <a:pt x="10344" y="11805"/>
                  <a:pt x="9447" y="15164"/>
                </a:cubicBezTo>
                <a:cubicBezTo>
                  <a:pt x="8549" y="18523"/>
                  <a:pt x="8101" y="21767"/>
                  <a:pt x="8101" y="24895"/>
                </a:cubicBezTo>
                <a:cubicBezTo>
                  <a:pt x="8101" y="30328"/>
                  <a:pt x="9156" y="34519"/>
                  <a:pt x="11267" y="37466"/>
                </a:cubicBezTo>
                <a:cubicBezTo>
                  <a:pt x="13376" y="40413"/>
                  <a:pt x="16376" y="41887"/>
                  <a:pt x="20267" y="41887"/>
                </a:cubicBezTo>
                <a:cubicBezTo>
                  <a:pt x="23532" y="41887"/>
                  <a:pt x="25997" y="40907"/>
                  <a:pt x="27663" y="38948"/>
                </a:cubicBezTo>
                <a:cubicBezTo>
                  <a:pt x="29328" y="36989"/>
                  <a:pt x="30671" y="33276"/>
                  <a:pt x="31693" y="27809"/>
                </a:cubicBezTo>
                <a:lnTo>
                  <a:pt x="32926" y="21783"/>
                </a:lnTo>
                <a:cubicBezTo>
                  <a:pt x="34343" y="14341"/>
                  <a:pt x="36839" y="8850"/>
                  <a:pt x="40414" y="5310"/>
                </a:cubicBezTo>
                <a:cubicBezTo>
                  <a:pt x="43988" y="1770"/>
                  <a:pt x="48773" y="0"/>
                  <a:pt x="54770" y="0"/>
                </a:cubicBezTo>
                <a:cubicBezTo>
                  <a:pt x="61918" y="0"/>
                  <a:pt x="67338" y="2396"/>
                  <a:pt x="71028" y="7187"/>
                </a:cubicBezTo>
                <a:cubicBezTo>
                  <a:pt x="74717" y="11978"/>
                  <a:pt x="76562" y="19001"/>
                  <a:pt x="76562" y="28254"/>
                </a:cubicBezTo>
                <a:cubicBezTo>
                  <a:pt x="76562" y="31744"/>
                  <a:pt x="76163" y="35457"/>
                  <a:pt x="75364" y="39392"/>
                </a:cubicBezTo>
                <a:cubicBezTo>
                  <a:pt x="74566" y="43328"/>
                  <a:pt x="73384" y="47403"/>
                  <a:pt x="71820" y="51618"/>
                </a:cubicBezTo>
                <a:lnTo>
                  <a:pt x="61546" y="51618"/>
                </a:lnTo>
                <a:cubicBezTo>
                  <a:pt x="63835" y="47567"/>
                  <a:pt x="65559" y="43599"/>
                  <a:pt x="66720" y="39713"/>
                </a:cubicBezTo>
                <a:cubicBezTo>
                  <a:pt x="67881" y="35828"/>
                  <a:pt x="68461" y="32008"/>
                  <a:pt x="68461" y="28254"/>
                </a:cubicBezTo>
                <a:cubicBezTo>
                  <a:pt x="68461" y="22557"/>
                  <a:pt x="67341" y="18161"/>
                  <a:pt x="65099" y="15065"/>
                </a:cubicBezTo>
                <a:cubicBezTo>
                  <a:pt x="62857" y="11970"/>
                  <a:pt x="59659" y="10422"/>
                  <a:pt x="55506" y="10422"/>
                </a:cubicBezTo>
                <a:cubicBezTo>
                  <a:pt x="51880" y="10422"/>
                  <a:pt x="49044" y="11534"/>
                  <a:pt x="47001" y="13756"/>
                </a:cubicBezTo>
                <a:cubicBezTo>
                  <a:pt x="44956" y="15979"/>
                  <a:pt x="43423" y="19626"/>
                  <a:pt x="42401" y="24697"/>
                </a:cubicBezTo>
                <a:lnTo>
                  <a:pt x="41217" y="30773"/>
                </a:lnTo>
                <a:cubicBezTo>
                  <a:pt x="39734" y="38215"/>
                  <a:pt x="37411" y="43599"/>
                  <a:pt x="34249" y="46925"/>
                </a:cubicBezTo>
                <a:cubicBezTo>
                  <a:pt x="31086" y="50251"/>
                  <a:pt x="26687" y="51914"/>
                  <a:pt x="21053" y="51914"/>
                </a:cubicBezTo>
                <a:cubicBezTo>
                  <a:pt x="14530" y="51914"/>
                  <a:pt x="9390" y="49617"/>
                  <a:pt x="5634" y="45023"/>
                </a:cubicBezTo>
                <a:cubicBezTo>
                  <a:pt x="1878" y="40430"/>
                  <a:pt x="0" y="34099"/>
                  <a:pt x="0" y="26031"/>
                </a:cubicBezTo>
                <a:cubicBezTo>
                  <a:pt x="0" y="22573"/>
                  <a:pt x="313" y="19050"/>
                  <a:pt x="938" y="15461"/>
                </a:cubicBezTo>
                <a:cubicBezTo>
                  <a:pt x="1564" y="11871"/>
                  <a:pt x="2503" y="8200"/>
                  <a:pt x="3754" y="4446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16" name="Text A">
            <a:extLst xmlns:a="http://schemas.openxmlformats.org/drawingml/2006/main">
              <a:ext uri="{FF2B5EF4-FFF2-40B4-BE49-F238E27FC236}">
                <a16:creationId xmlns:a16="http://schemas.microsoft.com/office/drawing/2014/main" id="{F966CAF9-7D6B-45B5-B8C0-B56AE2DCA4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37720" y="713037"/>
            <a:ext cx="73796" cy="67572"/>
          </a:xfrm>
          <a:custGeom xmlns:a="http://schemas.openxmlformats.org/drawingml/2006/main">
            <a:pathLst>
              <a:path w="73796" h="67572">
                <a:moveTo>
                  <a:pt x="9830" y="33786"/>
                </a:moveTo>
                <a:lnTo>
                  <a:pt x="46530" y="47320"/>
                </a:lnTo>
                <a:lnTo>
                  <a:pt x="46530" y="20202"/>
                </a:lnTo>
                <a:lnTo>
                  <a:pt x="9830" y="33786"/>
                </a:lnTo>
                <a:moveTo>
                  <a:pt x="0" y="39417"/>
                </a:moveTo>
                <a:lnTo>
                  <a:pt x="0" y="28106"/>
                </a:lnTo>
                <a:lnTo>
                  <a:pt x="73796" y="0"/>
                </a:lnTo>
                <a:lnTo>
                  <a:pt x="73796" y="10373"/>
                </a:lnTo>
                <a:lnTo>
                  <a:pt x="54828" y="17091"/>
                </a:lnTo>
                <a:lnTo>
                  <a:pt x="54828" y="50333"/>
                </a:lnTo>
                <a:lnTo>
                  <a:pt x="73796" y="57051"/>
                </a:lnTo>
                <a:lnTo>
                  <a:pt x="73796" y="67572"/>
                </a:lnTo>
                <a:lnTo>
                  <a:pt x="0" y="39417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17" name="Text T">
            <a:extLst xmlns:a="http://schemas.openxmlformats.org/drawingml/2006/main">
              <a:ext uri="{FF2B5EF4-FFF2-40B4-BE49-F238E27FC236}">
                <a16:creationId xmlns:a16="http://schemas.microsoft.com/office/drawing/2014/main" id="{E2139BB2-1297-4672-B970-BE38C8A4EA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37720" y="650116"/>
            <a:ext cx="73796" cy="62386"/>
          </a:xfrm>
          <a:custGeom xmlns:a="http://schemas.openxmlformats.org/drawingml/2006/main">
            <a:pathLst>
              <a:path w="73796" h="62386">
                <a:moveTo>
                  <a:pt x="0" y="62386"/>
                </a:moveTo>
                <a:lnTo>
                  <a:pt x="0" y="0"/>
                </a:lnTo>
                <a:lnTo>
                  <a:pt x="8397" y="0"/>
                </a:lnTo>
                <a:lnTo>
                  <a:pt x="8397" y="26179"/>
                </a:lnTo>
                <a:lnTo>
                  <a:pt x="73796" y="26179"/>
                </a:lnTo>
                <a:lnTo>
                  <a:pt x="73796" y="36206"/>
                </a:lnTo>
                <a:lnTo>
                  <a:pt x="8397" y="36206"/>
                </a:lnTo>
                <a:lnTo>
                  <a:pt x="8397" y="62386"/>
                </a:lnTo>
                <a:lnTo>
                  <a:pt x="0" y="62386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18" name="Text 5">
            <a:extLst xmlns:a="http://schemas.openxmlformats.org/drawingml/2006/main">
              <a:ext uri="{FF2B5EF4-FFF2-40B4-BE49-F238E27FC236}">
                <a16:creationId xmlns:a16="http://schemas.microsoft.com/office/drawing/2014/main" id="{2DFD30A8-6AE3-49D1-A4C1-AEB05D9E79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37720" y="594876"/>
            <a:ext cx="75278" cy="47715"/>
          </a:xfrm>
          <a:custGeom xmlns:a="http://schemas.openxmlformats.org/drawingml/2006/main">
            <a:pathLst>
              <a:path w="75278" h="47715">
                <a:moveTo>
                  <a:pt x="0" y="44604"/>
                </a:moveTo>
                <a:lnTo>
                  <a:pt x="0" y="5433"/>
                </a:lnTo>
                <a:lnTo>
                  <a:pt x="8397" y="5433"/>
                </a:lnTo>
                <a:lnTo>
                  <a:pt x="8397" y="35465"/>
                </a:lnTo>
                <a:lnTo>
                  <a:pt x="26476" y="35465"/>
                </a:lnTo>
                <a:cubicBezTo>
                  <a:pt x="25982" y="34017"/>
                  <a:pt x="25611" y="32568"/>
                  <a:pt x="25364" y="31119"/>
                </a:cubicBezTo>
                <a:cubicBezTo>
                  <a:pt x="25117" y="29670"/>
                  <a:pt x="24994" y="28221"/>
                  <a:pt x="24994" y="26772"/>
                </a:cubicBezTo>
                <a:cubicBezTo>
                  <a:pt x="24994" y="18540"/>
                  <a:pt x="27254" y="12019"/>
                  <a:pt x="31775" y="7212"/>
                </a:cubicBezTo>
                <a:cubicBezTo>
                  <a:pt x="36294" y="2404"/>
                  <a:pt x="42415" y="0"/>
                  <a:pt x="50136" y="0"/>
                </a:cubicBezTo>
                <a:cubicBezTo>
                  <a:pt x="58087" y="0"/>
                  <a:pt x="64266" y="2470"/>
                  <a:pt x="68671" y="7409"/>
                </a:cubicBezTo>
                <a:cubicBezTo>
                  <a:pt x="73076" y="12349"/>
                  <a:pt x="75278" y="19313"/>
                  <a:pt x="75278" y="28303"/>
                </a:cubicBezTo>
                <a:cubicBezTo>
                  <a:pt x="75278" y="31399"/>
                  <a:pt x="75014" y="34552"/>
                  <a:pt x="74487" y="37762"/>
                </a:cubicBezTo>
                <a:cubicBezTo>
                  <a:pt x="73961" y="40973"/>
                  <a:pt x="73170" y="44291"/>
                  <a:pt x="72116" y="47715"/>
                </a:cubicBezTo>
                <a:lnTo>
                  <a:pt x="62040" y="47715"/>
                </a:lnTo>
                <a:cubicBezTo>
                  <a:pt x="63670" y="44752"/>
                  <a:pt x="64884" y="41689"/>
                  <a:pt x="65683" y="38528"/>
                </a:cubicBezTo>
                <a:cubicBezTo>
                  <a:pt x="66481" y="35367"/>
                  <a:pt x="66881" y="32024"/>
                  <a:pt x="66881" y="28501"/>
                </a:cubicBezTo>
                <a:cubicBezTo>
                  <a:pt x="66881" y="22804"/>
                  <a:pt x="65378" y="18293"/>
                  <a:pt x="62373" y="14967"/>
                </a:cubicBezTo>
                <a:cubicBezTo>
                  <a:pt x="59367" y="11641"/>
                  <a:pt x="55288" y="9978"/>
                  <a:pt x="50136" y="9978"/>
                </a:cubicBezTo>
                <a:cubicBezTo>
                  <a:pt x="44983" y="9978"/>
                  <a:pt x="40905" y="11641"/>
                  <a:pt x="37900" y="14967"/>
                </a:cubicBezTo>
                <a:cubicBezTo>
                  <a:pt x="34894" y="18293"/>
                  <a:pt x="33391" y="22804"/>
                  <a:pt x="33391" y="28501"/>
                </a:cubicBezTo>
                <a:cubicBezTo>
                  <a:pt x="33391" y="31168"/>
                  <a:pt x="33687" y="33827"/>
                  <a:pt x="34280" y="36478"/>
                </a:cubicBezTo>
                <a:cubicBezTo>
                  <a:pt x="34873" y="39129"/>
                  <a:pt x="35795" y="41837"/>
                  <a:pt x="37046" y="44604"/>
                </a:cubicBezTo>
                <a:lnTo>
                  <a:pt x="0" y="44604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677FFD-8E4C-4235-ADFD-AA945709A9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17933" y="241614"/>
            <a:ext cx="1612790" cy="1201788"/>
          </a:xfrm>
          <a:custGeom xmlns:a="http://schemas.openxmlformats.org/drawingml/2006/main">
            <a:pathLst>
              <a:path w="1612790" h="1201788" fill="none">
                <a:moveTo>
                  <a:pt x="0" y="1201788"/>
                </a:moveTo>
                <a:lnTo>
                  <a:pt x="1612790" y="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sq">
            <a:solidFill>
              <a:srgbClr val="000000"/>
            </a:solidFill>
            <a:round/>
          </a:ln>
        </p:spPr>
      </p:sp>
      <p:sp>
        <p:nvSpPr>
          <p:cNvPr id="22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A4FBC0-F808-49CF-AB26-5F742E5832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17933" y="241614"/>
            <a:ext cx="10" cy="1201788"/>
          </a:xfrm>
          <a:custGeom xmlns:a="http://schemas.openxmlformats.org/drawingml/2006/main">
            <a:pathLst>
              <a:path w="1" h="1201788" fill="none">
                <a:moveTo>
                  <a:pt x="0" y="1201788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22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AE1366-A51C-447E-B5EB-441030B610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30723" y="241614"/>
            <a:ext cx="10" cy="1201788"/>
          </a:xfrm>
          <a:custGeom xmlns:a="http://schemas.openxmlformats.org/drawingml/2006/main">
            <a:pathLst>
              <a:path w="1" h="1201788" fill="none">
                <a:moveTo>
                  <a:pt x="0" y="1201788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22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E67B36-9D7F-4237-9157-C831BE2580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17933" y="1443402"/>
            <a:ext cx="1612790" cy="10"/>
          </a:xfrm>
          <a:custGeom xmlns:a="http://schemas.openxmlformats.org/drawingml/2006/main">
            <a:pathLst>
              <a:path w="1612790" h="1" fill="none">
                <a:moveTo>
                  <a:pt x="0" y="0"/>
                </a:moveTo>
                <a:lnTo>
                  <a:pt x="161279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22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A84ED6-6248-4215-B245-F1E86FA0C6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17933" y="241614"/>
            <a:ext cx="1612790" cy="10"/>
          </a:xfrm>
          <a:custGeom xmlns:a="http://schemas.openxmlformats.org/drawingml/2006/main">
            <a:pathLst>
              <a:path w="1612790" h="1" fill="none">
                <a:moveTo>
                  <a:pt x="0" y="0"/>
                </a:moveTo>
                <a:lnTo>
                  <a:pt x="161279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2224" name="Text 119">
            <a:extLst xmlns:a="http://schemas.openxmlformats.org/drawingml/2006/main">
              <a:ext uri="{FF2B5EF4-FFF2-40B4-BE49-F238E27FC236}">
                <a16:creationId xmlns:a16="http://schemas.microsoft.com/office/drawing/2014/main" id="{6569BA2A-0634-45DF-A504-47AC91839E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79914" y="621281"/>
            <a:ext cx="374596" cy="164061"/>
          </a:xfrm>
          <a:custGeom xmlns:a="http://schemas.openxmlformats.org/drawingml/2006/main">
            <a:pathLst>
              <a:path w="374596" h="164061">
                <a:moveTo>
                  <a:pt x="3070" y="142892"/>
                </a:moveTo>
                <a:lnTo>
                  <a:pt x="37999" y="142892"/>
                </a:lnTo>
                <a:lnTo>
                  <a:pt x="37999" y="22228"/>
                </a:lnTo>
                <a:lnTo>
                  <a:pt x="0" y="29849"/>
                </a:lnTo>
                <a:lnTo>
                  <a:pt x="0" y="10373"/>
                </a:lnTo>
                <a:lnTo>
                  <a:pt x="37787" y="2752"/>
                </a:lnTo>
                <a:lnTo>
                  <a:pt x="59168" y="2752"/>
                </a:lnTo>
                <a:lnTo>
                  <a:pt x="59168" y="142892"/>
                </a:lnTo>
                <a:lnTo>
                  <a:pt x="94097" y="142892"/>
                </a:lnTo>
                <a:lnTo>
                  <a:pt x="94097" y="160886"/>
                </a:lnTo>
                <a:lnTo>
                  <a:pt x="3070" y="160886"/>
                </a:lnTo>
                <a:lnTo>
                  <a:pt x="3070" y="142892"/>
                </a:lnTo>
                <a:close/>
                <a:moveTo>
                  <a:pt x="140937" y="142892"/>
                </a:moveTo>
                <a:lnTo>
                  <a:pt x="175867" y="142892"/>
                </a:lnTo>
                <a:lnTo>
                  <a:pt x="175867" y="22228"/>
                </a:lnTo>
                <a:lnTo>
                  <a:pt x="137868" y="29849"/>
                </a:lnTo>
                <a:lnTo>
                  <a:pt x="137868" y="10373"/>
                </a:lnTo>
                <a:lnTo>
                  <a:pt x="175655" y="2752"/>
                </a:lnTo>
                <a:lnTo>
                  <a:pt x="197036" y="2752"/>
                </a:lnTo>
                <a:lnTo>
                  <a:pt x="197036" y="142892"/>
                </a:lnTo>
                <a:lnTo>
                  <a:pt x="231965" y="142892"/>
                </a:lnTo>
                <a:lnTo>
                  <a:pt x="231965" y="160886"/>
                </a:lnTo>
                <a:lnTo>
                  <a:pt x="140937" y="160886"/>
                </a:lnTo>
                <a:lnTo>
                  <a:pt x="140937" y="142892"/>
                </a:lnTo>
                <a:close/>
                <a:moveTo>
                  <a:pt x="275735" y="157711"/>
                </a:moveTo>
                <a:lnTo>
                  <a:pt x="275735" y="138235"/>
                </a:lnTo>
                <a:cubicBezTo>
                  <a:pt x="281098" y="140775"/>
                  <a:pt x="286532" y="142716"/>
                  <a:pt x="292036" y="144057"/>
                </a:cubicBezTo>
                <a:cubicBezTo>
                  <a:pt x="297540" y="145397"/>
                  <a:pt x="302938" y="146068"/>
                  <a:pt x="308230" y="146068"/>
                </a:cubicBezTo>
                <a:cubicBezTo>
                  <a:pt x="322343" y="146068"/>
                  <a:pt x="333122" y="141313"/>
                  <a:pt x="340566" y="131805"/>
                </a:cubicBezTo>
                <a:cubicBezTo>
                  <a:pt x="348011" y="122296"/>
                  <a:pt x="352262" y="107857"/>
                  <a:pt x="353321" y="88487"/>
                </a:cubicBezTo>
                <a:cubicBezTo>
                  <a:pt x="349228" y="94556"/>
                  <a:pt x="344041" y="99213"/>
                  <a:pt x="337761" y="102459"/>
                </a:cubicBezTo>
                <a:cubicBezTo>
                  <a:pt x="331481" y="105705"/>
                  <a:pt x="324530" y="107328"/>
                  <a:pt x="316909" y="107328"/>
                </a:cubicBezTo>
                <a:cubicBezTo>
                  <a:pt x="301103" y="107328"/>
                  <a:pt x="288596" y="102547"/>
                  <a:pt x="279387" y="92986"/>
                </a:cubicBezTo>
                <a:cubicBezTo>
                  <a:pt x="270178" y="83424"/>
                  <a:pt x="265574" y="70352"/>
                  <a:pt x="265574" y="53770"/>
                </a:cubicBezTo>
                <a:cubicBezTo>
                  <a:pt x="265574" y="37540"/>
                  <a:pt x="270372" y="24521"/>
                  <a:pt x="279969" y="14713"/>
                </a:cubicBezTo>
                <a:cubicBezTo>
                  <a:pt x="289566" y="4904"/>
                  <a:pt x="302338" y="0"/>
                  <a:pt x="318285" y="0"/>
                </a:cubicBezTo>
                <a:cubicBezTo>
                  <a:pt x="336562" y="0"/>
                  <a:pt x="350516" y="7008"/>
                  <a:pt x="360148" y="21024"/>
                </a:cubicBezTo>
                <a:cubicBezTo>
                  <a:pt x="369780" y="35039"/>
                  <a:pt x="374596" y="55393"/>
                  <a:pt x="374596" y="82084"/>
                </a:cubicBezTo>
                <a:cubicBezTo>
                  <a:pt x="374596" y="107008"/>
                  <a:pt x="368686" y="126903"/>
                  <a:pt x="356866" y="141768"/>
                </a:cubicBezTo>
                <a:cubicBezTo>
                  <a:pt x="345047" y="156630"/>
                  <a:pt x="329152" y="164061"/>
                  <a:pt x="309183" y="164061"/>
                </a:cubicBezTo>
                <a:cubicBezTo>
                  <a:pt x="303820" y="164061"/>
                  <a:pt x="298386" y="163532"/>
                  <a:pt x="292882" y="162474"/>
                </a:cubicBezTo>
                <a:cubicBezTo>
                  <a:pt x="287378" y="161415"/>
                  <a:pt x="281663" y="159828"/>
                  <a:pt x="275735" y="157711"/>
                </a:cubicBezTo>
                <a:moveTo>
                  <a:pt x="318285" y="90604"/>
                </a:moveTo>
                <a:cubicBezTo>
                  <a:pt x="327882" y="90604"/>
                  <a:pt x="335485" y="87323"/>
                  <a:pt x="341095" y="80761"/>
                </a:cubicBezTo>
                <a:cubicBezTo>
                  <a:pt x="346705" y="74198"/>
                  <a:pt x="349510" y="65201"/>
                  <a:pt x="349510" y="53770"/>
                </a:cubicBezTo>
                <a:cubicBezTo>
                  <a:pt x="349510" y="42409"/>
                  <a:pt x="346705" y="33430"/>
                  <a:pt x="341095" y="26832"/>
                </a:cubicBezTo>
                <a:cubicBezTo>
                  <a:pt x="335485" y="20234"/>
                  <a:pt x="327882" y="16935"/>
                  <a:pt x="318285" y="16935"/>
                </a:cubicBezTo>
                <a:cubicBezTo>
                  <a:pt x="308689" y="16935"/>
                  <a:pt x="301085" y="20234"/>
                  <a:pt x="295476" y="26832"/>
                </a:cubicBezTo>
                <a:cubicBezTo>
                  <a:pt x="289866" y="33430"/>
                  <a:pt x="287061" y="42409"/>
                  <a:pt x="287061" y="53770"/>
                </a:cubicBezTo>
                <a:cubicBezTo>
                  <a:pt x="287061" y="65201"/>
                  <a:pt x="289866" y="74198"/>
                  <a:pt x="295476" y="80761"/>
                </a:cubicBezTo>
                <a:cubicBezTo>
                  <a:pt x="301085" y="87323"/>
                  <a:pt x="308689" y="90604"/>
                  <a:pt x="318285" y="90604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25" name="Text 22">
            <a:extLst xmlns:a="http://schemas.openxmlformats.org/drawingml/2006/main">
              <a:ext uri="{FF2B5EF4-FFF2-40B4-BE49-F238E27FC236}">
                <a16:creationId xmlns:a16="http://schemas.microsoft.com/office/drawing/2014/main" id="{171F2766-ACC7-4950-8CAE-295F9794F6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63517" y="861639"/>
            <a:ext cx="238209" cy="160886"/>
          </a:xfrm>
          <a:custGeom xmlns:a="http://schemas.openxmlformats.org/drawingml/2006/main">
            <a:pathLst>
              <a:path w="238209" h="160886">
                <a:moveTo>
                  <a:pt x="25721" y="142892"/>
                </a:moveTo>
                <a:lnTo>
                  <a:pt x="100342" y="142892"/>
                </a:lnTo>
                <a:lnTo>
                  <a:pt x="100342" y="160886"/>
                </a:lnTo>
                <a:lnTo>
                  <a:pt x="0" y="160886"/>
                </a:lnTo>
                <a:lnTo>
                  <a:pt x="0" y="142892"/>
                </a:lnTo>
                <a:cubicBezTo>
                  <a:pt x="8115" y="134495"/>
                  <a:pt x="19176" y="123222"/>
                  <a:pt x="33183" y="109074"/>
                </a:cubicBezTo>
                <a:cubicBezTo>
                  <a:pt x="47190" y="94926"/>
                  <a:pt x="55993" y="85806"/>
                  <a:pt x="59591" y="81713"/>
                </a:cubicBezTo>
                <a:cubicBezTo>
                  <a:pt x="66436" y="74022"/>
                  <a:pt x="71217" y="67512"/>
                  <a:pt x="73933" y="62185"/>
                </a:cubicBezTo>
                <a:cubicBezTo>
                  <a:pt x="76650" y="56857"/>
                  <a:pt x="78009" y="51618"/>
                  <a:pt x="78009" y="46466"/>
                </a:cubicBezTo>
                <a:cubicBezTo>
                  <a:pt x="78009" y="38069"/>
                  <a:pt x="75063" y="31225"/>
                  <a:pt x="69170" y="25932"/>
                </a:cubicBezTo>
                <a:cubicBezTo>
                  <a:pt x="63278" y="20640"/>
                  <a:pt x="55604" y="17994"/>
                  <a:pt x="46149" y="17994"/>
                </a:cubicBezTo>
                <a:cubicBezTo>
                  <a:pt x="39445" y="17994"/>
                  <a:pt x="32371" y="19167"/>
                  <a:pt x="24927" y="21513"/>
                </a:cubicBezTo>
                <a:cubicBezTo>
                  <a:pt x="17482" y="23859"/>
                  <a:pt x="9526" y="27414"/>
                  <a:pt x="1058" y="32177"/>
                </a:cubicBezTo>
                <a:lnTo>
                  <a:pt x="1058" y="10585"/>
                </a:lnTo>
                <a:cubicBezTo>
                  <a:pt x="9667" y="7092"/>
                  <a:pt x="17712" y="4454"/>
                  <a:pt x="25191" y="2673"/>
                </a:cubicBezTo>
                <a:cubicBezTo>
                  <a:pt x="32671" y="891"/>
                  <a:pt x="39516" y="0"/>
                  <a:pt x="45726" y="0"/>
                </a:cubicBezTo>
                <a:cubicBezTo>
                  <a:pt x="62096" y="0"/>
                  <a:pt x="75151" y="4093"/>
                  <a:pt x="84889" y="12278"/>
                </a:cubicBezTo>
                <a:cubicBezTo>
                  <a:pt x="94626" y="20464"/>
                  <a:pt x="99495" y="31401"/>
                  <a:pt x="99495" y="45090"/>
                </a:cubicBezTo>
                <a:cubicBezTo>
                  <a:pt x="99495" y="51582"/>
                  <a:pt x="98278" y="57739"/>
                  <a:pt x="95844" y="63561"/>
                </a:cubicBezTo>
                <a:cubicBezTo>
                  <a:pt x="93409" y="69382"/>
                  <a:pt x="88981" y="76244"/>
                  <a:pt x="82560" y="84148"/>
                </a:cubicBezTo>
                <a:cubicBezTo>
                  <a:pt x="80796" y="86194"/>
                  <a:pt x="75186" y="92104"/>
                  <a:pt x="65730" y="101877"/>
                </a:cubicBezTo>
                <a:cubicBezTo>
                  <a:pt x="56275" y="111650"/>
                  <a:pt x="42938" y="125322"/>
                  <a:pt x="25721" y="142892"/>
                </a:cubicBezTo>
                <a:close/>
                <a:moveTo>
                  <a:pt x="163588" y="142892"/>
                </a:moveTo>
                <a:lnTo>
                  <a:pt x="238209" y="142892"/>
                </a:lnTo>
                <a:lnTo>
                  <a:pt x="238209" y="160886"/>
                </a:lnTo>
                <a:lnTo>
                  <a:pt x="137867" y="160886"/>
                </a:lnTo>
                <a:lnTo>
                  <a:pt x="137867" y="142892"/>
                </a:lnTo>
                <a:cubicBezTo>
                  <a:pt x="145982" y="134495"/>
                  <a:pt x="157043" y="123222"/>
                  <a:pt x="171050" y="109074"/>
                </a:cubicBezTo>
                <a:cubicBezTo>
                  <a:pt x="185057" y="94926"/>
                  <a:pt x="193860" y="85806"/>
                  <a:pt x="197459" y="81713"/>
                </a:cubicBezTo>
                <a:cubicBezTo>
                  <a:pt x="204303" y="74022"/>
                  <a:pt x="209084" y="67512"/>
                  <a:pt x="211801" y="62185"/>
                </a:cubicBezTo>
                <a:cubicBezTo>
                  <a:pt x="214517" y="56857"/>
                  <a:pt x="215876" y="51618"/>
                  <a:pt x="215876" y="46466"/>
                </a:cubicBezTo>
                <a:cubicBezTo>
                  <a:pt x="215876" y="38069"/>
                  <a:pt x="212930" y="31225"/>
                  <a:pt x="207038" y="25932"/>
                </a:cubicBezTo>
                <a:cubicBezTo>
                  <a:pt x="201146" y="20640"/>
                  <a:pt x="193472" y="17994"/>
                  <a:pt x="184016" y="17994"/>
                </a:cubicBezTo>
                <a:cubicBezTo>
                  <a:pt x="177313" y="17994"/>
                  <a:pt x="170238" y="19167"/>
                  <a:pt x="162794" y="21513"/>
                </a:cubicBezTo>
                <a:cubicBezTo>
                  <a:pt x="155349" y="23859"/>
                  <a:pt x="147393" y="27414"/>
                  <a:pt x="138926" y="32177"/>
                </a:cubicBezTo>
                <a:lnTo>
                  <a:pt x="138926" y="10585"/>
                </a:lnTo>
                <a:cubicBezTo>
                  <a:pt x="147535" y="7092"/>
                  <a:pt x="155579" y="4454"/>
                  <a:pt x="163059" y="2673"/>
                </a:cubicBezTo>
                <a:cubicBezTo>
                  <a:pt x="170538" y="891"/>
                  <a:pt x="177383" y="0"/>
                  <a:pt x="183593" y="0"/>
                </a:cubicBezTo>
                <a:cubicBezTo>
                  <a:pt x="199964" y="0"/>
                  <a:pt x="213018" y="4093"/>
                  <a:pt x="222756" y="12278"/>
                </a:cubicBezTo>
                <a:cubicBezTo>
                  <a:pt x="232494" y="20464"/>
                  <a:pt x="237363" y="31401"/>
                  <a:pt x="237363" y="45090"/>
                </a:cubicBezTo>
                <a:cubicBezTo>
                  <a:pt x="237363" y="51582"/>
                  <a:pt x="236145" y="57739"/>
                  <a:pt x="233711" y="63561"/>
                </a:cubicBezTo>
                <a:cubicBezTo>
                  <a:pt x="231276" y="69382"/>
                  <a:pt x="226849" y="76244"/>
                  <a:pt x="220427" y="84148"/>
                </a:cubicBezTo>
                <a:cubicBezTo>
                  <a:pt x="218663" y="86194"/>
                  <a:pt x="213053" y="92104"/>
                  <a:pt x="203598" y="101877"/>
                </a:cubicBezTo>
                <a:cubicBezTo>
                  <a:pt x="194142" y="111650"/>
                  <a:pt x="180805" y="125322"/>
                  <a:pt x="163588" y="142892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26" name="Text 12.3Xspeedup">
            <a:extLst xmlns:a="http://schemas.openxmlformats.org/drawingml/2006/main">
              <a:ext uri="{FF2B5EF4-FFF2-40B4-BE49-F238E27FC236}">
                <a16:creationId xmlns:a16="http://schemas.microsoft.com/office/drawing/2014/main" id="{149CA051-12CB-48E8-B64C-034285F8A1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02186" y="110421"/>
            <a:ext cx="850237" cy="111886"/>
          </a:xfrm>
          <a:custGeom xmlns:a="http://schemas.openxmlformats.org/drawingml/2006/main">
            <a:pathLst>
              <a:path w="850237" h="111886">
                <a:moveTo>
                  <a:pt x="1637" y="78241"/>
                </a:moveTo>
                <a:lnTo>
                  <a:pt x="20266" y="78241"/>
                </a:lnTo>
                <a:lnTo>
                  <a:pt x="20266" y="13887"/>
                </a:lnTo>
                <a:lnTo>
                  <a:pt x="0" y="17951"/>
                </a:lnTo>
                <a:lnTo>
                  <a:pt x="0" y="7564"/>
                </a:lnTo>
                <a:lnTo>
                  <a:pt x="20153" y="3500"/>
                </a:lnTo>
                <a:lnTo>
                  <a:pt x="31556" y="3500"/>
                </a:lnTo>
                <a:lnTo>
                  <a:pt x="31556" y="78241"/>
                </a:lnTo>
                <a:lnTo>
                  <a:pt x="50185" y="78241"/>
                </a:lnTo>
                <a:lnTo>
                  <a:pt x="50185" y="87838"/>
                </a:lnTo>
                <a:lnTo>
                  <a:pt x="1637" y="87838"/>
                </a:lnTo>
                <a:lnTo>
                  <a:pt x="1637" y="78241"/>
                </a:lnTo>
                <a:close/>
                <a:moveTo>
                  <a:pt x="83013" y="78241"/>
                </a:moveTo>
                <a:lnTo>
                  <a:pt x="122811" y="78241"/>
                </a:lnTo>
                <a:lnTo>
                  <a:pt x="122811" y="87838"/>
                </a:lnTo>
                <a:lnTo>
                  <a:pt x="69296" y="87838"/>
                </a:lnTo>
                <a:lnTo>
                  <a:pt x="69296" y="78241"/>
                </a:lnTo>
                <a:cubicBezTo>
                  <a:pt x="73624" y="73763"/>
                  <a:pt x="79523" y="67751"/>
                  <a:pt x="86993" y="60205"/>
                </a:cubicBezTo>
                <a:cubicBezTo>
                  <a:pt x="94463" y="52660"/>
                  <a:pt x="99158" y="47795"/>
                  <a:pt x="101078" y="45613"/>
                </a:cubicBezTo>
                <a:cubicBezTo>
                  <a:pt x="104728" y="41510"/>
                  <a:pt x="107278" y="38039"/>
                  <a:pt x="108727" y="35197"/>
                </a:cubicBezTo>
                <a:cubicBezTo>
                  <a:pt x="110176" y="32356"/>
                  <a:pt x="110900" y="29562"/>
                  <a:pt x="110900" y="26814"/>
                </a:cubicBezTo>
                <a:cubicBezTo>
                  <a:pt x="110900" y="22336"/>
                  <a:pt x="109329" y="18685"/>
                  <a:pt x="106187" y="15863"/>
                </a:cubicBezTo>
                <a:cubicBezTo>
                  <a:pt x="103044" y="13040"/>
                  <a:pt x="98951" y="11629"/>
                  <a:pt x="93908" y="11629"/>
                </a:cubicBezTo>
                <a:cubicBezTo>
                  <a:pt x="90333" y="11629"/>
                  <a:pt x="86560" y="12255"/>
                  <a:pt x="82590" y="13506"/>
                </a:cubicBezTo>
                <a:cubicBezTo>
                  <a:pt x="78619" y="14757"/>
                  <a:pt x="74376" y="16653"/>
                  <a:pt x="69860" y="19193"/>
                </a:cubicBezTo>
                <a:lnTo>
                  <a:pt x="69860" y="7677"/>
                </a:lnTo>
                <a:cubicBezTo>
                  <a:pt x="74452" y="5814"/>
                  <a:pt x="78742" y="4408"/>
                  <a:pt x="82731" y="3458"/>
                </a:cubicBezTo>
                <a:cubicBezTo>
                  <a:pt x="86720" y="2507"/>
                  <a:pt x="90371" y="2032"/>
                  <a:pt x="93683" y="2032"/>
                </a:cubicBezTo>
                <a:cubicBezTo>
                  <a:pt x="102414" y="2032"/>
                  <a:pt x="109376" y="4215"/>
                  <a:pt x="114570" y="8581"/>
                </a:cubicBezTo>
                <a:cubicBezTo>
                  <a:pt x="119763" y="12946"/>
                  <a:pt x="122360" y="18779"/>
                  <a:pt x="122360" y="26080"/>
                </a:cubicBezTo>
                <a:cubicBezTo>
                  <a:pt x="122360" y="29543"/>
                  <a:pt x="121711" y="32826"/>
                  <a:pt x="120412" y="35931"/>
                </a:cubicBezTo>
                <a:cubicBezTo>
                  <a:pt x="119114" y="39036"/>
                  <a:pt x="116752" y="42696"/>
                  <a:pt x="113328" y="46911"/>
                </a:cubicBezTo>
                <a:cubicBezTo>
                  <a:pt x="112387" y="48002"/>
                  <a:pt x="109395" y="51154"/>
                  <a:pt x="104352" y="56367"/>
                </a:cubicBezTo>
                <a:cubicBezTo>
                  <a:pt x="99309" y="61579"/>
                  <a:pt x="92196" y="68871"/>
                  <a:pt x="83013" y="78241"/>
                </a:cubicBezTo>
                <a:close/>
                <a:moveTo>
                  <a:pt x="146720" y="73500"/>
                </a:moveTo>
                <a:lnTo>
                  <a:pt x="158631" y="73500"/>
                </a:lnTo>
                <a:lnTo>
                  <a:pt x="158631" y="87838"/>
                </a:lnTo>
                <a:lnTo>
                  <a:pt x="146720" y="87838"/>
                </a:lnTo>
                <a:lnTo>
                  <a:pt x="146720" y="73500"/>
                </a:lnTo>
                <a:close/>
                <a:moveTo>
                  <a:pt x="218033" y="42338"/>
                </a:moveTo>
                <a:cubicBezTo>
                  <a:pt x="223490" y="43507"/>
                  <a:pt x="227752" y="45941"/>
                  <a:pt x="230819" y="49638"/>
                </a:cubicBezTo>
                <a:cubicBezTo>
                  <a:pt x="233886" y="53335"/>
                  <a:pt x="235420" y="57899"/>
                  <a:pt x="235420" y="63331"/>
                </a:cubicBezTo>
                <a:cubicBezTo>
                  <a:pt x="235420" y="71668"/>
                  <a:pt x="232560" y="78120"/>
                  <a:pt x="226839" y="82685"/>
                </a:cubicBezTo>
                <a:cubicBezTo>
                  <a:pt x="221119" y="87250"/>
                  <a:pt x="212990" y="89532"/>
                  <a:pt x="202452" y="89532"/>
                </a:cubicBezTo>
                <a:cubicBezTo>
                  <a:pt x="198915" y="89532"/>
                  <a:pt x="195274" y="89184"/>
                  <a:pt x="191529" y="88487"/>
                </a:cubicBezTo>
                <a:cubicBezTo>
                  <a:pt x="187785" y="87791"/>
                  <a:pt x="183918" y="86747"/>
                  <a:pt x="179928" y="85354"/>
                </a:cubicBezTo>
                <a:lnTo>
                  <a:pt x="179928" y="74290"/>
                </a:lnTo>
                <a:cubicBezTo>
                  <a:pt x="183090" y="76153"/>
                  <a:pt x="186552" y="77559"/>
                  <a:pt x="190315" y="78510"/>
                </a:cubicBezTo>
                <a:cubicBezTo>
                  <a:pt x="194079" y="79460"/>
                  <a:pt x="198012" y="79935"/>
                  <a:pt x="202114" y="79935"/>
                </a:cubicBezTo>
                <a:cubicBezTo>
                  <a:pt x="209264" y="79935"/>
                  <a:pt x="214712" y="78519"/>
                  <a:pt x="218456" y="75687"/>
                </a:cubicBezTo>
                <a:cubicBezTo>
                  <a:pt x="222201" y="72854"/>
                  <a:pt x="224073" y="68737"/>
                  <a:pt x="224073" y="63337"/>
                </a:cubicBezTo>
                <a:cubicBezTo>
                  <a:pt x="224073" y="58352"/>
                  <a:pt x="222333" y="54454"/>
                  <a:pt x="218852" y="51641"/>
                </a:cubicBezTo>
                <a:cubicBezTo>
                  <a:pt x="215370" y="48826"/>
                  <a:pt x="210525" y="47419"/>
                  <a:pt x="204315" y="47419"/>
                </a:cubicBezTo>
                <a:lnTo>
                  <a:pt x="194493" y="47419"/>
                </a:lnTo>
                <a:lnTo>
                  <a:pt x="194493" y="38048"/>
                </a:lnTo>
                <a:lnTo>
                  <a:pt x="204767" y="38048"/>
                </a:lnTo>
                <a:cubicBezTo>
                  <a:pt x="210374" y="38048"/>
                  <a:pt x="214665" y="36931"/>
                  <a:pt x="217638" y="34696"/>
                </a:cubicBezTo>
                <a:cubicBezTo>
                  <a:pt x="220611" y="32462"/>
                  <a:pt x="222097" y="29242"/>
                  <a:pt x="222097" y="25036"/>
                </a:cubicBezTo>
                <a:cubicBezTo>
                  <a:pt x="222097" y="20718"/>
                  <a:pt x="220564" y="17403"/>
                  <a:pt x="217497" y="15094"/>
                </a:cubicBezTo>
                <a:cubicBezTo>
                  <a:pt x="214430" y="12784"/>
                  <a:pt x="210036" y="11629"/>
                  <a:pt x="204315" y="11629"/>
                </a:cubicBezTo>
                <a:cubicBezTo>
                  <a:pt x="201192" y="11629"/>
                  <a:pt x="197842" y="11968"/>
                  <a:pt x="194267" y="12645"/>
                </a:cubicBezTo>
                <a:cubicBezTo>
                  <a:pt x="190692" y="13322"/>
                  <a:pt x="186759" y="14376"/>
                  <a:pt x="182469" y="15806"/>
                </a:cubicBezTo>
                <a:lnTo>
                  <a:pt x="182469" y="5645"/>
                </a:lnTo>
                <a:cubicBezTo>
                  <a:pt x="186797" y="4441"/>
                  <a:pt x="190852" y="3538"/>
                  <a:pt x="194634" y="2935"/>
                </a:cubicBezTo>
                <a:cubicBezTo>
                  <a:pt x="198416" y="2333"/>
                  <a:pt x="201982" y="2032"/>
                  <a:pt x="205331" y="2032"/>
                </a:cubicBezTo>
                <a:cubicBezTo>
                  <a:pt x="213987" y="2032"/>
                  <a:pt x="220837" y="3996"/>
                  <a:pt x="225880" y="7924"/>
                </a:cubicBezTo>
                <a:cubicBezTo>
                  <a:pt x="230923" y="11851"/>
                  <a:pt x="233444" y="17159"/>
                  <a:pt x="233444" y="23849"/>
                </a:cubicBezTo>
                <a:cubicBezTo>
                  <a:pt x="233444" y="28508"/>
                  <a:pt x="232108" y="32445"/>
                  <a:pt x="229436" y="35658"/>
                </a:cubicBezTo>
                <a:cubicBezTo>
                  <a:pt x="226764" y="38871"/>
                  <a:pt x="222963" y="41098"/>
                  <a:pt x="218033" y="42338"/>
                </a:cubicBezTo>
                <a:close/>
                <a:moveTo>
                  <a:pt x="251933" y="3500"/>
                </a:moveTo>
                <a:lnTo>
                  <a:pt x="264183" y="3500"/>
                </a:lnTo>
                <a:lnTo>
                  <a:pt x="285127" y="34830"/>
                </a:lnTo>
                <a:lnTo>
                  <a:pt x="306183" y="3500"/>
                </a:lnTo>
                <a:lnTo>
                  <a:pt x="318433" y="3500"/>
                </a:lnTo>
                <a:lnTo>
                  <a:pt x="291336" y="44002"/>
                </a:lnTo>
                <a:lnTo>
                  <a:pt x="320239" y="87838"/>
                </a:lnTo>
                <a:lnTo>
                  <a:pt x="307990" y="87838"/>
                </a:lnTo>
                <a:lnTo>
                  <a:pt x="284280" y="51992"/>
                </a:lnTo>
                <a:lnTo>
                  <a:pt x="260401" y="87838"/>
                </a:lnTo>
                <a:lnTo>
                  <a:pt x="248095" y="87838"/>
                </a:lnTo>
                <a:lnTo>
                  <a:pt x="278183" y="42817"/>
                </a:lnTo>
                <a:lnTo>
                  <a:pt x="251933" y="3500"/>
                </a:lnTo>
                <a:close/>
                <a:moveTo>
                  <a:pt x="411812" y="26419"/>
                </a:moveTo>
                <a:lnTo>
                  <a:pt x="411812" y="36242"/>
                </a:lnTo>
                <a:cubicBezTo>
                  <a:pt x="408876" y="34736"/>
                  <a:pt x="405828" y="33607"/>
                  <a:pt x="402667" y="32855"/>
                </a:cubicBezTo>
                <a:cubicBezTo>
                  <a:pt x="399505" y="32102"/>
                  <a:pt x="396231" y="31726"/>
                  <a:pt x="392844" y="31726"/>
                </a:cubicBezTo>
                <a:cubicBezTo>
                  <a:pt x="387688" y="31726"/>
                  <a:pt x="383821" y="32518"/>
                  <a:pt x="381243" y="34102"/>
                </a:cubicBezTo>
                <a:cubicBezTo>
                  <a:pt x="378666" y="35686"/>
                  <a:pt x="377377" y="38062"/>
                  <a:pt x="377377" y="41231"/>
                </a:cubicBezTo>
                <a:cubicBezTo>
                  <a:pt x="377377" y="43644"/>
                  <a:pt x="378299" y="45539"/>
                  <a:pt x="380143" y="46916"/>
                </a:cubicBezTo>
                <a:cubicBezTo>
                  <a:pt x="381987" y="48293"/>
                  <a:pt x="385694" y="49604"/>
                  <a:pt x="391264" y="50848"/>
                </a:cubicBezTo>
                <a:lnTo>
                  <a:pt x="394820" y="51642"/>
                </a:lnTo>
                <a:cubicBezTo>
                  <a:pt x="402196" y="53225"/>
                  <a:pt x="407437" y="55459"/>
                  <a:pt x="410542" y="58344"/>
                </a:cubicBezTo>
                <a:cubicBezTo>
                  <a:pt x="413647" y="61228"/>
                  <a:pt x="415199" y="65252"/>
                  <a:pt x="415199" y="70418"/>
                </a:cubicBezTo>
                <a:cubicBezTo>
                  <a:pt x="415199" y="76299"/>
                  <a:pt x="412875" y="80955"/>
                  <a:pt x="408227" y="84386"/>
                </a:cubicBezTo>
                <a:cubicBezTo>
                  <a:pt x="403579" y="87816"/>
                  <a:pt x="397191" y="89532"/>
                  <a:pt x="389062" y="89532"/>
                </a:cubicBezTo>
                <a:cubicBezTo>
                  <a:pt x="385675" y="89532"/>
                  <a:pt x="382147" y="89202"/>
                  <a:pt x="378477" y="88544"/>
                </a:cubicBezTo>
                <a:cubicBezTo>
                  <a:pt x="374808" y="87885"/>
                  <a:pt x="370941" y="86897"/>
                  <a:pt x="366877" y="85580"/>
                </a:cubicBezTo>
                <a:lnTo>
                  <a:pt x="366877" y="74854"/>
                </a:lnTo>
                <a:cubicBezTo>
                  <a:pt x="370715" y="76849"/>
                  <a:pt x="374498" y="78345"/>
                  <a:pt x="378223" y="79342"/>
                </a:cubicBezTo>
                <a:cubicBezTo>
                  <a:pt x="381949" y="80340"/>
                  <a:pt x="385637" y="80838"/>
                  <a:pt x="389288" y="80838"/>
                </a:cubicBezTo>
                <a:cubicBezTo>
                  <a:pt x="394180" y="80838"/>
                  <a:pt x="397944" y="79999"/>
                  <a:pt x="400578" y="78321"/>
                </a:cubicBezTo>
                <a:cubicBezTo>
                  <a:pt x="403212" y="76643"/>
                  <a:pt x="404530" y="74276"/>
                  <a:pt x="404530" y="71222"/>
                </a:cubicBezTo>
                <a:cubicBezTo>
                  <a:pt x="404530" y="68394"/>
                  <a:pt x="403579" y="66225"/>
                  <a:pt x="401679" y="64716"/>
                </a:cubicBezTo>
                <a:cubicBezTo>
                  <a:pt x="399778" y="63207"/>
                  <a:pt x="395610" y="61755"/>
                  <a:pt x="389175" y="60360"/>
                </a:cubicBezTo>
                <a:lnTo>
                  <a:pt x="385562" y="59512"/>
                </a:lnTo>
                <a:cubicBezTo>
                  <a:pt x="379127" y="58155"/>
                  <a:pt x="374479" y="56072"/>
                  <a:pt x="371619" y="53264"/>
                </a:cubicBezTo>
                <a:cubicBezTo>
                  <a:pt x="368758" y="50454"/>
                  <a:pt x="367328" y="46598"/>
                  <a:pt x="367328" y="41696"/>
                </a:cubicBezTo>
                <a:cubicBezTo>
                  <a:pt x="367328" y="35738"/>
                  <a:pt x="369436" y="31138"/>
                  <a:pt x="373651" y="27896"/>
                </a:cubicBezTo>
                <a:cubicBezTo>
                  <a:pt x="377866" y="24653"/>
                  <a:pt x="383850" y="23032"/>
                  <a:pt x="391602" y="23032"/>
                </a:cubicBezTo>
                <a:cubicBezTo>
                  <a:pt x="395441" y="23032"/>
                  <a:pt x="399054" y="23314"/>
                  <a:pt x="402441" y="23879"/>
                </a:cubicBezTo>
                <a:cubicBezTo>
                  <a:pt x="405828" y="24443"/>
                  <a:pt x="408952" y="25290"/>
                  <a:pt x="411812" y="26419"/>
                </a:cubicBezTo>
                <a:close/>
                <a:moveTo>
                  <a:pt x="441788" y="78354"/>
                </a:moveTo>
                <a:lnTo>
                  <a:pt x="441788" y="111886"/>
                </a:lnTo>
                <a:lnTo>
                  <a:pt x="431344" y="111886"/>
                </a:lnTo>
                <a:lnTo>
                  <a:pt x="431344" y="24613"/>
                </a:lnTo>
                <a:lnTo>
                  <a:pt x="441788" y="24613"/>
                </a:lnTo>
                <a:lnTo>
                  <a:pt x="441788" y="34209"/>
                </a:lnTo>
                <a:cubicBezTo>
                  <a:pt x="443971" y="30427"/>
                  <a:pt x="446727" y="27619"/>
                  <a:pt x="450058" y="25784"/>
                </a:cubicBezTo>
                <a:cubicBezTo>
                  <a:pt x="453389" y="23949"/>
                  <a:pt x="457368" y="23032"/>
                  <a:pt x="461997" y="23032"/>
                </a:cubicBezTo>
                <a:cubicBezTo>
                  <a:pt x="469675" y="23032"/>
                  <a:pt x="475913" y="26086"/>
                  <a:pt x="480711" y="32193"/>
                </a:cubicBezTo>
                <a:cubicBezTo>
                  <a:pt x="485509" y="38300"/>
                  <a:pt x="487908" y="46330"/>
                  <a:pt x="487908" y="56282"/>
                </a:cubicBezTo>
                <a:cubicBezTo>
                  <a:pt x="487908" y="66234"/>
                  <a:pt x="485509" y="74263"/>
                  <a:pt x="480711" y="80371"/>
                </a:cubicBezTo>
                <a:cubicBezTo>
                  <a:pt x="475913" y="86478"/>
                  <a:pt x="469675" y="89532"/>
                  <a:pt x="461997" y="89532"/>
                </a:cubicBezTo>
                <a:cubicBezTo>
                  <a:pt x="457368" y="89532"/>
                  <a:pt x="453389" y="88614"/>
                  <a:pt x="450058" y="86780"/>
                </a:cubicBezTo>
                <a:cubicBezTo>
                  <a:pt x="446727" y="84945"/>
                  <a:pt x="443971" y="82137"/>
                  <a:pt x="441788" y="78354"/>
                </a:cubicBezTo>
                <a:moveTo>
                  <a:pt x="477126" y="56282"/>
                </a:moveTo>
                <a:cubicBezTo>
                  <a:pt x="477126" y="48625"/>
                  <a:pt x="475555" y="42618"/>
                  <a:pt x="472413" y="38262"/>
                </a:cubicBezTo>
                <a:cubicBezTo>
                  <a:pt x="469270" y="33904"/>
                  <a:pt x="464952" y="31726"/>
                  <a:pt x="459457" y="31726"/>
                </a:cubicBezTo>
                <a:cubicBezTo>
                  <a:pt x="453962" y="31726"/>
                  <a:pt x="449644" y="33904"/>
                  <a:pt x="446501" y="38262"/>
                </a:cubicBezTo>
                <a:cubicBezTo>
                  <a:pt x="443359" y="42618"/>
                  <a:pt x="441788" y="48625"/>
                  <a:pt x="441788" y="56282"/>
                </a:cubicBezTo>
                <a:cubicBezTo>
                  <a:pt x="441788" y="63939"/>
                  <a:pt x="443359" y="69947"/>
                  <a:pt x="446501" y="74304"/>
                </a:cubicBezTo>
                <a:cubicBezTo>
                  <a:pt x="449644" y="78660"/>
                  <a:pt x="453962" y="80838"/>
                  <a:pt x="459457" y="80838"/>
                </a:cubicBezTo>
                <a:cubicBezTo>
                  <a:pt x="464952" y="80838"/>
                  <a:pt x="469270" y="78660"/>
                  <a:pt x="472413" y="74304"/>
                </a:cubicBezTo>
                <a:cubicBezTo>
                  <a:pt x="475555" y="69947"/>
                  <a:pt x="477126" y="63939"/>
                  <a:pt x="477126" y="56282"/>
                </a:cubicBezTo>
                <a:close/>
                <a:moveTo>
                  <a:pt x="559234" y="53629"/>
                </a:moveTo>
                <a:lnTo>
                  <a:pt x="559234" y="58709"/>
                </a:lnTo>
                <a:lnTo>
                  <a:pt x="511476" y="58709"/>
                </a:lnTo>
                <a:cubicBezTo>
                  <a:pt x="511927" y="65879"/>
                  <a:pt x="514082" y="71340"/>
                  <a:pt x="517939" y="75094"/>
                </a:cubicBezTo>
                <a:cubicBezTo>
                  <a:pt x="521797" y="78848"/>
                  <a:pt x="527169" y="80725"/>
                  <a:pt x="534056" y="80725"/>
                </a:cubicBezTo>
                <a:cubicBezTo>
                  <a:pt x="538045" y="80725"/>
                  <a:pt x="541912" y="80236"/>
                  <a:pt x="545657" y="79258"/>
                </a:cubicBezTo>
                <a:cubicBezTo>
                  <a:pt x="549402" y="78279"/>
                  <a:pt x="553118" y="76811"/>
                  <a:pt x="556806" y="74854"/>
                </a:cubicBezTo>
                <a:lnTo>
                  <a:pt x="556806" y="84677"/>
                </a:lnTo>
                <a:cubicBezTo>
                  <a:pt x="553080" y="86258"/>
                  <a:pt x="549260" y="87462"/>
                  <a:pt x="545347" y="88290"/>
                </a:cubicBezTo>
                <a:cubicBezTo>
                  <a:pt x="541433" y="89118"/>
                  <a:pt x="537462" y="89532"/>
                  <a:pt x="533435" y="89532"/>
                </a:cubicBezTo>
                <a:cubicBezTo>
                  <a:pt x="523349" y="89532"/>
                  <a:pt x="515361" y="86592"/>
                  <a:pt x="509472" y="80711"/>
                </a:cubicBezTo>
                <a:cubicBezTo>
                  <a:pt x="503582" y="74830"/>
                  <a:pt x="500637" y="66875"/>
                  <a:pt x="500637" y="56848"/>
                </a:cubicBezTo>
                <a:cubicBezTo>
                  <a:pt x="500637" y="46481"/>
                  <a:pt x="503431" y="38253"/>
                  <a:pt x="509020" y="32165"/>
                </a:cubicBezTo>
                <a:cubicBezTo>
                  <a:pt x="514609" y="26076"/>
                  <a:pt x="522145" y="23032"/>
                  <a:pt x="531629" y="23032"/>
                </a:cubicBezTo>
                <a:cubicBezTo>
                  <a:pt x="540134" y="23032"/>
                  <a:pt x="546861" y="25775"/>
                  <a:pt x="551810" y="31262"/>
                </a:cubicBezTo>
                <a:cubicBezTo>
                  <a:pt x="556759" y="36747"/>
                  <a:pt x="559234" y="44203"/>
                  <a:pt x="559234" y="53629"/>
                </a:cubicBezTo>
                <a:moveTo>
                  <a:pt x="548846" y="50580"/>
                </a:moveTo>
                <a:cubicBezTo>
                  <a:pt x="548771" y="44880"/>
                  <a:pt x="547181" y="40331"/>
                  <a:pt x="544076" y="36935"/>
                </a:cubicBezTo>
                <a:cubicBezTo>
                  <a:pt x="540972" y="33537"/>
                  <a:pt x="536860" y="31839"/>
                  <a:pt x="531742" y="31839"/>
                </a:cubicBezTo>
                <a:cubicBezTo>
                  <a:pt x="525946" y="31839"/>
                  <a:pt x="521308" y="33481"/>
                  <a:pt x="517827" y="36766"/>
                </a:cubicBezTo>
                <a:cubicBezTo>
                  <a:pt x="514345" y="40049"/>
                  <a:pt x="512341" y="44673"/>
                  <a:pt x="511814" y="50637"/>
                </a:cubicBezTo>
                <a:lnTo>
                  <a:pt x="548846" y="50580"/>
                </a:lnTo>
                <a:close/>
                <a:moveTo>
                  <a:pt x="630335" y="53629"/>
                </a:moveTo>
                <a:lnTo>
                  <a:pt x="630335" y="58709"/>
                </a:lnTo>
                <a:lnTo>
                  <a:pt x="582577" y="58709"/>
                </a:lnTo>
                <a:cubicBezTo>
                  <a:pt x="583029" y="65879"/>
                  <a:pt x="585184" y="71340"/>
                  <a:pt x="589041" y="75094"/>
                </a:cubicBezTo>
                <a:cubicBezTo>
                  <a:pt x="592899" y="78848"/>
                  <a:pt x="598271" y="80725"/>
                  <a:pt x="605158" y="80725"/>
                </a:cubicBezTo>
                <a:cubicBezTo>
                  <a:pt x="609147" y="80725"/>
                  <a:pt x="613014" y="80236"/>
                  <a:pt x="616759" y="79258"/>
                </a:cubicBezTo>
                <a:cubicBezTo>
                  <a:pt x="620503" y="78279"/>
                  <a:pt x="624220" y="76811"/>
                  <a:pt x="627908" y="74854"/>
                </a:cubicBezTo>
                <a:lnTo>
                  <a:pt x="627908" y="84677"/>
                </a:lnTo>
                <a:cubicBezTo>
                  <a:pt x="624182" y="86258"/>
                  <a:pt x="620362" y="87462"/>
                  <a:pt x="616448" y="88290"/>
                </a:cubicBezTo>
                <a:cubicBezTo>
                  <a:pt x="612534" y="89118"/>
                  <a:pt x="608564" y="89532"/>
                  <a:pt x="604537" y="89532"/>
                </a:cubicBezTo>
                <a:cubicBezTo>
                  <a:pt x="594451" y="89532"/>
                  <a:pt x="586463" y="86592"/>
                  <a:pt x="580573" y="80711"/>
                </a:cubicBezTo>
                <a:cubicBezTo>
                  <a:pt x="574684" y="74830"/>
                  <a:pt x="571739" y="66875"/>
                  <a:pt x="571739" y="56848"/>
                </a:cubicBezTo>
                <a:cubicBezTo>
                  <a:pt x="571739" y="46481"/>
                  <a:pt x="574533" y="38253"/>
                  <a:pt x="580122" y="32165"/>
                </a:cubicBezTo>
                <a:cubicBezTo>
                  <a:pt x="585711" y="26076"/>
                  <a:pt x="593247" y="23032"/>
                  <a:pt x="602731" y="23032"/>
                </a:cubicBezTo>
                <a:cubicBezTo>
                  <a:pt x="611236" y="23032"/>
                  <a:pt x="617963" y="25775"/>
                  <a:pt x="622912" y="31262"/>
                </a:cubicBezTo>
                <a:cubicBezTo>
                  <a:pt x="627861" y="36747"/>
                  <a:pt x="630335" y="44203"/>
                  <a:pt x="630335" y="53629"/>
                </a:cubicBezTo>
                <a:moveTo>
                  <a:pt x="619948" y="50580"/>
                </a:moveTo>
                <a:cubicBezTo>
                  <a:pt x="619873" y="44880"/>
                  <a:pt x="618283" y="40331"/>
                  <a:pt x="615178" y="36935"/>
                </a:cubicBezTo>
                <a:cubicBezTo>
                  <a:pt x="612073" y="33537"/>
                  <a:pt x="607962" y="31839"/>
                  <a:pt x="602843" y="31839"/>
                </a:cubicBezTo>
                <a:cubicBezTo>
                  <a:pt x="597048" y="31839"/>
                  <a:pt x="592409" y="33481"/>
                  <a:pt x="588928" y="36766"/>
                </a:cubicBezTo>
                <a:cubicBezTo>
                  <a:pt x="585447" y="40049"/>
                  <a:pt x="583443" y="44673"/>
                  <a:pt x="582916" y="50637"/>
                </a:cubicBezTo>
                <a:lnTo>
                  <a:pt x="619948" y="50580"/>
                </a:lnTo>
                <a:close/>
                <a:moveTo>
                  <a:pt x="688961" y="34209"/>
                </a:moveTo>
                <a:lnTo>
                  <a:pt x="688961" y="0"/>
                </a:lnTo>
                <a:lnTo>
                  <a:pt x="699348" y="0"/>
                </a:lnTo>
                <a:lnTo>
                  <a:pt x="699348" y="87838"/>
                </a:lnTo>
                <a:lnTo>
                  <a:pt x="688961" y="87838"/>
                </a:lnTo>
                <a:lnTo>
                  <a:pt x="688961" y="78354"/>
                </a:lnTo>
                <a:cubicBezTo>
                  <a:pt x="686778" y="82137"/>
                  <a:pt x="684021" y="84945"/>
                  <a:pt x="680691" y="86780"/>
                </a:cubicBezTo>
                <a:cubicBezTo>
                  <a:pt x="677360" y="88614"/>
                  <a:pt x="673361" y="89532"/>
                  <a:pt x="668695" y="89532"/>
                </a:cubicBezTo>
                <a:cubicBezTo>
                  <a:pt x="661055" y="89532"/>
                  <a:pt x="654836" y="86478"/>
                  <a:pt x="650038" y="80371"/>
                </a:cubicBezTo>
                <a:cubicBezTo>
                  <a:pt x="645239" y="74263"/>
                  <a:pt x="642840" y="66234"/>
                  <a:pt x="642840" y="56282"/>
                </a:cubicBezTo>
                <a:cubicBezTo>
                  <a:pt x="642840" y="46330"/>
                  <a:pt x="645239" y="38300"/>
                  <a:pt x="650038" y="32193"/>
                </a:cubicBezTo>
                <a:cubicBezTo>
                  <a:pt x="654836" y="26086"/>
                  <a:pt x="661055" y="23032"/>
                  <a:pt x="668695" y="23032"/>
                </a:cubicBezTo>
                <a:cubicBezTo>
                  <a:pt x="673361" y="23032"/>
                  <a:pt x="677360" y="23949"/>
                  <a:pt x="680691" y="25784"/>
                </a:cubicBezTo>
                <a:cubicBezTo>
                  <a:pt x="684021" y="27619"/>
                  <a:pt x="686778" y="30427"/>
                  <a:pt x="688961" y="34209"/>
                </a:cubicBezTo>
                <a:moveTo>
                  <a:pt x="653566" y="56282"/>
                </a:moveTo>
                <a:cubicBezTo>
                  <a:pt x="653566" y="63939"/>
                  <a:pt x="655137" y="69947"/>
                  <a:pt x="658279" y="74304"/>
                </a:cubicBezTo>
                <a:cubicBezTo>
                  <a:pt x="661422" y="78660"/>
                  <a:pt x="665740" y="80838"/>
                  <a:pt x="671235" y="80838"/>
                </a:cubicBezTo>
                <a:cubicBezTo>
                  <a:pt x="676730" y="80838"/>
                  <a:pt x="681058" y="78660"/>
                  <a:pt x="684219" y="74304"/>
                </a:cubicBezTo>
                <a:cubicBezTo>
                  <a:pt x="687380" y="69947"/>
                  <a:pt x="688961" y="63939"/>
                  <a:pt x="688961" y="56282"/>
                </a:cubicBezTo>
                <a:cubicBezTo>
                  <a:pt x="688961" y="48625"/>
                  <a:pt x="687380" y="42618"/>
                  <a:pt x="684219" y="38262"/>
                </a:cubicBezTo>
                <a:cubicBezTo>
                  <a:pt x="681058" y="33904"/>
                  <a:pt x="676730" y="31726"/>
                  <a:pt x="671235" y="31726"/>
                </a:cubicBezTo>
                <a:cubicBezTo>
                  <a:pt x="665740" y="31726"/>
                  <a:pt x="661422" y="33904"/>
                  <a:pt x="658279" y="38262"/>
                </a:cubicBezTo>
                <a:cubicBezTo>
                  <a:pt x="655137" y="42618"/>
                  <a:pt x="653566" y="48625"/>
                  <a:pt x="653566" y="56282"/>
                </a:cubicBezTo>
                <a:close/>
                <a:moveTo>
                  <a:pt x="719697" y="62887"/>
                </a:moveTo>
                <a:lnTo>
                  <a:pt x="719697" y="24613"/>
                </a:lnTo>
                <a:lnTo>
                  <a:pt x="730084" y="24613"/>
                </a:lnTo>
                <a:lnTo>
                  <a:pt x="730084" y="62492"/>
                </a:lnTo>
                <a:cubicBezTo>
                  <a:pt x="730084" y="68494"/>
                  <a:pt x="731251" y="72996"/>
                  <a:pt x="733584" y="75997"/>
                </a:cubicBezTo>
                <a:cubicBezTo>
                  <a:pt x="735918" y="78999"/>
                  <a:pt x="739418" y="80499"/>
                  <a:pt x="744084" y="80499"/>
                </a:cubicBezTo>
                <a:cubicBezTo>
                  <a:pt x="749692" y="80499"/>
                  <a:pt x="754123" y="78707"/>
                  <a:pt x="757379" y="75123"/>
                </a:cubicBezTo>
                <a:cubicBezTo>
                  <a:pt x="760634" y="71537"/>
                  <a:pt x="762262" y="66649"/>
                  <a:pt x="762262" y="60459"/>
                </a:cubicBezTo>
                <a:lnTo>
                  <a:pt x="762262" y="24613"/>
                </a:lnTo>
                <a:lnTo>
                  <a:pt x="772649" y="24613"/>
                </a:lnTo>
                <a:lnTo>
                  <a:pt x="772649" y="87838"/>
                </a:lnTo>
                <a:lnTo>
                  <a:pt x="762262" y="87838"/>
                </a:lnTo>
                <a:lnTo>
                  <a:pt x="762262" y="78129"/>
                </a:lnTo>
                <a:cubicBezTo>
                  <a:pt x="759740" y="81986"/>
                  <a:pt x="756814" y="84851"/>
                  <a:pt x="753483" y="86723"/>
                </a:cubicBezTo>
                <a:cubicBezTo>
                  <a:pt x="750153" y="88596"/>
                  <a:pt x="746286" y="89532"/>
                  <a:pt x="741883" y="89532"/>
                </a:cubicBezTo>
                <a:cubicBezTo>
                  <a:pt x="734619" y="89532"/>
                  <a:pt x="729106" y="87269"/>
                  <a:pt x="725342" y="82743"/>
                </a:cubicBezTo>
                <a:cubicBezTo>
                  <a:pt x="721579" y="78218"/>
                  <a:pt x="719697" y="71599"/>
                  <a:pt x="719697" y="62887"/>
                </a:cubicBezTo>
                <a:moveTo>
                  <a:pt x="745834" y="23032"/>
                </a:moveTo>
                <a:lnTo>
                  <a:pt x="745834" y="23032"/>
                </a:lnTo>
                <a:close/>
                <a:moveTo>
                  <a:pt x="804116" y="78354"/>
                </a:moveTo>
                <a:lnTo>
                  <a:pt x="804116" y="111886"/>
                </a:lnTo>
                <a:lnTo>
                  <a:pt x="793672" y="111886"/>
                </a:lnTo>
                <a:lnTo>
                  <a:pt x="793672" y="24613"/>
                </a:lnTo>
                <a:lnTo>
                  <a:pt x="804116" y="24613"/>
                </a:lnTo>
                <a:lnTo>
                  <a:pt x="804116" y="34209"/>
                </a:lnTo>
                <a:cubicBezTo>
                  <a:pt x="806299" y="30427"/>
                  <a:pt x="809055" y="27619"/>
                  <a:pt x="812386" y="25784"/>
                </a:cubicBezTo>
                <a:cubicBezTo>
                  <a:pt x="815717" y="23949"/>
                  <a:pt x="819696" y="23032"/>
                  <a:pt x="824325" y="23032"/>
                </a:cubicBezTo>
                <a:cubicBezTo>
                  <a:pt x="832003" y="23032"/>
                  <a:pt x="838241" y="26086"/>
                  <a:pt x="843039" y="32193"/>
                </a:cubicBezTo>
                <a:cubicBezTo>
                  <a:pt x="847837" y="38300"/>
                  <a:pt x="850237" y="46330"/>
                  <a:pt x="850237" y="56282"/>
                </a:cubicBezTo>
                <a:cubicBezTo>
                  <a:pt x="850237" y="66234"/>
                  <a:pt x="847837" y="74263"/>
                  <a:pt x="843039" y="80371"/>
                </a:cubicBezTo>
                <a:cubicBezTo>
                  <a:pt x="838241" y="86478"/>
                  <a:pt x="832003" y="89532"/>
                  <a:pt x="824325" y="89532"/>
                </a:cubicBezTo>
                <a:cubicBezTo>
                  <a:pt x="819696" y="89532"/>
                  <a:pt x="815717" y="88614"/>
                  <a:pt x="812386" y="86780"/>
                </a:cubicBezTo>
                <a:cubicBezTo>
                  <a:pt x="809055" y="84945"/>
                  <a:pt x="806299" y="82137"/>
                  <a:pt x="804116" y="78354"/>
                </a:cubicBezTo>
                <a:moveTo>
                  <a:pt x="839454" y="56282"/>
                </a:moveTo>
                <a:cubicBezTo>
                  <a:pt x="839454" y="48625"/>
                  <a:pt x="837883" y="42618"/>
                  <a:pt x="834741" y="38262"/>
                </a:cubicBezTo>
                <a:cubicBezTo>
                  <a:pt x="831598" y="33904"/>
                  <a:pt x="827280" y="31726"/>
                  <a:pt x="821785" y="31726"/>
                </a:cubicBezTo>
                <a:cubicBezTo>
                  <a:pt x="816291" y="31726"/>
                  <a:pt x="811972" y="33904"/>
                  <a:pt x="808830" y="38262"/>
                </a:cubicBezTo>
                <a:cubicBezTo>
                  <a:pt x="805687" y="42618"/>
                  <a:pt x="804116" y="48625"/>
                  <a:pt x="804116" y="56282"/>
                </a:cubicBezTo>
                <a:cubicBezTo>
                  <a:pt x="804116" y="63939"/>
                  <a:pt x="805687" y="69947"/>
                  <a:pt x="808830" y="74304"/>
                </a:cubicBezTo>
                <a:cubicBezTo>
                  <a:pt x="811972" y="78660"/>
                  <a:pt x="816291" y="80838"/>
                  <a:pt x="821785" y="80838"/>
                </a:cubicBezTo>
                <a:cubicBezTo>
                  <a:pt x="827280" y="80838"/>
                  <a:pt x="831598" y="78660"/>
                  <a:pt x="834741" y="74304"/>
                </a:cubicBezTo>
                <a:cubicBezTo>
                  <a:pt x="837883" y="69947"/>
                  <a:pt x="839454" y="63939"/>
                  <a:pt x="839454" y="56282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481DE8-C8E6-49A4-B561-0178DB1239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17310" y="241614"/>
            <a:ext cx="1612790" cy="1201788"/>
          </a:xfrm>
          <a:custGeom xmlns:a="http://schemas.openxmlformats.org/drawingml/2006/main">
            <a:pathLst>
              <a:path w="1612790" h="1201788">
                <a:moveTo>
                  <a:pt x="0" y="1201788"/>
                </a:moveTo>
                <a:lnTo>
                  <a:pt x="1612790" y="1201788"/>
                </a:lnTo>
                <a:lnTo>
                  <a:pt x="1612790" y="0"/>
                </a:lnTo>
                <a:lnTo>
                  <a:pt x="0" y="0"/>
                </a:lnTo>
                <a:lnTo>
                  <a:pt x="0" y="1201788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6CECAC-8300-4298-8127-1F0F4098D4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3727" y="68399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EC745C-65A3-4DF5-BF57-FDF304B911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3727" y="68399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2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316CEA-4B2E-4722-8D13-3B334106D6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04994" y="84226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877E8B-BCB9-4CDD-AEF3-EAB6BD957A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04994" y="84226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2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117C72-A074-4A32-AC2A-084D9A7A96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9306" y="91557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52195A-C0CB-4ED1-83BD-A87CE9DD86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9306" y="91557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2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31EE90-F1E5-477B-B0CE-FFD16093F1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1" y="889764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16BF6F-9E1F-4C6B-8D8F-3B0A823225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1" y="889764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2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88BDBC-C858-4DD1-B9D6-FA29A0D530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1" y="896151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FA4CD9-5C4A-4FF1-BDFF-A08CBE69DE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1" y="896151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2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587DFE-7486-4324-9D6A-0772F569A5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6171" y="89251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27F97D-C881-4A44-8EE6-FA2CFF8B04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6171" y="89251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2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1781A5-5735-4924-AFB8-1C8E95E862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1" y="886118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E7C6E5-9C4C-49FD-95FB-99E526A2B3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1" y="886118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2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C3E5F6-95AC-4F2D-BBE5-0E634B5B52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4745" y="86907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BE6E77-908D-4B0D-9AFC-EB98AD0FAA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4745" y="86907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2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5A199B-1D1B-491A-A1E4-9502BD9BC9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7979" y="89930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EB4733-6B06-4AAF-B500-B92C1049FB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7979" y="89930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2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47F165-D459-44D1-B27A-19DFAA0677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7497" y="91443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83F7D3-98EC-4E94-8597-7E4F937EA9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7497" y="91443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2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1BF351-66B4-4A5D-9660-EE01491E00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00620" y="88732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320380-D066-4D86-8B7A-C31A0D7D28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00620" y="88732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2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8947E1-29E0-452B-BA59-A9DBF736F3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1" y="881700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18F5C0-0875-4759-8B66-C34F6741BB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1" y="881700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2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0675F7-8E98-47E9-853F-555252E9FE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1" y="869328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03E3D8-39FF-4004-A6F6-A0A64EE5CD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1" y="869328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2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3C13E3-91F6-4466-B875-014CCD788A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7166" y="101441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D0D0CE-C876-4B42-84F1-2857B21A7B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7166" y="101441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2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8BB5C4-2C26-48A8-AF34-F9CFFA2BED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9603" y="89080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309496-20A4-48FC-AA43-FE7159F597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9603" y="89080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2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00519A-3A56-4496-B1C9-E516769574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07585" y="75367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A6043E-FE3D-4526-8B50-21B17F5B9E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07585" y="75367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2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4C836F-E042-4D5C-8F14-E7B46EC46B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02195" y="75618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D09C41-449C-4346-8C09-9EA2A7939F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02195" y="75618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2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5C9DE8-CB4D-41BE-ABB4-C49E01E130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7053" y="104015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CC53D1-96C1-47FC-8DD7-F4A962351F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7053" y="104015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2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6C346F-0A80-4FA7-B07C-B4B92F3B81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4415" y="101759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759605-DDB2-4DC8-9279-FA6E41EFD4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4415" y="101759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2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2DC6EE-7601-4509-939C-F46EABAC79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9848" y="99262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6AAEB9-3C81-47B2-A538-42AD7D7994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9848" y="99262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2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E976F3-6A25-4B9C-A2E7-0A3AC9FFD2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05722" y="118315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F4D976-DDB3-4A14-BE5B-C74147FEE0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05722" y="118315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2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FAECC6-7C70-4713-BCB7-58AAF2BAD9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78962" y="120220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958FD9-C943-4962-8574-1DDB0560A2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78962" y="120220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2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BB0EC7-F033-47E3-AE47-E838036D8F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1" y="1197058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BCFC11-B4EC-4298-B8F9-274B8A52AA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1" y="1197058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2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A771B7-9FF0-4DC0-BD9E-1D00FFF13C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00639" y="92723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661692-19A3-4C1F-B765-E4D75173B8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00639" y="92723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2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B1D2C9-4E53-4597-8620-10957F7611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3813" y="131995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21AB0A-7684-4D9D-897B-78A4AEA6A6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3813" y="131995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2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7A3281-0F6C-476C-AD3E-4E405FC1FF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7881" y="85209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21E0E1-8091-407C-AE90-862FC13C99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7881" y="85209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2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363140-7BDA-491C-915F-9E6E68CE5D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0213" y="139793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5079DE-BCBA-4CE8-A830-4AEFA2672B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0213" y="139793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2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CC534E-C440-4E90-96CF-BA126100B5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6949" y="139840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19AC9E-9EF6-4BEB-8795-7A0B88AA00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6949" y="139840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2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FC28C0-6D3C-43E7-B22D-0D0EFE608D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8994" y="131132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39489C-4122-4867-8A7F-171C0A595A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8994" y="131132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2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27FB50-F9A1-49CE-B689-3E1735D9F9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7719" y="139853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D618B2-9462-425A-913B-88488E41DC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7719" y="139853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2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6C1A03-0520-458B-8C4B-DD688C01F1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1199" y="139132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D0C0F7-0A73-44C9-B77D-7EB5141BB7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1199" y="139132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2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E6E829-918E-48CF-9B7F-98110F2943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6137" y="139720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3D53F7-C424-4340-A86E-D1DCEAFB5C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6137" y="139720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2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4D5BC8-9653-4A5E-BAE9-B2114241E4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9043" y="136794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70DA34-F44A-4E07-83F4-E36ED29566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9043" y="136794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2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BC1207-9A90-4FC7-9C71-F62E0F82EA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3826" y="140333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8D32AB-5C5B-4AE9-8CC5-85D7A07B9F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3826" y="140333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2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1233F4-9F40-4753-AA4E-0409466A4A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0946" y="138145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776DDA-A5FE-4C31-A844-1AB0939AFC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0946" y="138145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2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65E0D0-EF67-4E21-B3F4-B91DE63926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6392" y="140467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B1AA08-ED3A-4B62-A001-FF4ADBC369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6392" y="140467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3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55814D-C142-4A05-835F-D1DD499F59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3149" y="133411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F3ACFC-E4FE-49BD-8198-50324017C0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3149" y="133411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3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5D8AC0-C13E-420F-9F18-19B10C0F7E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1955" y="140093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A3CA1B-281E-4AD7-A58E-C5E723AE37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1955" y="140093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3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75EA5E-2EF0-49A8-9A48-1436EC348B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8491" y="139478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2A35DF-5A45-446B-9677-C81C6F47ED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8491" y="139478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3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73D8E1-D715-4AA2-8BF5-483CD931F8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0539" y="139693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8611E1-E79B-4DEC-8632-E8E5436943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0539" y="139693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3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D6A18B-2971-44B9-AA4F-12F64093AF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7930" y="138950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0A28E7-ED7B-4197-9047-869C208F2D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7930" y="138950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3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DD35FC-8984-44A3-8DFE-A2AEAC63D7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0755" y="139648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46029A-5E58-4136-B4ED-7B10A9C8CC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0755" y="139648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3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F07488-4E4B-4B44-8D40-0F6D9155AA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9935" y="139908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38C353-DCE4-4D57-8274-94FF2ED143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9935" y="139908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3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B469AB-9262-440C-939E-BEFF637C4F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9898" y="139184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61B68F-CA47-404C-99A8-4F83217419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9898" y="139184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3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B0F634-E9A5-40F7-948C-26BFA9C497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0863" y="139067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52613C-58C7-4777-8A44-EA6D021947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0863" y="139067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3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AFC7E5-6883-4567-A26A-83D59A7202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4917" y="140214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7A3A3E-C422-4C5A-B360-57CF23B6AE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4917" y="140214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3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054FC2-4E3C-45B3-919E-8C972A9785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1012" y="140424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EAA91A-0767-462A-9F6A-B37129EB13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1012" y="140424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3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36D49B-A494-4798-A1DF-EAE039D580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3392" y="139912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DD448A-F49B-44B2-9F09-573A2760E0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3392" y="139912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3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24A046-B278-4EE9-95D9-BD71878736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7541" y="139246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1C9490-640F-4E72-85CE-5CA2830742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7541" y="139246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3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BE35B5-C088-46AD-9A59-738B7DF0B5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6073" y="139804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7C4C54-D1E7-44E7-88C8-9CF6ED9C55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6073" y="139804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3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653903-03A3-41A4-8BE8-9726A61EA6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0033" y="139699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61F34B-E60D-40C2-A8FB-60B51E3D8A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0033" y="139699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3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FA69F6-CC66-4E1C-842F-F39A82D322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0426" y="131860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2B19BE-2884-4627-8C8A-D163BAAAE0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0426" y="131860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3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CA97EA-CC61-4EEE-B163-44B52667C6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3949" y="137695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075B49-936B-46D3-B90B-F8BB09522D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3949" y="137695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3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A7C95F-4588-4A86-8452-A57953C86B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1469" y="140278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DA189E-5972-4935-9220-F642E59372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1469" y="140278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3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11065E-A652-4630-B03D-F1D20C4A3F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5501" y="140377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6A3E50-34DC-48D0-80BD-CB44125FCF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5501" y="140377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3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F03452-428B-4DFF-B9A4-6FC6A361BE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6226" y="139568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FAC120-00F1-4E4A-9470-14F2071767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6226" y="139568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3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F902F5-ACD8-4696-9B49-27B1A7D103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7253" y="139998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C366D2-F4DF-4F73-B1D3-81B16C2FED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7253" y="139998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3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796D5E-15FC-4B92-A09D-13206ECDD4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0927" y="139737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AC7024-77D8-4ADA-BE27-2A9E4263E6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0927" y="139737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3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8CD617-5F55-4805-9842-95E0A63C41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6441" y="133284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B581E3-3A76-47F9-B89A-6FD6FF951A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6441" y="133284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3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D44053-A282-4626-AB08-DD6A1AB75A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9415" y="139936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C0DF88-F069-425C-B747-739215ADDE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9415" y="139936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3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7E77E6-AB40-4424-BCAA-21BE3AB726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5245" y="138271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9636EE-920B-4375-B5D4-F41CC42B91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5245" y="138271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3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6C7183-B57A-455A-A337-97E6336360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0836" y="137229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1FCCAF-FD39-4EB3-83E4-C6B55CA192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0836" y="137229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3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15CB72-1921-4FA9-8F50-488E3F5ED8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7602" y="139942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C2932B-FAC9-4A7D-8724-8652F7F0A4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7602" y="139942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3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855124-8DA5-4789-B6D3-3DDE542274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7842" y="138756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9AD390-50FF-4A76-9A29-37518ABBFF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7842" y="138756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3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54F9B9-A496-47A9-84D1-C8DD7D3C67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7723" y="137901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C19880-A28B-4F1C-AF04-654DFD2CCA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7723" y="137901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3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C4FFE2-19AA-488E-9098-FE91B53926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9259" y="139849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AC380C-03C8-40E9-A839-C6C15CB2C9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9259" y="139849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3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8205D9-58AF-410D-A354-010FF22B3E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2229" y="140612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A4285C-738E-4C0A-8B5F-654AE307DA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2229" y="140612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3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A7BF02-71A6-4610-A5E4-BE2805E447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4984" y="139526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9EC09C-8561-4DC4-9E09-9D939AF5C9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4984" y="139526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3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945FAD-2485-4334-95BD-D58FA9D850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03104" y="137723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6773D9-43E1-4A62-B737-1E0643BF07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03104" y="137723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3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B7EC6F-E58B-4B6B-9096-476328EFA4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7577" y="133567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150B5F-591F-4CF4-A4A7-A75547F661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7577" y="133567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3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C7D41F-DABA-4FE5-8D96-B255547E9E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2277" y="139599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5B4CC6-D016-4DD8-AF10-69DFEFEC5A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2277" y="139599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3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EDADEF-BF76-4EAF-9FAA-896A1F29FD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2401" y="140365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B9709A-D753-4147-86E7-37B0CC3A65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2401" y="140365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3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8E1228-944D-4AC3-AAFD-B5D471BBE6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6233" y="140099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1E2C37-0E6B-45A1-A420-FFAA2A04AF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6233" y="140099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3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D1E46C-E387-4D14-A582-0B1C0AE7E3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5017" y="139397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8EB106-73CE-4F17-B5BC-1E41260E76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5017" y="139397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3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0FE8BF-1D4B-4147-BF15-12AA910C9E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7830" y="139705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11CEC6-25D4-4644-8D9D-CE76DF3D7C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7830" y="139705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3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B84D96-2247-46A1-9A44-67BD690D1A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8144" y="139744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9D07C6-7167-4A0D-88E5-DDA1CF64CD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8144" y="139744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3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8C3B8C-EA53-46FC-9093-02D9A85432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1" y="1399765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02157D-079E-4550-A869-152382A55F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1" y="1399765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3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34D842-5262-4B87-8B56-404AC6F1C5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4197" y="139264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198FF2-0F2C-4A2E-A43E-5536BEFFF5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4197" y="139264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3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E43901-E2D9-4C37-A0F4-5B910AE470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1" y="1407054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713230-0FA3-4626-95C2-B59859E316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1" y="1407054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3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8BC197-ABDF-4FE0-896B-B129F5F05E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8229" y="133323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6F3DAE-3E56-440D-B006-6D1BBBD8B6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8229" y="133323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3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1FAA4D-B35C-4479-AC70-F956B9919A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4210" y="138423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2B13F3-6F18-4A4D-A82C-6372E1AE96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4210" y="138423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3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C8C20A-E9EF-4460-8A48-E440CCD3AF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6983" y="139369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FD5C9A-395F-458D-ADC3-904851EA02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6983" y="139369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3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439803-73D3-484F-B160-2EE1CFF1B3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1604" y="133068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571859-865B-4E28-8965-0EEAF24FD6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1604" y="133068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3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0EFF0A-DE2C-4F67-AD13-50A4EEE567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7777" y="139854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2E02ED-8568-47F6-9B76-47F3697BF3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7777" y="139854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3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E8B2A9-DFE1-43C6-A73C-1D6B8449C4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2724" y="140156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DAB657-18F1-4663-8E4C-81E8436869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2724" y="140156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3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74B348-54E1-4707-986D-DA0BC67A84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7410" y="139835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98ED88-D372-48A8-9410-F32ABB1978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7410" y="139835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4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E0BE69-2438-43E1-995D-C0A239BB54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0853" y="139490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A9DADD-E6E5-470F-AF91-9E70D87708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0853" y="139490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4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6BFF15-495D-437B-B84B-44330BEE9D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6081" y="138141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3CD358-1093-4DFA-8019-2447AA8C6A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6081" y="138141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4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172149-B2C2-4589-8508-A3C3F0E6F9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0573" y="129879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CED682-17F9-4844-9490-0D9BE97E4E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0573" y="129879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4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1CC470-689B-4391-9FF7-61B2E5F1A3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7287" y="138399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97935D-DCF1-4958-BE4C-F9DFF0E2EF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7287" y="138399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4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192515-A8F9-4D6D-ABD5-60C416E02D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6350" y="138066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CB6927-D95A-499D-BE0C-B3572510A6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6350" y="138066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4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3A8400-347E-4783-9F45-BDFFCF057A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5060" y="140432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5298E0-DECE-4527-9E39-FC32F4D15F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5060" y="140432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4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56A047-555B-432E-BFB8-708D7F2053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4134" y="134596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B82ED4-34D4-494C-A8F8-C86796B8A5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4134" y="134596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4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B7262C-7869-4E7B-AF11-541BB64AFE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3508" y="132961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D59F14-8292-42EA-A199-3CF305A06F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3508" y="132961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4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810752-ECD7-4B46-BC9E-3CF7A354A7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1581" y="138089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6CBD28-E70B-493E-A04F-79A70321E2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1581" y="138089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4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CA2A78-DA48-4CCC-A4F0-F2AAFAC8B7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3355" y="135031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19572E-C875-43BC-94C6-A6FE3A76FD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3355" y="135031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4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BA90F5-AEC0-4D4D-894F-C8BD0D82C6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8141" y="140343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9973F0-DFFD-4DAC-9C8B-31ECEC743A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8141" y="140343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4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A3B176-3766-4356-BA38-8F259EAD74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3229" y="134821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B58B0E-ADD0-4C39-A187-35A42658F8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3229" y="134821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4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C22355-D93E-47D3-BC69-61FBBF9683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3131" y="131883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56137F-28CE-405E-96D7-DEBA135CD5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3131" y="131883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4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04DFC5-B5FB-4896-AD79-F8190C02C7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3444" y="140419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5DB2F4-ACEA-4105-A777-4974333AF5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3444" y="140419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4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96AF11-2C88-4F99-BE0C-F1DA16FBBF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0921" y="139609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16A5DB-C0E2-406E-B60F-7C6598ED71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0921" y="139609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4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7CA71B-9454-4D50-B819-81858F8B0E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5775" y="135240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34A7A3-8FDE-49F5-AFF8-A387901617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5775" y="135240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4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F928EB-62E3-43CB-82E5-66063EB807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4852" y="140043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CA5DB1-B36A-401E-9CBB-497454A429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4852" y="140043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4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F0B905-DEBD-401C-9954-AD92E52E77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5842" y="141412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061190-8ED4-4571-81BD-77403AF8E7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5842" y="141412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4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9EE31B-7B49-4E11-B8B7-E944F791D1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7603" y="140481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8E03CD-8EE6-4909-8DD8-789981CEF2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7603" y="140481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4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21331C-40E7-4171-9EB2-1F7FF46B42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1769" y="140536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123C1B-7651-4945-B40A-9453AD58A8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1769" y="140536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4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ECD9B7-211B-46E2-8046-92A97ADD13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1507" y="140583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9BD41F-F26B-4EC4-95BA-1F5D04D528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1507" y="140583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4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72699C-AA98-44D7-B139-45043307C3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0824" y="140698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ECF3D6-6F4E-49CD-99F0-580FA5343E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0824" y="140698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4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71DCCE-4DE7-4E84-B68C-4BBE53511A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6230" y="140459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37BAD5-A61B-4793-8B22-E61EEF96A1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6230" y="140459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4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565DF6-3893-495D-B53E-6A3AFBE55F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5485" y="139171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724731-0013-45CC-998F-3494C85A08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5485" y="139171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4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A11E07-368B-4F23-B465-5AE872BBDF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3979" y="120705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2BD901-477C-4CD6-B07C-FA81AED835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3979" y="120705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4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4D2F77-5BFC-4199-BF44-4C20A7E8F6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8266" y="140217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D731B3-27CD-4C88-93D6-D882C39896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8266" y="140217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4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23E829-A12A-41EB-8AA6-E0A5B58B75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3382" y="140889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2B3E8D-B113-44CA-961B-D9D741FF94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3382" y="140889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4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302F7D-DFD2-4C22-8123-0C90EF3DB3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5266" y="139853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2DB032-B8A3-44AD-80F1-37804B12B7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5266" y="139853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4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28EBDD-E164-44C3-92DE-D6E0E5DBFE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8651" y="140442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5A2909-335B-4748-ADC5-B516F56473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8651" y="140442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4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F5A89A-2609-4CF2-B7DB-A8036BDB6D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4554" y="140865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122140-D5CE-49A9-B693-50C955AEE4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4554" y="140865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4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7A8438-3FA5-43DE-A7F4-BDB9F8931C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8022" y="140276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87FCBE-C881-4139-AE7B-45AFD50B13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8022" y="140276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4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4C4C03-991D-42FB-A840-621E4803E7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8843" y="75173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A4EEF9-B81F-46CF-96EA-0C773AAAF5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8843" y="75173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4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94C8AA-EAFF-42D3-A3AC-089427E108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21883" y="85318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6DBB8D-D415-472A-A736-4E59A98D29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21883" y="85318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4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EEC556-81D6-458D-A87B-87139E6D32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76000" y="78930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461877-A227-4942-B39B-3DEE016652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76000" y="78930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4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2BEAD5-4647-4E82-8274-1792997F66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3873" y="103428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88A95F-9108-4B80-B36B-8361E8E83C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3873" y="103428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4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4AB23B-D9C5-4083-BBDD-53201D7D94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2073" y="73859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02BDA7-6FAB-43A6-8B8B-2483098EE5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2073" y="73859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4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3D0878-ECCF-449F-BE08-7087C5066E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04591" y="69267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66FB70-83FF-4CD5-A58A-AF75A0F19F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04591" y="69267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4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75D9FA-CDA2-40FF-8D75-3718DA2B39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92999" y="66796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A70DE4-D5DC-4F95-9A61-0D451591DC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92999" y="66796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4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A1A5B4-0F9C-4B07-96B0-3DA3328F2F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74683" y="89319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E5936E-439E-49B5-9AA5-5B6CF94CF7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74683" y="89319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4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C1356C-5035-4B66-818E-993ABA23AC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80511" y="76645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FC4A49-40AE-4761-A294-011A7421A7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80511" y="76645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4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B5D6E6-F12E-4B1E-B2FB-9FE57C1AF2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3621" y="107727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953C5B-1AA2-4C73-9716-F89FE0B27F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3621" y="107727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4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1E453A-0D84-4F97-A349-5BE139FFA5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31999" y="73680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F4F9ED-19B8-4A43-B2D0-DB3BBAABB3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31999" y="73680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4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EFF4EE-4472-4CCA-8D83-253C31E23D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0" y="659012"/>
            <a:ext cx="8080" cy="16157"/>
          </a:xfrm>
          <a:custGeom xmlns:a="http://schemas.openxmlformats.org/drawingml/2006/main">
            <a:pathLst>
              <a:path w="8080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0" y="16157"/>
                </a:lnTo>
                <a:lnTo>
                  <a:pt x="8080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44B51E-C8FE-478E-9C47-D45B9A5BF4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0" y="659012"/>
            <a:ext cx="8080" cy="16157"/>
          </a:xfrm>
          <a:custGeom xmlns:a="http://schemas.openxmlformats.org/drawingml/2006/main">
            <a:pathLst>
              <a:path w="8080" h="16157" fill="none">
                <a:moveTo>
                  <a:pt x="8079" y="16157"/>
                </a:moveTo>
                <a:lnTo>
                  <a:pt x="8080" y="16157"/>
                </a:lnTo>
                <a:moveTo>
                  <a:pt x="8080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4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6B3D16-BB75-466F-950C-9A5F76C09E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0" y="640158"/>
            <a:ext cx="8080" cy="16157"/>
          </a:xfrm>
          <a:custGeom xmlns:a="http://schemas.openxmlformats.org/drawingml/2006/main">
            <a:pathLst>
              <a:path w="8080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0" y="16157"/>
                </a:lnTo>
                <a:lnTo>
                  <a:pt x="8080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1FCD15-C174-47E7-A59B-BD5DD0348A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0" y="640158"/>
            <a:ext cx="8080" cy="16157"/>
          </a:xfrm>
          <a:custGeom xmlns:a="http://schemas.openxmlformats.org/drawingml/2006/main">
            <a:pathLst>
              <a:path w="8080" h="16157" fill="none">
                <a:moveTo>
                  <a:pt x="8079" y="16157"/>
                </a:moveTo>
                <a:lnTo>
                  <a:pt x="8080" y="16157"/>
                </a:lnTo>
                <a:moveTo>
                  <a:pt x="8080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4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32560E-4DFB-4AE6-AC38-19A3A838B2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22664" y="89966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BFCF8A-FD45-47BD-A3A6-0275F7BDD1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22664" y="89966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4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3E001E-A99A-4E43-AF01-EDA885CE02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79378" y="80977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2C80DA-9609-427C-9D97-C7F26EBFE4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79378" y="80977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4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4339E5-9FC9-4D44-BEFF-1270E32589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1599" y="107619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610BA0-9867-4E5B-9E6A-03E3ECEFED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1599" y="107619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4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759CAB-8EAE-4B12-92F8-6E59BFFF84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30168" y="74155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680A50-60B8-4A09-ACCE-2A2E718E4C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30168" y="74155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4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12B3CF-23D1-47E3-9793-442BF5FE39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97231" y="70317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B01C83-FD46-4521-92CA-E5C2F9B3D1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97231" y="70317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4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6FA5CD-AA32-45FD-9255-0C312C84DD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90399" y="68635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54006B-8C9B-4E25-AF3F-4A12A29256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90399" y="68635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5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D195D1-0567-4C47-A903-97407C5F20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1348" y="129208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2F6142-4232-4FFC-AEDA-B4069495D5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1348" y="129208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5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63ED39-9B5C-4714-8F5D-D6E56CAAB1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3283" y="130663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887A4A-13E7-4162-902F-A394EBFBA9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3283" y="130663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5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6E27C1-5156-4FFF-A7B3-F19E405B51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5741" y="132710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FC50F5-C6CC-4496-B232-9ED73CE3F9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5741" y="132710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5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B48A73-FAAA-42B6-A292-265EB08799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18107" y="98812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A907CC-F430-42DB-922E-EAE371E450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18107" y="98812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5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9DB54E-06D2-4DBB-B336-775E15947D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8231" y="107192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C9921E-07C9-405A-94D0-ADAA3C5816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8231" y="107192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5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D5A101-CF60-4EB4-A27F-EA4BD37095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09380" y="121055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C4A3AA-7352-49D0-9DD5-25B6E448A3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09380" y="121055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5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26E2D0-7919-4C7E-B7D6-FBA31F8843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9498" y="119673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2DB4A1-2630-454F-AB51-19E464E801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9498" y="119673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5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380BC6-DD68-4F4F-A9E8-93D319DC02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5994" y="124950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362573-401B-4217-9148-DAD8D7F512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5994" y="124950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5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D7E29C-D35B-4D20-BA3D-D4C09504E1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2634" y="125909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224DFC-8CF8-483B-8FFE-DDAA575C23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2634" y="125909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5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BB86D4-E80A-4732-A098-76DE6E13C6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7694" y="129040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13728B-50F8-4A0A-B98D-609717C643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7694" y="129040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5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7EF4EC-0A12-4EC2-8E7F-013BF7F5C3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08026" y="99666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574058-34F7-4B0B-A92A-957AFB9740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08026" y="99666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5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10A467-00D9-4A0E-B49A-7BD4CFBD25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2436" y="101643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744C79-1DF8-4936-A548-52A9B8FAB9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2436" y="101643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5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341E01-CCD2-4779-9BFA-72749464F3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41921" y="51331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51174D-E81D-4CDC-BE7D-395BE01037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41921" y="51331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5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23FBC2-1520-4691-B3A2-D6EAB5D8E2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264457"/>
            <a:ext cx="8081" cy="16157"/>
          </a:xfrm>
          <a:custGeom xmlns:a="http://schemas.openxmlformats.org/drawingml/2006/main">
            <a:pathLst>
              <a:path w="8081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1" y="16157"/>
                </a:lnTo>
                <a:lnTo>
                  <a:pt x="8081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194CDE-D337-4F8E-B265-CD5ED19371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264457"/>
            <a:ext cx="8081" cy="16157"/>
          </a:xfrm>
          <a:custGeom xmlns:a="http://schemas.openxmlformats.org/drawingml/2006/main">
            <a:pathLst>
              <a:path w="8081" h="16157" fill="none">
                <a:moveTo>
                  <a:pt x="8079" y="16157"/>
                </a:moveTo>
                <a:lnTo>
                  <a:pt x="8081" y="16157"/>
                </a:lnTo>
                <a:moveTo>
                  <a:pt x="8081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5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7C1E22-31AD-4C15-83C4-D92837AFC4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241614"/>
            <a:ext cx="8081" cy="8079"/>
          </a:xfrm>
          <a:custGeom xmlns:a="http://schemas.openxmlformats.org/drawingml/2006/main">
            <a:pathLst>
              <a:path w="8081" h="8079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081" y="8079"/>
                </a:lnTo>
                <a:lnTo>
                  <a:pt x="808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5A90DA-3D87-45FD-9EE0-D02592C1B5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241614"/>
            <a:ext cx="8081" cy="8079"/>
          </a:xfrm>
          <a:custGeom xmlns:a="http://schemas.openxmlformats.org/drawingml/2006/main">
            <a:pathLst>
              <a:path w="8081" h="8079" fill="none">
                <a:moveTo>
                  <a:pt x="8079" y="8079"/>
                </a:moveTo>
                <a:lnTo>
                  <a:pt x="8081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5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836A7A-6B28-45A0-AE48-4FCA4E42A4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523880"/>
            <a:ext cx="8081" cy="16157"/>
          </a:xfrm>
          <a:custGeom xmlns:a="http://schemas.openxmlformats.org/drawingml/2006/main">
            <a:pathLst>
              <a:path w="8081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1" y="16157"/>
                </a:lnTo>
                <a:lnTo>
                  <a:pt x="8081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C72F12-B0C1-4425-BEEE-AD516E3FAF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523880"/>
            <a:ext cx="8081" cy="16157"/>
          </a:xfrm>
          <a:custGeom xmlns:a="http://schemas.openxmlformats.org/drawingml/2006/main">
            <a:pathLst>
              <a:path w="8081" h="16157" fill="none">
                <a:moveTo>
                  <a:pt x="8079" y="16157"/>
                </a:moveTo>
                <a:lnTo>
                  <a:pt x="8081" y="16157"/>
                </a:lnTo>
                <a:moveTo>
                  <a:pt x="8081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5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0983A7-562A-4A22-A684-9A56034D67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351170"/>
            <a:ext cx="8081" cy="16157"/>
          </a:xfrm>
          <a:custGeom xmlns:a="http://schemas.openxmlformats.org/drawingml/2006/main">
            <a:pathLst>
              <a:path w="8081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1" y="16157"/>
                </a:lnTo>
                <a:lnTo>
                  <a:pt x="8081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16BB76-A0A6-49E4-A423-38067BAD93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351170"/>
            <a:ext cx="8081" cy="16157"/>
          </a:xfrm>
          <a:custGeom xmlns:a="http://schemas.openxmlformats.org/drawingml/2006/main">
            <a:pathLst>
              <a:path w="8081" h="16157" fill="none">
                <a:moveTo>
                  <a:pt x="8079" y="16157"/>
                </a:moveTo>
                <a:lnTo>
                  <a:pt x="8081" y="16157"/>
                </a:lnTo>
                <a:moveTo>
                  <a:pt x="8081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5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25EE31-0150-47FD-A214-38E1A2A776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241614"/>
            <a:ext cx="8081" cy="8079"/>
          </a:xfrm>
          <a:custGeom xmlns:a="http://schemas.openxmlformats.org/drawingml/2006/main">
            <a:pathLst>
              <a:path w="8081" h="8079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081" y="8079"/>
                </a:lnTo>
                <a:lnTo>
                  <a:pt x="808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03F85B-489F-4BF5-AA1A-21AE9FA994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241614"/>
            <a:ext cx="8081" cy="8079"/>
          </a:xfrm>
          <a:custGeom xmlns:a="http://schemas.openxmlformats.org/drawingml/2006/main">
            <a:pathLst>
              <a:path w="8081" h="8079" fill="none">
                <a:moveTo>
                  <a:pt x="8079" y="8079"/>
                </a:moveTo>
                <a:lnTo>
                  <a:pt x="8081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5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E88C8F-165E-4636-BAB9-6D1C100D84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241614"/>
            <a:ext cx="8081" cy="8079"/>
          </a:xfrm>
          <a:custGeom xmlns:a="http://schemas.openxmlformats.org/drawingml/2006/main">
            <a:pathLst>
              <a:path w="8081" h="8079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081" y="8079"/>
                </a:lnTo>
                <a:lnTo>
                  <a:pt x="808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F2BE63-02E5-4762-87E8-20C66AD9A8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241614"/>
            <a:ext cx="8081" cy="8079"/>
          </a:xfrm>
          <a:custGeom xmlns:a="http://schemas.openxmlformats.org/drawingml/2006/main">
            <a:pathLst>
              <a:path w="8081" h="8079" fill="none">
                <a:moveTo>
                  <a:pt x="8079" y="8079"/>
                </a:moveTo>
                <a:lnTo>
                  <a:pt x="8081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5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98D6B3-4442-4286-862F-AC42D3574E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454284"/>
            <a:ext cx="8081" cy="16157"/>
          </a:xfrm>
          <a:custGeom xmlns:a="http://schemas.openxmlformats.org/drawingml/2006/main">
            <a:pathLst>
              <a:path w="8081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1" y="16157"/>
                </a:lnTo>
                <a:lnTo>
                  <a:pt x="8081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AEDA4E-13CF-4C6F-A776-D840EB6F8C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454284"/>
            <a:ext cx="8081" cy="16157"/>
          </a:xfrm>
          <a:custGeom xmlns:a="http://schemas.openxmlformats.org/drawingml/2006/main">
            <a:pathLst>
              <a:path w="8081" h="16157" fill="none">
                <a:moveTo>
                  <a:pt x="8079" y="16157"/>
                </a:moveTo>
                <a:lnTo>
                  <a:pt x="8081" y="16157"/>
                </a:lnTo>
                <a:moveTo>
                  <a:pt x="8081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5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FE590B-C457-4009-BD81-A8FC98DE89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15584" y="98777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FB185F-1403-47B8-B782-B2D543357F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15584" y="98777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5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9BD735-CE72-4969-8F17-F84773DC3A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67001" y="93566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B39323-3913-4347-86E0-8EE401374D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67001" y="93566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5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E9F418-9500-40CB-9CC0-C7B5743B72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06067" y="127665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E3053F-AF8C-478D-9111-8E53783479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06067" y="127665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5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83D8C0-D858-4853-9A6D-196C754F16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20358" y="82881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266151-EC8A-4EC8-8F52-2303341EC3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20358" y="82881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5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7A2B2A-EF60-48B4-90D0-37EA9DFCFF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00559" y="81087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9A3108-F991-456F-9A6C-2BE1B4C6A4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00559" y="81087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5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E8E835-CE46-4B62-A58E-C0F6F9266C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67246" y="78392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9B90BE-7316-47A9-A0CE-8311C11574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67246" y="78392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5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5A4A65-4C33-4F3D-B736-58FEF15885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14585" y="96737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3D3605-3823-4AE4-845C-5AE7FFA867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14585" y="96737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5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4C61FF-B69F-4BA0-991E-278A64311F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64691" y="85415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C7F006-1143-4782-9589-9786C98363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64691" y="85415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5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7E3C5A-06EC-4632-AE46-81EC516CFC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00062" y="125929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63B5A3-A174-4055-8CCD-8796C2EE9F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00062" y="125929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5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63D853-9283-40C0-8319-7075142FBF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26696" y="86451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CD2A1E-182D-4399-9A3C-5F496D5E59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26696" y="86451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5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BE88CB-3E25-4A64-AD94-028A66F41C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08556" y="80176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A4E2E1-6D31-4608-917A-5F5C998742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08556" y="80176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5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1BE0FE-3D19-428C-996B-9984A06F52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95707" y="75233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C911F6-5CDE-40E7-8B85-D86D7A0995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95707" y="75233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5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C10E26-ED1D-4492-BA5C-BA727DC8B0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241614"/>
            <a:ext cx="8081" cy="8079"/>
          </a:xfrm>
          <a:custGeom xmlns:a="http://schemas.openxmlformats.org/drawingml/2006/main">
            <a:pathLst>
              <a:path w="8081" h="8079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081" y="8079"/>
                </a:lnTo>
                <a:lnTo>
                  <a:pt x="808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51074A-9F8A-428C-A112-45FC95E55D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241614"/>
            <a:ext cx="8081" cy="8079"/>
          </a:xfrm>
          <a:custGeom xmlns:a="http://schemas.openxmlformats.org/drawingml/2006/main">
            <a:pathLst>
              <a:path w="8081" h="8079" fill="none">
                <a:moveTo>
                  <a:pt x="8079" y="8079"/>
                </a:moveTo>
                <a:lnTo>
                  <a:pt x="8081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5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DCA86D-E00D-42F0-A50E-DDE24651A1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241614"/>
            <a:ext cx="8081" cy="8079"/>
          </a:xfrm>
          <a:custGeom xmlns:a="http://schemas.openxmlformats.org/drawingml/2006/main">
            <a:pathLst>
              <a:path w="8081" h="8079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081" y="8079"/>
                </a:lnTo>
                <a:lnTo>
                  <a:pt x="808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0D29CC-A9C3-44A9-A507-716DA5A524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241614"/>
            <a:ext cx="8081" cy="8079"/>
          </a:xfrm>
          <a:custGeom xmlns:a="http://schemas.openxmlformats.org/drawingml/2006/main">
            <a:pathLst>
              <a:path w="8081" h="8079" fill="none">
                <a:moveTo>
                  <a:pt x="8079" y="8079"/>
                </a:moveTo>
                <a:lnTo>
                  <a:pt x="8081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5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6BC653-5FAA-4CFC-ACC6-32DF9AA20D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241614"/>
            <a:ext cx="8081" cy="8079"/>
          </a:xfrm>
          <a:custGeom xmlns:a="http://schemas.openxmlformats.org/drawingml/2006/main">
            <a:pathLst>
              <a:path w="8081" h="8079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081" y="8079"/>
                </a:lnTo>
                <a:lnTo>
                  <a:pt x="808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1B9CC9-779F-4014-ACD8-A4A43263C2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241614"/>
            <a:ext cx="8081" cy="8079"/>
          </a:xfrm>
          <a:custGeom xmlns:a="http://schemas.openxmlformats.org/drawingml/2006/main">
            <a:pathLst>
              <a:path w="8081" h="8079" fill="none">
                <a:moveTo>
                  <a:pt x="8079" y="8079"/>
                </a:moveTo>
                <a:lnTo>
                  <a:pt x="8081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5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17DEEA-D6C5-4447-9E03-18DEDCEEB1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241614"/>
            <a:ext cx="8081" cy="8079"/>
          </a:xfrm>
          <a:custGeom xmlns:a="http://schemas.openxmlformats.org/drawingml/2006/main">
            <a:pathLst>
              <a:path w="8081" h="8079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081" y="8079"/>
                </a:lnTo>
                <a:lnTo>
                  <a:pt x="808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F70A61-AE53-49EB-A332-6D3CF2EDAA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241614"/>
            <a:ext cx="8081" cy="8079"/>
          </a:xfrm>
          <a:custGeom xmlns:a="http://schemas.openxmlformats.org/drawingml/2006/main">
            <a:pathLst>
              <a:path w="8081" h="8079" fill="none">
                <a:moveTo>
                  <a:pt x="8079" y="8079"/>
                </a:moveTo>
                <a:lnTo>
                  <a:pt x="8081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5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5C9904-CCCC-4E98-AEB8-669C8AFAEC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241614"/>
            <a:ext cx="8081" cy="8079"/>
          </a:xfrm>
          <a:custGeom xmlns:a="http://schemas.openxmlformats.org/drawingml/2006/main">
            <a:pathLst>
              <a:path w="8081" h="8079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081" y="8079"/>
                </a:lnTo>
                <a:lnTo>
                  <a:pt x="808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A3740A-1A8E-48C6-925C-CDA8C4C4C1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241614"/>
            <a:ext cx="8081" cy="8079"/>
          </a:xfrm>
          <a:custGeom xmlns:a="http://schemas.openxmlformats.org/drawingml/2006/main">
            <a:pathLst>
              <a:path w="8081" h="8079" fill="none">
                <a:moveTo>
                  <a:pt x="8079" y="8079"/>
                </a:moveTo>
                <a:lnTo>
                  <a:pt x="8081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5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8A783D-27F6-49E9-B08E-AC3F0E911F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241614"/>
            <a:ext cx="8081" cy="8079"/>
          </a:xfrm>
          <a:custGeom xmlns:a="http://schemas.openxmlformats.org/drawingml/2006/main">
            <a:pathLst>
              <a:path w="8081" h="8079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081" y="8079"/>
                </a:lnTo>
                <a:lnTo>
                  <a:pt x="808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B4AD68-6EDA-46BE-B495-AFA5E0BED8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241614"/>
            <a:ext cx="8081" cy="8079"/>
          </a:xfrm>
          <a:custGeom xmlns:a="http://schemas.openxmlformats.org/drawingml/2006/main">
            <a:pathLst>
              <a:path w="8081" h="8079" fill="none">
                <a:moveTo>
                  <a:pt x="8079" y="8079"/>
                </a:moveTo>
                <a:lnTo>
                  <a:pt x="8081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5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65AE44-5044-4DD8-AC74-62705E65EF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241614"/>
            <a:ext cx="8081" cy="8079"/>
          </a:xfrm>
          <a:custGeom xmlns:a="http://schemas.openxmlformats.org/drawingml/2006/main">
            <a:pathLst>
              <a:path w="8081" h="8079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081" y="8079"/>
                </a:lnTo>
                <a:lnTo>
                  <a:pt x="808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436043-5CEF-4431-B865-AD8CFA17B3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241614"/>
            <a:ext cx="8081" cy="8079"/>
          </a:xfrm>
          <a:custGeom xmlns:a="http://schemas.openxmlformats.org/drawingml/2006/main">
            <a:pathLst>
              <a:path w="8081" h="8079" fill="none">
                <a:moveTo>
                  <a:pt x="8079" y="8079"/>
                </a:moveTo>
                <a:lnTo>
                  <a:pt x="8081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5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C66169-0302-4526-A225-87112235AE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1717" y="82156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2B29AB-AEF3-4F8E-BA12-B637F43D7A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1717" y="82156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5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327E15-6F6F-4AED-AE77-CA31EE695B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241614"/>
            <a:ext cx="8081" cy="8079"/>
          </a:xfrm>
          <a:custGeom xmlns:a="http://schemas.openxmlformats.org/drawingml/2006/main">
            <a:pathLst>
              <a:path w="8081" h="8079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081" y="8079"/>
                </a:lnTo>
                <a:lnTo>
                  <a:pt x="808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C67EB7-22BB-4ECD-97CA-F31F400105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241614"/>
            <a:ext cx="8081" cy="8079"/>
          </a:xfrm>
          <a:custGeom xmlns:a="http://schemas.openxmlformats.org/drawingml/2006/main">
            <a:pathLst>
              <a:path w="8081" h="8079" fill="none">
                <a:moveTo>
                  <a:pt x="8079" y="8079"/>
                </a:moveTo>
                <a:lnTo>
                  <a:pt x="8081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5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7E189F-1588-45B0-AB65-4EE3456E09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241614"/>
            <a:ext cx="8081" cy="8079"/>
          </a:xfrm>
          <a:custGeom xmlns:a="http://schemas.openxmlformats.org/drawingml/2006/main">
            <a:pathLst>
              <a:path w="8081" h="8079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081" y="8079"/>
                </a:lnTo>
                <a:lnTo>
                  <a:pt x="808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76E45E-143E-4219-AF28-ABAC17C0F2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241614"/>
            <a:ext cx="8081" cy="8079"/>
          </a:xfrm>
          <a:custGeom xmlns:a="http://schemas.openxmlformats.org/drawingml/2006/main">
            <a:pathLst>
              <a:path w="8081" h="8079" fill="none">
                <a:moveTo>
                  <a:pt x="8079" y="8079"/>
                </a:moveTo>
                <a:lnTo>
                  <a:pt x="8081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5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8A33BA-A08E-4D60-B96B-88A332520A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7186" y="82808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0B27A2-4239-4F6E-A824-6B3E98D149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7186" y="82808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5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944B36-6A4C-4320-9747-0E4045AA19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241614"/>
            <a:ext cx="8081" cy="8079"/>
          </a:xfrm>
          <a:custGeom xmlns:a="http://schemas.openxmlformats.org/drawingml/2006/main">
            <a:pathLst>
              <a:path w="8081" h="8079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081" y="8079"/>
                </a:lnTo>
                <a:lnTo>
                  <a:pt x="808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E9D572-9242-4655-8EEE-F30286B470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241614"/>
            <a:ext cx="8081" cy="8079"/>
          </a:xfrm>
          <a:custGeom xmlns:a="http://schemas.openxmlformats.org/drawingml/2006/main">
            <a:pathLst>
              <a:path w="8081" h="8079" fill="none">
                <a:moveTo>
                  <a:pt x="8079" y="8079"/>
                </a:moveTo>
                <a:lnTo>
                  <a:pt x="8081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5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1D1DE1-50E2-473B-AB67-9AA76CC29D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241614"/>
            <a:ext cx="8081" cy="8079"/>
          </a:xfrm>
          <a:custGeom xmlns:a="http://schemas.openxmlformats.org/drawingml/2006/main">
            <a:pathLst>
              <a:path w="8081" h="8079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081" y="8079"/>
                </a:lnTo>
                <a:lnTo>
                  <a:pt x="808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67D66D-CCE0-46C2-8B9F-1F0698849F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241614"/>
            <a:ext cx="8081" cy="8079"/>
          </a:xfrm>
          <a:custGeom xmlns:a="http://schemas.openxmlformats.org/drawingml/2006/main">
            <a:pathLst>
              <a:path w="8081" h="8079" fill="none">
                <a:moveTo>
                  <a:pt x="8079" y="8079"/>
                </a:moveTo>
                <a:lnTo>
                  <a:pt x="8081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5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C59EB5-F274-4A7F-B2E3-3289D7DAF6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8228" y="69996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D3E02B-B20C-4506-9FDC-6B77D6BC3D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8228" y="69996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5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6E2C24-A7CB-44B5-B5BF-B3AD58C57D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03363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2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3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1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lnTo>
                  <a:pt x="0" y="0"/>
                </a:ln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5A7C97-0EA3-409C-917A-E3F90ABF9C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03363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2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3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1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5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D269C2-C744-42FE-B7C9-476451AD18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04656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2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3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1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lnTo>
                  <a:pt x="0" y="0"/>
                </a:ln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FDA039-6A55-4BAE-891A-C8F4F66105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04656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2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3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1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5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078F00-7A48-4CBD-8B5D-C9FF247003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3655" y="59384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F6A87F-DBE0-43D1-9DA6-757DCFEC75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3655" y="59384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5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7C1B22-2294-42A9-89F9-4F52C5C4BB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9758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2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3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1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lnTo>
                  <a:pt x="0" y="0"/>
                </a:ln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4DED7C-A242-4ACA-81CF-A549484747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9758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2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3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1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6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6FAE1C-5F4A-4BBF-8E87-6B306BC9C7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5747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2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3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1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lnTo>
                  <a:pt x="0" y="0"/>
                </a:ln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59027F-C94C-4C31-BE52-1A1FC75638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5747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2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3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1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6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B095AF-A036-48C3-A713-311B41D3C3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2810" y="98304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60E963-2904-4B42-8063-681C01F3A7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2810" y="98304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6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839584-BC8F-47DD-ACB8-D9855B0D67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3384" y="76574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27B0FF-AD4F-4F3A-B44A-C2B9956C78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3384" y="76574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6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C64F6E-AFD7-4C4B-BF2B-BE44734ED4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01189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2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3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1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lnTo>
                  <a:pt x="0" y="0"/>
                </a:ln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3890D9-6878-4739-B140-32A38E4629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01189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2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3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1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6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281F54-DB4A-4E3D-AEA7-1B5D7A81E7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241614"/>
            <a:ext cx="8081" cy="8079"/>
          </a:xfrm>
          <a:custGeom xmlns:a="http://schemas.openxmlformats.org/drawingml/2006/main">
            <a:pathLst>
              <a:path w="8081" h="8079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081" y="8079"/>
                </a:lnTo>
                <a:lnTo>
                  <a:pt x="808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D92A31-96FC-4C42-BAF0-8DE864B4C7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241614"/>
            <a:ext cx="8081" cy="8079"/>
          </a:xfrm>
          <a:custGeom xmlns:a="http://schemas.openxmlformats.org/drawingml/2006/main">
            <a:pathLst>
              <a:path w="8081" h="8079" fill="none">
                <a:moveTo>
                  <a:pt x="8079" y="8079"/>
                </a:moveTo>
                <a:lnTo>
                  <a:pt x="8081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6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71644A-E389-4404-A582-6A1972285E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241614"/>
            <a:ext cx="8081" cy="8079"/>
          </a:xfrm>
          <a:custGeom xmlns:a="http://schemas.openxmlformats.org/drawingml/2006/main">
            <a:pathLst>
              <a:path w="8081" h="8079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081" y="8079"/>
                </a:lnTo>
                <a:lnTo>
                  <a:pt x="808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BF4A39-C099-4E27-9741-707A8FD91B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241614"/>
            <a:ext cx="8081" cy="8079"/>
          </a:xfrm>
          <a:custGeom xmlns:a="http://schemas.openxmlformats.org/drawingml/2006/main">
            <a:pathLst>
              <a:path w="8081" h="8079" fill="none">
                <a:moveTo>
                  <a:pt x="8079" y="8079"/>
                </a:moveTo>
                <a:lnTo>
                  <a:pt x="8081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6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C461AC-32B6-4A90-B613-2521760470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241614"/>
            <a:ext cx="8081" cy="8079"/>
          </a:xfrm>
          <a:custGeom xmlns:a="http://schemas.openxmlformats.org/drawingml/2006/main">
            <a:pathLst>
              <a:path w="8081" h="8079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081" y="8079"/>
                </a:lnTo>
                <a:lnTo>
                  <a:pt x="808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5015A6-BE12-450F-A5E0-6F6EC7D185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241614"/>
            <a:ext cx="8081" cy="8079"/>
          </a:xfrm>
          <a:custGeom xmlns:a="http://schemas.openxmlformats.org/drawingml/2006/main">
            <a:pathLst>
              <a:path w="8081" h="8079" fill="none">
                <a:moveTo>
                  <a:pt x="8079" y="8079"/>
                </a:moveTo>
                <a:lnTo>
                  <a:pt x="8081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6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9EDFBF-D046-48DF-8BEC-CE0ED4C133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241614"/>
            <a:ext cx="8081" cy="8079"/>
          </a:xfrm>
          <a:custGeom xmlns:a="http://schemas.openxmlformats.org/drawingml/2006/main">
            <a:pathLst>
              <a:path w="8081" h="8079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081" y="8079"/>
                </a:lnTo>
                <a:lnTo>
                  <a:pt x="808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F082A0-3750-49FB-A9C2-F2066EB8C1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241614"/>
            <a:ext cx="8081" cy="8079"/>
          </a:xfrm>
          <a:custGeom xmlns:a="http://schemas.openxmlformats.org/drawingml/2006/main">
            <a:pathLst>
              <a:path w="8081" h="8079" fill="none">
                <a:moveTo>
                  <a:pt x="8079" y="8079"/>
                </a:moveTo>
                <a:lnTo>
                  <a:pt x="8081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6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D2255A-6903-4A46-AE32-2C88B735CB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284964"/>
            <a:ext cx="8081" cy="16157"/>
          </a:xfrm>
          <a:custGeom xmlns:a="http://schemas.openxmlformats.org/drawingml/2006/main">
            <a:pathLst>
              <a:path w="8081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1" y="16157"/>
                </a:lnTo>
                <a:lnTo>
                  <a:pt x="8081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0330F0-3BBB-4BBF-8622-8C89AFD6B1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284964"/>
            <a:ext cx="8081" cy="16157"/>
          </a:xfrm>
          <a:custGeom xmlns:a="http://schemas.openxmlformats.org/drawingml/2006/main">
            <a:pathLst>
              <a:path w="8081" h="16157" fill="none">
                <a:moveTo>
                  <a:pt x="8079" y="16157"/>
                </a:moveTo>
                <a:lnTo>
                  <a:pt x="8081" y="16157"/>
                </a:lnTo>
                <a:moveTo>
                  <a:pt x="8081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6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161C16-2361-4FF2-AAD8-99EAB2DA80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241614"/>
            <a:ext cx="8081" cy="8079"/>
          </a:xfrm>
          <a:custGeom xmlns:a="http://schemas.openxmlformats.org/drawingml/2006/main">
            <a:pathLst>
              <a:path w="8081" h="8079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081" y="8079"/>
                </a:lnTo>
                <a:lnTo>
                  <a:pt x="808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02AB8D-DCCE-4D41-96F7-5FB0999CAB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241614"/>
            <a:ext cx="8081" cy="8079"/>
          </a:xfrm>
          <a:custGeom xmlns:a="http://schemas.openxmlformats.org/drawingml/2006/main">
            <a:pathLst>
              <a:path w="8081" h="8079" fill="none">
                <a:moveTo>
                  <a:pt x="8079" y="8079"/>
                </a:moveTo>
                <a:lnTo>
                  <a:pt x="8081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6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B6D413-A10E-434D-BE7D-C67B252794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241614"/>
            <a:ext cx="8081" cy="8079"/>
          </a:xfrm>
          <a:custGeom xmlns:a="http://schemas.openxmlformats.org/drawingml/2006/main">
            <a:pathLst>
              <a:path w="8081" h="8079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081" y="8079"/>
                </a:lnTo>
                <a:lnTo>
                  <a:pt x="808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AAABEF-DDD3-425F-8188-17BC807543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241614"/>
            <a:ext cx="8081" cy="8079"/>
          </a:xfrm>
          <a:custGeom xmlns:a="http://schemas.openxmlformats.org/drawingml/2006/main">
            <a:pathLst>
              <a:path w="8081" h="8079" fill="none">
                <a:moveTo>
                  <a:pt x="8079" y="8079"/>
                </a:moveTo>
                <a:lnTo>
                  <a:pt x="8081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6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6E9C5F-3890-4980-BB46-ABE5BB40BA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241614"/>
            <a:ext cx="8081" cy="8079"/>
          </a:xfrm>
          <a:custGeom xmlns:a="http://schemas.openxmlformats.org/drawingml/2006/main">
            <a:pathLst>
              <a:path w="8081" h="8079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081" y="8079"/>
                </a:lnTo>
                <a:lnTo>
                  <a:pt x="808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71FEEA-5A8F-4DDB-9DDF-8F8B85BB87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241614"/>
            <a:ext cx="8081" cy="8079"/>
          </a:xfrm>
          <a:custGeom xmlns:a="http://schemas.openxmlformats.org/drawingml/2006/main">
            <a:pathLst>
              <a:path w="8081" h="8079" fill="none">
                <a:moveTo>
                  <a:pt x="8079" y="8079"/>
                </a:moveTo>
                <a:lnTo>
                  <a:pt x="8081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6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D6DBA4-14BA-408F-89A3-C7BAB9FE26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840226"/>
            <a:ext cx="8081" cy="16157"/>
          </a:xfrm>
          <a:custGeom xmlns:a="http://schemas.openxmlformats.org/drawingml/2006/main">
            <a:pathLst>
              <a:path w="8081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1" y="16157"/>
                </a:lnTo>
                <a:lnTo>
                  <a:pt x="8081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E39423-F80D-4558-8489-2FDCD8D492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840226"/>
            <a:ext cx="8081" cy="16157"/>
          </a:xfrm>
          <a:custGeom xmlns:a="http://schemas.openxmlformats.org/drawingml/2006/main">
            <a:pathLst>
              <a:path w="8081" h="16157" fill="none">
                <a:moveTo>
                  <a:pt x="8079" y="16157"/>
                </a:moveTo>
                <a:lnTo>
                  <a:pt x="8081" y="16157"/>
                </a:lnTo>
                <a:moveTo>
                  <a:pt x="8081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6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CA75F4-884E-4E85-9AFB-45464608D2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241614"/>
            <a:ext cx="8081" cy="8079"/>
          </a:xfrm>
          <a:custGeom xmlns:a="http://schemas.openxmlformats.org/drawingml/2006/main">
            <a:pathLst>
              <a:path w="8081" h="8079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081" y="8079"/>
                </a:lnTo>
                <a:lnTo>
                  <a:pt x="808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AABB43-FEF4-4A8D-AC4E-4809764D30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241614"/>
            <a:ext cx="8081" cy="8079"/>
          </a:xfrm>
          <a:custGeom xmlns:a="http://schemas.openxmlformats.org/drawingml/2006/main">
            <a:pathLst>
              <a:path w="8081" h="8079" fill="none">
                <a:moveTo>
                  <a:pt x="8079" y="8079"/>
                </a:moveTo>
                <a:lnTo>
                  <a:pt x="8081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6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46CDD5-0C1E-4A1F-A2D9-4B2C6EBE64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241614"/>
            <a:ext cx="8081" cy="8079"/>
          </a:xfrm>
          <a:custGeom xmlns:a="http://schemas.openxmlformats.org/drawingml/2006/main">
            <a:pathLst>
              <a:path w="8081" h="8079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081" y="8079"/>
                </a:lnTo>
                <a:lnTo>
                  <a:pt x="808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9B9D97-C8B9-4D9A-9832-05A32121B0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241614"/>
            <a:ext cx="8081" cy="8079"/>
          </a:xfrm>
          <a:custGeom xmlns:a="http://schemas.openxmlformats.org/drawingml/2006/main">
            <a:pathLst>
              <a:path w="8081" h="8079" fill="none">
                <a:moveTo>
                  <a:pt x="8079" y="8079"/>
                </a:moveTo>
                <a:lnTo>
                  <a:pt x="8081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6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B45CDE-1A4F-4893-8F21-E0C45E46DC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350437"/>
            <a:ext cx="8081" cy="16157"/>
          </a:xfrm>
          <a:custGeom xmlns:a="http://schemas.openxmlformats.org/drawingml/2006/main">
            <a:pathLst>
              <a:path w="8081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1" y="16157"/>
                </a:lnTo>
                <a:lnTo>
                  <a:pt x="8081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CB2D5F-749D-4CC3-8345-EFC7C00B2A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350437"/>
            <a:ext cx="8081" cy="16157"/>
          </a:xfrm>
          <a:custGeom xmlns:a="http://schemas.openxmlformats.org/drawingml/2006/main">
            <a:pathLst>
              <a:path w="8081" h="16157" fill="none">
                <a:moveTo>
                  <a:pt x="8079" y="16157"/>
                </a:moveTo>
                <a:lnTo>
                  <a:pt x="8081" y="16157"/>
                </a:lnTo>
                <a:moveTo>
                  <a:pt x="8081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6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8EBD43-FF76-4353-BE1B-20CBDD48F0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241614"/>
            <a:ext cx="8081" cy="8079"/>
          </a:xfrm>
          <a:custGeom xmlns:a="http://schemas.openxmlformats.org/drawingml/2006/main">
            <a:pathLst>
              <a:path w="8081" h="8079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081" y="8079"/>
                </a:lnTo>
                <a:lnTo>
                  <a:pt x="808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AC73F0-8A87-404A-BE8D-658CD8BE27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241614"/>
            <a:ext cx="8081" cy="8079"/>
          </a:xfrm>
          <a:custGeom xmlns:a="http://schemas.openxmlformats.org/drawingml/2006/main">
            <a:pathLst>
              <a:path w="8081" h="8079" fill="none">
                <a:moveTo>
                  <a:pt x="8079" y="8079"/>
                </a:moveTo>
                <a:lnTo>
                  <a:pt x="8081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6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D9343F-87AE-40B2-B696-CF30A40C8C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9302" y="92821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15C439-F121-48D6-9BBD-685EA44180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9302" y="92821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6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ECCAA4-2212-4241-AED7-B19DB2E016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552551"/>
            <a:ext cx="8081" cy="16157"/>
          </a:xfrm>
          <a:custGeom xmlns:a="http://schemas.openxmlformats.org/drawingml/2006/main">
            <a:pathLst>
              <a:path w="8081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1" y="16157"/>
                </a:lnTo>
                <a:lnTo>
                  <a:pt x="8081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5D8A3A-823E-4262-9C78-F4ED665444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552551"/>
            <a:ext cx="8081" cy="16157"/>
          </a:xfrm>
          <a:custGeom xmlns:a="http://schemas.openxmlformats.org/drawingml/2006/main">
            <a:pathLst>
              <a:path w="8081" h="16157" fill="none">
                <a:moveTo>
                  <a:pt x="8079" y="16157"/>
                </a:moveTo>
                <a:lnTo>
                  <a:pt x="8081" y="16157"/>
                </a:lnTo>
                <a:moveTo>
                  <a:pt x="8081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6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4A4EBF-1132-4AAE-B889-551CA16C7F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730563"/>
            <a:ext cx="8081" cy="16157"/>
          </a:xfrm>
          <a:custGeom xmlns:a="http://schemas.openxmlformats.org/drawingml/2006/main">
            <a:pathLst>
              <a:path w="8081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1" y="16157"/>
                </a:lnTo>
                <a:lnTo>
                  <a:pt x="8081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12316D-02BC-4FF2-927C-26509743E9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730563"/>
            <a:ext cx="8081" cy="16157"/>
          </a:xfrm>
          <a:custGeom xmlns:a="http://schemas.openxmlformats.org/drawingml/2006/main">
            <a:pathLst>
              <a:path w="8081" h="16157" fill="none">
                <a:moveTo>
                  <a:pt x="8079" y="16157"/>
                </a:moveTo>
                <a:lnTo>
                  <a:pt x="8081" y="16157"/>
                </a:lnTo>
                <a:moveTo>
                  <a:pt x="8081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6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B840EA-F02C-4A5D-85D9-7E12050DAD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26890" y="77129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A0CA63-505F-4096-A891-B096EC745A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26890" y="77129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6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6A30D6-3C98-49EE-BAF9-2B3293E2E7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545841"/>
            <a:ext cx="8081" cy="16157"/>
          </a:xfrm>
          <a:custGeom xmlns:a="http://schemas.openxmlformats.org/drawingml/2006/main">
            <a:pathLst>
              <a:path w="8081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1" y="16157"/>
                </a:lnTo>
                <a:lnTo>
                  <a:pt x="8081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18695A-EE46-4173-831F-C19165577D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545841"/>
            <a:ext cx="8081" cy="16157"/>
          </a:xfrm>
          <a:custGeom xmlns:a="http://schemas.openxmlformats.org/drawingml/2006/main">
            <a:pathLst>
              <a:path w="8081" h="16157" fill="none">
                <a:moveTo>
                  <a:pt x="8079" y="16157"/>
                </a:moveTo>
                <a:lnTo>
                  <a:pt x="8081" y="16157"/>
                </a:lnTo>
                <a:moveTo>
                  <a:pt x="8081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6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03478D-B7E5-4063-A474-AEC5DD8AF8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336092"/>
            <a:ext cx="8081" cy="16157"/>
          </a:xfrm>
          <a:custGeom xmlns:a="http://schemas.openxmlformats.org/drawingml/2006/main">
            <a:pathLst>
              <a:path w="8081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1" y="16157"/>
                </a:lnTo>
                <a:lnTo>
                  <a:pt x="8081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D03BFB-BA7C-410F-A7BB-92F4CD97F0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336092"/>
            <a:ext cx="8081" cy="16157"/>
          </a:xfrm>
          <a:custGeom xmlns:a="http://schemas.openxmlformats.org/drawingml/2006/main">
            <a:pathLst>
              <a:path w="8081" h="16157" fill="none">
                <a:moveTo>
                  <a:pt x="8079" y="16157"/>
                </a:moveTo>
                <a:lnTo>
                  <a:pt x="8081" y="16157"/>
                </a:lnTo>
                <a:moveTo>
                  <a:pt x="8081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6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262BFA-333B-4798-BE07-B076EC0345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705419"/>
            <a:ext cx="8081" cy="16157"/>
          </a:xfrm>
          <a:custGeom xmlns:a="http://schemas.openxmlformats.org/drawingml/2006/main">
            <a:pathLst>
              <a:path w="8081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1" y="16157"/>
                </a:lnTo>
                <a:lnTo>
                  <a:pt x="8081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3D8F1C-4A3C-4DC5-B452-A3E290F0BD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9" y="705419"/>
            <a:ext cx="8081" cy="16157"/>
          </a:xfrm>
          <a:custGeom xmlns:a="http://schemas.openxmlformats.org/drawingml/2006/main">
            <a:pathLst>
              <a:path w="8081" h="16157" fill="none">
                <a:moveTo>
                  <a:pt x="8079" y="16157"/>
                </a:moveTo>
                <a:lnTo>
                  <a:pt x="8081" y="16157"/>
                </a:lnTo>
                <a:moveTo>
                  <a:pt x="8081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6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55F457-E54F-4A49-8408-706E9083A6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5968" y="97917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29E097-7602-4E43-95F1-0FB0D512F3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5968" y="97917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6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0FC3A2-C97D-4FBA-80FC-BEAECFF528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1328" y="85706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E30E98-FBAD-4030-BA43-DD8CA52304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1328" y="85706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6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0FB704-2EF8-4265-A33A-4A86AE749A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11310" y="64522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BBC3FF-CD2D-4CE1-8FFE-CB59C87871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11310" y="64522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6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9263EF-65C6-4AF5-9516-3190484734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7453" y="81791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DD8525-70AC-4872-9BE5-934C8B1393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7453" y="81791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6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DF3351-ECA5-4269-B332-DE384C75DC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03868" y="93640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AEBA7A-DCB8-438F-8F2E-DB5C4A8E0F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03868" y="93640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6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1CEB07-7634-4836-8D27-8FB0598F58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6687" y="97604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0605F2-F5DA-4802-964B-C5E8306380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6687" y="97604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6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A935C8-6F49-4607-AFE7-795CA1E4D9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03973" y="101073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02F2DA-384B-47B1-8361-FA88BE3461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03973" y="101073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6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DFC973-CD33-4D67-B74B-41573BDE7B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0653" y="64885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8FC813-93B0-46E3-A85B-4C7B866F1A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0653" y="64885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6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7BAE55-BA02-41E7-9917-54C2F9DE71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20375" y="42555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54A29D-73F0-4452-B411-E4B4146B24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20375" y="42555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6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697EEE-1839-4E30-BBE7-FB24BEAC45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8" y="241614"/>
            <a:ext cx="8082" cy="8079"/>
          </a:xfrm>
          <a:custGeom xmlns:a="http://schemas.openxmlformats.org/drawingml/2006/main">
            <a:pathLst>
              <a:path w="8082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82" y="8079"/>
                </a:lnTo>
                <a:lnTo>
                  <a:pt x="8082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F42E88-4D3E-4373-BBDA-73817368C2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8" y="241614"/>
            <a:ext cx="8082" cy="8079"/>
          </a:xfrm>
          <a:custGeom xmlns:a="http://schemas.openxmlformats.org/drawingml/2006/main">
            <a:pathLst>
              <a:path w="8082" h="8079" fill="none">
                <a:moveTo>
                  <a:pt x="8079" y="8079"/>
                </a:moveTo>
                <a:lnTo>
                  <a:pt x="8082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6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98DDE7-3086-4CB6-A131-160EC38448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8" y="241614"/>
            <a:ext cx="8082" cy="8079"/>
          </a:xfrm>
          <a:custGeom xmlns:a="http://schemas.openxmlformats.org/drawingml/2006/main">
            <a:pathLst>
              <a:path w="8082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82" y="8079"/>
                </a:lnTo>
                <a:lnTo>
                  <a:pt x="8082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1ADAB3-7A17-475C-B640-29F8A75273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8" y="241614"/>
            <a:ext cx="8082" cy="8079"/>
          </a:xfrm>
          <a:custGeom xmlns:a="http://schemas.openxmlformats.org/drawingml/2006/main">
            <a:pathLst>
              <a:path w="8082" h="8079" fill="none">
                <a:moveTo>
                  <a:pt x="8079" y="8079"/>
                </a:moveTo>
                <a:lnTo>
                  <a:pt x="8082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6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D39CFA-CEF7-46CD-AF90-B7729B8EA2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45222" y="36706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18AD7E-B88C-4834-821D-55146A62E7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45222" y="36706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6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DE5E54-A9BA-40DB-AB7A-ADFAC03796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39605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68D420-744B-40F5-B263-5F7C55B0D2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39605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1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6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90E829-6697-4D8A-9F80-6D9C5D5F38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29098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6D0907-F001-4214-8918-F256AE76DD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29098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1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6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1F2082-E430-483A-B70C-5632B547F3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8" y="241614"/>
            <a:ext cx="8082" cy="8079"/>
          </a:xfrm>
          <a:custGeom xmlns:a="http://schemas.openxmlformats.org/drawingml/2006/main">
            <a:pathLst>
              <a:path w="8082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82" y="8079"/>
                </a:lnTo>
                <a:lnTo>
                  <a:pt x="8082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CE56F9-C4CA-44F3-A4BD-D998CA38FA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8" y="241614"/>
            <a:ext cx="8082" cy="8079"/>
          </a:xfrm>
          <a:custGeom xmlns:a="http://schemas.openxmlformats.org/drawingml/2006/main">
            <a:pathLst>
              <a:path w="8082" h="8079" fill="none">
                <a:moveTo>
                  <a:pt x="8079" y="8079"/>
                </a:moveTo>
                <a:lnTo>
                  <a:pt x="8082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6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C8CE40-B6BD-4E6A-8FF9-D884E07DC0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9033" y="141659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8B24E3-A3FB-4AB4-BA87-8F8A059D44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9033" y="141659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6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E39101-CA80-4DA9-9710-998D125703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8" y="241614"/>
            <a:ext cx="8082" cy="8079"/>
          </a:xfrm>
          <a:custGeom xmlns:a="http://schemas.openxmlformats.org/drawingml/2006/main">
            <a:pathLst>
              <a:path w="8082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82" y="8079"/>
                </a:lnTo>
                <a:lnTo>
                  <a:pt x="8082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DE5B67-1D1D-473E-94D8-98A5022664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8" y="241614"/>
            <a:ext cx="8082" cy="8079"/>
          </a:xfrm>
          <a:custGeom xmlns:a="http://schemas.openxmlformats.org/drawingml/2006/main">
            <a:pathLst>
              <a:path w="8082" h="8079" fill="none">
                <a:moveTo>
                  <a:pt x="8079" y="8079"/>
                </a:moveTo>
                <a:lnTo>
                  <a:pt x="8082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6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8D40C0-6FB9-492B-B036-164CBF28DF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8" y="241614"/>
            <a:ext cx="8082" cy="8079"/>
          </a:xfrm>
          <a:custGeom xmlns:a="http://schemas.openxmlformats.org/drawingml/2006/main">
            <a:pathLst>
              <a:path w="8082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82" y="8079"/>
                </a:lnTo>
                <a:lnTo>
                  <a:pt x="8082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A518CF-6920-4BB5-9DBD-64328AAB5B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8" y="241614"/>
            <a:ext cx="8082" cy="8079"/>
          </a:xfrm>
          <a:custGeom xmlns:a="http://schemas.openxmlformats.org/drawingml/2006/main">
            <a:pathLst>
              <a:path w="8082" h="8079" fill="none">
                <a:moveTo>
                  <a:pt x="8079" y="8079"/>
                </a:moveTo>
                <a:lnTo>
                  <a:pt x="8082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6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299BA2-48E8-42C9-B492-4C2126D5C3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13836" y="88260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8501A1-FD0B-42A3-8064-CB29CFB114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13836" y="88260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6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07E10A-675E-4317-8572-940F907E47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07241" y="79524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164EF0-1063-46FB-BB98-B5F8156C8D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07241" y="79524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6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1EB579-A3DF-41A5-99A1-645ACC58AA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53001" y="29712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098E72-1D7F-4EA2-8150-6E12FF6909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53001" y="29712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6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526966-A965-403A-B68B-36F25F37BF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32560" y="26347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8BA275-DAD5-4543-83EB-3A7CC929A7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32560" y="26347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6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ED3C5B-3DE3-41ED-9E21-576B08A36C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12459" y="43221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AD2333-7393-4FC6-9C8B-CA646B9F28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12459" y="43221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6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36C51B-EAFE-4127-A4DA-6976F5D9A7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22390" y="56262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7A3EA6-D4BA-4D2C-9866-6E1F5AD506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22390" y="56262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6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A2DEE0-DD13-4FA6-B843-8386039B7C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43127" y="29936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AC84C0-91B1-41DC-B57C-6B5221A755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43127" y="29936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6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40C27B-BF81-46B0-A94D-0403C17E90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8" y="241614"/>
            <a:ext cx="8082" cy="8079"/>
          </a:xfrm>
          <a:custGeom xmlns:a="http://schemas.openxmlformats.org/drawingml/2006/main">
            <a:pathLst>
              <a:path w="8082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82" y="8079"/>
                </a:lnTo>
                <a:lnTo>
                  <a:pt x="8082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5C7468-D9D0-4807-A18B-0E54C05C92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8" y="241614"/>
            <a:ext cx="8082" cy="8079"/>
          </a:xfrm>
          <a:custGeom xmlns:a="http://schemas.openxmlformats.org/drawingml/2006/main">
            <a:pathLst>
              <a:path w="8082" h="8079" fill="none">
                <a:moveTo>
                  <a:pt x="8079" y="8079"/>
                </a:moveTo>
                <a:lnTo>
                  <a:pt x="8082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7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6F1720-2254-41F8-BE1B-9A63A9EC59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09094" y="32298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C7C4C6-5948-4C4F-9ADE-8A36F4559E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09094" y="32298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7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9DF927-AFE9-43FD-B5C7-F8306FD0E3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56548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2A78E0-FE79-4FEC-91F3-84EAECFF43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56548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1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7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189CA8-ACF8-4A9B-8183-010EC9D439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8" y="241614"/>
            <a:ext cx="8082" cy="8079"/>
          </a:xfrm>
          <a:custGeom xmlns:a="http://schemas.openxmlformats.org/drawingml/2006/main">
            <a:pathLst>
              <a:path w="8082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82" y="8079"/>
                </a:lnTo>
                <a:lnTo>
                  <a:pt x="8082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706AA7-98A3-48AB-BF7E-A373968750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8" y="241614"/>
            <a:ext cx="8082" cy="8079"/>
          </a:xfrm>
          <a:custGeom xmlns:a="http://schemas.openxmlformats.org/drawingml/2006/main">
            <a:pathLst>
              <a:path w="8082" h="8079" fill="none">
                <a:moveTo>
                  <a:pt x="8079" y="8079"/>
                </a:moveTo>
                <a:lnTo>
                  <a:pt x="8082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7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BA113B-3DC5-47D8-89AA-9FC30EFC7A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8" y="241614"/>
            <a:ext cx="8082" cy="8079"/>
          </a:xfrm>
          <a:custGeom xmlns:a="http://schemas.openxmlformats.org/drawingml/2006/main">
            <a:pathLst>
              <a:path w="8082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82" y="8079"/>
                </a:lnTo>
                <a:lnTo>
                  <a:pt x="8082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3D94F3-977E-4FA6-884F-90463E0A7F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8" y="241614"/>
            <a:ext cx="8082" cy="8079"/>
          </a:xfrm>
          <a:custGeom xmlns:a="http://schemas.openxmlformats.org/drawingml/2006/main">
            <a:pathLst>
              <a:path w="8082" h="8079" fill="none">
                <a:moveTo>
                  <a:pt x="8079" y="8079"/>
                </a:moveTo>
                <a:lnTo>
                  <a:pt x="8082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7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FB2A36-C0B3-401B-9B1C-0556EDEA22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8" y="241614"/>
            <a:ext cx="8082" cy="8079"/>
          </a:xfrm>
          <a:custGeom xmlns:a="http://schemas.openxmlformats.org/drawingml/2006/main">
            <a:pathLst>
              <a:path w="8082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82" y="8079"/>
                </a:lnTo>
                <a:lnTo>
                  <a:pt x="8082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23E351-9718-4411-B746-06CBAF8E31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8" y="241614"/>
            <a:ext cx="8082" cy="8079"/>
          </a:xfrm>
          <a:custGeom xmlns:a="http://schemas.openxmlformats.org/drawingml/2006/main">
            <a:pathLst>
              <a:path w="8082" h="8079" fill="none">
                <a:moveTo>
                  <a:pt x="8079" y="8079"/>
                </a:moveTo>
                <a:lnTo>
                  <a:pt x="8082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7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C444F3-73CA-4146-9DA6-6975EE747F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8" y="241614"/>
            <a:ext cx="8082" cy="8079"/>
          </a:xfrm>
          <a:custGeom xmlns:a="http://schemas.openxmlformats.org/drawingml/2006/main">
            <a:pathLst>
              <a:path w="8082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82" y="8079"/>
                </a:lnTo>
                <a:lnTo>
                  <a:pt x="8082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7BC8E3-F787-49E6-B791-08D616C370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8" y="241614"/>
            <a:ext cx="8082" cy="8079"/>
          </a:xfrm>
          <a:custGeom xmlns:a="http://schemas.openxmlformats.org/drawingml/2006/main">
            <a:pathLst>
              <a:path w="8082" h="8079" fill="none">
                <a:moveTo>
                  <a:pt x="8079" y="8079"/>
                </a:moveTo>
                <a:lnTo>
                  <a:pt x="8082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7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8A3B7D-4F2A-40ED-9398-FCB34CE1D0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8" y="241614"/>
            <a:ext cx="8082" cy="8079"/>
          </a:xfrm>
          <a:custGeom xmlns:a="http://schemas.openxmlformats.org/drawingml/2006/main">
            <a:pathLst>
              <a:path w="8082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82" y="8079"/>
                </a:lnTo>
                <a:lnTo>
                  <a:pt x="8082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8D9C88-D8B8-4B5B-80C7-778B1C6778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8" y="241614"/>
            <a:ext cx="8082" cy="8079"/>
          </a:xfrm>
          <a:custGeom xmlns:a="http://schemas.openxmlformats.org/drawingml/2006/main">
            <a:pathLst>
              <a:path w="8082" h="8079" fill="none">
                <a:moveTo>
                  <a:pt x="8079" y="8079"/>
                </a:moveTo>
                <a:lnTo>
                  <a:pt x="8082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7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6FFFDC-569E-435D-A4BB-CA3ECD76E3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83611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F5EC50-E38F-4869-8FE5-DC47D29FFF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83611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1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7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F2B155-0218-44A6-8A31-D322E77C97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8" y="241614"/>
            <a:ext cx="8082" cy="8079"/>
          </a:xfrm>
          <a:custGeom xmlns:a="http://schemas.openxmlformats.org/drawingml/2006/main">
            <a:pathLst>
              <a:path w="8082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82" y="8079"/>
                </a:lnTo>
                <a:lnTo>
                  <a:pt x="8082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2A4724-846F-4F06-845F-A3CB834009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8" y="241614"/>
            <a:ext cx="8082" cy="8079"/>
          </a:xfrm>
          <a:custGeom xmlns:a="http://schemas.openxmlformats.org/drawingml/2006/main">
            <a:pathLst>
              <a:path w="8082" h="8079" fill="none">
                <a:moveTo>
                  <a:pt x="8079" y="8079"/>
                </a:moveTo>
                <a:lnTo>
                  <a:pt x="8082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7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05FE48-B0BC-4AA8-AF0C-7D3CD5A770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42123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074521-7FA9-40CC-89EF-0A1B2A3C1D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42123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1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7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B37ED1-DE89-41F6-B142-7EBDAADFC9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05754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BEE8FC-33A8-4349-A50B-EB7C83E9C5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05754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1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7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60B6E4-6CE2-4569-BDE3-2BD1B67CEE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8" y="241614"/>
            <a:ext cx="8082" cy="8079"/>
          </a:xfrm>
          <a:custGeom xmlns:a="http://schemas.openxmlformats.org/drawingml/2006/main">
            <a:pathLst>
              <a:path w="8082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82" y="8079"/>
                </a:lnTo>
                <a:lnTo>
                  <a:pt x="8082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405D66-7B95-47DC-8FF5-4EE4EC2AFC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8" y="241614"/>
            <a:ext cx="8082" cy="8079"/>
          </a:xfrm>
          <a:custGeom xmlns:a="http://schemas.openxmlformats.org/drawingml/2006/main">
            <a:pathLst>
              <a:path w="8082" h="8079" fill="none">
                <a:moveTo>
                  <a:pt x="8079" y="8079"/>
                </a:moveTo>
                <a:lnTo>
                  <a:pt x="8082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7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660D33-058A-45C3-9F45-F007A8536D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8" y="241614"/>
            <a:ext cx="8082" cy="8079"/>
          </a:xfrm>
          <a:custGeom xmlns:a="http://schemas.openxmlformats.org/drawingml/2006/main">
            <a:pathLst>
              <a:path w="8082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82" y="8079"/>
                </a:lnTo>
                <a:lnTo>
                  <a:pt x="8082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1E7EEC-D51E-4194-85D5-E4675407A1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8" y="241614"/>
            <a:ext cx="8082" cy="8079"/>
          </a:xfrm>
          <a:custGeom xmlns:a="http://schemas.openxmlformats.org/drawingml/2006/main">
            <a:pathLst>
              <a:path w="8082" h="8079" fill="none">
                <a:moveTo>
                  <a:pt x="8079" y="8079"/>
                </a:moveTo>
                <a:lnTo>
                  <a:pt x="8082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7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B97DA5-176B-4D77-AD1A-14FA47DF07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15613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636B27-ECF1-42FC-83FB-028EECF2BA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15613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1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7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85AA7C-A829-4756-B410-83785A7286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8" y="241614"/>
            <a:ext cx="8082" cy="8079"/>
          </a:xfrm>
          <a:custGeom xmlns:a="http://schemas.openxmlformats.org/drawingml/2006/main">
            <a:pathLst>
              <a:path w="8082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82" y="8079"/>
                </a:lnTo>
                <a:lnTo>
                  <a:pt x="8082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D72E75-0C1D-4A1B-9AE7-C80A056D7D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8" y="241614"/>
            <a:ext cx="8082" cy="8079"/>
          </a:xfrm>
          <a:custGeom xmlns:a="http://schemas.openxmlformats.org/drawingml/2006/main">
            <a:pathLst>
              <a:path w="8082" h="8079" fill="none">
                <a:moveTo>
                  <a:pt x="8079" y="8079"/>
                </a:moveTo>
                <a:lnTo>
                  <a:pt x="8082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7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E9804B-E8D9-4B7C-AAD4-D779A4946F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8" y="241614"/>
            <a:ext cx="8082" cy="8079"/>
          </a:xfrm>
          <a:custGeom xmlns:a="http://schemas.openxmlformats.org/drawingml/2006/main">
            <a:pathLst>
              <a:path w="8082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82" y="8079"/>
                </a:lnTo>
                <a:lnTo>
                  <a:pt x="8082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F14C5F-1DE5-4362-B07A-8870ECF7F0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8" y="241614"/>
            <a:ext cx="8082" cy="8079"/>
          </a:xfrm>
          <a:custGeom xmlns:a="http://schemas.openxmlformats.org/drawingml/2006/main">
            <a:pathLst>
              <a:path w="8082" h="8079" fill="none">
                <a:moveTo>
                  <a:pt x="8079" y="8079"/>
                </a:moveTo>
                <a:lnTo>
                  <a:pt x="8082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7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BE2F72-286F-4735-BA38-169D3BFA29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8" y="241614"/>
            <a:ext cx="8082" cy="8079"/>
          </a:xfrm>
          <a:custGeom xmlns:a="http://schemas.openxmlformats.org/drawingml/2006/main">
            <a:pathLst>
              <a:path w="8082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82" y="8079"/>
                </a:lnTo>
                <a:lnTo>
                  <a:pt x="8082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6E1D5B-6011-44F3-BC08-F1F3D78E2A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8" y="241614"/>
            <a:ext cx="8082" cy="8079"/>
          </a:xfrm>
          <a:custGeom xmlns:a="http://schemas.openxmlformats.org/drawingml/2006/main">
            <a:pathLst>
              <a:path w="8082" h="8079" fill="none">
                <a:moveTo>
                  <a:pt x="8079" y="8079"/>
                </a:moveTo>
                <a:lnTo>
                  <a:pt x="8082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7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E0C5E4-0F2B-499B-B956-BF1ED598C2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8" y="241614"/>
            <a:ext cx="8082" cy="8079"/>
          </a:xfrm>
          <a:custGeom xmlns:a="http://schemas.openxmlformats.org/drawingml/2006/main">
            <a:pathLst>
              <a:path w="8082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82" y="8079"/>
                </a:lnTo>
                <a:lnTo>
                  <a:pt x="8082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379508-0827-4943-9F10-0ACF108CD8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8" y="241614"/>
            <a:ext cx="8082" cy="8079"/>
          </a:xfrm>
          <a:custGeom xmlns:a="http://schemas.openxmlformats.org/drawingml/2006/main">
            <a:pathLst>
              <a:path w="8082" h="8079" fill="none">
                <a:moveTo>
                  <a:pt x="8079" y="8079"/>
                </a:moveTo>
                <a:lnTo>
                  <a:pt x="8082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7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7AC1DF-D341-4012-8C66-F563604E3F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8" y="241614"/>
            <a:ext cx="8082" cy="8079"/>
          </a:xfrm>
          <a:custGeom xmlns:a="http://schemas.openxmlformats.org/drawingml/2006/main">
            <a:pathLst>
              <a:path w="8082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82" y="8079"/>
                </a:lnTo>
                <a:lnTo>
                  <a:pt x="8082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D71249-D2A7-49C5-8D26-B5080D44A1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8" y="241614"/>
            <a:ext cx="8082" cy="8079"/>
          </a:xfrm>
          <a:custGeom xmlns:a="http://schemas.openxmlformats.org/drawingml/2006/main">
            <a:pathLst>
              <a:path w="8082" h="8079" fill="none">
                <a:moveTo>
                  <a:pt x="8079" y="8079"/>
                </a:moveTo>
                <a:lnTo>
                  <a:pt x="8082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7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BB2B77-2EEE-44F5-9BC4-DC3BB004A4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61275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B523E3-4ACA-47B9-B097-0E95AE66E4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61275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1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7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B5DCB2-BF4A-4AA0-97E5-C5CD4C4714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33264" y="35236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E35070-B2E2-467F-B39E-2886517BE6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33264" y="35236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7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5F1AA8-3A39-4B36-930B-6996121A6C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05543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705903-34A8-413C-BA7F-868F5B0393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05543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1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7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208B3B-C6B3-4695-9AEF-C96A7D5AAF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36515" y="31501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8020CF-721C-473C-A9A6-0C59894D53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36515" y="31501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7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FE3618-E907-421A-A6F1-AAF3BC8C3A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7" y="241614"/>
            <a:ext cx="8083" cy="8079"/>
          </a:xfrm>
          <a:custGeom xmlns:a="http://schemas.openxmlformats.org/drawingml/2006/main">
            <a:pathLst>
              <a:path w="8083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83" y="8079"/>
                </a:lnTo>
                <a:lnTo>
                  <a:pt x="8083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51EC47-A3E8-46A3-9ADB-24F459707A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17" y="241614"/>
            <a:ext cx="8083" cy="8079"/>
          </a:xfrm>
          <a:custGeom xmlns:a="http://schemas.openxmlformats.org/drawingml/2006/main">
            <a:pathLst>
              <a:path w="8083" h="8079" fill="none">
                <a:moveTo>
                  <a:pt x="8079" y="8079"/>
                </a:moveTo>
                <a:lnTo>
                  <a:pt x="8083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7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C78E8F-3C2B-44F4-94ED-B708DCD94F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33698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DDEC8C-180B-4D61-9FC0-ADFD651E99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33698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1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7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7A1A9E-FB5D-46DA-8230-54DB7F2631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51321" y="31171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165840-6FDA-474F-B193-56740EC507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51321" y="31171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7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898B95-D024-4FE8-A373-C652D42B9F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91434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28AF9D-7E54-4618-89B8-858BF889A7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91434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1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7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0534C9-F804-4CD9-90BF-423EF27B85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31710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93C063-0AA1-4BB0-93E8-6A6BB118E2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31710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1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7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A36DC7-FE9E-4B1E-BF64-5ABAA137E5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17310" y="1443402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8DBDF7-E043-4F0F-AAE3-8888FA9561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17310" y="1443402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2758" name="Text 0">
            <a:extLst xmlns:a="http://schemas.openxmlformats.org/drawingml/2006/main">
              <a:ext uri="{FF2B5EF4-FFF2-40B4-BE49-F238E27FC236}">
                <a16:creationId xmlns:a16="http://schemas.microsoft.com/office/drawing/2014/main" id="{F31FF479-F877-44E7-ADDF-EE2EF177B7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94123" y="1491273"/>
            <a:ext cx="43693" cy="65625"/>
          </a:xfrm>
          <a:custGeom xmlns:a="http://schemas.openxmlformats.org/drawingml/2006/main">
            <a:pathLst>
              <a:path w="43693" h="65625">
                <a:moveTo>
                  <a:pt x="21847" y="6774"/>
                </a:moveTo>
                <a:cubicBezTo>
                  <a:pt x="17443" y="6774"/>
                  <a:pt x="14134" y="8942"/>
                  <a:pt x="11918" y="13278"/>
                </a:cubicBezTo>
                <a:cubicBezTo>
                  <a:pt x="9703" y="17615"/>
                  <a:pt x="8595" y="24133"/>
                  <a:pt x="8595" y="32833"/>
                </a:cubicBezTo>
                <a:cubicBezTo>
                  <a:pt x="8595" y="41506"/>
                  <a:pt x="9703" y="48010"/>
                  <a:pt x="11918" y="52346"/>
                </a:cubicBezTo>
                <a:cubicBezTo>
                  <a:pt x="14134" y="56682"/>
                  <a:pt x="17443" y="58850"/>
                  <a:pt x="21847" y="58850"/>
                </a:cubicBezTo>
                <a:cubicBezTo>
                  <a:pt x="26278" y="58850"/>
                  <a:pt x="29602" y="56682"/>
                  <a:pt x="31817" y="52346"/>
                </a:cubicBezTo>
                <a:cubicBezTo>
                  <a:pt x="34033" y="48010"/>
                  <a:pt x="35141" y="41506"/>
                  <a:pt x="35141" y="32833"/>
                </a:cubicBezTo>
                <a:cubicBezTo>
                  <a:pt x="35141" y="24133"/>
                  <a:pt x="34033" y="17615"/>
                  <a:pt x="31817" y="13278"/>
                </a:cubicBezTo>
                <a:cubicBezTo>
                  <a:pt x="29602" y="8942"/>
                  <a:pt x="26278" y="6774"/>
                  <a:pt x="21847" y="6774"/>
                </a:cubicBezTo>
                <a:moveTo>
                  <a:pt x="21847" y="0"/>
                </a:moveTo>
                <a:cubicBezTo>
                  <a:pt x="28931" y="0"/>
                  <a:pt x="34344" y="2803"/>
                  <a:pt x="38083" y="8409"/>
                </a:cubicBezTo>
                <a:cubicBezTo>
                  <a:pt x="41823" y="14016"/>
                  <a:pt x="43693" y="22157"/>
                  <a:pt x="43693" y="32833"/>
                </a:cubicBezTo>
                <a:cubicBezTo>
                  <a:pt x="43693" y="43482"/>
                  <a:pt x="41823" y="51609"/>
                  <a:pt x="38083" y="57215"/>
                </a:cubicBezTo>
                <a:cubicBezTo>
                  <a:pt x="34344" y="62821"/>
                  <a:pt x="28931" y="65625"/>
                  <a:pt x="21847" y="65625"/>
                </a:cubicBezTo>
                <a:cubicBezTo>
                  <a:pt x="14762" y="65625"/>
                  <a:pt x="9350" y="62821"/>
                  <a:pt x="5610" y="57215"/>
                </a:cubicBezTo>
                <a:cubicBezTo>
                  <a:pt x="1870" y="51609"/>
                  <a:pt x="0" y="43482"/>
                  <a:pt x="0" y="32833"/>
                </a:cubicBezTo>
                <a:cubicBezTo>
                  <a:pt x="0" y="22157"/>
                  <a:pt x="1870" y="14016"/>
                  <a:pt x="5610" y="8409"/>
                </a:cubicBezTo>
                <a:cubicBezTo>
                  <a:pt x="9350" y="2803"/>
                  <a:pt x="14762" y="0"/>
                  <a:pt x="21847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F34ACC-9524-48EA-BD13-F081B51C96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78063" y="1443402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661A15-EBCE-460B-B9FB-A6A7EF8E4C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78063" y="1443402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2761" name="Text 10">
            <a:extLst xmlns:a="http://schemas.openxmlformats.org/drawingml/2006/main">
              <a:ext uri="{FF2B5EF4-FFF2-40B4-BE49-F238E27FC236}">
                <a16:creationId xmlns:a16="http://schemas.microsoft.com/office/drawing/2014/main" id="{27CBDE65-BDDC-4B96-B88F-D4283C4CA8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82816" y="1492628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62" name="Text −1">
            <a:extLst xmlns:a="http://schemas.openxmlformats.org/drawingml/2006/main">
              <a:ext uri="{FF2B5EF4-FFF2-40B4-BE49-F238E27FC236}">
                <a16:creationId xmlns:a16="http://schemas.microsoft.com/office/drawing/2014/main" id="{AF580E05-DCAA-4CB4-ABC7-883629BFCB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90885" y="1479511"/>
            <a:ext cx="77442" cy="44278"/>
          </a:xfrm>
          <a:custGeom xmlns:a="http://schemas.openxmlformats.org/drawingml/2006/main">
            <a:pathLst>
              <a:path w="77442" h="44278">
                <a:moveTo>
                  <a:pt x="0" y="22702"/>
                </a:moveTo>
                <a:lnTo>
                  <a:pt x="37995" y="22702"/>
                </a:lnTo>
                <a:lnTo>
                  <a:pt x="37995" y="27740"/>
                </a:lnTo>
                <a:lnTo>
                  <a:pt x="0" y="27740"/>
                </a:lnTo>
                <a:lnTo>
                  <a:pt x="0" y="22702"/>
                </a:lnTo>
                <a:close/>
                <a:moveTo>
                  <a:pt x="51954" y="39239"/>
                </a:moveTo>
                <a:lnTo>
                  <a:pt x="61734" y="39239"/>
                </a:lnTo>
                <a:lnTo>
                  <a:pt x="61734" y="5453"/>
                </a:lnTo>
                <a:lnTo>
                  <a:pt x="51094" y="7587"/>
                </a:lnTo>
                <a:lnTo>
                  <a:pt x="51094" y="2134"/>
                </a:lnTo>
                <a:lnTo>
                  <a:pt x="61675" y="0"/>
                </a:lnTo>
                <a:lnTo>
                  <a:pt x="67661" y="0"/>
                </a:lnTo>
                <a:lnTo>
                  <a:pt x="67661" y="39239"/>
                </a:lnTo>
                <a:lnTo>
                  <a:pt x="77442" y="39239"/>
                </a:lnTo>
                <a:lnTo>
                  <a:pt x="77442" y="44278"/>
                </a:lnTo>
                <a:lnTo>
                  <a:pt x="51954" y="44278"/>
                </a:lnTo>
                <a:lnTo>
                  <a:pt x="51954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A0130D-F6E7-4124-8B3E-F2FA1DF5A5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92741" y="1443402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E46F7C-5C72-414C-8705-3E748AAC06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92741" y="1443402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2765" name="Text 10">
            <a:extLst xmlns:a="http://schemas.openxmlformats.org/drawingml/2006/main">
              <a:ext uri="{FF2B5EF4-FFF2-40B4-BE49-F238E27FC236}">
                <a16:creationId xmlns:a16="http://schemas.microsoft.com/office/drawing/2014/main" id="{EF90DE18-ADB4-4246-9A4B-AF24617B6D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22783" y="1493418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66" name="Text 0">
            <a:extLst xmlns:a="http://schemas.openxmlformats.org/drawingml/2006/main">
              <a:ext uri="{FF2B5EF4-FFF2-40B4-BE49-F238E27FC236}">
                <a16:creationId xmlns:a16="http://schemas.microsoft.com/office/drawing/2014/main" id="{11AFCC55-BE9E-43C8-A499-39A77EF028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28422" y="1479531"/>
            <a:ext cx="30585" cy="45937"/>
          </a:xfrm>
          <a:custGeom xmlns:a="http://schemas.openxmlformats.org/drawingml/2006/main">
            <a:pathLst>
              <a:path w="30585" h="45937">
                <a:moveTo>
                  <a:pt x="15293" y="4742"/>
                </a:moveTo>
                <a:cubicBezTo>
                  <a:pt x="12210" y="4742"/>
                  <a:pt x="9894" y="6260"/>
                  <a:pt x="8343" y="9295"/>
                </a:cubicBezTo>
                <a:cubicBezTo>
                  <a:pt x="6792" y="12330"/>
                  <a:pt x="6016" y="16893"/>
                  <a:pt x="6016" y="22983"/>
                </a:cubicBezTo>
                <a:cubicBezTo>
                  <a:pt x="6016" y="29054"/>
                  <a:pt x="6792" y="33607"/>
                  <a:pt x="8343" y="36642"/>
                </a:cubicBezTo>
                <a:cubicBezTo>
                  <a:pt x="9894" y="39678"/>
                  <a:pt x="12210" y="41195"/>
                  <a:pt x="15293" y="41195"/>
                </a:cubicBezTo>
                <a:cubicBezTo>
                  <a:pt x="18395" y="41195"/>
                  <a:pt x="20721" y="39678"/>
                  <a:pt x="22272" y="36642"/>
                </a:cubicBezTo>
                <a:cubicBezTo>
                  <a:pt x="23823" y="33607"/>
                  <a:pt x="24599" y="29054"/>
                  <a:pt x="24599" y="22983"/>
                </a:cubicBezTo>
                <a:cubicBezTo>
                  <a:pt x="24599" y="16893"/>
                  <a:pt x="23823" y="12330"/>
                  <a:pt x="22272" y="9295"/>
                </a:cubicBezTo>
                <a:cubicBezTo>
                  <a:pt x="20721" y="6260"/>
                  <a:pt x="18395" y="4742"/>
                  <a:pt x="15293" y="4742"/>
                </a:cubicBezTo>
                <a:moveTo>
                  <a:pt x="15293" y="0"/>
                </a:moveTo>
                <a:cubicBezTo>
                  <a:pt x="20252" y="0"/>
                  <a:pt x="24040" y="1962"/>
                  <a:pt x="26658" y="5887"/>
                </a:cubicBezTo>
                <a:cubicBezTo>
                  <a:pt x="29276" y="9811"/>
                  <a:pt x="30585" y="15510"/>
                  <a:pt x="30585" y="22983"/>
                </a:cubicBezTo>
                <a:cubicBezTo>
                  <a:pt x="30585" y="30437"/>
                  <a:pt x="29276" y="36126"/>
                  <a:pt x="26658" y="40051"/>
                </a:cubicBezTo>
                <a:cubicBezTo>
                  <a:pt x="24040" y="43975"/>
                  <a:pt x="20252" y="45937"/>
                  <a:pt x="15293" y="45937"/>
                </a:cubicBezTo>
                <a:cubicBezTo>
                  <a:pt x="10333" y="45937"/>
                  <a:pt x="6545" y="43975"/>
                  <a:pt x="3927" y="40051"/>
                </a:cubicBezTo>
                <a:cubicBezTo>
                  <a:pt x="1309" y="36126"/>
                  <a:pt x="0" y="30437"/>
                  <a:pt x="0" y="22983"/>
                </a:cubicBezTo>
                <a:cubicBezTo>
                  <a:pt x="0" y="15510"/>
                  <a:pt x="1309" y="9811"/>
                  <a:pt x="3927" y="5887"/>
                </a:cubicBezTo>
                <a:cubicBezTo>
                  <a:pt x="6545" y="1962"/>
                  <a:pt x="10333" y="0"/>
                  <a:pt x="1529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E72E4C-B1CE-4725-BDB7-BE2BB6F9B0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07418" y="1443402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15B2DF-EE0D-479D-9FB6-8773EBF237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07418" y="1443402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2769" name="Text 10">
            <a:extLst xmlns:a="http://schemas.openxmlformats.org/drawingml/2006/main">
              <a:ext uri="{FF2B5EF4-FFF2-40B4-BE49-F238E27FC236}">
                <a16:creationId xmlns:a16="http://schemas.microsoft.com/office/drawing/2014/main" id="{E7688223-4033-4E32-AC2A-9EDE21762E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37461" y="1492628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70" name="Text 1">
            <a:extLst xmlns:a="http://schemas.openxmlformats.org/drawingml/2006/main">
              <a:ext uri="{FF2B5EF4-FFF2-40B4-BE49-F238E27FC236}">
                <a16:creationId xmlns:a16="http://schemas.microsoft.com/office/drawing/2014/main" id="{6A478622-EED5-4FB5-8FD8-3FBE1E6373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45768" y="1479511"/>
            <a:ext cx="26347" cy="44278"/>
          </a:xfrm>
          <a:custGeom xmlns:a="http://schemas.openxmlformats.org/drawingml/2006/main">
            <a:pathLst>
              <a:path w="26347" h="44278">
                <a:moveTo>
                  <a:pt x="859" y="39239"/>
                </a:moveTo>
                <a:lnTo>
                  <a:pt x="10640" y="39239"/>
                </a:lnTo>
                <a:lnTo>
                  <a:pt x="10640" y="5453"/>
                </a:lnTo>
                <a:lnTo>
                  <a:pt x="0" y="7587"/>
                </a:lnTo>
                <a:lnTo>
                  <a:pt x="0" y="2134"/>
                </a:lnTo>
                <a:lnTo>
                  <a:pt x="10580" y="0"/>
                </a:lnTo>
                <a:lnTo>
                  <a:pt x="16567" y="0"/>
                </a:lnTo>
                <a:lnTo>
                  <a:pt x="16567" y="39239"/>
                </a:lnTo>
                <a:lnTo>
                  <a:pt x="26347" y="39239"/>
                </a:lnTo>
                <a:lnTo>
                  <a:pt x="26347" y="44278"/>
                </a:lnTo>
                <a:lnTo>
                  <a:pt x="859" y="44278"/>
                </a:lnTo>
                <a:lnTo>
                  <a:pt x="859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709AF1-227F-4193-9FB6-10511CB566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21918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A4B3F1-60B0-47AA-AF75-33FC26F875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21918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7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C8BF94-4DBF-43C1-91CA-0784D20A60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26525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94A26E-95FF-4640-83A8-9DE58FC3E1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26525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7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56D32C-C353-4E8C-99A1-ED6A4896CB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31133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AC45F4-4785-4404-8043-CAB9D591B2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31133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7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5A1EF9-770F-4BE7-AEF5-418DDBADDF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35740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72C94C-E02C-49A7-B98A-517810051B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35740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7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8F399F-4F63-4A54-AB87-D027C24BFA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40348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27263F-4135-40D6-9B27-5A8D44A67E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40348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7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CCE206-39C6-4831-881F-2BCF2BFC03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44956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9F3558-C86E-4888-8EE5-98F8653A28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44956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7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154EE6-A4FD-436F-83D5-A6ED8DCF82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49563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E46698-CC1E-4135-8675-3370A7B6F5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49563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7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708468-465B-4507-B9F1-C60A84C6AF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4171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23F06C-BCB2-4FDF-9C02-617D6E76F0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4171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7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260607-25E9-475A-BFE9-42D13787AF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8778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AFDD8F-256A-419E-A65A-55A912E540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8778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7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2BEBEB-AE82-426D-B8B5-AD54A0608A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3386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15490F-3A8D-46C2-8FB8-F2178A9CA6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3386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7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438BD2-134C-4BA9-B581-B2148AC061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09461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2A877B-ACAA-47F4-82DD-5464DC6919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09461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7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6237D9-B5B4-42C8-A4C4-217FA92AC0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55536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235B57-2324-4236-8FC4-6CB7680F89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55536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7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10BEDE-FFD1-4552-9605-47D04CEBFE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01611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6C5B68-1252-46C8-8B6F-3E472BA3F7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01611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7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B50125-9FB1-4C97-A931-99D897110F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7687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AF4BA5-E2FD-42E0-8844-418E0988B9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7687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7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2F440A-4F23-4649-8E6E-F6BEDC1BEB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93762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05597B-F52A-4D73-9A9A-ACCFC366C4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93762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8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4D4935-5D23-460E-9819-99C986EB25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39837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A46AF5-2436-4AB9-B4B7-5DF843A72F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39837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8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B2F7D1-3C9A-4C53-9DE7-FA781F750F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85913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3F5EE3-AEF9-4F4E-856B-10DF8DF9A2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85913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8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FE935D-A060-44FF-9574-7A4A61A9C2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31988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D89382-D3F7-4185-9EBE-7A6B79A097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31988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8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2A8CE2-7B30-41FE-9B2E-0CC19034DA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78063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0EA4F6-FFCA-4419-A6E4-399DE2751C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78063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8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30B8BA-B8FA-4798-A68B-9E75195E37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02893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010B90-18B1-4BED-9CC1-9FAB2C8127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02893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8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013AAA-BA0E-4F4E-AFF9-8F1731F521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75915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3AAA79-F58B-43D2-9C61-ABA75D17C7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75915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8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1292DA-A183-441C-A852-7F93246763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27724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3078BA-B280-473E-A03E-286B5C9D25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27724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8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D8ABFD-F29C-4C4B-8176-1B36B2051C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67910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F37BE7-9A66-48CA-BB38-92F6CC00BF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67910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8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4C1AC0-5693-49C9-A7C5-9270BDC7E1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00745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757751-3C95-454B-A22D-EDFAFE6934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00745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8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C833D5-D4C1-46D0-B3C7-C0B6E11C2C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28506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8E27D2-E297-4A1B-850B-8D92A37AF1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28506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8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BA99C0-5844-4A53-80D6-368CA37666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52554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8A8DD1-CDA6-4C1C-889B-8B4A32F7B3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52554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8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B31A27-22D6-47A3-99AA-44AB1D23CA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73766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9D97E4-36C8-4707-AE36-231BDF7BBB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73766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8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92C073-BAF4-4FDD-9BE4-4B849F7FF0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92741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2A95F2-063E-4A42-BC60-1BFE8F3411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92741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8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2B13BF-4EA9-4E01-BE91-DDE1DA65EA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7571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4B4549-C7F1-4F1D-98BE-0239322B7C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7571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8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F88F4B-A5D3-407E-9FAE-17C101B068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90592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9E6793-9892-4734-9EB7-E1342E419F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90592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8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D96840-9694-4D86-B427-6746721ED7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2401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A80ADA-2119-42E3-8F39-8DAAF270C2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2401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8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28D770-3815-492E-A012-2E1C2BD73C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82588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6EFC84-4B8C-4BC6-9FCE-6DA82EE8A2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82588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8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0DCFF7-C8F1-461D-8FB0-8FB2A2540E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15422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BF361A-905E-4DA3-9F3F-D6D5EC1C3F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15422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8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D49ACB-FE4A-4231-8BA5-D2EA6959B1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43184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9E2E52-4038-4CFE-BC12-004B810D21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43184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8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F0C1CF-5A3C-427C-B5DF-BE822FE44D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67232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DE87C5-3A32-4D91-A84C-6CA754ECAD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67232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8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B7E441-9155-439C-A0C1-A1A9A63462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88444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747F2F-370D-4DB9-BACA-D1B199E554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88444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8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F3CC6D-5007-4A86-8416-F1F58ED43C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07418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581859-989D-4593-8EB7-D28787B281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07418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8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58F780-C322-485C-83E9-8606D2656C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32249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8DE640-7394-46EC-9D44-AC93F8AC67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32249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8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262946-3CEE-4EBD-AA78-8F06ECC07E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05270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1B6D45-23C2-425C-9B8F-35158499A4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05270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8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CE9BFD-859C-4013-9560-CE672BDAEB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57079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07A3E2-AA03-40C2-A775-8D9141BC15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57079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8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029484-0F1B-4858-862B-E090A1E3C5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97265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F3C8DA-631E-4D17-B8FA-FD06E862BF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97265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8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D75049-BB98-46E6-92A5-37E83A2422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30100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9ABC79-4E83-4B86-8FC9-A84B097023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30100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855" name="Text QSF">
            <a:extLst xmlns:a="http://schemas.openxmlformats.org/drawingml/2006/main">
              <a:ext uri="{FF2B5EF4-FFF2-40B4-BE49-F238E27FC236}">
                <a16:creationId xmlns:a16="http://schemas.microsoft.com/office/drawing/2014/main" id="{1C0F7F1C-969C-4DB9-8357-B8B264215D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28395" y="1607788"/>
            <a:ext cx="190478" cy="88120"/>
          </a:xfrm>
          <a:custGeom xmlns:a="http://schemas.openxmlformats.org/drawingml/2006/main">
            <a:pathLst>
              <a:path w="190478" h="88120">
                <a:moveTo>
                  <a:pt x="34181" y="8101"/>
                </a:moveTo>
                <a:cubicBezTo>
                  <a:pt x="26937" y="8101"/>
                  <a:pt x="21182" y="10804"/>
                  <a:pt x="16918" y="16209"/>
                </a:cubicBezTo>
                <a:cubicBezTo>
                  <a:pt x="12653" y="21614"/>
                  <a:pt x="10521" y="28979"/>
                  <a:pt x="10521" y="38306"/>
                </a:cubicBezTo>
                <a:cubicBezTo>
                  <a:pt x="10521" y="47599"/>
                  <a:pt x="12653" y="54949"/>
                  <a:pt x="16918" y="60354"/>
                </a:cubicBezTo>
                <a:cubicBezTo>
                  <a:pt x="21182" y="65759"/>
                  <a:pt x="26937" y="68461"/>
                  <a:pt x="34181" y="68461"/>
                </a:cubicBezTo>
                <a:cubicBezTo>
                  <a:pt x="41426" y="68461"/>
                  <a:pt x="47164" y="65759"/>
                  <a:pt x="51395" y="60354"/>
                </a:cubicBezTo>
                <a:cubicBezTo>
                  <a:pt x="55627" y="54949"/>
                  <a:pt x="57743" y="47599"/>
                  <a:pt x="57743" y="38306"/>
                </a:cubicBezTo>
                <a:cubicBezTo>
                  <a:pt x="57743" y="28979"/>
                  <a:pt x="55627" y="21614"/>
                  <a:pt x="51395" y="16209"/>
                </a:cubicBezTo>
                <a:cubicBezTo>
                  <a:pt x="47164" y="10804"/>
                  <a:pt x="41426" y="8101"/>
                  <a:pt x="34181" y="8101"/>
                </a:cubicBezTo>
                <a:moveTo>
                  <a:pt x="48160" y="73796"/>
                </a:moveTo>
                <a:lnTo>
                  <a:pt x="61299" y="88120"/>
                </a:lnTo>
                <a:lnTo>
                  <a:pt x="49247" y="88120"/>
                </a:lnTo>
                <a:lnTo>
                  <a:pt x="38330" y="76358"/>
                </a:lnTo>
                <a:cubicBezTo>
                  <a:pt x="37244" y="76426"/>
                  <a:pt x="36412" y="76477"/>
                  <a:pt x="35836" y="76511"/>
                </a:cubicBezTo>
                <a:cubicBezTo>
                  <a:pt x="35260" y="76545"/>
                  <a:pt x="34708" y="76562"/>
                  <a:pt x="34181" y="76562"/>
                </a:cubicBezTo>
                <a:cubicBezTo>
                  <a:pt x="23808" y="76562"/>
                  <a:pt x="15518" y="73094"/>
                  <a:pt x="9311" y="66158"/>
                </a:cubicBezTo>
                <a:cubicBezTo>
                  <a:pt x="3104" y="59221"/>
                  <a:pt x="0" y="49937"/>
                  <a:pt x="0" y="38306"/>
                </a:cubicBezTo>
                <a:cubicBezTo>
                  <a:pt x="0" y="26641"/>
                  <a:pt x="3104" y="17341"/>
                  <a:pt x="9311" y="10405"/>
                </a:cubicBezTo>
                <a:cubicBezTo>
                  <a:pt x="15518" y="3468"/>
                  <a:pt x="23808" y="0"/>
                  <a:pt x="34181" y="0"/>
                </a:cubicBezTo>
                <a:cubicBezTo>
                  <a:pt x="44521" y="0"/>
                  <a:pt x="52787" y="3468"/>
                  <a:pt x="58977" y="10405"/>
                </a:cubicBezTo>
                <a:cubicBezTo>
                  <a:pt x="65168" y="17341"/>
                  <a:pt x="68264" y="26642"/>
                  <a:pt x="68264" y="38307"/>
                </a:cubicBezTo>
                <a:cubicBezTo>
                  <a:pt x="68264" y="46874"/>
                  <a:pt x="66543" y="54206"/>
                  <a:pt x="63102" y="60302"/>
                </a:cubicBezTo>
                <a:cubicBezTo>
                  <a:pt x="59661" y="66398"/>
                  <a:pt x="54680" y="70896"/>
                  <a:pt x="48160" y="73796"/>
                </a:cubicBezTo>
                <a:close/>
                <a:moveTo>
                  <a:pt x="128069" y="3754"/>
                </a:moveTo>
                <a:lnTo>
                  <a:pt x="128069" y="13534"/>
                </a:lnTo>
                <a:cubicBezTo>
                  <a:pt x="124282" y="11707"/>
                  <a:pt x="120709" y="10344"/>
                  <a:pt x="117350" y="9447"/>
                </a:cubicBezTo>
                <a:cubicBezTo>
                  <a:pt x="113992" y="8549"/>
                  <a:pt x="110748" y="8101"/>
                  <a:pt x="107620" y="8101"/>
                </a:cubicBezTo>
                <a:cubicBezTo>
                  <a:pt x="102186" y="8101"/>
                  <a:pt x="97996" y="9156"/>
                  <a:pt x="95049" y="11267"/>
                </a:cubicBezTo>
                <a:cubicBezTo>
                  <a:pt x="92101" y="13376"/>
                  <a:pt x="90628" y="16376"/>
                  <a:pt x="90628" y="20267"/>
                </a:cubicBezTo>
                <a:cubicBezTo>
                  <a:pt x="90628" y="23532"/>
                  <a:pt x="91608" y="25997"/>
                  <a:pt x="93567" y="27663"/>
                </a:cubicBezTo>
                <a:cubicBezTo>
                  <a:pt x="95526" y="29328"/>
                  <a:pt x="99239" y="30671"/>
                  <a:pt x="104705" y="31693"/>
                </a:cubicBezTo>
                <a:lnTo>
                  <a:pt x="110732" y="32926"/>
                </a:lnTo>
                <a:cubicBezTo>
                  <a:pt x="118174" y="34343"/>
                  <a:pt x="123665" y="36839"/>
                  <a:pt x="127205" y="40414"/>
                </a:cubicBezTo>
                <a:cubicBezTo>
                  <a:pt x="130745" y="43988"/>
                  <a:pt x="132515" y="48773"/>
                  <a:pt x="132515" y="54770"/>
                </a:cubicBezTo>
                <a:cubicBezTo>
                  <a:pt x="132515" y="61918"/>
                  <a:pt x="130119" y="67338"/>
                  <a:pt x="125328" y="71028"/>
                </a:cubicBezTo>
                <a:cubicBezTo>
                  <a:pt x="120536" y="74717"/>
                  <a:pt x="113514" y="76562"/>
                  <a:pt x="104261" y="76562"/>
                </a:cubicBezTo>
                <a:cubicBezTo>
                  <a:pt x="100770" y="76562"/>
                  <a:pt x="97057" y="76163"/>
                  <a:pt x="93122" y="75364"/>
                </a:cubicBezTo>
                <a:cubicBezTo>
                  <a:pt x="89187" y="74566"/>
                  <a:pt x="85112" y="73384"/>
                  <a:pt x="80897" y="71820"/>
                </a:cubicBezTo>
                <a:lnTo>
                  <a:pt x="80897" y="61546"/>
                </a:lnTo>
                <a:cubicBezTo>
                  <a:pt x="84947" y="63835"/>
                  <a:pt x="88916" y="65559"/>
                  <a:pt x="92801" y="66720"/>
                </a:cubicBezTo>
                <a:cubicBezTo>
                  <a:pt x="96687" y="67881"/>
                  <a:pt x="100507" y="68461"/>
                  <a:pt x="104261" y="68461"/>
                </a:cubicBezTo>
                <a:cubicBezTo>
                  <a:pt x="109958" y="68461"/>
                  <a:pt x="114354" y="67341"/>
                  <a:pt x="117449" y="65099"/>
                </a:cubicBezTo>
                <a:cubicBezTo>
                  <a:pt x="120545" y="62857"/>
                  <a:pt x="122092" y="59659"/>
                  <a:pt x="122092" y="55506"/>
                </a:cubicBezTo>
                <a:cubicBezTo>
                  <a:pt x="122092" y="51880"/>
                  <a:pt x="120981" y="49044"/>
                  <a:pt x="118758" y="47001"/>
                </a:cubicBezTo>
                <a:cubicBezTo>
                  <a:pt x="116535" y="44956"/>
                  <a:pt x="112888" y="43423"/>
                  <a:pt x="107817" y="42401"/>
                </a:cubicBezTo>
                <a:lnTo>
                  <a:pt x="101742" y="41217"/>
                </a:lnTo>
                <a:cubicBezTo>
                  <a:pt x="94300" y="39734"/>
                  <a:pt x="88916" y="37411"/>
                  <a:pt x="85590" y="34249"/>
                </a:cubicBezTo>
                <a:cubicBezTo>
                  <a:pt x="82264" y="31086"/>
                  <a:pt x="80601" y="26687"/>
                  <a:pt x="80601" y="21053"/>
                </a:cubicBezTo>
                <a:cubicBezTo>
                  <a:pt x="80601" y="14530"/>
                  <a:pt x="82898" y="9390"/>
                  <a:pt x="87491" y="5634"/>
                </a:cubicBezTo>
                <a:cubicBezTo>
                  <a:pt x="92085" y="1878"/>
                  <a:pt x="98416" y="0"/>
                  <a:pt x="106484" y="0"/>
                </a:cubicBezTo>
                <a:cubicBezTo>
                  <a:pt x="109941" y="0"/>
                  <a:pt x="113465" y="313"/>
                  <a:pt x="117054" y="938"/>
                </a:cubicBezTo>
                <a:cubicBezTo>
                  <a:pt x="120643" y="1564"/>
                  <a:pt x="124315" y="2503"/>
                  <a:pt x="128069" y="3754"/>
                </a:cubicBezTo>
                <a:close/>
                <a:moveTo>
                  <a:pt x="148097" y="1284"/>
                </a:moveTo>
                <a:lnTo>
                  <a:pt x="190478" y="1284"/>
                </a:lnTo>
                <a:lnTo>
                  <a:pt x="190478" y="9681"/>
                </a:lnTo>
                <a:lnTo>
                  <a:pt x="158075" y="9681"/>
                </a:lnTo>
                <a:lnTo>
                  <a:pt x="158075" y="31415"/>
                </a:lnTo>
                <a:lnTo>
                  <a:pt x="187317" y="31415"/>
                </a:lnTo>
                <a:lnTo>
                  <a:pt x="187317" y="39812"/>
                </a:lnTo>
                <a:lnTo>
                  <a:pt x="158075" y="39812"/>
                </a:lnTo>
                <a:lnTo>
                  <a:pt x="158075" y="75080"/>
                </a:lnTo>
                <a:lnTo>
                  <a:pt x="148097" y="75080"/>
                </a:lnTo>
                <a:lnTo>
                  <a:pt x="148097" y="1284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CAAA71-74CA-4F2E-AB1D-46EAE8E74C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95633" y="1443402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2573C3-980D-4B09-800A-A3F63D01FD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95633" y="1443402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2858" name="Text 0">
            <a:extLst xmlns:a="http://schemas.openxmlformats.org/drawingml/2006/main">
              <a:ext uri="{FF2B5EF4-FFF2-40B4-BE49-F238E27FC236}">
                <a16:creationId xmlns:a16="http://schemas.microsoft.com/office/drawing/2014/main" id="{F48DCE6C-F1D0-48F1-8AE3-E93C37545C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18253" y="1411338"/>
            <a:ext cx="43693" cy="65625"/>
          </a:xfrm>
          <a:custGeom xmlns:a="http://schemas.openxmlformats.org/drawingml/2006/main">
            <a:pathLst>
              <a:path w="43693" h="65625">
                <a:moveTo>
                  <a:pt x="21847" y="6774"/>
                </a:moveTo>
                <a:cubicBezTo>
                  <a:pt x="17443" y="6774"/>
                  <a:pt x="14134" y="8942"/>
                  <a:pt x="11918" y="13278"/>
                </a:cubicBezTo>
                <a:cubicBezTo>
                  <a:pt x="9703" y="17615"/>
                  <a:pt x="8595" y="24133"/>
                  <a:pt x="8595" y="32833"/>
                </a:cubicBezTo>
                <a:cubicBezTo>
                  <a:pt x="8595" y="41506"/>
                  <a:pt x="9703" y="48010"/>
                  <a:pt x="11918" y="52346"/>
                </a:cubicBezTo>
                <a:cubicBezTo>
                  <a:pt x="14134" y="56682"/>
                  <a:pt x="17443" y="58850"/>
                  <a:pt x="21847" y="58850"/>
                </a:cubicBezTo>
                <a:cubicBezTo>
                  <a:pt x="26278" y="58850"/>
                  <a:pt x="29602" y="56682"/>
                  <a:pt x="31817" y="52346"/>
                </a:cubicBezTo>
                <a:cubicBezTo>
                  <a:pt x="34033" y="48010"/>
                  <a:pt x="35141" y="41506"/>
                  <a:pt x="35141" y="32833"/>
                </a:cubicBezTo>
                <a:cubicBezTo>
                  <a:pt x="35141" y="24133"/>
                  <a:pt x="34033" y="17615"/>
                  <a:pt x="31817" y="13278"/>
                </a:cubicBezTo>
                <a:cubicBezTo>
                  <a:pt x="29602" y="8942"/>
                  <a:pt x="26278" y="6774"/>
                  <a:pt x="21847" y="6774"/>
                </a:cubicBezTo>
                <a:moveTo>
                  <a:pt x="21847" y="0"/>
                </a:moveTo>
                <a:cubicBezTo>
                  <a:pt x="28931" y="0"/>
                  <a:pt x="34344" y="2803"/>
                  <a:pt x="38083" y="8409"/>
                </a:cubicBezTo>
                <a:cubicBezTo>
                  <a:pt x="41823" y="14016"/>
                  <a:pt x="43693" y="22157"/>
                  <a:pt x="43693" y="32833"/>
                </a:cubicBezTo>
                <a:cubicBezTo>
                  <a:pt x="43693" y="43482"/>
                  <a:pt x="41823" y="51609"/>
                  <a:pt x="38083" y="57215"/>
                </a:cubicBezTo>
                <a:cubicBezTo>
                  <a:pt x="34344" y="62821"/>
                  <a:pt x="28931" y="65625"/>
                  <a:pt x="21847" y="65625"/>
                </a:cubicBezTo>
                <a:cubicBezTo>
                  <a:pt x="14762" y="65625"/>
                  <a:pt x="9350" y="62821"/>
                  <a:pt x="5610" y="57215"/>
                </a:cubicBezTo>
                <a:cubicBezTo>
                  <a:pt x="1870" y="51609"/>
                  <a:pt x="0" y="43482"/>
                  <a:pt x="0" y="32833"/>
                </a:cubicBezTo>
                <a:cubicBezTo>
                  <a:pt x="0" y="22157"/>
                  <a:pt x="1870" y="14016"/>
                  <a:pt x="5610" y="8409"/>
                </a:cubicBezTo>
                <a:cubicBezTo>
                  <a:pt x="9350" y="2803"/>
                  <a:pt x="14762" y="0"/>
                  <a:pt x="21847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DA66A0-C0C1-4ED8-BB83-BA23533AA2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95633" y="1100067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DB9BAD-CEE0-41A7-9378-2E82108CDF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95633" y="1100067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2861" name="Text 10">
            <a:extLst xmlns:a="http://schemas.openxmlformats.org/drawingml/2006/main">
              <a:ext uri="{FF2B5EF4-FFF2-40B4-BE49-F238E27FC236}">
                <a16:creationId xmlns:a16="http://schemas.microsoft.com/office/drawing/2014/main" id="{26BDC5E2-0ABF-43E3-807D-63C3E00230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70322" y="1068003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1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1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8" y="41506"/>
                  <a:pt x="86498" y="32833"/>
                </a:cubicBezTo>
                <a:cubicBezTo>
                  <a:pt x="86498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9" y="65625"/>
                  <a:pt x="60706" y="62821"/>
                  <a:pt x="56967" y="57215"/>
                </a:cubicBezTo>
                <a:cubicBezTo>
                  <a:pt x="53227" y="51609"/>
                  <a:pt x="51357" y="43482"/>
                  <a:pt x="51357" y="32833"/>
                </a:cubicBezTo>
                <a:cubicBezTo>
                  <a:pt x="51357" y="22157"/>
                  <a:pt x="53227" y="14016"/>
                  <a:pt x="56967" y="8409"/>
                </a:cubicBezTo>
                <a:cubicBezTo>
                  <a:pt x="60706" y="2803"/>
                  <a:pt x="66119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62" name="Text −1">
            <a:extLst xmlns:a="http://schemas.openxmlformats.org/drawingml/2006/main">
              <a:ext uri="{FF2B5EF4-FFF2-40B4-BE49-F238E27FC236}">
                <a16:creationId xmlns:a16="http://schemas.microsoft.com/office/drawing/2014/main" id="{089EDDB0-C27D-4EDE-96A3-62BED8FA30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78391" y="1054886"/>
            <a:ext cx="77441" cy="44278"/>
          </a:xfrm>
          <a:custGeom xmlns:a="http://schemas.openxmlformats.org/drawingml/2006/main">
            <a:pathLst>
              <a:path w="77441" h="44278">
                <a:moveTo>
                  <a:pt x="0" y="22702"/>
                </a:moveTo>
                <a:lnTo>
                  <a:pt x="37995" y="22702"/>
                </a:lnTo>
                <a:lnTo>
                  <a:pt x="37995" y="27740"/>
                </a:lnTo>
                <a:lnTo>
                  <a:pt x="0" y="27740"/>
                </a:lnTo>
                <a:lnTo>
                  <a:pt x="0" y="22702"/>
                </a:lnTo>
                <a:close/>
                <a:moveTo>
                  <a:pt x="51953" y="39239"/>
                </a:moveTo>
                <a:lnTo>
                  <a:pt x="61734" y="39239"/>
                </a:lnTo>
                <a:lnTo>
                  <a:pt x="61734" y="5453"/>
                </a:lnTo>
                <a:lnTo>
                  <a:pt x="51094" y="7587"/>
                </a:lnTo>
                <a:lnTo>
                  <a:pt x="51094" y="2134"/>
                </a:lnTo>
                <a:lnTo>
                  <a:pt x="61674" y="0"/>
                </a:lnTo>
                <a:lnTo>
                  <a:pt x="67661" y="0"/>
                </a:lnTo>
                <a:lnTo>
                  <a:pt x="67661" y="39239"/>
                </a:lnTo>
                <a:lnTo>
                  <a:pt x="77441" y="39239"/>
                </a:lnTo>
                <a:lnTo>
                  <a:pt x="77441" y="44278"/>
                </a:lnTo>
                <a:lnTo>
                  <a:pt x="51953" y="44278"/>
                </a:lnTo>
                <a:lnTo>
                  <a:pt x="51953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108E9B-C7DE-4639-906E-41732FF25D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95633" y="791065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7AB37E-C7BC-4AE9-8959-C27DDA2D34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95633" y="791065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2865" name="Text 10">
            <a:extLst xmlns:a="http://schemas.openxmlformats.org/drawingml/2006/main">
              <a:ext uri="{FF2B5EF4-FFF2-40B4-BE49-F238E27FC236}">
                <a16:creationId xmlns:a16="http://schemas.microsoft.com/office/drawing/2014/main" id="{04B8BE66-FA82-4A65-B429-A19FDE13AB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20902" y="759791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66" name="Text 0">
            <a:extLst xmlns:a="http://schemas.openxmlformats.org/drawingml/2006/main">
              <a:ext uri="{FF2B5EF4-FFF2-40B4-BE49-F238E27FC236}">
                <a16:creationId xmlns:a16="http://schemas.microsoft.com/office/drawing/2014/main" id="{086E014F-568D-4035-99FF-38D4677B23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26541" y="745904"/>
            <a:ext cx="30585" cy="45937"/>
          </a:xfrm>
          <a:custGeom xmlns:a="http://schemas.openxmlformats.org/drawingml/2006/main">
            <a:pathLst>
              <a:path w="30585" h="45937">
                <a:moveTo>
                  <a:pt x="15293" y="4742"/>
                </a:moveTo>
                <a:cubicBezTo>
                  <a:pt x="12210" y="4742"/>
                  <a:pt x="9894" y="6260"/>
                  <a:pt x="8343" y="9295"/>
                </a:cubicBezTo>
                <a:cubicBezTo>
                  <a:pt x="6792" y="12330"/>
                  <a:pt x="6016" y="16893"/>
                  <a:pt x="6016" y="22983"/>
                </a:cubicBezTo>
                <a:cubicBezTo>
                  <a:pt x="6016" y="29054"/>
                  <a:pt x="6792" y="33607"/>
                  <a:pt x="8343" y="36642"/>
                </a:cubicBezTo>
                <a:cubicBezTo>
                  <a:pt x="9894" y="39678"/>
                  <a:pt x="12210" y="41195"/>
                  <a:pt x="15293" y="41195"/>
                </a:cubicBezTo>
                <a:cubicBezTo>
                  <a:pt x="18395" y="41195"/>
                  <a:pt x="20721" y="39678"/>
                  <a:pt x="22272" y="36642"/>
                </a:cubicBezTo>
                <a:cubicBezTo>
                  <a:pt x="23823" y="33607"/>
                  <a:pt x="24599" y="29054"/>
                  <a:pt x="24599" y="22983"/>
                </a:cubicBezTo>
                <a:cubicBezTo>
                  <a:pt x="24599" y="16893"/>
                  <a:pt x="23823" y="12330"/>
                  <a:pt x="22272" y="9295"/>
                </a:cubicBezTo>
                <a:cubicBezTo>
                  <a:pt x="20721" y="6260"/>
                  <a:pt x="18395" y="4742"/>
                  <a:pt x="15293" y="4742"/>
                </a:cubicBezTo>
                <a:moveTo>
                  <a:pt x="15293" y="0"/>
                </a:moveTo>
                <a:cubicBezTo>
                  <a:pt x="20252" y="0"/>
                  <a:pt x="24040" y="1962"/>
                  <a:pt x="26658" y="5887"/>
                </a:cubicBezTo>
                <a:cubicBezTo>
                  <a:pt x="29276" y="9811"/>
                  <a:pt x="30585" y="15510"/>
                  <a:pt x="30585" y="22983"/>
                </a:cubicBezTo>
                <a:cubicBezTo>
                  <a:pt x="30585" y="30437"/>
                  <a:pt x="29276" y="36126"/>
                  <a:pt x="26658" y="40051"/>
                </a:cubicBezTo>
                <a:cubicBezTo>
                  <a:pt x="24040" y="43975"/>
                  <a:pt x="20252" y="45937"/>
                  <a:pt x="15293" y="45937"/>
                </a:cubicBezTo>
                <a:cubicBezTo>
                  <a:pt x="10333" y="45937"/>
                  <a:pt x="6545" y="43975"/>
                  <a:pt x="3927" y="40051"/>
                </a:cubicBezTo>
                <a:cubicBezTo>
                  <a:pt x="1309" y="36126"/>
                  <a:pt x="0" y="30437"/>
                  <a:pt x="0" y="22983"/>
                </a:cubicBezTo>
                <a:cubicBezTo>
                  <a:pt x="0" y="15510"/>
                  <a:pt x="1309" y="9811"/>
                  <a:pt x="3927" y="5887"/>
                </a:cubicBezTo>
                <a:cubicBezTo>
                  <a:pt x="6545" y="1962"/>
                  <a:pt x="10333" y="0"/>
                  <a:pt x="1529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B80276-E9C0-4B82-9D81-2339D9589C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95633" y="482064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15DAB8-704C-444D-BD4F-4DFC57B366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95633" y="482064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2869" name="Text 10">
            <a:extLst xmlns:a="http://schemas.openxmlformats.org/drawingml/2006/main">
              <a:ext uri="{FF2B5EF4-FFF2-40B4-BE49-F238E27FC236}">
                <a16:creationId xmlns:a16="http://schemas.microsoft.com/office/drawing/2014/main" id="{09D3F672-DF7C-458F-BE3B-1F28E124D9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20902" y="449999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70" name="Text 1">
            <a:extLst xmlns:a="http://schemas.openxmlformats.org/drawingml/2006/main">
              <a:ext uri="{FF2B5EF4-FFF2-40B4-BE49-F238E27FC236}">
                <a16:creationId xmlns:a16="http://schemas.microsoft.com/office/drawing/2014/main" id="{9809A25D-4C87-4040-BC42-865BD8C0DD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29208" y="436883"/>
            <a:ext cx="26347" cy="44278"/>
          </a:xfrm>
          <a:custGeom xmlns:a="http://schemas.openxmlformats.org/drawingml/2006/main">
            <a:pathLst>
              <a:path w="26347" h="44278">
                <a:moveTo>
                  <a:pt x="859" y="39239"/>
                </a:moveTo>
                <a:lnTo>
                  <a:pt x="10640" y="39239"/>
                </a:lnTo>
                <a:lnTo>
                  <a:pt x="10640" y="5453"/>
                </a:lnTo>
                <a:lnTo>
                  <a:pt x="0" y="7587"/>
                </a:lnTo>
                <a:lnTo>
                  <a:pt x="0" y="2134"/>
                </a:lnTo>
                <a:lnTo>
                  <a:pt x="10580" y="0"/>
                </a:lnTo>
                <a:lnTo>
                  <a:pt x="16567" y="0"/>
                </a:lnTo>
                <a:lnTo>
                  <a:pt x="16567" y="39239"/>
                </a:lnTo>
                <a:lnTo>
                  <a:pt x="26347" y="39239"/>
                </a:lnTo>
                <a:lnTo>
                  <a:pt x="26347" y="44278"/>
                </a:lnTo>
                <a:lnTo>
                  <a:pt x="859" y="44278"/>
                </a:lnTo>
                <a:lnTo>
                  <a:pt x="859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083C7C-B7E7-4AC6-8B1F-16374558D7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143996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2DA3BD-FF67-4B76-A31E-2182445E60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143996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8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4362D8-2DC8-412A-B168-6F1DE72428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143653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14CDFF-54CA-4C3E-9BAF-867CF62336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143653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8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B35FA5-88E1-4EBD-812C-49EAA95329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143310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DABAF1-1F12-443D-9668-42B2CDBABA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143310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8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743DEF-0580-4D43-BC03-5824FA275B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142966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706DF9-728D-4D76-9DCD-5C96A1992F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142966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8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44EA6F-A660-4CE6-B7A7-D1DFB44A86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142623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B382F8-A1EF-4153-ACD3-288EDB43C4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142623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8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691AE3-9B1C-4701-94CA-7D8781B80E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142280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157285-81E5-4C1F-9AFF-CA707D1B48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142280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8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BC6AFD-5C69-4C2E-B056-4D0A498A78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141936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6E1A81-9282-490F-94D0-C6CFB4D5C3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141936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8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BE2BED-ABD1-4DD5-88F8-456EE854EC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141593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17DE4E-518F-4FD2-8CA8-E16324B908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141593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8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95B28F-05DC-4EA6-B69D-980224A62D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141250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3B4387-DFE9-49B7-89B3-D22069D8F1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141250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8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5D2321-8DC0-4B78-81EE-46DBED0D28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140906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B09476-31B6-4844-BDB5-A2BA0115E6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140906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8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BB756C-5D54-4E5C-A353-AAFA1F8ABD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137473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B505C6-ED33-48C4-BA58-834C6FC643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137473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8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8B7A15-D409-4C09-A493-5BF6DCDE82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134040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8B01CD-0C01-49FF-AAAC-898DCD722B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134040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8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B4B806-066A-44A5-A752-E68167DEB3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130606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4F27E1-B5A2-42A0-A9FE-41EA308504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130606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8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4C00B6-B484-4D77-9D1E-59744C1C4F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127173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50B9F9-A9DE-4B7F-AF75-CD6832AD55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127173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8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70AD0F-C123-44C6-A69A-6C8104DEFB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123740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D99636-204E-4BA2-9045-9648C121A2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123740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9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26AEB3-DADC-409B-9762-5C7BB93263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120306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2E7F17-3178-4069-B508-6830327FB1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120306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9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871558-B201-46B0-B33A-86BBAFBE1E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116873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FB013B-6E0A-4ED2-8B94-3593711C6D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116873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9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975AD9-6C5B-4EE1-A17D-F760225A5E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113440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C92E10-6057-4577-A74A-CE4EECBCED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113440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9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62D1A4-5894-4E49-BB03-301D127E6C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110006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C53790-EF0E-4407-B365-DF217DDA1B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110006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9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6B9016-3AA3-49D4-AC4D-5FD1DF7E8E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100704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2E0972-18AC-4E6D-9B8A-9C9B6FD359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100704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9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A2B2F4-7575-4D29-B8A0-79A6F55B7A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95263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5DA2B2-6F5F-4F3C-8C41-16004B4E1B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95263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9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56A315-B5CC-4A88-9344-C42E9A020F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91402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F92D0D-5C98-4971-AAFD-7D8A171915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91402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9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B77335-625C-461B-B90C-447748353D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88408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C46D43-ABEC-41C3-A110-E0C344AE88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88408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9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80949C-B3AE-4B90-86FF-44F5304A80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85961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CA0409-24AD-4EF7-AC54-2561386DD1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85961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9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A4D23F-F429-401A-817A-CD6EF184EE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83893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A2A7E8-75D9-45FA-872C-9C02AE57F6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83893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9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8CCE5A-EB5F-4F99-B4B5-E73C4C8145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82101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A9F6E7-F0F8-4CF9-ABCB-BCFBDF31D8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82101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9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3D8AEA-CF9D-4BE3-882C-007825AF4D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80520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7692CC-DB02-400C-B5E2-61C028576E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80520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9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E8C228-2AC4-475F-B393-C5171E6370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79106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24C85C-6A60-4563-AE32-7D0208094E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79106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9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407DDF-F1EF-4865-9852-CAC546AAA7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69804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8BE4E0-FC1A-471C-9B39-F8D065F3F5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69804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9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0327BD-CB10-43F2-B1D0-5D16A5B3FF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64363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713A1F-2972-4951-B6F6-75C3B68286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64363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9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32B70D-ADF3-411A-B8F3-B4BC8AB1AE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60502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CC2A65-1BA5-4F08-947F-123CE8E36C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60502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9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7A6DF5-D4DE-472B-BDEB-BDEED9C3D9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57508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FE84EE-14D5-44A3-A232-066F1393C8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57508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9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B198E3-B913-48E3-9BB1-E7EB27712F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55061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DBA65E-A264-4561-8D38-7090C4718A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55061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9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62987A-2B8D-4E31-B867-75A9950AA3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52992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F6E983-AB8C-4094-92F8-FE6E815187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52992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9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3E7AE2-4126-4A2F-9222-E89273350D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51200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15CE1C-66D9-4F35-BFBA-C07F513038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51200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9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6FF15A-A415-419C-AE65-3707D23377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49620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2FF1AB-3A55-4BE5-9359-501366203D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49620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9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274213-6190-47DC-A501-9A5C17BC27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48206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A6A7C1-CB88-499C-909C-5C5F9B81B6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48206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9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AF21AB-07CF-4674-9513-74D42500DC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38904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9EA3D3-65F9-4894-AFA3-442E0C450A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38904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9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12D0B5-0B5D-429F-9819-C38BAAF315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33463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045777-6A8D-4986-B5B9-D25E4E7E2F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33463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9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DA950F-8689-41D4-8FC7-53391699D1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29602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8B02DA-44BE-4BB3-B608-8ABAC50361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29602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9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BD7E16-B7D4-4582-934A-F68298DA13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26608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246B4C-D868-40A1-8050-D67BDE47AB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26608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9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0269C7-0389-4D12-B769-65974D57CB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24161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CEAD35-16FA-4922-BA00-4F506FA71F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9" y="24161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2955" name="Text B">
            <a:extLst xmlns:a="http://schemas.openxmlformats.org/drawingml/2006/main">
              <a:ext uri="{FF2B5EF4-FFF2-40B4-BE49-F238E27FC236}">
                <a16:creationId xmlns:a16="http://schemas.microsoft.com/office/drawing/2014/main" id="{A68B472D-538F-4585-BCA6-5F65967B40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37097" y="993882"/>
            <a:ext cx="73796" cy="52309"/>
          </a:xfrm>
          <a:custGeom xmlns:a="http://schemas.openxmlformats.org/drawingml/2006/main">
            <a:pathLst>
              <a:path w="73796" h="52309">
                <a:moveTo>
                  <a:pt x="38528" y="42331"/>
                </a:moveTo>
                <a:lnTo>
                  <a:pt x="65596" y="42331"/>
                </a:lnTo>
                <a:lnTo>
                  <a:pt x="65596" y="26327"/>
                </a:lnTo>
                <a:cubicBezTo>
                  <a:pt x="65596" y="20960"/>
                  <a:pt x="64483" y="16984"/>
                  <a:pt x="62256" y="14399"/>
                </a:cubicBezTo>
                <a:cubicBezTo>
                  <a:pt x="60029" y="11814"/>
                  <a:pt x="56623" y="10521"/>
                  <a:pt x="52037" y="10521"/>
                </a:cubicBezTo>
                <a:cubicBezTo>
                  <a:pt x="47419" y="10521"/>
                  <a:pt x="44013" y="11814"/>
                  <a:pt x="41819" y="14399"/>
                </a:cubicBezTo>
                <a:cubicBezTo>
                  <a:pt x="39625" y="16984"/>
                  <a:pt x="38528" y="20960"/>
                  <a:pt x="38528" y="26327"/>
                </a:cubicBezTo>
                <a:lnTo>
                  <a:pt x="38528" y="42331"/>
                </a:lnTo>
                <a:moveTo>
                  <a:pt x="8200" y="42331"/>
                </a:moveTo>
                <a:lnTo>
                  <a:pt x="30427" y="42331"/>
                </a:lnTo>
                <a:lnTo>
                  <a:pt x="30427" y="27562"/>
                </a:lnTo>
                <a:cubicBezTo>
                  <a:pt x="30427" y="22689"/>
                  <a:pt x="29513" y="19058"/>
                  <a:pt x="27686" y="16671"/>
                </a:cubicBezTo>
                <a:cubicBezTo>
                  <a:pt x="25858" y="14283"/>
                  <a:pt x="23067" y="13090"/>
                  <a:pt x="19313" y="13090"/>
                </a:cubicBezTo>
                <a:cubicBezTo>
                  <a:pt x="15592" y="13090"/>
                  <a:pt x="12810" y="14283"/>
                  <a:pt x="10966" y="16671"/>
                </a:cubicBezTo>
                <a:cubicBezTo>
                  <a:pt x="9122" y="19058"/>
                  <a:pt x="8200" y="22689"/>
                  <a:pt x="8200" y="27562"/>
                </a:cubicBezTo>
                <a:lnTo>
                  <a:pt x="8200" y="42331"/>
                </a:lnTo>
                <a:moveTo>
                  <a:pt x="0" y="52309"/>
                </a:moveTo>
                <a:lnTo>
                  <a:pt x="0" y="26821"/>
                </a:lnTo>
                <a:cubicBezTo>
                  <a:pt x="0" y="19215"/>
                  <a:pt x="1581" y="13353"/>
                  <a:pt x="4742" y="9237"/>
                </a:cubicBezTo>
                <a:cubicBezTo>
                  <a:pt x="7903" y="5121"/>
                  <a:pt x="12398" y="3062"/>
                  <a:pt x="18227" y="3062"/>
                </a:cubicBezTo>
                <a:cubicBezTo>
                  <a:pt x="22738" y="3062"/>
                  <a:pt x="26327" y="4116"/>
                  <a:pt x="28995" y="6224"/>
                </a:cubicBezTo>
                <a:cubicBezTo>
                  <a:pt x="31662" y="8331"/>
                  <a:pt x="33325" y="11427"/>
                  <a:pt x="33984" y="15510"/>
                </a:cubicBezTo>
                <a:cubicBezTo>
                  <a:pt x="35038" y="10603"/>
                  <a:pt x="37239" y="6792"/>
                  <a:pt x="40586" y="4075"/>
                </a:cubicBezTo>
                <a:cubicBezTo>
                  <a:pt x="43932" y="1358"/>
                  <a:pt x="48111" y="0"/>
                  <a:pt x="53123" y="0"/>
                </a:cubicBezTo>
                <a:cubicBezTo>
                  <a:pt x="59717" y="0"/>
                  <a:pt x="64811" y="2239"/>
                  <a:pt x="68406" y="6718"/>
                </a:cubicBezTo>
                <a:cubicBezTo>
                  <a:pt x="71999" y="11196"/>
                  <a:pt x="73796" y="17568"/>
                  <a:pt x="73796" y="25834"/>
                </a:cubicBezTo>
                <a:lnTo>
                  <a:pt x="73796" y="52309"/>
                </a:lnTo>
                <a:lnTo>
                  <a:pt x="0" y="5230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56" name="Text i">
            <a:extLst xmlns:a="http://schemas.openxmlformats.org/drawingml/2006/main">
              <a:ext uri="{FF2B5EF4-FFF2-40B4-BE49-F238E27FC236}">
                <a16:creationId xmlns:a16="http://schemas.microsoft.com/office/drawing/2014/main" id="{C0905EA4-DE22-4FAE-83A1-9DF0EA665F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34035" y="968101"/>
            <a:ext cx="76858" cy="9089"/>
          </a:xfrm>
          <a:custGeom xmlns:a="http://schemas.openxmlformats.org/drawingml/2006/main">
            <a:pathLst>
              <a:path w="76858" h="9089">
                <a:moveTo>
                  <a:pt x="21536" y="9089"/>
                </a:moveTo>
                <a:lnTo>
                  <a:pt x="21536" y="0"/>
                </a:lnTo>
                <a:lnTo>
                  <a:pt x="76858" y="0"/>
                </a:lnTo>
                <a:lnTo>
                  <a:pt x="76858" y="9089"/>
                </a:lnTo>
                <a:lnTo>
                  <a:pt x="21536" y="9089"/>
                </a:lnTo>
                <a:moveTo>
                  <a:pt x="0" y="9089"/>
                </a:moveTo>
                <a:lnTo>
                  <a:pt x="0" y="0"/>
                </a:lnTo>
                <a:lnTo>
                  <a:pt x="11558" y="0"/>
                </a:lnTo>
                <a:lnTo>
                  <a:pt x="11558" y="9089"/>
                </a:lnTo>
                <a:lnTo>
                  <a:pt x="0" y="908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57" name="Text t">
            <a:extLst xmlns:a="http://schemas.openxmlformats.org/drawingml/2006/main">
              <a:ext uri="{FF2B5EF4-FFF2-40B4-BE49-F238E27FC236}">
                <a16:creationId xmlns:a16="http://schemas.microsoft.com/office/drawing/2014/main" id="{F256B1ED-4582-414E-85DE-BA86FCE82F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39863" y="921357"/>
            <a:ext cx="71030" cy="34527"/>
          </a:xfrm>
          <a:custGeom xmlns:a="http://schemas.openxmlformats.org/drawingml/2006/main">
            <a:pathLst>
              <a:path w="71030" h="34527">
                <a:moveTo>
                  <a:pt x="0" y="18721"/>
                </a:moveTo>
                <a:lnTo>
                  <a:pt x="15708" y="18721"/>
                </a:lnTo>
                <a:lnTo>
                  <a:pt x="15708" y="0"/>
                </a:lnTo>
                <a:lnTo>
                  <a:pt x="22820" y="0"/>
                </a:lnTo>
                <a:lnTo>
                  <a:pt x="22820" y="18721"/>
                </a:lnTo>
                <a:lnTo>
                  <a:pt x="52815" y="18721"/>
                </a:lnTo>
                <a:cubicBezTo>
                  <a:pt x="57322" y="18721"/>
                  <a:pt x="60216" y="18103"/>
                  <a:pt x="61500" y="16868"/>
                </a:cubicBezTo>
                <a:cubicBezTo>
                  <a:pt x="62782" y="15633"/>
                  <a:pt x="63423" y="13123"/>
                  <a:pt x="63423" y="9336"/>
                </a:cubicBezTo>
                <a:lnTo>
                  <a:pt x="63423" y="0"/>
                </a:lnTo>
                <a:lnTo>
                  <a:pt x="71030" y="0"/>
                </a:lnTo>
                <a:lnTo>
                  <a:pt x="71030" y="9336"/>
                </a:lnTo>
                <a:cubicBezTo>
                  <a:pt x="71030" y="16350"/>
                  <a:pt x="69722" y="21190"/>
                  <a:pt x="67106" y="23858"/>
                </a:cubicBezTo>
                <a:cubicBezTo>
                  <a:pt x="64489" y="26525"/>
                  <a:pt x="59726" y="27859"/>
                  <a:pt x="52815" y="27859"/>
                </a:cubicBezTo>
                <a:lnTo>
                  <a:pt x="22820" y="27859"/>
                </a:lnTo>
                <a:lnTo>
                  <a:pt x="22820" y="34527"/>
                </a:lnTo>
                <a:lnTo>
                  <a:pt x="15708" y="34527"/>
                </a:lnTo>
                <a:lnTo>
                  <a:pt x="15708" y="27859"/>
                </a:lnTo>
                <a:lnTo>
                  <a:pt x="0" y="27859"/>
                </a:lnTo>
                <a:lnTo>
                  <a:pt x="0" y="18721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58" name="Text w">
            <a:extLst xmlns:a="http://schemas.openxmlformats.org/drawingml/2006/main">
              <a:ext uri="{FF2B5EF4-FFF2-40B4-BE49-F238E27FC236}">
                <a16:creationId xmlns:a16="http://schemas.microsoft.com/office/drawing/2014/main" id="{B9C62EF7-0609-4A1D-A75A-6F5B26DA9A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55571" y="840457"/>
            <a:ext cx="55322" cy="74240"/>
          </a:xfrm>
          <a:custGeom xmlns:a="http://schemas.openxmlformats.org/drawingml/2006/main">
            <a:pathLst>
              <a:path w="55322" h="74240">
                <a:moveTo>
                  <a:pt x="0" y="74240"/>
                </a:moveTo>
                <a:lnTo>
                  <a:pt x="0" y="65152"/>
                </a:lnTo>
                <a:lnTo>
                  <a:pt x="43171" y="53791"/>
                </a:lnTo>
                <a:lnTo>
                  <a:pt x="0" y="42480"/>
                </a:lnTo>
                <a:lnTo>
                  <a:pt x="0" y="31761"/>
                </a:lnTo>
                <a:lnTo>
                  <a:pt x="43171" y="20400"/>
                </a:lnTo>
                <a:lnTo>
                  <a:pt x="0" y="9089"/>
                </a:lnTo>
                <a:lnTo>
                  <a:pt x="0" y="0"/>
                </a:lnTo>
                <a:lnTo>
                  <a:pt x="55322" y="14473"/>
                </a:lnTo>
                <a:lnTo>
                  <a:pt x="55322" y="25191"/>
                </a:lnTo>
                <a:lnTo>
                  <a:pt x="9978" y="37096"/>
                </a:lnTo>
                <a:lnTo>
                  <a:pt x="55322" y="49049"/>
                </a:lnTo>
                <a:lnTo>
                  <a:pt x="55322" y="59768"/>
                </a:lnTo>
                <a:lnTo>
                  <a:pt x="0" y="74240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59" name="Text u">
            <a:extLst xmlns:a="http://schemas.openxmlformats.org/drawingml/2006/main">
              <a:ext uri="{FF2B5EF4-FFF2-40B4-BE49-F238E27FC236}">
                <a16:creationId xmlns:a16="http://schemas.microsoft.com/office/drawing/2014/main" id="{7057A68A-92B2-47B3-A737-DC7CCCEEE3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54188" y="781269"/>
            <a:ext cx="58187" cy="46332"/>
          </a:xfrm>
          <a:custGeom xmlns:a="http://schemas.openxmlformats.org/drawingml/2006/main">
            <a:pathLst>
              <a:path w="58187" h="46332">
                <a:moveTo>
                  <a:pt x="34873" y="46332"/>
                </a:moveTo>
                <a:lnTo>
                  <a:pt x="1383" y="46332"/>
                </a:lnTo>
                <a:lnTo>
                  <a:pt x="1383" y="37244"/>
                </a:lnTo>
                <a:lnTo>
                  <a:pt x="34527" y="37244"/>
                </a:lnTo>
                <a:cubicBezTo>
                  <a:pt x="39779" y="37244"/>
                  <a:pt x="43719" y="36223"/>
                  <a:pt x="46345" y="34181"/>
                </a:cubicBezTo>
                <a:cubicBezTo>
                  <a:pt x="48971" y="32140"/>
                  <a:pt x="50284" y="29077"/>
                  <a:pt x="50284" y="24994"/>
                </a:cubicBezTo>
                <a:cubicBezTo>
                  <a:pt x="50284" y="20087"/>
                  <a:pt x="48716" y="16210"/>
                  <a:pt x="45579" y="13361"/>
                </a:cubicBezTo>
                <a:cubicBezTo>
                  <a:pt x="42441" y="10513"/>
                  <a:pt x="38165" y="9089"/>
                  <a:pt x="32749" y="9089"/>
                </a:cubicBezTo>
                <a:lnTo>
                  <a:pt x="1383" y="9089"/>
                </a:lnTo>
                <a:lnTo>
                  <a:pt x="1383" y="0"/>
                </a:lnTo>
                <a:lnTo>
                  <a:pt x="56705" y="0"/>
                </a:lnTo>
                <a:lnTo>
                  <a:pt x="56705" y="9089"/>
                </a:lnTo>
                <a:lnTo>
                  <a:pt x="48209" y="9089"/>
                </a:lnTo>
                <a:cubicBezTo>
                  <a:pt x="51585" y="11295"/>
                  <a:pt x="54091" y="13855"/>
                  <a:pt x="55730" y="16770"/>
                </a:cubicBezTo>
                <a:cubicBezTo>
                  <a:pt x="57368" y="19684"/>
                  <a:pt x="58187" y="23067"/>
                  <a:pt x="58187" y="26920"/>
                </a:cubicBezTo>
                <a:cubicBezTo>
                  <a:pt x="58187" y="33276"/>
                  <a:pt x="56207" y="38100"/>
                  <a:pt x="52247" y="41393"/>
                </a:cubicBezTo>
                <a:cubicBezTo>
                  <a:pt x="48288" y="44686"/>
                  <a:pt x="42496" y="46332"/>
                  <a:pt x="34873" y="46332"/>
                </a:cubicBezTo>
                <a:moveTo>
                  <a:pt x="0" y="23463"/>
                </a:moveTo>
                <a:lnTo>
                  <a:pt x="0" y="23463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60" name="Text z">
            <a:extLst xmlns:a="http://schemas.openxmlformats.org/drawingml/2006/main">
              <a:ext uri="{FF2B5EF4-FFF2-40B4-BE49-F238E27FC236}">
                <a16:creationId xmlns:a16="http://schemas.microsoft.com/office/drawing/2014/main" id="{E04CA0CE-5B6E-4A32-A855-36594BC1AB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55571" y="723308"/>
            <a:ext cx="55322" cy="44406"/>
          </a:xfrm>
          <a:custGeom xmlns:a="http://schemas.openxmlformats.org/drawingml/2006/main">
            <a:pathLst>
              <a:path w="55322" h="44406">
                <a:moveTo>
                  <a:pt x="0" y="43171"/>
                </a:moveTo>
                <a:lnTo>
                  <a:pt x="0" y="0"/>
                </a:lnTo>
                <a:lnTo>
                  <a:pt x="8289" y="0"/>
                </a:lnTo>
                <a:lnTo>
                  <a:pt x="48012" y="34181"/>
                </a:lnTo>
                <a:lnTo>
                  <a:pt x="48012" y="0"/>
                </a:lnTo>
                <a:lnTo>
                  <a:pt x="55322" y="0"/>
                </a:lnTo>
                <a:lnTo>
                  <a:pt x="55322" y="44406"/>
                </a:lnTo>
                <a:lnTo>
                  <a:pt x="47033" y="44406"/>
                </a:lnTo>
                <a:lnTo>
                  <a:pt x="7310" y="10225"/>
                </a:lnTo>
                <a:lnTo>
                  <a:pt x="7310" y="43171"/>
                </a:lnTo>
                <a:lnTo>
                  <a:pt x="0" y="43171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61" name="Text l">
            <a:extLst xmlns:a="http://schemas.openxmlformats.org/drawingml/2006/main">
              <a:ext uri="{FF2B5EF4-FFF2-40B4-BE49-F238E27FC236}">
                <a16:creationId xmlns:a16="http://schemas.microsoft.com/office/drawing/2014/main" id="{DA652761-0EE0-41C4-9424-AD7A127756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34035" y="700329"/>
            <a:ext cx="76858" cy="9089"/>
          </a:xfrm>
          <a:custGeom xmlns:a="http://schemas.openxmlformats.org/drawingml/2006/main">
            <a:pathLst>
              <a:path w="76858" h="9089">
                <a:moveTo>
                  <a:pt x="0" y="9089"/>
                </a:moveTo>
                <a:lnTo>
                  <a:pt x="0" y="0"/>
                </a:lnTo>
                <a:lnTo>
                  <a:pt x="76858" y="0"/>
                </a:lnTo>
                <a:lnTo>
                  <a:pt x="76858" y="9089"/>
                </a:lnTo>
                <a:lnTo>
                  <a:pt x="0" y="908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62" name="Text a">
            <a:extLst xmlns:a="http://schemas.openxmlformats.org/drawingml/2006/main">
              <a:ext uri="{FF2B5EF4-FFF2-40B4-BE49-F238E27FC236}">
                <a16:creationId xmlns:a16="http://schemas.microsoft.com/office/drawing/2014/main" id="{11D588CE-A0AC-4661-BEA7-09226E275F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54188" y="638025"/>
            <a:ext cx="58187" cy="46728"/>
          </a:xfrm>
          <a:custGeom xmlns:a="http://schemas.openxmlformats.org/drawingml/2006/main">
            <a:pathLst>
              <a:path w="58187" h="46728">
                <a:moveTo>
                  <a:pt x="28847" y="18128"/>
                </a:moveTo>
                <a:cubicBezTo>
                  <a:pt x="28847" y="25471"/>
                  <a:pt x="29690" y="30559"/>
                  <a:pt x="31378" y="33391"/>
                </a:cubicBezTo>
                <a:cubicBezTo>
                  <a:pt x="33065" y="36223"/>
                  <a:pt x="35942" y="37639"/>
                  <a:pt x="40011" y="37639"/>
                </a:cubicBezTo>
                <a:cubicBezTo>
                  <a:pt x="43253" y="37639"/>
                  <a:pt x="45825" y="36577"/>
                  <a:pt x="47728" y="34453"/>
                </a:cubicBezTo>
                <a:cubicBezTo>
                  <a:pt x="49629" y="32329"/>
                  <a:pt x="50580" y="29439"/>
                  <a:pt x="50580" y="25784"/>
                </a:cubicBezTo>
                <a:cubicBezTo>
                  <a:pt x="50580" y="20746"/>
                  <a:pt x="48786" y="16704"/>
                  <a:pt x="45196" y="13658"/>
                </a:cubicBezTo>
                <a:cubicBezTo>
                  <a:pt x="41606" y="10612"/>
                  <a:pt x="36833" y="9089"/>
                  <a:pt x="30876" y="9089"/>
                </a:cubicBezTo>
                <a:lnTo>
                  <a:pt x="28847" y="9089"/>
                </a:lnTo>
                <a:lnTo>
                  <a:pt x="28847" y="18128"/>
                </a:lnTo>
                <a:moveTo>
                  <a:pt x="25093" y="0"/>
                </a:moveTo>
                <a:lnTo>
                  <a:pt x="56705" y="0"/>
                </a:lnTo>
                <a:lnTo>
                  <a:pt x="56705" y="9089"/>
                </a:lnTo>
                <a:lnTo>
                  <a:pt x="48308" y="9089"/>
                </a:lnTo>
                <a:cubicBezTo>
                  <a:pt x="51683" y="11163"/>
                  <a:pt x="54174" y="13748"/>
                  <a:pt x="55779" y="16844"/>
                </a:cubicBezTo>
                <a:cubicBezTo>
                  <a:pt x="57384" y="19939"/>
                  <a:pt x="58187" y="23726"/>
                  <a:pt x="58187" y="28204"/>
                </a:cubicBezTo>
                <a:cubicBezTo>
                  <a:pt x="58187" y="33868"/>
                  <a:pt x="56594" y="38372"/>
                  <a:pt x="53408" y="41714"/>
                </a:cubicBezTo>
                <a:cubicBezTo>
                  <a:pt x="50221" y="45056"/>
                  <a:pt x="45953" y="46728"/>
                  <a:pt x="40604" y="46728"/>
                </a:cubicBezTo>
                <a:cubicBezTo>
                  <a:pt x="34364" y="46728"/>
                  <a:pt x="29659" y="44645"/>
                  <a:pt x="26490" y="40479"/>
                </a:cubicBezTo>
                <a:cubicBezTo>
                  <a:pt x="23319" y="36313"/>
                  <a:pt x="21734" y="30098"/>
                  <a:pt x="21734" y="21833"/>
                </a:cubicBezTo>
                <a:lnTo>
                  <a:pt x="21734" y="9089"/>
                </a:lnTo>
                <a:lnTo>
                  <a:pt x="20845" y="9089"/>
                </a:lnTo>
                <a:cubicBezTo>
                  <a:pt x="16663" y="9089"/>
                  <a:pt x="13427" y="10463"/>
                  <a:pt x="11139" y="13213"/>
                </a:cubicBezTo>
                <a:cubicBezTo>
                  <a:pt x="8850" y="15963"/>
                  <a:pt x="7706" y="19824"/>
                  <a:pt x="7706" y="24796"/>
                </a:cubicBezTo>
                <a:cubicBezTo>
                  <a:pt x="7706" y="27957"/>
                  <a:pt x="8084" y="31036"/>
                  <a:pt x="8842" y="34033"/>
                </a:cubicBezTo>
                <a:cubicBezTo>
                  <a:pt x="9599" y="37030"/>
                  <a:pt x="10735" y="39911"/>
                  <a:pt x="12250" y="42677"/>
                </a:cubicBezTo>
                <a:lnTo>
                  <a:pt x="3853" y="42677"/>
                </a:lnTo>
                <a:cubicBezTo>
                  <a:pt x="2569" y="39351"/>
                  <a:pt x="1605" y="36124"/>
                  <a:pt x="963" y="32996"/>
                </a:cubicBezTo>
                <a:cubicBezTo>
                  <a:pt x="321" y="29867"/>
                  <a:pt x="0" y="26821"/>
                  <a:pt x="0" y="23858"/>
                </a:cubicBezTo>
                <a:cubicBezTo>
                  <a:pt x="0" y="15856"/>
                  <a:pt x="2075" y="9879"/>
                  <a:pt x="6224" y="5927"/>
                </a:cubicBezTo>
                <a:cubicBezTo>
                  <a:pt x="10373" y="1976"/>
                  <a:pt x="16663" y="0"/>
                  <a:pt x="2509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98EF3C-5FE3-4B7F-A848-3599F8F573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17310" y="241614"/>
            <a:ext cx="1612790" cy="1201788"/>
          </a:xfrm>
          <a:custGeom xmlns:a="http://schemas.openxmlformats.org/drawingml/2006/main">
            <a:pathLst>
              <a:path w="1612790" h="1201788" fill="none">
                <a:moveTo>
                  <a:pt x="0" y="1201788"/>
                </a:moveTo>
                <a:lnTo>
                  <a:pt x="1612790" y="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sq">
            <a:solidFill>
              <a:srgbClr val="000000"/>
            </a:solidFill>
            <a:round/>
          </a:ln>
        </p:spPr>
      </p:sp>
      <p:sp>
        <p:nvSpPr>
          <p:cNvPr id="29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B52657-3B49-4898-8CAA-2DF48F7671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17310" y="241614"/>
            <a:ext cx="10" cy="1201788"/>
          </a:xfrm>
          <a:custGeom xmlns:a="http://schemas.openxmlformats.org/drawingml/2006/main">
            <a:pathLst>
              <a:path w="1" h="1201788" fill="none">
                <a:moveTo>
                  <a:pt x="0" y="1201788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29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DBA102-E6E5-4004-8BC9-FAD3985768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30100" y="241614"/>
            <a:ext cx="10" cy="1201788"/>
          </a:xfrm>
          <a:custGeom xmlns:a="http://schemas.openxmlformats.org/drawingml/2006/main">
            <a:pathLst>
              <a:path w="1" h="1201788" fill="none">
                <a:moveTo>
                  <a:pt x="0" y="1201788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29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30A3BF-B630-4C7C-B9FF-A797895FA0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17310" y="1443402"/>
            <a:ext cx="1612790" cy="10"/>
          </a:xfrm>
          <a:custGeom xmlns:a="http://schemas.openxmlformats.org/drawingml/2006/main">
            <a:pathLst>
              <a:path w="1612790" h="1" fill="none">
                <a:moveTo>
                  <a:pt x="0" y="0"/>
                </a:moveTo>
                <a:lnTo>
                  <a:pt x="161279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29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CFB8FD-AD01-4841-9D73-A570C01DBB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17310" y="241614"/>
            <a:ext cx="1612790" cy="10"/>
          </a:xfrm>
          <a:custGeom xmlns:a="http://schemas.openxmlformats.org/drawingml/2006/main">
            <a:pathLst>
              <a:path w="1612790" h="1" fill="none">
                <a:moveTo>
                  <a:pt x="0" y="0"/>
                </a:moveTo>
                <a:lnTo>
                  <a:pt x="161279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2968" name="Text 114">
            <a:extLst xmlns:a="http://schemas.openxmlformats.org/drawingml/2006/main">
              <a:ext uri="{FF2B5EF4-FFF2-40B4-BE49-F238E27FC236}">
                <a16:creationId xmlns:a16="http://schemas.microsoft.com/office/drawing/2014/main" id="{791F34CD-65A5-47AF-BCAA-423483D357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79291" y="624033"/>
            <a:ext cx="377666" cy="158134"/>
          </a:xfrm>
          <a:custGeom xmlns:a="http://schemas.openxmlformats.org/drawingml/2006/main">
            <a:pathLst>
              <a:path w="377666" h="158134">
                <a:moveTo>
                  <a:pt x="3070" y="140140"/>
                </a:moveTo>
                <a:lnTo>
                  <a:pt x="37999" y="140140"/>
                </a:lnTo>
                <a:lnTo>
                  <a:pt x="37999" y="19476"/>
                </a:lnTo>
                <a:lnTo>
                  <a:pt x="0" y="27097"/>
                </a:lnTo>
                <a:lnTo>
                  <a:pt x="0" y="7621"/>
                </a:lnTo>
                <a:lnTo>
                  <a:pt x="37787" y="0"/>
                </a:lnTo>
                <a:lnTo>
                  <a:pt x="59168" y="0"/>
                </a:lnTo>
                <a:lnTo>
                  <a:pt x="59168" y="140140"/>
                </a:lnTo>
                <a:lnTo>
                  <a:pt x="94097" y="140140"/>
                </a:lnTo>
                <a:lnTo>
                  <a:pt x="94097" y="158134"/>
                </a:lnTo>
                <a:lnTo>
                  <a:pt x="3070" y="158134"/>
                </a:lnTo>
                <a:lnTo>
                  <a:pt x="3070" y="140140"/>
                </a:lnTo>
                <a:close/>
                <a:moveTo>
                  <a:pt x="140938" y="140140"/>
                </a:moveTo>
                <a:lnTo>
                  <a:pt x="175867" y="140140"/>
                </a:lnTo>
                <a:lnTo>
                  <a:pt x="175867" y="19476"/>
                </a:lnTo>
                <a:lnTo>
                  <a:pt x="137868" y="27097"/>
                </a:lnTo>
                <a:lnTo>
                  <a:pt x="137868" y="7621"/>
                </a:lnTo>
                <a:lnTo>
                  <a:pt x="175655" y="0"/>
                </a:lnTo>
                <a:lnTo>
                  <a:pt x="197036" y="0"/>
                </a:lnTo>
                <a:lnTo>
                  <a:pt x="197036" y="140140"/>
                </a:lnTo>
                <a:lnTo>
                  <a:pt x="231965" y="140140"/>
                </a:lnTo>
                <a:lnTo>
                  <a:pt x="231965" y="158134"/>
                </a:lnTo>
                <a:lnTo>
                  <a:pt x="140938" y="158134"/>
                </a:lnTo>
                <a:lnTo>
                  <a:pt x="140938" y="140140"/>
                </a:lnTo>
                <a:close/>
                <a:moveTo>
                  <a:pt x="333845" y="18649"/>
                </a:moveTo>
                <a:lnTo>
                  <a:pt x="279864" y="103094"/>
                </a:lnTo>
                <a:lnTo>
                  <a:pt x="333845" y="103094"/>
                </a:lnTo>
                <a:lnTo>
                  <a:pt x="333845" y="18649"/>
                </a:lnTo>
                <a:moveTo>
                  <a:pt x="328236" y="0"/>
                </a:moveTo>
                <a:lnTo>
                  <a:pt x="355120" y="0"/>
                </a:lnTo>
                <a:lnTo>
                  <a:pt x="355120" y="103094"/>
                </a:lnTo>
                <a:lnTo>
                  <a:pt x="377666" y="103094"/>
                </a:lnTo>
                <a:lnTo>
                  <a:pt x="377666" y="120876"/>
                </a:lnTo>
                <a:lnTo>
                  <a:pt x="355120" y="120876"/>
                </a:lnTo>
                <a:lnTo>
                  <a:pt x="355120" y="158134"/>
                </a:lnTo>
                <a:lnTo>
                  <a:pt x="333845" y="158134"/>
                </a:lnTo>
                <a:lnTo>
                  <a:pt x="333845" y="120876"/>
                </a:lnTo>
                <a:lnTo>
                  <a:pt x="262505" y="120876"/>
                </a:lnTo>
                <a:lnTo>
                  <a:pt x="262505" y="100220"/>
                </a:lnTo>
                <a:lnTo>
                  <a:pt x="328236" y="0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69" name="Text 54">
            <a:extLst xmlns:a="http://schemas.openxmlformats.org/drawingml/2006/main">
              <a:ext uri="{FF2B5EF4-FFF2-40B4-BE49-F238E27FC236}">
                <a16:creationId xmlns:a16="http://schemas.microsoft.com/office/drawing/2014/main" id="{25671D4C-CF2D-4F89-B965-1291411B7A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63741" y="864391"/>
            <a:ext cx="246889" cy="161309"/>
          </a:xfrm>
          <a:custGeom xmlns:a="http://schemas.openxmlformats.org/drawingml/2006/main">
            <a:pathLst>
              <a:path w="246889" h="161309">
                <a:moveTo>
                  <a:pt x="6668" y="0"/>
                </a:moveTo>
                <a:lnTo>
                  <a:pt x="90604" y="0"/>
                </a:lnTo>
                <a:lnTo>
                  <a:pt x="90604" y="17994"/>
                </a:lnTo>
                <a:lnTo>
                  <a:pt x="26250" y="17994"/>
                </a:lnTo>
                <a:lnTo>
                  <a:pt x="26250" y="56734"/>
                </a:lnTo>
                <a:cubicBezTo>
                  <a:pt x="29355" y="55675"/>
                  <a:pt x="32459" y="54881"/>
                  <a:pt x="35564" y="54352"/>
                </a:cubicBezTo>
                <a:cubicBezTo>
                  <a:pt x="38669" y="53823"/>
                  <a:pt x="41774" y="53558"/>
                  <a:pt x="44879" y="53558"/>
                </a:cubicBezTo>
                <a:cubicBezTo>
                  <a:pt x="62520" y="53558"/>
                  <a:pt x="76491" y="58402"/>
                  <a:pt x="86794" y="68089"/>
                </a:cubicBezTo>
                <a:cubicBezTo>
                  <a:pt x="97096" y="77774"/>
                  <a:pt x="102247" y="90889"/>
                  <a:pt x="102247" y="107434"/>
                </a:cubicBezTo>
                <a:cubicBezTo>
                  <a:pt x="102247" y="124473"/>
                  <a:pt x="96955" y="137712"/>
                  <a:pt x="86370" y="147153"/>
                </a:cubicBezTo>
                <a:cubicBezTo>
                  <a:pt x="75786" y="156590"/>
                  <a:pt x="60862" y="161309"/>
                  <a:pt x="41598" y="161309"/>
                </a:cubicBezTo>
                <a:cubicBezTo>
                  <a:pt x="34964" y="161309"/>
                  <a:pt x="28208" y="160745"/>
                  <a:pt x="21328" y="159616"/>
                </a:cubicBezTo>
                <a:cubicBezTo>
                  <a:pt x="14448" y="158487"/>
                  <a:pt x="7339" y="156793"/>
                  <a:pt x="0" y="154535"/>
                </a:cubicBezTo>
                <a:lnTo>
                  <a:pt x="0" y="132943"/>
                </a:lnTo>
                <a:cubicBezTo>
                  <a:pt x="6351" y="136436"/>
                  <a:pt x="12913" y="139038"/>
                  <a:pt x="19687" y="140749"/>
                </a:cubicBezTo>
                <a:cubicBezTo>
                  <a:pt x="26462" y="142460"/>
                  <a:pt x="33624" y="143316"/>
                  <a:pt x="41174" y="143316"/>
                </a:cubicBezTo>
                <a:cubicBezTo>
                  <a:pt x="53382" y="143316"/>
                  <a:pt x="63049" y="140096"/>
                  <a:pt x="70176" y="133657"/>
                </a:cubicBezTo>
                <a:cubicBezTo>
                  <a:pt x="77303" y="127216"/>
                  <a:pt x="80866" y="118475"/>
                  <a:pt x="80866" y="107434"/>
                </a:cubicBezTo>
                <a:cubicBezTo>
                  <a:pt x="80866" y="96393"/>
                  <a:pt x="77303" y="87653"/>
                  <a:pt x="70176" y="81214"/>
                </a:cubicBezTo>
                <a:cubicBezTo>
                  <a:pt x="63049" y="74773"/>
                  <a:pt x="53382" y="71552"/>
                  <a:pt x="41174" y="71552"/>
                </a:cubicBezTo>
                <a:cubicBezTo>
                  <a:pt x="35458" y="71552"/>
                  <a:pt x="29760" y="72187"/>
                  <a:pt x="24080" y="73457"/>
                </a:cubicBezTo>
                <a:cubicBezTo>
                  <a:pt x="18400" y="74727"/>
                  <a:pt x="12596" y="76703"/>
                  <a:pt x="6668" y="79385"/>
                </a:cubicBezTo>
                <a:lnTo>
                  <a:pt x="6668" y="0"/>
                </a:lnTo>
                <a:close/>
                <a:moveTo>
                  <a:pt x="203069" y="18649"/>
                </a:moveTo>
                <a:lnTo>
                  <a:pt x="149087" y="103094"/>
                </a:lnTo>
                <a:lnTo>
                  <a:pt x="203069" y="103094"/>
                </a:lnTo>
                <a:lnTo>
                  <a:pt x="203069" y="18649"/>
                </a:lnTo>
                <a:moveTo>
                  <a:pt x="197459" y="0"/>
                </a:moveTo>
                <a:lnTo>
                  <a:pt x="224344" y="0"/>
                </a:lnTo>
                <a:lnTo>
                  <a:pt x="224344" y="103094"/>
                </a:lnTo>
                <a:lnTo>
                  <a:pt x="246889" y="103094"/>
                </a:lnTo>
                <a:lnTo>
                  <a:pt x="246889" y="120876"/>
                </a:lnTo>
                <a:lnTo>
                  <a:pt x="224344" y="120876"/>
                </a:lnTo>
                <a:lnTo>
                  <a:pt x="224344" y="158134"/>
                </a:lnTo>
                <a:lnTo>
                  <a:pt x="203069" y="158134"/>
                </a:lnTo>
                <a:lnTo>
                  <a:pt x="203069" y="120876"/>
                </a:lnTo>
                <a:lnTo>
                  <a:pt x="131729" y="120876"/>
                </a:lnTo>
                <a:lnTo>
                  <a:pt x="131729" y="100220"/>
                </a:lnTo>
                <a:lnTo>
                  <a:pt x="197459" y="0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70" name="Text 4.78Xspeedup">
            <a:extLst xmlns:a="http://schemas.openxmlformats.org/drawingml/2006/main">
              <a:ext uri="{FF2B5EF4-FFF2-40B4-BE49-F238E27FC236}">
                <a16:creationId xmlns:a16="http://schemas.microsoft.com/office/drawing/2014/main" id="{37F229E9-F8B6-466B-BA4A-8854B7B646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94506" y="110421"/>
            <a:ext cx="857294" cy="111886"/>
          </a:xfrm>
          <a:custGeom xmlns:a="http://schemas.openxmlformats.org/drawingml/2006/main">
            <a:pathLst>
              <a:path w="857294" h="111886">
                <a:moveTo>
                  <a:pt x="38048" y="13446"/>
                </a:moveTo>
                <a:lnTo>
                  <a:pt x="9258" y="58483"/>
                </a:lnTo>
                <a:lnTo>
                  <a:pt x="38048" y="58483"/>
                </a:lnTo>
                <a:lnTo>
                  <a:pt x="38048" y="13446"/>
                </a:lnTo>
                <a:moveTo>
                  <a:pt x="35056" y="3500"/>
                </a:moveTo>
                <a:lnTo>
                  <a:pt x="49395" y="3500"/>
                </a:lnTo>
                <a:lnTo>
                  <a:pt x="49395" y="58483"/>
                </a:lnTo>
                <a:lnTo>
                  <a:pt x="61419" y="58483"/>
                </a:lnTo>
                <a:lnTo>
                  <a:pt x="61419" y="67967"/>
                </a:lnTo>
                <a:lnTo>
                  <a:pt x="49395" y="67967"/>
                </a:lnTo>
                <a:lnTo>
                  <a:pt x="49395" y="87838"/>
                </a:lnTo>
                <a:lnTo>
                  <a:pt x="38048" y="87838"/>
                </a:lnTo>
                <a:lnTo>
                  <a:pt x="38048" y="67967"/>
                </a:lnTo>
                <a:lnTo>
                  <a:pt x="0" y="67967"/>
                </a:lnTo>
                <a:lnTo>
                  <a:pt x="0" y="56950"/>
                </a:lnTo>
                <a:lnTo>
                  <a:pt x="35056" y="3500"/>
                </a:lnTo>
                <a:close/>
                <a:moveTo>
                  <a:pt x="80247" y="73500"/>
                </a:moveTo>
                <a:lnTo>
                  <a:pt x="92158" y="73500"/>
                </a:lnTo>
                <a:lnTo>
                  <a:pt x="92158" y="87838"/>
                </a:lnTo>
                <a:lnTo>
                  <a:pt x="80247" y="87838"/>
                </a:lnTo>
                <a:lnTo>
                  <a:pt x="80247" y="73500"/>
                </a:lnTo>
                <a:close/>
                <a:moveTo>
                  <a:pt x="114133" y="3500"/>
                </a:moveTo>
                <a:lnTo>
                  <a:pt x="168326" y="3500"/>
                </a:lnTo>
                <a:lnTo>
                  <a:pt x="168326" y="8358"/>
                </a:lnTo>
                <a:lnTo>
                  <a:pt x="137729" y="87838"/>
                </a:lnTo>
                <a:lnTo>
                  <a:pt x="125818" y="87838"/>
                </a:lnTo>
                <a:lnTo>
                  <a:pt x="154608" y="13097"/>
                </a:lnTo>
                <a:lnTo>
                  <a:pt x="114133" y="13097"/>
                </a:lnTo>
                <a:lnTo>
                  <a:pt x="114133" y="3500"/>
                </a:lnTo>
                <a:close/>
                <a:moveTo>
                  <a:pt x="214929" y="47871"/>
                </a:moveTo>
                <a:cubicBezTo>
                  <a:pt x="209509" y="47871"/>
                  <a:pt x="205247" y="49320"/>
                  <a:pt x="202143" y="52217"/>
                </a:cubicBezTo>
                <a:cubicBezTo>
                  <a:pt x="199038" y="55115"/>
                  <a:pt x="197485" y="59104"/>
                  <a:pt x="197485" y="64185"/>
                </a:cubicBezTo>
                <a:cubicBezTo>
                  <a:pt x="197485" y="69266"/>
                  <a:pt x="199038" y="73255"/>
                  <a:pt x="202143" y="76153"/>
                </a:cubicBezTo>
                <a:cubicBezTo>
                  <a:pt x="205247" y="79051"/>
                  <a:pt x="209509" y="80499"/>
                  <a:pt x="214929" y="80499"/>
                </a:cubicBezTo>
                <a:cubicBezTo>
                  <a:pt x="220348" y="80499"/>
                  <a:pt x="224620" y="79041"/>
                  <a:pt x="227743" y="76125"/>
                </a:cubicBezTo>
                <a:cubicBezTo>
                  <a:pt x="230867" y="73208"/>
                  <a:pt x="232429" y="69228"/>
                  <a:pt x="232429" y="64185"/>
                </a:cubicBezTo>
                <a:cubicBezTo>
                  <a:pt x="232429" y="59104"/>
                  <a:pt x="230876" y="55115"/>
                  <a:pt x="227771" y="52217"/>
                </a:cubicBezTo>
                <a:cubicBezTo>
                  <a:pt x="224667" y="49320"/>
                  <a:pt x="220386" y="47871"/>
                  <a:pt x="214929" y="47871"/>
                </a:cubicBezTo>
                <a:moveTo>
                  <a:pt x="203526" y="42986"/>
                </a:moveTo>
                <a:cubicBezTo>
                  <a:pt x="198633" y="41780"/>
                  <a:pt x="194823" y="39502"/>
                  <a:pt x="192094" y="36152"/>
                </a:cubicBezTo>
                <a:cubicBezTo>
                  <a:pt x="189366" y="32800"/>
                  <a:pt x="188002" y="28714"/>
                  <a:pt x="188002" y="23893"/>
                </a:cubicBezTo>
                <a:cubicBezTo>
                  <a:pt x="188002" y="17152"/>
                  <a:pt x="190401" y="11823"/>
                  <a:pt x="195199" y="7907"/>
                </a:cubicBezTo>
                <a:cubicBezTo>
                  <a:pt x="199997" y="3990"/>
                  <a:pt x="206574" y="2032"/>
                  <a:pt x="214929" y="2032"/>
                </a:cubicBezTo>
                <a:cubicBezTo>
                  <a:pt x="223321" y="2032"/>
                  <a:pt x="229907" y="3990"/>
                  <a:pt x="234687" y="7907"/>
                </a:cubicBezTo>
                <a:cubicBezTo>
                  <a:pt x="239466" y="11823"/>
                  <a:pt x="241856" y="17152"/>
                  <a:pt x="241856" y="23893"/>
                </a:cubicBezTo>
                <a:cubicBezTo>
                  <a:pt x="241856" y="28714"/>
                  <a:pt x="240492" y="32800"/>
                  <a:pt x="237763" y="36152"/>
                </a:cubicBezTo>
                <a:cubicBezTo>
                  <a:pt x="235035" y="39502"/>
                  <a:pt x="231243" y="41780"/>
                  <a:pt x="226388" y="42986"/>
                </a:cubicBezTo>
                <a:cubicBezTo>
                  <a:pt x="231883" y="44267"/>
                  <a:pt x="236164" y="46771"/>
                  <a:pt x="239231" y="50499"/>
                </a:cubicBezTo>
                <a:cubicBezTo>
                  <a:pt x="242298" y="54227"/>
                  <a:pt x="243832" y="58784"/>
                  <a:pt x="243832" y="64169"/>
                </a:cubicBezTo>
                <a:cubicBezTo>
                  <a:pt x="243832" y="72341"/>
                  <a:pt x="241339" y="78611"/>
                  <a:pt x="236352" y="82980"/>
                </a:cubicBezTo>
                <a:cubicBezTo>
                  <a:pt x="231365" y="87348"/>
                  <a:pt x="224224" y="89532"/>
                  <a:pt x="214929" y="89532"/>
                </a:cubicBezTo>
                <a:cubicBezTo>
                  <a:pt x="205633" y="89532"/>
                  <a:pt x="198492" y="87348"/>
                  <a:pt x="193506" y="82980"/>
                </a:cubicBezTo>
                <a:cubicBezTo>
                  <a:pt x="188519" y="78611"/>
                  <a:pt x="186026" y="72341"/>
                  <a:pt x="186026" y="64169"/>
                </a:cubicBezTo>
                <a:cubicBezTo>
                  <a:pt x="186026" y="58784"/>
                  <a:pt x="187569" y="54227"/>
                  <a:pt x="190655" y="50499"/>
                </a:cubicBezTo>
                <a:cubicBezTo>
                  <a:pt x="193741" y="46771"/>
                  <a:pt x="198031" y="44267"/>
                  <a:pt x="203526" y="42986"/>
                </a:cubicBezTo>
                <a:moveTo>
                  <a:pt x="199348" y="24951"/>
                </a:moveTo>
                <a:cubicBezTo>
                  <a:pt x="199348" y="29317"/>
                  <a:pt x="200712" y="32723"/>
                  <a:pt x="203441" y="35169"/>
                </a:cubicBezTo>
                <a:cubicBezTo>
                  <a:pt x="206169" y="37615"/>
                  <a:pt x="209999" y="38838"/>
                  <a:pt x="214929" y="38838"/>
                </a:cubicBezTo>
                <a:cubicBezTo>
                  <a:pt x="219821" y="38838"/>
                  <a:pt x="223650" y="37615"/>
                  <a:pt x="226417" y="35169"/>
                </a:cubicBezTo>
                <a:cubicBezTo>
                  <a:pt x="229183" y="32723"/>
                  <a:pt x="230566" y="29317"/>
                  <a:pt x="230566" y="24951"/>
                </a:cubicBezTo>
                <a:cubicBezTo>
                  <a:pt x="230566" y="20586"/>
                  <a:pt x="229183" y="17180"/>
                  <a:pt x="226417" y="14734"/>
                </a:cubicBezTo>
                <a:cubicBezTo>
                  <a:pt x="223650" y="12288"/>
                  <a:pt x="219821" y="11064"/>
                  <a:pt x="214929" y="11064"/>
                </a:cubicBezTo>
                <a:cubicBezTo>
                  <a:pt x="209999" y="11064"/>
                  <a:pt x="206169" y="12288"/>
                  <a:pt x="203441" y="14734"/>
                </a:cubicBezTo>
                <a:cubicBezTo>
                  <a:pt x="200712" y="17180"/>
                  <a:pt x="199348" y="20586"/>
                  <a:pt x="199348" y="24951"/>
                </a:cubicBezTo>
                <a:close/>
                <a:moveTo>
                  <a:pt x="258990" y="3500"/>
                </a:moveTo>
                <a:lnTo>
                  <a:pt x="271239" y="3500"/>
                </a:lnTo>
                <a:lnTo>
                  <a:pt x="292183" y="34830"/>
                </a:lnTo>
                <a:lnTo>
                  <a:pt x="313239" y="3500"/>
                </a:lnTo>
                <a:lnTo>
                  <a:pt x="325489" y="3500"/>
                </a:lnTo>
                <a:lnTo>
                  <a:pt x="298393" y="44002"/>
                </a:lnTo>
                <a:lnTo>
                  <a:pt x="327296" y="87838"/>
                </a:lnTo>
                <a:lnTo>
                  <a:pt x="315046" y="87838"/>
                </a:lnTo>
                <a:lnTo>
                  <a:pt x="291336" y="51992"/>
                </a:lnTo>
                <a:lnTo>
                  <a:pt x="267457" y="87838"/>
                </a:lnTo>
                <a:lnTo>
                  <a:pt x="255151" y="87838"/>
                </a:lnTo>
                <a:lnTo>
                  <a:pt x="285239" y="42817"/>
                </a:lnTo>
                <a:lnTo>
                  <a:pt x="258990" y="3500"/>
                </a:lnTo>
                <a:close/>
                <a:moveTo>
                  <a:pt x="418869" y="26419"/>
                </a:moveTo>
                <a:lnTo>
                  <a:pt x="418869" y="36242"/>
                </a:lnTo>
                <a:cubicBezTo>
                  <a:pt x="415933" y="34736"/>
                  <a:pt x="412885" y="33607"/>
                  <a:pt x="409723" y="32855"/>
                </a:cubicBezTo>
                <a:cubicBezTo>
                  <a:pt x="406562" y="32102"/>
                  <a:pt x="403288" y="31726"/>
                  <a:pt x="399901" y="31726"/>
                </a:cubicBezTo>
                <a:cubicBezTo>
                  <a:pt x="394745" y="31726"/>
                  <a:pt x="390878" y="32518"/>
                  <a:pt x="388300" y="34102"/>
                </a:cubicBezTo>
                <a:cubicBezTo>
                  <a:pt x="385722" y="35686"/>
                  <a:pt x="384433" y="38062"/>
                  <a:pt x="384433" y="41231"/>
                </a:cubicBezTo>
                <a:cubicBezTo>
                  <a:pt x="384433" y="43644"/>
                  <a:pt x="385355" y="45539"/>
                  <a:pt x="387199" y="46916"/>
                </a:cubicBezTo>
                <a:cubicBezTo>
                  <a:pt x="389043" y="48293"/>
                  <a:pt x="392750" y="49604"/>
                  <a:pt x="398320" y="50848"/>
                </a:cubicBezTo>
                <a:lnTo>
                  <a:pt x="401877" y="51642"/>
                </a:lnTo>
                <a:cubicBezTo>
                  <a:pt x="409253" y="53225"/>
                  <a:pt x="414494" y="55459"/>
                  <a:pt x="417598" y="58344"/>
                </a:cubicBezTo>
                <a:cubicBezTo>
                  <a:pt x="420703" y="61228"/>
                  <a:pt x="422256" y="65252"/>
                  <a:pt x="422256" y="70418"/>
                </a:cubicBezTo>
                <a:cubicBezTo>
                  <a:pt x="422256" y="76299"/>
                  <a:pt x="419932" y="80955"/>
                  <a:pt x="415284" y="84386"/>
                </a:cubicBezTo>
                <a:cubicBezTo>
                  <a:pt x="410636" y="87816"/>
                  <a:pt x="404248" y="89532"/>
                  <a:pt x="396119" y="89532"/>
                </a:cubicBezTo>
                <a:cubicBezTo>
                  <a:pt x="392732" y="89532"/>
                  <a:pt x="389203" y="89202"/>
                  <a:pt x="385534" y="88544"/>
                </a:cubicBezTo>
                <a:cubicBezTo>
                  <a:pt x="381865" y="87885"/>
                  <a:pt x="377998" y="86897"/>
                  <a:pt x="373933" y="85580"/>
                </a:cubicBezTo>
                <a:lnTo>
                  <a:pt x="373933" y="74854"/>
                </a:lnTo>
                <a:cubicBezTo>
                  <a:pt x="377772" y="76849"/>
                  <a:pt x="381554" y="78345"/>
                  <a:pt x="385280" y="79342"/>
                </a:cubicBezTo>
                <a:cubicBezTo>
                  <a:pt x="389006" y="80340"/>
                  <a:pt x="392694" y="80838"/>
                  <a:pt x="396344" y="80838"/>
                </a:cubicBezTo>
                <a:cubicBezTo>
                  <a:pt x="401237" y="80838"/>
                  <a:pt x="405000" y="79999"/>
                  <a:pt x="407635" y="78321"/>
                </a:cubicBezTo>
                <a:cubicBezTo>
                  <a:pt x="410269" y="76643"/>
                  <a:pt x="411586" y="74276"/>
                  <a:pt x="411586" y="71222"/>
                </a:cubicBezTo>
                <a:cubicBezTo>
                  <a:pt x="411586" y="68394"/>
                  <a:pt x="410636" y="66225"/>
                  <a:pt x="408736" y="64716"/>
                </a:cubicBezTo>
                <a:cubicBezTo>
                  <a:pt x="406835" y="63207"/>
                  <a:pt x="402667" y="61755"/>
                  <a:pt x="396232" y="60360"/>
                </a:cubicBezTo>
                <a:lnTo>
                  <a:pt x="392619" y="59512"/>
                </a:lnTo>
                <a:cubicBezTo>
                  <a:pt x="386183" y="58155"/>
                  <a:pt x="381535" y="56072"/>
                  <a:pt x="378675" y="53264"/>
                </a:cubicBezTo>
                <a:cubicBezTo>
                  <a:pt x="375815" y="50454"/>
                  <a:pt x="374385" y="46598"/>
                  <a:pt x="374385" y="41696"/>
                </a:cubicBezTo>
                <a:cubicBezTo>
                  <a:pt x="374385" y="35738"/>
                  <a:pt x="376492" y="31138"/>
                  <a:pt x="380707" y="27896"/>
                </a:cubicBezTo>
                <a:cubicBezTo>
                  <a:pt x="384923" y="24653"/>
                  <a:pt x="390906" y="23032"/>
                  <a:pt x="398659" y="23032"/>
                </a:cubicBezTo>
                <a:cubicBezTo>
                  <a:pt x="402498" y="23032"/>
                  <a:pt x="406111" y="23314"/>
                  <a:pt x="409498" y="23879"/>
                </a:cubicBezTo>
                <a:cubicBezTo>
                  <a:pt x="412885" y="24443"/>
                  <a:pt x="416008" y="25290"/>
                  <a:pt x="418869" y="26419"/>
                </a:cubicBezTo>
                <a:close/>
                <a:moveTo>
                  <a:pt x="448844" y="78354"/>
                </a:moveTo>
                <a:lnTo>
                  <a:pt x="448844" y="111886"/>
                </a:lnTo>
                <a:lnTo>
                  <a:pt x="438401" y="111886"/>
                </a:lnTo>
                <a:lnTo>
                  <a:pt x="438401" y="24613"/>
                </a:lnTo>
                <a:lnTo>
                  <a:pt x="448844" y="24613"/>
                </a:lnTo>
                <a:lnTo>
                  <a:pt x="448844" y="34209"/>
                </a:lnTo>
                <a:cubicBezTo>
                  <a:pt x="451027" y="30427"/>
                  <a:pt x="453784" y="27619"/>
                  <a:pt x="457114" y="25784"/>
                </a:cubicBezTo>
                <a:cubicBezTo>
                  <a:pt x="460445" y="23949"/>
                  <a:pt x="464425" y="23032"/>
                  <a:pt x="469054" y="23032"/>
                </a:cubicBezTo>
                <a:cubicBezTo>
                  <a:pt x="476731" y="23032"/>
                  <a:pt x="482969" y="26086"/>
                  <a:pt x="487767" y="32193"/>
                </a:cubicBezTo>
                <a:cubicBezTo>
                  <a:pt x="492566" y="38300"/>
                  <a:pt x="494965" y="46330"/>
                  <a:pt x="494965" y="56282"/>
                </a:cubicBezTo>
                <a:cubicBezTo>
                  <a:pt x="494965" y="66234"/>
                  <a:pt x="492566" y="74263"/>
                  <a:pt x="487767" y="80371"/>
                </a:cubicBezTo>
                <a:cubicBezTo>
                  <a:pt x="482969" y="86478"/>
                  <a:pt x="476731" y="89532"/>
                  <a:pt x="469054" y="89532"/>
                </a:cubicBezTo>
                <a:cubicBezTo>
                  <a:pt x="464425" y="89532"/>
                  <a:pt x="460445" y="88614"/>
                  <a:pt x="457114" y="86780"/>
                </a:cubicBezTo>
                <a:cubicBezTo>
                  <a:pt x="453784" y="84945"/>
                  <a:pt x="451027" y="82137"/>
                  <a:pt x="448844" y="78354"/>
                </a:cubicBezTo>
                <a:moveTo>
                  <a:pt x="484183" y="56282"/>
                </a:moveTo>
                <a:cubicBezTo>
                  <a:pt x="484183" y="48625"/>
                  <a:pt x="482611" y="42618"/>
                  <a:pt x="479469" y="38262"/>
                </a:cubicBezTo>
                <a:cubicBezTo>
                  <a:pt x="476327" y="33904"/>
                  <a:pt x="472008" y="31726"/>
                  <a:pt x="466513" y="31726"/>
                </a:cubicBezTo>
                <a:cubicBezTo>
                  <a:pt x="461019" y="31726"/>
                  <a:pt x="456700" y="33904"/>
                  <a:pt x="453558" y="38262"/>
                </a:cubicBezTo>
                <a:cubicBezTo>
                  <a:pt x="450415" y="42618"/>
                  <a:pt x="448844" y="48625"/>
                  <a:pt x="448844" y="56282"/>
                </a:cubicBezTo>
                <a:cubicBezTo>
                  <a:pt x="448844" y="63939"/>
                  <a:pt x="450415" y="69947"/>
                  <a:pt x="453558" y="74304"/>
                </a:cubicBezTo>
                <a:cubicBezTo>
                  <a:pt x="456700" y="78660"/>
                  <a:pt x="461019" y="80838"/>
                  <a:pt x="466513" y="80838"/>
                </a:cubicBezTo>
                <a:cubicBezTo>
                  <a:pt x="472008" y="80838"/>
                  <a:pt x="476327" y="78660"/>
                  <a:pt x="479469" y="74304"/>
                </a:cubicBezTo>
                <a:cubicBezTo>
                  <a:pt x="482611" y="69947"/>
                  <a:pt x="484183" y="63939"/>
                  <a:pt x="484183" y="56282"/>
                </a:cubicBezTo>
                <a:close/>
                <a:moveTo>
                  <a:pt x="566290" y="53629"/>
                </a:moveTo>
                <a:lnTo>
                  <a:pt x="566290" y="58709"/>
                </a:lnTo>
                <a:lnTo>
                  <a:pt x="518533" y="58709"/>
                </a:lnTo>
                <a:cubicBezTo>
                  <a:pt x="518984" y="65879"/>
                  <a:pt x="521139" y="71340"/>
                  <a:pt x="524996" y="75094"/>
                </a:cubicBezTo>
                <a:cubicBezTo>
                  <a:pt x="528854" y="78848"/>
                  <a:pt x="534226" y="80725"/>
                  <a:pt x="541113" y="80725"/>
                </a:cubicBezTo>
                <a:cubicBezTo>
                  <a:pt x="545102" y="80725"/>
                  <a:pt x="548969" y="80236"/>
                  <a:pt x="552714" y="79258"/>
                </a:cubicBezTo>
                <a:cubicBezTo>
                  <a:pt x="556459" y="78279"/>
                  <a:pt x="560175" y="76811"/>
                  <a:pt x="563863" y="74854"/>
                </a:cubicBezTo>
                <a:lnTo>
                  <a:pt x="563863" y="84677"/>
                </a:lnTo>
                <a:cubicBezTo>
                  <a:pt x="560137" y="86258"/>
                  <a:pt x="556317" y="87462"/>
                  <a:pt x="552403" y="88290"/>
                </a:cubicBezTo>
                <a:cubicBezTo>
                  <a:pt x="548490" y="89118"/>
                  <a:pt x="544519" y="89532"/>
                  <a:pt x="540492" y="89532"/>
                </a:cubicBezTo>
                <a:cubicBezTo>
                  <a:pt x="530406" y="89532"/>
                  <a:pt x="522418" y="86592"/>
                  <a:pt x="516529" y="80711"/>
                </a:cubicBezTo>
                <a:cubicBezTo>
                  <a:pt x="510639" y="74830"/>
                  <a:pt x="507694" y="66875"/>
                  <a:pt x="507694" y="56848"/>
                </a:cubicBezTo>
                <a:cubicBezTo>
                  <a:pt x="507694" y="46481"/>
                  <a:pt x="510488" y="38253"/>
                  <a:pt x="516077" y="32165"/>
                </a:cubicBezTo>
                <a:cubicBezTo>
                  <a:pt x="521666" y="26076"/>
                  <a:pt x="529202" y="23032"/>
                  <a:pt x="538686" y="23032"/>
                </a:cubicBezTo>
                <a:cubicBezTo>
                  <a:pt x="547191" y="23032"/>
                  <a:pt x="553918" y="25775"/>
                  <a:pt x="558867" y="31262"/>
                </a:cubicBezTo>
                <a:cubicBezTo>
                  <a:pt x="563816" y="36747"/>
                  <a:pt x="566290" y="44203"/>
                  <a:pt x="566290" y="53629"/>
                </a:cubicBezTo>
                <a:moveTo>
                  <a:pt x="555903" y="50580"/>
                </a:moveTo>
                <a:cubicBezTo>
                  <a:pt x="555828" y="44880"/>
                  <a:pt x="554238" y="40331"/>
                  <a:pt x="551133" y="36935"/>
                </a:cubicBezTo>
                <a:cubicBezTo>
                  <a:pt x="548029" y="33537"/>
                  <a:pt x="543917" y="31839"/>
                  <a:pt x="538799" y="31839"/>
                </a:cubicBezTo>
                <a:cubicBezTo>
                  <a:pt x="533003" y="31839"/>
                  <a:pt x="528365" y="33481"/>
                  <a:pt x="524883" y="36766"/>
                </a:cubicBezTo>
                <a:cubicBezTo>
                  <a:pt x="521402" y="40049"/>
                  <a:pt x="519398" y="44673"/>
                  <a:pt x="518871" y="50637"/>
                </a:cubicBezTo>
                <a:lnTo>
                  <a:pt x="555903" y="50580"/>
                </a:lnTo>
                <a:close/>
                <a:moveTo>
                  <a:pt x="637391" y="53629"/>
                </a:moveTo>
                <a:lnTo>
                  <a:pt x="637391" y="58709"/>
                </a:lnTo>
                <a:lnTo>
                  <a:pt x="589634" y="58709"/>
                </a:lnTo>
                <a:cubicBezTo>
                  <a:pt x="590085" y="65879"/>
                  <a:pt x="592240" y="71340"/>
                  <a:pt x="596097" y="75094"/>
                </a:cubicBezTo>
                <a:cubicBezTo>
                  <a:pt x="599955" y="78848"/>
                  <a:pt x="605327" y="80725"/>
                  <a:pt x="612214" y="80725"/>
                </a:cubicBezTo>
                <a:cubicBezTo>
                  <a:pt x="616203" y="80725"/>
                  <a:pt x="620070" y="80236"/>
                  <a:pt x="623815" y="79258"/>
                </a:cubicBezTo>
                <a:cubicBezTo>
                  <a:pt x="627559" y="78279"/>
                  <a:pt x="631276" y="76811"/>
                  <a:pt x="634964" y="74854"/>
                </a:cubicBezTo>
                <a:lnTo>
                  <a:pt x="634964" y="84677"/>
                </a:lnTo>
                <a:cubicBezTo>
                  <a:pt x="631238" y="86258"/>
                  <a:pt x="627418" y="87462"/>
                  <a:pt x="623504" y="88290"/>
                </a:cubicBezTo>
                <a:cubicBezTo>
                  <a:pt x="619590" y="89118"/>
                  <a:pt x="615620" y="89532"/>
                  <a:pt x="611593" y="89532"/>
                </a:cubicBezTo>
                <a:cubicBezTo>
                  <a:pt x="601507" y="89532"/>
                  <a:pt x="593519" y="86592"/>
                  <a:pt x="587630" y="80711"/>
                </a:cubicBezTo>
                <a:cubicBezTo>
                  <a:pt x="581740" y="74830"/>
                  <a:pt x="578795" y="66875"/>
                  <a:pt x="578795" y="56848"/>
                </a:cubicBezTo>
                <a:cubicBezTo>
                  <a:pt x="578795" y="46481"/>
                  <a:pt x="581589" y="38253"/>
                  <a:pt x="587178" y="32165"/>
                </a:cubicBezTo>
                <a:cubicBezTo>
                  <a:pt x="592767" y="26076"/>
                  <a:pt x="600303" y="23032"/>
                  <a:pt x="609787" y="23032"/>
                </a:cubicBezTo>
                <a:cubicBezTo>
                  <a:pt x="618292" y="23032"/>
                  <a:pt x="625019" y="25775"/>
                  <a:pt x="629968" y="31262"/>
                </a:cubicBezTo>
                <a:cubicBezTo>
                  <a:pt x="634917" y="36747"/>
                  <a:pt x="637391" y="44203"/>
                  <a:pt x="637391" y="53629"/>
                </a:cubicBezTo>
                <a:moveTo>
                  <a:pt x="627004" y="50580"/>
                </a:moveTo>
                <a:cubicBezTo>
                  <a:pt x="626929" y="44880"/>
                  <a:pt x="625339" y="40331"/>
                  <a:pt x="622234" y="36935"/>
                </a:cubicBezTo>
                <a:cubicBezTo>
                  <a:pt x="619129" y="33537"/>
                  <a:pt x="615018" y="31839"/>
                  <a:pt x="609900" y="31839"/>
                </a:cubicBezTo>
                <a:cubicBezTo>
                  <a:pt x="604104" y="31839"/>
                  <a:pt x="599466" y="33481"/>
                  <a:pt x="595984" y="36766"/>
                </a:cubicBezTo>
                <a:cubicBezTo>
                  <a:pt x="592503" y="40049"/>
                  <a:pt x="590499" y="44673"/>
                  <a:pt x="589972" y="50637"/>
                </a:cubicBezTo>
                <a:lnTo>
                  <a:pt x="627004" y="50580"/>
                </a:lnTo>
                <a:close/>
                <a:moveTo>
                  <a:pt x="696017" y="34209"/>
                </a:moveTo>
                <a:lnTo>
                  <a:pt x="696017" y="0"/>
                </a:lnTo>
                <a:lnTo>
                  <a:pt x="706404" y="0"/>
                </a:lnTo>
                <a:lnTo>
                  <a:pt x="706404" y="87838"/>
                </a:lnTo>
                <a:lnTo>
                  <a:pt x="696017" y="87838"/>
                </a:lnTo>
                <a:lnTo>
                  <a:pt x="696017" y="78354"/>
                </a:lnTo>
                <a:cubicBezTo>
                  <a:pt x="693835" y="82137"/>
                  <a:pt x="691078" y="84945"/>
                  <a:pt x="687747" y="86780"/>
                </a:cubicBezTo>
                <a:cubicBezTo>
                  <a:pt x="684417" y="88614"/>
                  <a:pt x="680418" y="89532"/>
                  <a:pt x="675751" y="89532"/>
                </a:cubicBezTo>
                <a:cubicBezTo>
                  <a:pt x="668112" y="89532"/>
                  <a:pt x="661893" y="86478"/>
                  <a:pt x="657094" y="80371"/>
                </a:cubicBezTo>
                <a:cubicBezTo>
                  <a:pt x="652296" y="74263"/>
                  <a:pt x="649897" y="66234"/>
                  <a:pt x="649897" y="56282"/>
                </a:cubicBezTo>
                <a:cubicBezTo>
                  <a:pt x="649897" y="46330"/>
                  <a:pt x="652296" y="38300"/>
                  <a:pt x="657094" y="32193"/>
                </a:cubicBezTo>
                <a:cubicBezTo>
                  <a:pt x="661893" y="26086"/>
                  <a:pt x="668112" y="23032"/>
                  <a:pt x="675751" y="23032"/>
                </a:cubicBezTo>
                <a:cubicBezTo>
                  <a:pt x="680418" y="23032"/>
                  <a:pt x="684417" y="23949"/>
                  <a:pt x="687747" y="25784"/>
                </a:cubicBezTo>
                <a:cubicBezTo>
                  <a:pt x="691078" y="27619"/>
                  <a:pt x="693835" y="30427"/>
                  <a:pt x="696017" y="34209"/>
                </a:cubicBezTo>
                <a:moveTo>
                  <a:pt x="660622" y="56282"/>
                </a:moveTo>
                <a:cubicBezTo>
                  <a:pt x="660622" y="63939"/>
                  <a:pt x="662194" y="69947"/>
                  <a:pt x="665336" y="74304"/>
                </a:cubicBezTo>
                <a:cubicBezTo>
                  <a:pt x="668479" y="78660"/>
                  <a:pt x="672797" y="80838"/>
                  <a:pt x="678292" y="80838"/>
                </a:cubicBezTo>
                <a:cubicBezTo>
                  <a:pt x="683786" y="80838"/>
                  <a:pt x="688114" y="78660"/>
                  <a:pt x="691275" y="74304"/>
                </a:cubicBezTo>
                <a:cubicBezTo>
                  <a:pt x="694437" y="69947"/>
                  <a:pt x="696017" y="63939"/>
                  <a:pt x="696017" y="56282"/>
                </a:cubicBezTo>
                <a:cubicBezTo>
                  <a:pt x="696017" y="48625"/>
                  <a:pt x="694437" y="42618"/>
                  <a:pt x="691275" y="38262"/>
                </a:cubicBezTo>
                <a:cubicBezTo>
                  <a:pt x="688114" y="33904"/>
                  <a:pt x="683786" y="31726"/>
                  <a:pt x="678292" y="31726"/>
                </a:cubicBezTo>
                <a:cubicBezTo>
                  <a:pt x="672797" y="31726"/>
                  <a:pt x="668479" y="33904"/>
                  <a:pt x="665336" y="38262"/>
                </a:cubicBezTo>
                <a:cubicBezTo>
                  <a:pt x="662194" y="42618"/>
                  <a:pt x="660622" y="48625"/>
                  <a:pt x="660622" y="56282"/>
                </a:cubicBezTo>
                <a:close/>
                <a:moveTo>
                  <a:pt x="726754" y="62887"/>
                </a:moveTo>
                <a:lnTo>
                  <a:pt x="726754" y="24613"/>
                </a:lnTo>
                <a:lnTo>
                  <a:pt x="737141" y="24613"/>
                </a:lnTo>
                <a:lnTo>
                  <a:pt x="737141" y="62492"/>
                </a:lnTo>
                <a:cubicBezTo>
                  <a:pt x="737141" y="68494"/>
                  <a:pt x="738307" y="72996"/>
                  <a:pt x="740641" y="75997"/>
                </a:cubicBezTo>
                <a:cubicBezTo>
                  <a:pt x="742974" y="78999"/>
                  <a:pt x="746474" y="80499"/>
                  <a:pt x="751141" y="80499"/>
                </a:cubicBezTo>
                <a:cubicBezTo>
                  <a:pt x="756748" y="80499"/>
                  <a:pt x="761180" y="78707"/>
                  <a:pt x="764435" y="75123"/>
                </a:cubicBezTo>
                <a:cubicBezTo>
                  <a:pt x="767690" y="71537"/>
                  <a:pt x="769318" y="66649"/>
                  <a:pt x="769318" y="60459"/>
                </a:cubicBezTo>
                <a:lnTo>
                  <a:pt x="769318" y="24613"/>
                </a:lnTo>
                <a:lnTo>
                  <a:pt x="779705" y="24613"/>
                </a:lnTo>
                <a:lnTo>
                  <a:pt x="779705" y="87838"/>
                </a:lnTo>
                <a:lnTo>
                  <a:pt x="769318" y="87838"/>
                </a:lnTo>
                <a:lnTo>
                  <a:pt x="769318" y="78129"/>
                </a:lnTo>
                <a:cubicBezTo>
                  <a:pt x="766796" y="81986"/>
                  <a:pt x="763870" y="84851"/>
                  <a:pt x="760540" y="86723"/>
                </a:cubicBezTo>
                <a:cubicBezTo>
                  <a:pt x="757209" y="88596"/>
                  <a:pt x="753342" y="89532"/>
                  <a:pt x="748939" y="89532"/>
                </a:cubicBezTo>
                <a:cubicBezTo>
                  <a:pt x="741676" y="89532"/>
                  <a:pt x="736162" y="87269"/>
                  <a:pt x="732399" y="82743"/>
                </a:cubicBezTo>
                <a:cubicBezTo>
                  <a:pt x="728635" y="78218"/>
                  <a:pt x="726754" y="71599"/>
                  <a:pt x="726754" y="62887"/>
                </a:cubicBezTo>
                <a:moveTo>
                  <a:pt x="752891" y="23032"/>
                </a:moveTo>
                <a:lnTo>
                  <a:pt x="752891" y="23032"/>
                </a:lnTo>
                <a:close/>
                <a:moveTo>
                  <a:pt x="811173" y="78354"/>
                </a:moveTo>
                <a:lnTo>
                  <a:pt x="811173" y="111886"/>
                </a:lnTo>
                <a:lnTo>
                  <a:pt x="800730" y="111886"/>
                </a:lnTo>
                <a:lnTo>
                  <a:pt x="800730" y="24613"/>
                </a:lnTo>
                <a:lnTo>
                  <a:pt x="811173" y="24613"/>
                </a:lnTo>
                <a:lnTo>
                  <a:pt x="811173" y="34209"/>
                </a:lnTo>
                <a:cubicBezTo>
                  <a:pt x="813356" y="30427"/>
                  <a:pt x="816113" y="27619"/>
                  <a:pt x="819443" y="25784"/>
                </a:cubicBezTo>
                <a:cubicBezTo>
                  <a:pt x="822774" y="23949"/>
                  <a:pt x="826754" y="23032"/>
                  <a:pt x="831383" y="23032"/>
                </a:cubicBezTo>
                <a:cubicBezTo>
                  <a:pt x="839060" y="23032"/>
                  <a:pt x="845298" y="26086"/>
                  <a:pt x="850096" y="32193"/>
                </a:cubicBezTo>
                <a:cubicBezTo>
                  <a:pt x="854895" y="38300"/>
                  <a:pt x="857294" y="46330"/>
                  <a:pt x="857294" y="56282"/>
                </a:cubicBezTo>
                <a:cubicBezTo>
                  <a:pt x="857294" y="66234"/>
                  <a:pt x="854895" y="74263"/>
                  <a:pt x="850096" y="80371"/>
                </a:cubicBezTo>
                <a:cubicBezTo>
                  <a:pt x="845298" y="86478"/>
                  <a:pt x="839060" y="89532"/>
                  <a:pt x="831383" y="89532"/>
                </a:cubicBezTo>
                <a:cubicBezTo>
                  <a:pt x="826754" y="89532"/>
                  <a:pt x="822774" y="88614"/>
                  <a:pt x="819443" y="86780"/>
                </a:cubicBezTo>
                <a:cubicBezTo>
                  <a:pt x="816113" y="84945"/>
                  <a:pt x="813356" y="82137"/>
                  <a:pt x="811173" y="78354"/>
                </a:cubicBezTo>
                <a:moveTo>
                  <a:pt x="846512" y="56282"/>
                </a:moveTo>
                <a:cubicBezTo>
                  <a:pt x="846512" y="48625"/>
                  <a:pt x="844940" y="42618"/>
                  <a:pt x="841798" y="38262"/>
                </a:cubicBezTo>
                <a:cubicBezTo>
                  <a:pt x="838656" y="33904"/>
                  <a:pt x="834337" y="31726"/>
                  <a:pt x="828842" y="31726"/>
                </a:cubicBezTo>
                <a:cubicBezTo>
                  <a:pt x="823348" y="31726"/>
                  <a:pt x="819029" y="33904"/>
                  <a:pt x="815887" y="38262"/>
                </a:cubicBezTo>
                <a:cubicBezTo>
                  <a:pt x="812744" y="42618"/>
                  <a:pt x="811173" y="48625"/>
                  <a:pt x="811173" y="56282"/>
                </a:cubicBezTo>
                <a:cubicBezTo>
                  <a:pt x="811173" y="63939"/>
                  <a:pt x="812744" y="69947"/>
                  <a:pt x="815887" y="74304"/>
                </a:cubicBezTo>
                <a:cubicBezTo>
                  <a:pt x="819029" y="78660"/>
                  <a:pt x="823348" y="80838"/>
                  <a:pt x="828842" y="80838"/>
                </a:cubicBezTo>
                <a:cubicBezTo>
                  <a:pt x="834337" y="80838"/>
                  <a:pt x="838656" y="78660"/>
                  <a:pt x="841798" y="74304"/>
                </a:cubicBezTo>
                <a:cubicBezTo>
                  <a:pt x="844940" y="69947"/>
                  <a:pt x="846512" y="63939"/>
                  <a:pt x="846512" y="56282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804E53-6274-4087-B1DE-B357C73E17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16715" y="241614"/>
            <a:ext cx="1612790" cy="1201788"/>
          </a:xfrm>
          <a:custGeom xmlns:a="http://schemas.openxmlformats.org/drawingml/2006/main">
            <a:pathLst>
              <a:path w="1612790" h="1201788">
                <a:moveTo>
                  <a:pt x="0" y="1201788"/>
                </a:moveTo>
                <a:lnTo>
                  <a:pt x="1612790" y="1201788"/>
                </a:lnTo>
                <a:lnTo>
                  <a:pt x="1612790" y="0"/>
                </a:lnTo>
                <a:lnTo>
                  <a:pt x="0" y="0"/>
                </a:lnTo>
                <a:lnTo>
                  <a:pt x="0" y="1201788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5B9314-2BC7-4670-9C38-3343C49452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7" y="986187"/>
            <a:ext cx="8078" cy="16157"/>
          </a:xfrm>
          <a:custGeom xmlns:a="http://schemas.openxmlformats.org/drawingml/2006/main">
            <a:pathLst>
              <a:path w="8078" h="16157">
                <a:moveTo>
                  <a:pt x="7811" y="4"/>
                </a:move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  <a:lnTo>
                  <a:pt x="8078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ABD5D8-437D-4912-AA78-6482937171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7" y="986187"/>
            <a:ext cx="8078" cy="16157"/>
          </a:xfrm>
          <a:custGeom xmlns:a="http://schemas.openxmlformats.org/drawingml/2006/main">
            <a:pathLst>
              <a:path w="8078" h="16157" fill="none">
                <a:moveTo>
                  <a:pt x="8078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9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90E12A-BCD3-45DD-8FE3-AADB285E77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5577" y="98770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D1F6E9-063E-4854-82D2-81F8257145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5577" y="98770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9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A50A72-DC38-4FCA-8245-563BD4D178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4151" y="98721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E19C67-9E65-477A-BD61-B8C946FAF1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4151" y="98721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9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AF18C1-9F47-4445-AD44-3E88FF03D9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7384" y="98794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484059-9174-4808-BB08-855E4469A7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7384" y="98794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9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F80369-0808-4C77-95D8-52459C05B0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6902" y="98815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D0CD30-D669-4FA5-8E61-D80E3C9275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6902" y="98815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9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4EB728-7A91-4D1F-BFFA-0A49A52040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6" y="982414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3A3ED4-0A63-4C2C-BCE0-048C4901B8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6" y="982414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9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D35E35-59DA-4138-A886-B578E3D782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6571" y="99077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D7D99A-FA84-4499-B6A8-979750E0B1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6571" y="99077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9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61794C-2D85-471C-B2D7-7E4CAC8E8E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6458" y="100319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AAE7DA-4027-44F9-9D44-8C7614DF96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6458" y="100319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9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820789-8DE1-420C-90EE-A6CD4C23D2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3820" y="99479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02555D-0F73-45AF-9757-C7B03B29F1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3820" y="99479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9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80B347-9B66-4368-9754-0B0CA16D1D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9254" y="99654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80EC43-B8AA-4EE1-9E9A-8B6B953075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9254" y="99654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9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F8927F-50F3-4515-BBE2-16E1B80196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3218" y="100527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257D90-A035-4CA1-B062-0C83BD5158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3218" y="100527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9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E75A94-9BA7-404F-AAC7-7ABDD019A3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7287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DB596E-A1A9-4389-8F72-0755C86612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7287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9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EA81D3-FCC1-4E63-A18D-FA25A6A0D6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9619" y="100682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35BC98-ACE1-4D37-8AD8-73AA2E4AC6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9619" y="100682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29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B11499-2284-49ED-B90F-838F201F52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6354" y="100863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43ABB4-5E21-449F-A9E1-EA807CD18A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6354" y="100863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0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548A9F-675F-4EA5-B8F3-B3F61F6CEC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8399" y="101146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0A2D3B-A0C4-4BAA-BB0B-5F65525F82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8399" y="101146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0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304886-A71F-4B4B-AF78-D3A4782492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7123" y="101278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B8E89E-12D2-4C4D-B2D9-8F2C497BE8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7123" y="101278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0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96EF2C-5AF9-45FB-931B-FF27D4AB3F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0603" y="100478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480FCE-795D-4BDA-95D6-B224E3BDD0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0603" y="100478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0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FDC027-8967-43F4-9FB7-DDEE6C4525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5541" y="100936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8E21CC-59FE-43D9-97AD-80B6E1C18F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5541" y="100936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0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5592D1-FE35-43F9-9483-3BDDA7E2D0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8447" y="100966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E6998F-1915-454C-B0F7-1519DF38DD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8447" y="100966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0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A0150B-0613-4077-A604-9BCD7DB429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3230" y="101028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845694-F55A-4828-8058-9A0AA89321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3230" y="101028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0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6638A0-83DF-4046-8493-54666515BC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0349" y="101255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BF0D5B-D176-4104-B510-47D0306011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0349" y="101255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0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B8D1A1-BB79-48CA-9AFF-F84938E78E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5796" y="101157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8CC437-F8E5-4B2E-8934-023D9E36E0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5796" y="101157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0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7575A1-0B83-48B3-939A-133FC24AA3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2552" y="100747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4A46A0-0484-45CB-A43D-0E90AC8ED1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2552" y="100747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0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E61436-5043-4CFB-A5E3-8EF92BE30C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1358" y="101442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7CDAB4-7A4F-48B0-BBCC-7DF239C64E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1358" y="101442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0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B8DD63-5435-45C6-ABD0-A87ABBE12D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7895" y="100989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E7F5E7-7347-4932-8854-FF2039F784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7895" y="100989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0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D2B925-63F1-43CD-936E-FF28DECA3E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9943" y="100855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C52D39-988B-407D-BBDC-C06EBF4403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9943" y="100855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0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3286E6-8444-4003-8B07-06B12C68A0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7334" y="100712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26C81D-D002-4EBA-9856-7B2397296C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7334" y="100712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0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B7ED12-E3B5-463E-8E55-7817815B08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0159" y="101104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3218C1-4983-40A8-A23C-45B2C8F074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0159" y="101104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0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B57454-C4B7-4BCB-8C9C-6748A95F6A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9337" y="101346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E12A1E-31E3-4BDA-966F-71257C05CE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9337" y="101346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0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646D51-93A0-4BE9-8C4C-C86D8FAF99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9301" y="101048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D3CE3B-8019-4DC4-AD03-47B7B7D000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9301" y="101048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0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0E16C9-3C00-4D81-88A9-EF8D5B965A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0266" y="101067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7B4FD5-83BA-4021-B25E-EC4AC2B9A3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0266" y="101067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0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82E89D-2EF2-433D-9DD3-CEC7177059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4321" y="101258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AFF892-10C2-4630-A0C8-AC4F4C2318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4321" y="101258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0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9035E1-3B50-4A3C-B98A-D3CA7DF82F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0415" y="101157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ADAD4A-9BFA-4AED-92E0-71067CEACB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0415" y="101157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0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64BDC1-379B-4D57-8473-B76857FAE5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2795" y="100703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B44DDD-9830-452A-B291-1AA00BB580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2795" y="100703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0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CACF42-AAF4-443E-B80B-EA492D1DC2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6943" y="101218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6EE344-8343-43CF-8552-5C1AFD0293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6943" y="101218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0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4116F5-D584-4018-9903-D9593D0ADB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5475" y="100911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EB2DB5-ABBE-49B3-B10B-6DA05A68E7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5475" y="100911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0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E5921D-B872-49B1-B886-40219384A3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9435" y="100947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1C5F53-3E1B-4D8D-A62A-73017B95C3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9435" y="100947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0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696A5E-2971-4418-9658-25EEDB6A6C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9827" y="101265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CF79F7-554E-47F3-A832-1C31E5921A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9827" y="101265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0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AA85DE-5571-4411-8A8B-E22D554B93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3351" y="100457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5ACECA-70EB-4991-BEDD-F7013876D8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3351" y="100457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0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F88281-6B3E-4C3E-A8D8-FDA02E5B31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0871" y="101045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6BC7C6-932F-47DE-B3FF-BE0FA0B275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0871" y="101045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0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A64F7B-F332-4628-BD97-2411345923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4902" y="101080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6F2CE4-232E-4406-8129-D2C0BF937B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4902" y="101080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0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E07AA1-E925-42FF-A61C-FDE56D6A8D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5627" y="101126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69CF72-1F13-43B8-A1B2-3B76C1EA10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5627" y="101126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0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5A4305-B8FC-4365-BE15-E439457B7C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6654" y="100909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008CD7-DAA0-4809-A9DE-BDF9B2BF97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6654" y="100909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0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2230EF-28BF-49F9-84F0-F090F85B06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0329" y="100580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3E1A22-A945-476B-A226-1C076ECFF0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0329" y="100580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0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D9667D-C375-49FE-99A8-6BC670BE4B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5844" y="100365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770A48-CE4A-45A6-8522-9BFFC00D57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5844" y="100365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0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CE26EA-1A3D-4F1F-B521-029A11CC03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8817" y="101171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80DE78-B668-4DD8-A2CB-6204C189B9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8817" y="101171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0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DA4E54-0CED-4637-81EC-A79CD5A7B2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4647" y="100460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C875D1-1563-43EA-9E4A-D04184F06D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4647" y="100460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0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479650-658C-4A93-8B08-99D43BC66E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0239" y="100826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71B0A5-A21C-45FB-9A22-01F3F1E13B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0239" y="100826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0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2D83B7-3F09-4E2C-81F2-BC71C1EBAB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7005" y="101268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254806-D91E-4121-8452-22485F8B04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7005" y="101268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0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AB7F26-486B-4A88-B604-0BFE99CDB6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7244" y="100839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12D030-8B57-4B12-A78E-8D838E095C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7244" y="100839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0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7B16FF-C367-4436-9B36-273B93B31F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7126" y="101440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253222-9D43-4644-A22A-16F853045E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7126" y="101440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0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C1AF43-F504-4B33-AB5B-706BA33605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8662" y="101026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818412-251D-46A6-9E97-43825F60E0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8662" y="101026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0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687579-D0B0-4CB4-AEB8-E1A6EBFAB0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1632" y="101168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6B9EC0-D500-45B7-98B8-C196926A58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1632" y="101168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0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18E167-6EF8-40FB-A9DC-9E367DB77D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4387" y="100844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A33AF7-0FB5-4A75-B17A-FBBB560AB6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4387" y="100844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0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B44D3C-88F1-46AC-BDF6-103E8F7C36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02506" y="101171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14D97E-4CF4-43AF-BD64-4427D7FA5E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02506" y="101171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0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9A6BAE-573F-4080-9842-685E6D38E4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6980" y="100902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2801D6-10C3-4A8E-AE47-3150477C67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6980" y="100902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0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1C662C-3866-415D-82F4-A4E9385BF7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1679" y="100696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CB3517-6510-4D46-A6DD-31808A57DC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1679" y="100696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0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4E3AC4-9E9A-490B-A22A-3D73F2B3AA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1803" y="100879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E0F3C2-CFD1-4C56-BF94-212BFA78F7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1803" y="100879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0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B7C45C-827B-485B-982C-6AA26642E3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5636" y="100796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E9C81C-92E0-49B5-845C-1BD1CF9627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5636" y="100796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0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BF8FDD-2E24-45AB-A9D4-2882CFB7D8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4420" y="101157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858C92-625B-4245-848E-BD7C52169A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4420" y="101157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0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71D29D-E4C5-40A3-AF44-90EBE9CBC5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7231" y="100871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07E16F-A76B-4D8E-9D44-881DA37064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7231" y="100871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0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69D3ED-64E9-4156-8934-B1CBFF2EA5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7547" y="101673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09131B-F88A-4D22-AC5E-9BA5F200BB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7547" y="101673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0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F18B57-043E-4517-BF08-578186FCC3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1007552"/>
            <a:ext cx="8082" cy="16157"/>
          </a:xfrm>
          <a:custGeom xmlns:a="http://schemas.openxmlformats.org/drawingml/2006/main">
            <a:pathLst>
              <a:path w="8082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2" y="16157"/>
                </a:lnTo>
                <a:lnTo>
                  <a:pt x="8082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1A0AC7-F4D7-4C93-8E2E-704968D814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1007552"/>
            <a:ext cx="8082" cy="16157"/>
          </a:xfrm>
          <a:custGeom xmlns:a="http://schemas.openxmlformats.org/drawingml/2006/main">
            <a:pathLst>
              <a:path w="8082" h="16157" fill="none">
                <a:moveTo>
                  <a:pt x="8079" y="16157"/>
                </a:moveTo>
                <a:lnTo>
                  <a:pt x="8082" y="16157"/>
                </a:lnTo>
                <a:moveTo>
                  <a:pt x="8082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0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552849-EF99-4CF9-BD8A-3212D7F3DA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3599" y="101352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3D12FC-1A21-4383-B638-F843B74405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3599" y="101352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1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6D3409-653D-48DC-B4D8-D4CC9B40AA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1011053"/>
            <a:ext cx="8082" cy="16157"/>
          </a:xfrm>
          <a:custGeom xmlns:a="http://schemas.openxmlformats.org/drawingml/2006/main">
            <a:pathLst>
              <a:path w="8082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2" y="16157"/>
                </a:lnTo>
                <a:lnTo>
                  <a:pt x="8082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71B799-C28B-442F-862B-8405E9415C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1011053"/>
            <a:ext cx="8082" cy="16157"/>
          </a:xfrm>
          <a:custGeom xmlns:a="http://schemas.openxmlformats.org/drawingml/2006/main">
            <a:pathLst>
              <a:path w="8082" h="16157" fill="none">
                <a:moveTo>
                  <a:pt x="8079" y="16157"/>
                </a:moveTo>
                <a:lnTo>
                  <a:pt x="8082" y="16157"/>
                </a:lnTo>
                <a:moveTo>
                  <a:pt x="8082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1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4D5BA5-09A4-45D6-BF3C-09B67AA56B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7631" y="101126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D2A1D5-87B7-400A-B8E6-80214424A5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7631" y="101126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1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BA8E44-646C-43AB-AC74-F039388C1B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3612" y="100411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8291D7-03E3-4CD2-A36C-ED52F69AA7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3612" y="100411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1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F21238-6E86-4626-8A46-B54EA76F23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6385" y="100672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5FD141-D194-409B-98D4-2760752C00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6385" y="100672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1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85EA92-9324-42A9-9190-5C0B63CE22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1005" y="100841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52CF93-69AA-4272-9BA7-6FEA9B613C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1005" y="100841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1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AB07EF-A1BD-4D95-8ED8-48F164088F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7178" y="101235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A82835-128A-49C3-9F8E-6BC418C606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7178" y="101235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1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74C695-25E2-43D8-9880-6DEC4FA75F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2125" y="101419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AB57A8-BA15-4F25-83CF-C00B0B3F09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2125" y="101419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1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E81D82-2ECD-4887-8440-6B7053CC11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6811" y="101130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AD786B-9FD5-4EED-95AF-2F7F697609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6811" y="101130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1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862A9B-2FDF-46AD-8D24-4055A1A163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0254" y="101011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79CF61-9CB4-424C-80C6-2ADBEEF1E6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0254" y="101011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1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14E247-778C-4B51-885C-EB612C04AD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5481" y="100901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8FA8C0-4383-464E-A0E1-C470B811BB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5481" y="100901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1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0DD1A0-E2B2-48E9-BCA2-73915771E0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9973" y="100908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DA6F6E-8E7F-440E-A200-21F851316D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9973" y="100908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1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19CE37-799E-4EB2-A4A6-FB54785347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6688" y="101021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1B580A-AB3A-46F2-B4A0-585C712864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6688" y="101021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1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297B90-7F32-47B6-9DA5-0943CBB92C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5751" y="101165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6EAE15-3F14-4A18-AC64-6C4895D0F1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5751" y="101165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1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DE57F9-F38B-42C3-AF40-5CE3686B97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4461" y="101164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A1B5BC-4B8C-4BC4-B8C2-E281C2485E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4461" y="101164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1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3C6ABE-1D25-4F8E-92CE-6A1F74B873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3535" y="100963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28B6F2-326A-49CD-BBF3-02F6811748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3535" y="100963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1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CDF185-14A0-4DF6-B2A0-7F9659E237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0982" y="100986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5A45EB-9C33-4524-911F-3EBA7FF1B2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0982" y="100986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1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C870D1-0D90-4127-AF1C-18E5249305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2756" y="101069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C398B4-9192-4B99-8A11-D18F5BC384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2756" y="101069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1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5D10FB-0190-4D95-8692-1495F6F6DC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7543" y="101053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FFD9C6-4DC5-406E-8192-63DC2C6439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7543" y="101053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1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37DD65-A859-4788-97C1-0DEC4B8650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2631" y="100734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68447F-6449-4846-AEEA-1F666BF4E5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2631" y="100734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1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E45A03-D25D-41B2-BFCE-B1FCC88871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2533" y="99747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A2D00B-0992-44DD-B53A-6AE613D9A6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2533" y="99747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1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C544CF-8502-4291-88B5-B6D037202A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2845" y="101096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2C8054-7CBD-4662-8715-AA42DE3E90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2845" y="101096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1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FA8835-7A7B-4946-835E-4D12536DDD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0323" y="101207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601461-EC35-418D-8C9B-CFBE0560B6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0323" y="101207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1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96D7B1-C9BA-4A1C-88F3-9FFEFD97F7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5177" y="101113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FE0E30-5D06-4046-BAAC-6111518022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5177" y="101113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1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697532-6BC0-4C9F-AD18-5CAF042505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4254" y="101151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BB04CF-3F20-46E6-BBF7-60D9464295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4254" y="101151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1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D890BF-50E0-4F4D-B0D2-5AC1396608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5244" y="101186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D79EAE-186B-48A4-810C-EC91B209C5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5244" y="101186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1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F137E2-B098-4D8E-8B02-FC37CB4549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7004" y="101591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B54C84-A3FF-4143-A59A-6B0A04FD19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7004" y="101591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1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F15DFD-DD99-4810-BD09-4643A086EA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1171" y="101301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063DF8-3412-4DEF-8CE8-121BD258AB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1171" y="101301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1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E07854-C9C7-4E96-A0D3-3C4E9CC7F3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0909" y="101349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DE874C-2903-487F-884A-7112781C0B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0909" y="101349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1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7E8AB6-9ED6-436F-A1F0-DD4E614406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0225" y="101083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2AB234-8F8B-4F84-96EF-DC671DA146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0225" y="101083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1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9DD369-8588-436E-9BD1-5567ACCF79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5631" y="101427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4D9A95-1431-4BBC-ABBD-00F44E88C1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5631" y="101427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1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8FC689-9EA4-40BA-8A59-2FA2D4AB3A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4886" y="101047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DEB277-1A23-4C90-9B18-F71D2510D3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4886" y="101047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1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A26384-FA97-479B-A24F-E9B1CC398C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3379" y="100922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15CE99-9C19-45A7-95C1-3191C1337A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3379" y="100922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1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3EFDC3-4B2F-494B-9D63-1DD1C51178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7667" y="101217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822EE6-9522-49C4-8ACE-17967945FC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7667" y="101217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1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EC5E59-D5DC-446B-BB79-AEC302930D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2784" y="101251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F9E365-6D6D-4AA2-AFD2-B6FD025194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2784" y="101251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1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E2BC33-50E7-420D-B3B6-D144251829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4667" y="101579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FCBCBF-BB89-465C-8E3C-A0F070903D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4667" y="101579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1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C88038-3E84-4459-885F-4BC1D7B7F4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8053" y="101256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1F9A1B-4A15-43E2-976B-E2555561D9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8053" y="101256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1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A80DE3-0B1A-4B19-A681-5C06587D1A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3956" y="101169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9CF528-15B6-4D8E-8DC5-12F7913FF2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3956" y="101169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1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F63EA0-8CBB-400B-B478-06B7CA8F52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7424" y="101294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234EE5-9171-4C86-9854-3FE689B58D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7424" y="101294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1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D8D88C-1F47-4EB0-A572-3343190B3C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21285" y="97408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6A1D4F-5576-49BD-8452-CD99586EDE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21285" y="97408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1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7A7300-FDEF-4D8E-9A72-23DC7391F6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75402" y="90308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324478-3696-4981-9FB0-AC84A74A87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75402" y="90308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1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41121B-FD61-46F5-B37E-2492E59BD2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3275" y="100882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BA96F1-3C0A-4F93-9095-F2F59E03F8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3275" y="100882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1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139DB2-276B-4BBD-9AC7-FD987D3F2B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41476" y="83619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6223CD-4195-4328-B690-3CF20CEC32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41476" y="83619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1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80BC4C-D6DA-4580-B234-99C09E2346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03994" y="77204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C1D30A-2015-4F6E-9F7A-DE9A16B255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03994" y="77204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1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A15150-13C0-43F5-847B-DC5649AF3A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92400" y="69287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49996F-6344-4247-A63F-0CF35EA066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92400" y="69287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1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FA391E-8A18-4BD9-8129-03130B8903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4084" y="93208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2DE876-C5F5-42BD-B508-D7DEA9BBDE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4084" y="93208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1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428C7A-BC7A-4361-A63E-53A30CD224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79914" y="84198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6AAC2C-7E0D-451C-B017-814D665E64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79914" y="84198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1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48937A-E122-4ECC-B1E6-E51DBBD9FF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3023" y="98982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8B13A3-109C-475A-9099-0F52F479FC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3023" y="98982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1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462FBE-2153-44A1-AF90-93737FFD9D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1401" y="76213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919A0F-DA18-43CD-A40A-A4E813E323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1401" y="76213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1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BDBD68-6E2C-4BD3-85ED-D79A9055F1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699152"/>
            <a:ext cx="8082" cy="16157"/>
          </a:xfrm>
          <a:custGeom xmlns:a="http://schemas.openxmlformats.org/drawingml/2006/main">
            <a:pathLst>
              <a:path w="8082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2" y="16157"/>
                </a:lnTo>
                <a:lnTo>
                  <a:pt x="8082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3C09E5-9D90-41BD-A312-751A10C10E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699152"/>
            <a:ext cx="8082" cy="16157"/>
          </a:xfrm>
          <a:custGeom xmlns:a="http://schemas.openxmlformats.org/drawingml/2006/main">
            <a:pathLst>
              <a:path w="8082" h="16157" fill="none">
                <a:moveTo>
                  <a:pt x="8079" y="16157"/>
                </a:moveTo>
                <a:lnTo>
                  <a:pt x="8082" y="16157"/>
                </a:lnTo>
                <a:moveTo>
                  <a:pt x="8082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1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6D9064-F981-45E3-A003-6E41A78EF6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641042"/>
            <a:ext cx="8082" cy="16157"/>
          </a:xfrm>
          <a:custGeom xmlns:a="http://schemas.openxmlformats.org/drawingml/2006/main">
            <a:pathLst>
              <a:path w="8082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2" y="16157"/>
                </a:lnTo>
                <a:lnTo>
                  <a:pt x="8082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57986A-854B-427C-AA39-EF25F31F55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641042"/>
            <a:ext cx="8082" cy="16157"/>
          </a:xfrm>
          <a:custGeom xmlns:a="http://schemas.openxmlformats.org/drawingml/2006/main">
            <a:pathLst>
              <a:path w="8082" h="16157" fill="none">
                <a:moveTo>
                  <a:pt x="8079" y="16157"/>
                </a:moveTo>
                <a:lnTo>
                  <a:pt x="8082" y="16157"/>
                </a:lnTo>
                <a:moveTo>
                  <a:pt x="8082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2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02E2EC-FAC2-4F59-B297-75A0CE4E42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22067" y="96174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BA624E-F176-41B6-A3D1-9B7E9AEE1A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22067" y="96174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2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434163-4D8C-4861-ADF5-AD43537076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78781" y="90587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26F0E4-7D8E-463C-92DD-D9370B2F28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78781" y="90587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2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0EE705-7287-40E5-9B06-14FC358172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1002" y="99791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F27936-5CCC-43BD-8FA7-5BB5AA4B72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1002" y="99791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2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BED03F-D42F-402D-B575-5DCA1EA482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29571" y="84972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47EF3C-08DC-40FF-9444-0F151D84E4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29571" y="84972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2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7DBA10-D7AA-4AA0-B47B-0472D29E62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96635" y="78054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B95EE6-F9B7-46F0-BD55-AE875C5601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96635" y="78054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2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0AC16B-A7B6-42D2-BDA1-36CCFC1FC7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89803" y="71163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14C10A-2451-45C6-A402-4327F02CC2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89803" y="71163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2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06851D-46C9-4DF8-ACC7-785908C3E9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0751" y="100280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775036-DC1F-45F7-BDFE-6E32DB9051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0751" y="100280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2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969FB4-9C81-46DF-8A09-41E32C5F88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2687" y="100339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0FBAEE-A6E9-4A4A-8C3F-64D39D8BDA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2687" y="100339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2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C69B6C-3453-472C-8F00-0C39C49F80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5145" y="100516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00E463-FCFF-4868-A25E-C510002E44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5145" y="100516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2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4556DF-44F8-4770-9265-EC24F915F1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17511" y="98077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6E2283-A50D-40F4-91D8-8CFC8209CE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17511" y="98077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2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4F7931-D78D-4FD1-B582-0A7BDC5F6A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7634" y="99205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46393E-D4F2-4AE9-952F-B35D9D4AC4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7634" y="99205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2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4AFEC4-373D-4D0B-B66E-1FF70F9D66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08783" y="100078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7ECD3E-F85C-4F1A-BE30-2C21146C0F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08783" y="100078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2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74F834-B171-460E-9E53-90526F93D2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8901" y="99161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211953-16A8-4408-A191-9A64EACDC9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8901" y="99161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2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DC0A92-666E-4E25-B9F9-D0B9830F9F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5398" y="101355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7B98BD-5DFD-481E-949F-DCDC66E942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5398" y="101355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2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FA8630-F2D1-413D-8CBB-3B422358E2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2037" y="100769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AE8762-57EA-4489-B5F9-521B291BE8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2037" y="100769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2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09E5A5-A420-467E-AB5F-B455DBE594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7097" y="100010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8589D7-0ADC-4A65-8ECA-700BDD3001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7097" y="100010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2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15048F-1082-437D-83A5-F85188B8A2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07430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C3BFD3-F6E3-4141-992B-65A751542C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07430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2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C8A0A9-1A7C-4643-B1BC-9CB79AC9D1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1840" y="98827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BE5530-71B0-4E42-9204-D4A6D82E7D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1840" y="98827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2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E951CA-7E79-4136-AEA6-49889A7FE3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1325" y="46431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BD9589-6560-4252-A15E-9996A51703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1325" y="46431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2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C0CBD6-5972-467E-B3D7-391D28A16A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585312"/>
            <a:ext cx="8082" cy="16157"/>
          </a:xfrm>
          <a:custGeom xmlns:a="http://schemas.openxmlformats.org/drawingml/2006/main">
            <a:pathLst>
              <a:path w="8082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2" y="16157"/>
                </a:lnTo>
                <a:lnTo>
                  <a:pt x="8082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461706-5386-491D-A222-6FDC02EBB2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585312"/>
            <a:ext cx="8082" cy="16157"/>
          </a:xfrm>
          <a:custGeom xmlns:a="http://schemas.openxmlformats.org/drawingml/2006/main">
            <a:pathLst>
              <a:path w="8082" h="16157" fill="none">
                <a:moveTo>
                  <a:pt x="8079" y="16157"/>
                </a:moveTo>
                <a:lnTo>
                  <a:pt x="8082" y="16157"/>
                </a:lnTo>
                <a:moveTo>
                  <a:pt x="8082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2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BC9F7C-C7A8-4DE6-AD72-798922B7C7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289491"/>
            <a:ext cx="8082" cy="16157"/>
          </a:xfrm>
          <a:custGeom xmlns:a="http://schemas.openxmlformats.org/drawingml/2006/main">
            <a:pathLst>
              <a:path w="8082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2" y="16157"/>
                </a:lnTo>
                <a:lnTo>
                  <a:pt x="8082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955F8C-D1E6-42B2-979F-1446208EF0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289491"/>
            <a:ext cx="8082" cy="16157"/>
          </a:xfrm>
          <a:custGeom xmlns:a="http://schemas.openxmlformats.org/drawingml/2006/main">
            <a:pathLst>
              <a:path w="8082" h="16157" fill="none">
                <a:moveTo>
                  <a:pt x="8079" y="16157"/>
                </a:moveTo>
                <a:lnTo>
                  <a:pt x="8082" y="16157"/>
                </a:lnTo>
                <a:moveTo>
                  <a:pt x="8082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2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9A4B0C-34CD-44EE-ABD5-7032CA73F1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241614"/>
            <a:ext cx="8082" cy="8079"/>
          </a:xfrm>
          <a:custGeom xmlns:a="http://schemas.openxmlformats.org/drawingml/2006/main">
            <a:pathLst>
              <a:path w="8082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2" y="8079"/>
                </a:lnTo>
                <a:lnTo>
                  <a:pt x="8082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B7E924-D9DF-48AF-BDD7-F3E76337BC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241614"/>
            <a:ext cx="8082" cy="8079"/>
          </a:xfrm>
          <a:custGeom xmlns:a="http://schemas.openxmlformats.org/drawingml/2006/main">
            <a:pathLst>
              <a:path w="8082" h="8079" fill="none">
                <a:moveTo>
                  <a:pt x="8079" y="8079"/>
                </a:moveTo>
                <a:lnTo>
                  <a:pt x="8082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2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89174A-2C2B-4E4B-B781-077980BAF4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938562"/>
            <a:ext cx="8082" cy="16157"/>
          </a:xfrm>
          <a:custGeom xmlns:a="http://schemas.openxmlformats.org/drawingml/2006/main">
            <a:pathLst>
              <a:path w="8082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2" y="16157"/>
                </a:lnTo>
                <a:lnTo>
                  <a:pt x="8082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6F1CE0-3D4B-46FC-A78E-9EC953FCD3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938562"/>
            <a:ext cx="8082" cy="16157"/>
          </a:xfrm>
          <a:custGeom xmlns:a="http://schemas.openxmlformats.org/drawingml/2006/main">
            <a:pathLst>
              <a:path w="8082" h="16157" fill="none">
                <a:moveTo>
                  <a:pt x="8079" y="16157"/>
                </a:moveTo>
                <a:lnTo>
                  <a:pt x="8082" y="16157"/>
                </a:lnTo>
                <a:moveTo>
                  <a:pt x="8082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2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84B76A-9C08-4AA4-B661-902087D58A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14989" y="97000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651CC1-E5D5-49B6-B017-DE6E082A7C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14989" y="97000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2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FE7C35-EF65-4BEF-807A-EBAF75F4FA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66405" y="91712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8B7E56-2221-4923-B255-86C2162C05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66405" y="91712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2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7C0B0E-7AAE-4D93-B74E-65CBB13C5B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05471" y="99333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9E4631-375F-4E9C-93F2-1059267E81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05471" y="99333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2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9108AD-BAB5-472E-91CE-4382DFE5E1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19762" y="87098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59B8CD-2E43-4D29-8BAC-6B71E6FA23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19762" y="87098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2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3046AD-1924-4790-92AF-A2B9890136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99963" y="79380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E7E1F8-AD4A-4EDE-B644-CBA538DD29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99963" y="79380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2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D3EA87-F2B9-4A5E-BA28-E4B3773363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66650" y="72895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EB615C-2A3A-423D-956C-FE7A314F3B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66650" y="72895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2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33D5E3-5B61-4D57-8E7F-B139E46452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13989" y="95589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F0DAAD-7535-4453-BA40-6F042FD04B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13989" y="95589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2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D6210E-1D20-46F3-A81B-53072A3D07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64095" y="91394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C4903D-1F9F-4377-838B-7C67E0E20B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64095" y="91394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2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5B3950-73E0-4915-AFC0-0C5B715EC3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9466" y="100560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1E269C-06E6-48A4-8E66-01A119B0A4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9466" y="100560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2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196F75-D390-4A30-9773-B66E83365B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26100" y="82157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DFBAA3-79BB-464E-88F1-83D7E745FA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26100" y="82157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2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737D0F-E8AD-4E33-A4C7-FC32540A22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07960" y="75415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3997BF-962C-4113-A629-1B9CBEBF79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07960" y="75415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2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B6F172-103E-4288-8264-19FACA7EC4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95111" y="68447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27E2BF-C5AC-4BC2-9B6B-32727F28AF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95111" y="68447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2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FE8C8D-1744-4817-8EC4-7ACEF94397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241614"/>
            <a:ext cx="8082" cy="8079"/>
          </a:xfrm>
          <a:custGeom xmlns:a="http://schemas.openxmlformats.org/drawingml/2006/main">
            <a:pathLst>
              <a:path w="8082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2" y="8079"/>
                </a:lnTo>
                <a:lnTo>
                  <a:pt x="8082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AB3B85-3CC7-4063-9779-BBB8279F7B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241614"/>
            <a:ext cx="8082" cy="8079"/>
          </a:xfrm>
          <a:custGeom xmlns:a="http://schemas.openxmlformats.org/drawingml/2006/main">
            <a:pathLst>
              <a:path w="8082" h="8079" fill="none">
                <a:moveTo>
                  <a:pt x="8079" y="8079"/>
                </a:moveTo>
                <a:lnTo>
                  <a:pt x="8082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2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9A63EF-A60B-4D4E-A38D-FF0809F316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1122" y="77996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03B46E-7DDB-48E8-99A1-76B6568BF9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1122" y="77996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2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381A34-833A-4F53-ABFF-A380A870F6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241614"/>
            <a:ext cx="8082" cy="8079"/>
          </a:xfrm>
          <a:custGeom xmlns:a="http://schemas.openxmlformats.org/drawingml/2006/main">
            <a:pathLst>
              <a:path w="8082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2" y="8079"/>
                </a:lnTo>
                <a:lnTo>
                  <a:pt x="8082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1C9012-02E7-46B3-A587-F9A1CD1E0E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241614"/>
            <a:ext cx="8082" cy="8079"/>
          </a:xfrm>
          <a:custGeom xmlns:a="http://schemas.openxmlformats.org/drawingml/2006/main">
            <a:pathLst>
              <a:path w="8082" h="8079" fill="none">
                <a:moveTo>
                  <a:pt x="8079" y="8079"/>
                </a:moveTo>
                <a:lnTo>
                  <a:pt x="8082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2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FAC0AB-2AFE-4697-A52F-910811AD99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6591" y="75808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D4BB09-CF6E-4975-8AF7-0E29E79A34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6591" y="75808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2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973283-EE74-41C1-831E-A9BDFFFB09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241614"/>
            <a:ext cx="8082" cy="8079"/>
          </a:xfrm>
          <a:custGeom xmlns:a="http://schemas.openxmlformats.org/drawingml/2006/main">
            <a:pathLst>
              <a:path w="8082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2" y="8079"/>
                </a:lnTo>
                <a:lnTo>
                  <a:pt x="8082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143B91-C9C3-42BA-8FB8-CA770A8B30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241614"/>
            <a:ext cx="8082" cy="8079"/>
          </a:xfrm>
          <a:custGeom xmlns:a="http://schemas.openxmlformats.org/drawingml/2006/main">
            <a:pathLst>
              <a:path w="8082" h="8079" fill="none">
                <a:moveTo>
                  <a:pt x="8079" y="8079"/>
                </a:moveTo>
                <a:lnTo>
                  <a:pt x="8082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2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8EB54D-50B2-47B4-AC9C-525CCE96AA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7632" y="77820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879006-E4CA-414E-9C29-673D8A0606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7632" y="77820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2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772788-BA83-4B25-8B3B-13D79C19A7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02768" y="82234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BF5724-5B76-4324-B904-24DC2FB8F4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02768" y="82234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2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BB5BB9-D172-4367-BB5D-40A3B55B17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04061" y="80074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C527AB-61D3-42F1-A5E3-8992AB406C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04061" y="80074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2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062061-0814-484B-8E59-FF95EC07EF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3059" y="72611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68E6BB-1885-410B-B1B8-9F67D3D39A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3059" y="72611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2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E0BB54-75F6-4C4F-9D07-2E8DDF0A22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9162" y="65799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D59BE0-E1C8-444D-A978-9726C1F82F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9162" y="65799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2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9CE008-A573-4968-9D87-AD88DCEFB4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5150" y="54789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9AD008-EDE9-4C50-8355-34E27555D1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5150" y="54789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2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21917A-B5D9-4560-97BE-82BE6803BB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2214" y="88231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727001-777F-48BF-857F-8E8CCFB887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2214" y="88231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2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3E4A58-37DC-44B4-8EA6-95C02F5936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2787" y="86056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169D65-CC7A-427E-825A-EF720BC183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2787" y="86056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2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E1F3FD-1AD3-41F6-821E-3D1FFF1A3E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00592" y="84390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785A48-9201-4985-A85A-9DE12EC316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00592" y="84390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2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94C2B8-AABB-4935-A6B6-5C26530DAB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241614"/>
            <a:ext cx="8082" cy="8079"/>
          </a:xfrm>
          <a:custGeom xmlns:a="http://schemas.openxmlformats.org/drawingml/2006/main">
            <a:pathLst>
              <a:path w="8082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2" y="8079"/>
                </a:lnTo>
                <a:lnTo>
                  <a:pt x="8082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473EC5-629E-40DE-B0A6-7807F3295C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241614"/>
            <a:ext cx="8082" cy="8079"/>
          </a:xfrm>
          <a:custGeom xmlns:a="http://schemas.openxmlformats.org/drawingml/2006/main">
            <a:pathLst>
              <a:path w="8082" h="8079" fill="none">
                <a:moveTo>
                  <a:pt x="8079" y="8079"/>
                </a:moveTo>
                <a:lnTo>
                  <a:pt x="8082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3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0B2722-F259-47B5-B330-8404B327B6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241614"/>
            <a:ext cx="8082" cy="8079"/>
          </a:xfrm>
          <a:custGeom xmlns:a="http://schemas.openxmlformats.org/drawingml/2006/main">
            <a:pathLst>
              <a:path w="8082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2" y="8079"/>
                </a:lnTo>
                <a:lnTo>
                  <a:pt x="8082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1B0673-D5AD-4709-9871-F0FDD41C44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241614"/>
            <a:ext cx="8082" cy="8079"/>
          </a:xfrm>
          <a:custGeom xmlns:a="http://schemas.openxmlformats.org/drawingml/2006/main">
            <a:pathLst>
              <a:path w="8082" h="8079" fill="none">
                <a:moveTo>
                  <a:pt x="8079" y="8079"/>
                </a:moveTo>
                <a:lnTo>
                  <a:pt x="8082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3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FA4AF1-DB4D-4D63-B08D-CE0B481FF5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241614"/>
            <a:ext cx="8082" cy="8079"/>
          </a:xfrm>
          <a:custGeom xmlns:a="http://schemas.openxmlformats.org/drawingml/2006/main">
            <a:pathLst>
              <a:path w="8082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2" y="8079"/>
                </a:lnTo>
                <a:lnTo>
                  <a:pt x="8082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414443-5C90-4C9E-B958-A89393E811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241614"/>
            <a:ext cx="8082" cy="8079"/>
          </a:xfrm>
          <a:custGeom xmlns:a="http://schemas.openxmlformats.org/drawingml/2006/main">
            <a:pathLst>
              <a:path w="8082" h="8079" fill="none">
                <a:moveTo>
                  <a:pt x="8079" y="8079"/>
                </a:moveTo>
                <a:lnTo>
                  <a:pt x="8082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3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177B48-F220-46DF-A6BD-F9C2EDA013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241614"/>
            <a:ext cx="8082" cy="8079"/>
          </a:xfrm>
          <a:custGeom xmlns:a="http://schemas.openxmlformats.org/drawingml/2006/main">
            <a:pathLst>
              <a:path w="8082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2" y="8079"/>
                </a:lnTo>
                <a:lnTo>
                  <a:pt x="8082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3E2580-8D67-4094-9233-D5AEA803C9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241614"/>
            <a:ext cx="8082" cy="8079"/>
          </a:xfrm>
          <a:custGeom xmlns:a="http://schemas.openxmlformats.org/drawingml/2006/main">
            <a:pathLst>
              <a:path w="8082" h="8079" fill="none">
                <a:moveTo>
                  <a:pt x="8079" y="8079"/>
                </a:moveTo>
                <a:lnTo>
                  <a:pt x="8082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3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47E87E-FB82-458F-9805-DF53F1A874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241614"/>
            <a:ext cx="8082" cy="8079"/>
          </a:xfrm>
          <a:custGeom xmlns:a="http://schemas.openxmlformats.org/drawingml/2006/main">
            <a:pathLst>
              <a:path w="8082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2" y="8079"/>
                </a:lnTo>
                <a:lnTo>
                  <a:pt x="8082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CE3D59-ABD5-4393-8E16-4CE6BD9109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241614"/>
            <a:ext cx="8082" cy="8079"/>
          </a:xfrm>
          <a:custGeom xmlns:a="http://schemas.openxmlformats.org/drawingml/2006/main">
            <a:pathLst>
              <a:path w="8082" h="8079" fill="none">
                <a:moveTo>
                  <a:pt x="8079" y="8079"/>
                </a:moveTo>
                <a:lnTo>
                  <a:pt x="8082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3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6CC305-3D14-4489-B595-CD27D379F9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241614"/>
            <a:ext cx="8082" cy="8079"/>
          </a:xfrm>
          <a:custGeom xmlns:a="http://schemas.openxmlformats.org/drawingml/2006/main">
            <a:pathLst>
              <a:path w="8082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2" y="8079"/>
                </a:lnTo>
                <a:lnTo>
                  <a:pt x="8082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BC478A-35B2-4F74-927D-B136A2236D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241614"/>
            <a:ext cx="8082" cy="8079"/>
          </a:xfrm>
          <a:custGeom xmlns:a="http://schemas.openxmlformats.org/drawingml/2006/main">
            <a:pathLst>
              <a:path w="8082" h="8079" fill="none">
                <a:moveTo>
                  <a:pt x="8079" y="8079"/>
                </a:moveTo>
                <a:lnTo>
                  <a:pt x="8082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3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91EA57-1162-4B96-B2EC-ED48727BC8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241614"/>
            <a:ext cx="8082" cy="8079"/>
          </a:xfrm>
          <a:custGeom xmlns:a="http://schemas.openxmlformats.org/drawingml/2006/main">
            <a:pathLst>
              <a:path w="8082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2" y="8079"/>
                </a:lnTo>
                <a:lnTo>
                  <a:pt x="8082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7678C9-118B-4983-A3F7-E1D89FB6F7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241614"/>
            <a:ext cx="8082" cy="8079"/>
          </a:xfrm>
          <a:custGeom xmlns:a="http://schemas.openxmlformats.org/drawingml/2006/main">
            <a:pathLst>
              <a:path w="8082" h="8079" fill="none">
                <a:moveTo>
                  <a:pt x="8079" y="8079"/>
                </a:moveTo>
                <a:lnTo>
                  <a:pt x="8082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3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2DDF8A-A540-4C32-AA24-92354CE645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241614"/>
            <a:ext cx="8082" cy="8079"/>
          </a:xfrm>
          <a:custGeom xmlns:a="http://schemas.openxmlformats.org/drawingml/2006/main">
            <a:pathLst>
              <a:path w="8082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2" y="8079"/>
                </a:lnTo>
                <a:lnTo>
                  <a:pt x="8082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38B062-BC01-442F-B31C-0C6F075561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241614"/>
            <a:ext cx="8082" cy="8079"/>
          </a:xfrm>
          <a:custGeom xmlns:a="http://schemas.openxmlformats.org/drawingml/2006/main">
            <a:pathLst>
              <a:path w="8082" h="8079" fill="none">
                <a:moveTo>
                  <a:pt x="8079" y="8079"/>
                </a:moveTo>
                <a:lnTo>
                  <a:pt x="8082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3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B7DBA8-5EEA-46B1-BA15-309A5F45DA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241614"/>
            <a:ext cx="8082" cy="8079"/>
          </a:xfrm>
          <a:custGeom xmlns:a="http://schemas.openxmlformats.org/drawingml/2006/main">
            <a:pathLst>
              <a:path w="8082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2" y="8079"/>
                </a:lnTo>
                <a:lnTo>
                  <a:pt x="8082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914C33-542D-42A5-AB4A-A554092654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241614"/>
            <a:ext cx="8082" cy="8079"/>
          </a:xfrm>
          <a:custGeom xmlns:a="http://schemas.openxmlformats.org/drawingml/2006/main">
            <a:pathLst>
              <a:path w="8082" h="8079" fill="none">
                <a:moveTo>
                  <a:pt x="8079" y="8079"/>
                </a:moveTo>
                <a:lnTo>
                  <a:pt x="8082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3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E9ED2C-DCD0-460B-AB90-727FAAD9F5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241614"/>
            <a:ext cx="8082" cy="8079"/>
          </a:xfrm>
          <a:custGeom xmlns:a="http://schemas.openxmlformats.org/drawingml/2006/main">
            <a:pathLst>
              <a:path w="8082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2" y="8079"/>
                </a:lnTo>
                <a:lnTo>
                  <a:pt x="8082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D2F04A-3012-4388-8CA0-B6CEC16158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241614"/>
            <a:ext cx="8082" cy="8079"/>
          </a:xfrm>
          <a:custGeom xmlns:a="http://schemas.openxmlformats.org/drawingml/2006/main">
            <a:pathLst>
              <a:path w="8082" h="8079" fill="none">
                <a:moveTo>
                  <a:pt x="8079" y="8079"/>
                </a:moveTo>
                <a:lnTo>
                  <a:pt x="8082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3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B8BB68-4F12-4871-80E9-CA9A9D8681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241614"/>
            <a:ext cx="8082" cy="8079"/>
          </a:xfrm>
          <a:custGeom xmlns:a="http://schemas.openxmlformats.org/drawingml/2006/main">
            <a:pathLst>
              <a:path w="8082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2" y="8079"/>
                </a:lnTo>
                <a:lnTo>
                  <a:pt x="8082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BC34DD-F813-4FB2-B919-95E3840F38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241614"/>
            <a:ext cx="8082" cy="8079"/>
          </a:xfrm>
          <a:custGeom xmlns:a="http://schemas.openxmlformats.org/drawingml/2006/main">
            <a:pathLst>
              <a:path w="8082" h="8079" fill="none">
                <a:moveTo>
                  <a:pt x="8079" y="8079"/>
                </a:moveTo>
                <a:lnTo>
                  <a:pt x="8082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3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F61BA1-6EDF-46E9-88D6-F7D64769F8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716907"/>
            <a:ext cx="8082" cy="16157"/>
          </a:xfrm>
          <a:custGeom xmlns:a="http://schemas.openxmlformats.org/drawingml/2006/main">
            <a:pathLst>
              <a:path w="8082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2" y="16157"/>
                </a:lnTo>
                <a:lnTo>
                  <a:pt x="8082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25242B-12CC-4EE3-874A-A33223CFD0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716907"/>
            <a:ext cx="8082" cy="16157"/>
          </a:xfrm>
          <a:custGeom xmlns:a="http://schemas.openxmlformats.org/drawingml/2006/main">
            <a:pathLst>
              <a:path w="8082" h="16157" fill="none">
                <a:moveTo>
                  <a:pt x="8079" y="16157"/>
                </a:moveTo>
                <a:lnTo>
                  <a:pt x="8082" y="16157"/>
                </a:lnTo>
                <a:moveTo>
                  <a:pt x="8082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3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61018F-40F6-4DEA-A9B8-46840AF145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241614"/>
            <a:ext cx="8082" cy="8079"/>
          </a:xfrm>
          <a:custGeom xmlns:a="http://schemas.openxmlformats.org/drawingml/2006/main">
            <a:pathLst>
              <a:path w="8082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2" y="8079"/>
                </a:lnTo>
                <a:lnTo>
                  <a:pt x="8082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1CD95A-0538-4FB8-9BCC-4CF0831203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241614"/>
            <a:ext cx="8082" cy="8079"/>
          </a:xfrm>
          <a:custGeom xmlns:a="http://schemas.openxmlformats.org/drawingml/2006/main">
            <a:pathLst>
              <a:path w="8082" h="8079" fill="none">
                <a:moveTo>
                  <a:pt x="8079" y="8079"/>
                </a:moveTo>
                <a:lnTo>
                  <a:pt x="8082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3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DDEC9C-02AD-40BD-8CCE-CFBED35540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8706" y="96736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F3CBDB-4005-4E29-B760-D20043FF8E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8706" y="96736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3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28F232-21C0-4D90-A5E1-3F027907C3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6293" y="93643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ADC40E-390A-46C0-B572-7EC6F5771E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6293" y="93643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3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A25C66-F3AC-4DB5-AA58-7515DC8787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5371" y="100841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D8A75D-02A2-4A45-95E7-B6DBC17FC4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5371" y="100841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3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9F2B4A-C230-4C7B-8D6B-69572E7C2F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0732" y="98777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5ABBC2-3CD8-42B1-8F35-6019ADD3E3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0732" y="98777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3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D70631-C78F-4FF5-9831-B1E1E24DAA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10714" y="95689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BA0197-8E35-4BC8-B646-36D49A26DE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10714" y="95689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3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76D3AC-0720-4F51-8E6B-CBD95D90E4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6857" y="96553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728EB4-711E-4D98-A215-D1F29A2F30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6857" y="96553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3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DB3362-B5F6-4349-8516-E402100163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03272" y="97885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B588A5-3204-4E2A-8F91-49A1428FF2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03272" y="97885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3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46BAB2-0343-4302-BD85-9ADB96E271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6091" y="99978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08F93D-2835-412F-A5DA-29EFCB1BC8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6091" y="99978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3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B4B75E-5091-45CE-B697-C395F5E39C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03376" y="39774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C8771F-45D1-47FF-B695-29B418CC39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03376" y="39774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3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7487C9-F5E8-47A9-BDC2-AF50D1A1FF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0057" y="99436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C455FE-31FF-4F1D-8EAB-336D83C928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0057" y="99436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3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84EAF2-CE91-4EBF-84F4-09B810FF6A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19779" y="51893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5451D8-F0A8-421D-99DC-FF53DBAB6D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19779" y="51893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3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DCA3AF-1CF3-46C9-89ED-576C067EA7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241614"/>
            <a:ext cx="8082" cy="8079"/>
          </a:xfrm>
          <a:custGeom xmlns:a="http://schemas.openxmlformats.org/drawingml/2006/main">
            <a:pathLst>
              <a:path w="8082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2" y="8079"/>
                </a:lnTo>
                <a:lnTo>
                  <a:pt x="8082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F2D753-C891-4C24-A52E-51A1385B04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241614"/>
            <a:ext cx="8082" cy="8079"/>
          </a:xfrm>
          <a:custGeom xmlns:a="http://schemas.openxmlformats.org/drawingml/2006/main">
            <a:pathLst>
              <a:path w="8082" h="8079" fill="none">
                <a:moveTo>
                  <a:pt x="8079" y="8079"/>
                </a:moveTo>
                <a:lnTo>
                  <a:pt x="8082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3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FA0267-9022-4D18-9E48-BFB735FA14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241614"/>
            <a:ext cx="8082" cy="8079"/>
          </a:xfrm>
          <a:custGeom xmlns:a="http://schemas.openxmlformats.org/drawingml/2006/main">
            <a:pathLst>
              <a:path w="8082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2" y="8079"/>
                </a:lnTo>
                <a:lnTo>
                  <a:pt x="8082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095F85-7402-4F37-8B2B-E9F651B91D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241614"/>
            <a:ext cx="8082" cy="8079"/>
          </a:xfrm>
          <a:custGeom xmlns:a="http://schemas.openxmlformats.org/drawingml/2006/main">
            <a:pathLst>
              <a:path w="8082" h="8079" fill="none">
                <a:moveTo>
                  <a:pt x="8079" y="8079"/>
                </a:moveTo>
                <a:lnTo>
                  <a:pt x="8082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3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297347-194E-4664-AC0E-20D0417A9D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44626" y="64406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45B870-8AC0-49B5-932E-F02E38E855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44626" y="64406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3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41F5F1-CEC9-4166-9896-1E3EEABC6C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39010" y="53721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42D4DC-19D2-482F-80BA-BFD50D1A6A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39010" y="53721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3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ABF58E-EED6-4541-8FC0-F325922149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28502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55C216-672D-4937-8C74-CA5DACDD8B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28502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3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C4D47F-14A0-45BA-A029-E523C18A75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241614"/>
            <a:ext cx="8082" cy="8079"/>
          </a:xfrm>
          <a:custGeom xmlns:a="http://schemas.openxmlformats.org/drawingml/2006/main">
            <a:pathLst>
              <a:path w="8082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2" y="8079"/>
                </a:lnTo>
                <a:lnTo>
                  <a:pt x="8082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C781BA-37D1-457F-80D0-7CFC79A32C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241614"/>
            <a:ext cx="8082" cy="8079"/>
          </a:xfrm>
          <a:custGeom xmlns:a="http://schemas.openxmlformats.org/drawingml/2006/main">
            <a:pathLst>
              <a:path w="8082" h="8079" fill="none">
                <a:moveTo>
                  <a:pt x="8079" y="8079"/>
                </a:moveTo>
                <a:lnTo>
                  <a:pt x="8082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3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B86749-9230-4A78-9DC4-E4A0ACA346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8438" y="101777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48EA85-97B1-4E3E-8A5B-81B0264343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8438" y="101777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3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BBA9A2-8EA2-444D-8A6E-BD3044EED4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241614"/>
            <a:ext cx="8082" cy="8079"/>
          </a:xfrm>
          <a:custGeom xmlns:a="http://schemas.openxmlformats.org/drawingml/2006/main">
            <a:pathLst>
              <a:path w="8082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2" y="8079"/>
                </a:lnTo>
                <a:lnTo>
                  <a:pt x="8082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F28F22-C674-4C3F-BF4A-CB8F8D6D0A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241614"/>
            <a:ext cx="8082" cy="8079"/>
          </a:xfrm>
          <a:custGeom xmlns:a="http://schemas.openxmlformats.org/drawingml/2006/main">
            <a:pathLst>
              <a:path w="8082" h="8079" fill="none">
                <a:moveTo>
                  <a:pt x="8079" y="8079"/>
                </a:moveTo>
                <a:lnTo>
                  <a:pt x="8082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3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6569E6-72F2-4B0B-938A-B7CD37C611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241614"/>
            <a:ext cx="8082" cy="8079"/>
          </a:xfrm>
          <a:custGeom xmlns:a="http://schemas.openxmlformats.org/drawingml/2006/main">
            <a:pathLst>
              <a:path w="8082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2" y="8079"/>
                </a:lnTo>
                <a:lnTo>
                  <a:pt x="8082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1CCE27-0D75-4DED-9E47-23BF50E486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3" y="241614"/>
            <a:ext cx="8082" cy="8079"/>
          </a:xfrm>
          <a:custGeom xmlns:a="http://schemas.openxmlformats.org/drawingml/2006/main">
            <a:pathLst>
              <a:path w="8082" h="8079" fill="none">
                <a:moveTo>
                  <a:pt x="8079" y="8079"/>
                </a:moveTo>
                <a:lnTo>
                  <a:pt x="8082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3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488BB9-F0DD-4358-B4AD-75D60F4D0D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13241" y="72823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CE7FAD-A994-48F8-A710-E2C2C6F502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13241" y="72823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3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B3F81C-FE65-44D9-8D6E-9933370C86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06647" y="88618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912002-3E40-400D-A82B-9076093EA3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06647" y="88618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3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5FEC8B-DF7F-465A-ADE9-A8C3154A70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52406" y="51119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B499B6-7FEE-4E5B-87B7-44E7793EA8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52406" y="51119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3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79CD5D-A8CA-4589-B223-67E493F7EC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1965" y="61930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065910-736F-4D4B-80D8-4F28FE5459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1965" y="61930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3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00ABA8-A201-4CCE-9FA9-2075411A1E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11864" y="64361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E4CB6C-E5E7-4094-8DF7-23A7731B80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11864" y="64361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3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DD59D1-4B1C-41B0-A2C9-7EF17EA106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21795" y="74926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1DFCBA-FDEE-40EA-B94F-248B281C43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21795" y="74926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3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77E17F-43F9-4C82-8F32-05A902D111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42531" y="74268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4849E7-8523-43A4-9F67-39DBEBE933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42531" y="74268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3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A93498-43E2-4ADC-B4A2-6D7A684B85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2" y="690969"/>
            <a:ext cx="8083" cy="16157"/>
          </a:xfrm>
          <a:custGeom xmlns:a="http://schemas.openxmlformats.org/drawingml/2006/main">
            <a:pathLst>
              <a:path w="8083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3" y="16157"/>
                </a:lnTo>
                <a:lnTo>
                  <a:pt x="8083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D67FEF-5C58-4C94-8864-E50AFB6680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2" y="690969"/>
            <a:ext cx="8083" cy="16157"/>
          </a:xfrm>
          <a:custGeom xmlns:a="http://schemas.openxmlformats.org/drawingml/2006/main">
            <a:pathLst>
              <a:path w="8083" h="16157" fill="none">
                <a:moveTo>
                  <a:pt x="8079" y="16157"/>
                </a:moveTo>
                <a:lnTo>
                  <a:pt x="8083" y="16157"/>
                </a:lnTo>
                <a:moveTo>
                  <a:pt x="8083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3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672727-B35A-4B3C-9100-1558CB3633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08498" y="67836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FCFFC9-8338-4BB7-ABB9-610FBC99D9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08498" y="67836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3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4E91E3-1D3F-4CE8-9FA4-A328EED4E3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55952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DD6AEC-08C3-427C-802F-6D81016C29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55952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3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884A4C-E14E-4128-9E21-3469F90532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1" y="241614"/>
            <a:ext cx="8084" cy="8079"/>
          </a:xfrm>
          <a:custGeom xmlns:a="http://schemas.openxmlformats.org/drawingml/2006/main">
            <a:pathLst>
              <a:path w="8084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4" y="8079"/>
                </a:lnTo>
                <a:lnTo>
                  <a:pt x="8084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F9F575-415D-426F-B62F-7D5847A56D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1" y="241614"/>
            <a:ext cx="8084" cy="8079"/>
          </a:xfrm>
          <a:custGeom xmlns:a="http://schemas.openxmlformats.org/drawingml/2006/main">
            <a:pathLst>
              <a:path w="8084" h="8079" fill="none">
                <a:moveTo>
                  <a:pt x="8079" y="8079"/>
                </a:moveTo>
                <a:lnTo>
                  <a:pt x="8084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3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17AA3C-D776-47D0-9186-DA997DCC13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1" y="241614"/>
            <a:ext cx="8084" cy="8079"/>
          </a:xfrm>
          <a:custGeom xmlns:a="http://schemas.openxmlformats.org/drawingml/2006/main">
            <a:pathLst>
              <a:path w="8084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4" y="8079"/>
                </a:lnTo>
                <a:lnTo>
                  <a:pt x="8084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4CBBED-6AC3-413B-9514-AF30D686B1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1" y="241614"/>
            <a:ext cx="8084" cy="8079"/>
          </a:xfrm>
          <a:custGeom xmlns:a="http://schemas.openxmlformats.org/drawingml/2006/main">
            <a:pathLst>
              <a:path w="8084" h="8079" fill="none">
                <a:moveTo>
                  <a:pt x="8079" y="8079"/>
                </a:moveTo>
                <a:lnTo>
                  <a:pt x="8084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3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2DF265-AB10-46E7-8E42-097698919E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1" y="241614"/>
            <a:ext cx="8084" cy="8079"/>
          </a:xfrm>
          <a:custGeom xmlns:a="http://schemas.openxmlformats.org/drawingml/2006/main">
            <a:pathLst>
              <a:path w="8084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4" y="8079"/>
                </a:lnTo>
                <a:lnTo>
                  <a:pt x="8084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707C2A-88F1-426E-9DDA-7BC2C7C71B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1" y="241614"/>
            <a:ext cx="8084" cy="8079"/>
          </a:xfrm>
          <a:custGeom xmlns:a="http://schemas.openxmlformats.org/drawingml/2006/main">
            <a:pathLst>
              <a:path w="8084" h="8079" fill="none">
                <a:moveTo>
                  <a:pt x="8079" y="8079"/>
                </a:moveTo>
                <a:lnTo>
                  <a:pt x="8084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3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272A51-8B06-4947-B85C-508380BF7E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1" y="241614"/>
            <a:ext cx="8084" cy="8079"/>
          </a:xfrm>
          <a:custGeom xmlns:a="http://schemas.openxmlformats.org/drawingml/2006/main">
            <a:pathLst>
              <a:path w="8084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4" y="8079"/>
                </a:lnTo>
                <a:lnTo>
                  <a:pt x="8084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EB2441-C177-4735-9830-CBF1D181D1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1" y="241614"/>
            <a:ext cx="8084" cy="8079"/>
          </a:xfrm>
          <a:custGeom xmlns:a="http://schemas.openxmlformats.org/drawingml/2006/main">
            <a:pathLst>
              <a:path w="8084" h="8079" fill="none">
                <a:moveTo>
                  <a:pt x="8079" y="8079"/>
                </a:moveTo>
                <a:lnTo>
                  <a:pt x="8084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3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BA0DD5-05B6-4B4F-8C19-5A379568B3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1" y="241614"/>
            <a:ext cx="8084" cy="8079"/>
          </a:xfrm>
          <a:custGeom xmlns:a="http://schemas.openxmlformats.org/drawingml/2006/main">
            <a:pathLst>
              <a:path w="8084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4" y="8079"/>
                </a:lnTo>
                <a:lnTo>
                  <a:pt x="8084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FDA8F6-7EFA-4DA4-AAB0-C194E87401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1" y="241614"/>
            <a:ext cx="8084" cy="8079"/>
          </a:xfrm>
          <a:custGeom xmlns:a="http://schemas.openxmlformats.org/drawingml/2006/main">
            <a:pathLst>
              <a:path w="8084" h="8079" fill="none">
                <a:moveTo>
                  <a:pt x="8079" y="8079"/>
                </a:moveTo>
                <a:lnTo>
                  <a:pt x="8084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3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11C513-DD92-49AC-A236-1A58E55CA8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83015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B9AB47-C4EE-49BD-B8D6-20EFAB3584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83015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3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44C3E3-2998-401C-9845-AFFDD27EBD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1" y="241614"/>
            <a:ext cx="8084" cy="8079"/>
          </a:xfrm>
          <a:custGeom xmlns:a="http://schemas.openxmlformats.org/drawingml/2006/main">
            <a:pathLst>
              <a:path w="8084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4" y="8079"/>
                </a:lnTo>
                <a:lnTo>
                  <a:pt x="8084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E34644-20D5-4192-8D3B-7C5E4A270B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1" y="241614"/>
            <a:ext cx="8084" cy="8079"/>
          </a:xfrm>
          <a:custGeom xmlns:a="http://schemas.openxmlformats.org/drawingml/2006/main">
            <a:pathLst>
              <a:path w="8084" h="8079" fill="none">
                <a:moveTo>
                  <a:pt x="8079" y="8079"/>
                </a:moveTo>
                <a:lnTo>
                  <a:pt x="8084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3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4D0281-9A2A-4A6A-87EB-6C04C5DE1D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41527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3A7CE0-9446-4DCC-B8D4-D50822DCA8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41527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4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E05490-1081-4844-B0BB-B6A862B495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5158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8D4C7E-00FB-432F-9559-F91F45E57D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5158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4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95D843-2EB0-4498-8057-4A94C53B0A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0" y="241614"/>
            <a:ext cx="8085" cy="8079"/>
          </a:xfrm>
          <a:custGeom xmlns:a="http://schemas.openxmlformats.org/drawingml/2006/main">
            <a:pathLst>
              <a:path w="8085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5" y="8079"/>
                </a:lnTo>
                <a:lnTo>
                  <a:pt x="8085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B38D5A-9A4D-4DF1-8877-A8BB1E2016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0" y="241614"/>
            <a:ext cx="8085" cy="8079"/>
          </a:xfrm>
          <a:custGeom xmlns:a="http://schemas.openxmlformats.org/drawingml/2006/main">
            <a:pathLst>
              <a:path w="8085" h="8079" fill="none">
                <a:moveTo>
                  <a:pt x="8079" y="8079"/>
                </a:moveTo>
                <a:lnTo>
                  <a:pt x="8085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4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923CC3-02BC-41CC-8BD8-D69429F512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0" y="241614"/>
            <a:ext cx="8085" cy="8079"/>
          </a:xfrm>
          <a:custGeom xmlns:a="http://schemas.openxmlformats.org/drawingml/2006/main">
            <a:pathLst>
              <a:path w="8085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5" y="8079"/>
                </a:lnTo>
                <a:lnTo>
                  <a:pt x="8085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2CEF6C-9E75-4EA0-BDFF-39C737E741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0" y="241614"/>
            <a:ext cx="8085" cy="8079"/>
          </a:xfrm>
          <a:custGeom xmlns:a="http://schemas.openxmlformats.org/drawingml/2006/main">
            <a:pathLst>
              <a:path w="8085" h="8079" fill="none">
                <a:moveTo>
                  <a:pt x="8079" y="8079"/>
                </a:moveTo>
                <a:lnTo>
                  <a:pt x="8085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4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9E6F08-0776-469F-97CC-4195EFF3DA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15015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94DA70-2A98-451C-91C0-9156958FD2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15015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4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B6A222-E813-4AEF-8D83-035207EC91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0" y="241614"/>
            <a:ext cx="8085" cy="8079"/>
          </a:xfrm>
          <a:custGeom xmlns:a="http://schemas.openxmlformats.org/drawingml/2006/main">
            <a:pathLst>
              <a:path w="8085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5" y="8079"/>
                </a:lnTo>
                <a:lnTo>
                  <a:pt x="8085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86E39F-E341-43ED-BCDD-EC230E099B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0" y="241614"/>
            <a:ext cx="8085" cy="8079"/>
          </a:xfrm>
          <a:custGeom xmlns:a="http://schemas.openxmlformats.org/drawingml/2006/main">
            <a:pathLst>
              <a:path w="8085" h="8079" fill="none">
                <a:moveTo>
                  <a:pt x="8079" y="8079"/>
                </a:moveTo>
                <a:lnTo>
                  <a:pt x="8085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4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08A30F-23AD-4818-8C37-8CEF2C4719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0" y="241614"/>
            <a:ext cx="8085" cy="8079"/>
          </a:xfrm>
          <a:custGeom xmlns:a="http://schemas.openxmlformats.org/drawingml/2006/main">
            <a:pathLst>
              <a:path w="8085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5" y="8079"/>
                </a:lnTo>
                <a:lnTo>
                  <a:pt x="8085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51AF04-0C07-45B4-9A09-C2DD31C51B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0" y="241614"/>
            <a:ext cx="8085" cy="8079"/>
          </a:xfrm>
          <a:custGeom xmlns:a="http://schemas.openxmlformats.org/drawingml/2006/main">
            <a:pathLst>
              <a:path w="8085" h="8079" fill="none">
                <a:moveTo>
                  <a:pt x="8079" y="8079"/>
                </a:moveTo>
                <a:lnTo>
                  <a:pt x="8085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4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354BD9-A6D9-41FC-9ABB-EE5A064E48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0" y="241614"/>
            <a:ext cx="8085" cy="8079"/>
          </a:xfrm>
          <a:custGeom xmlns:a="http://schemas.openxmlformats.org/drawingml/2006/main">
            <a:pathLst>
              <a:path w="8085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5" y="8079"/>
                </a:lnTo>
                <a:lnTo>
                  <a:pt x="8085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6C8DC0-9CB4-4D9C-BA95-081872561F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0" y="241614"/>
            <a:ext cx="8085" cy="8079"/>
          </a:xfrm>
          <a:custGeom xmlns:a="http://schemas.openxmlformats.org/drawingml/2006/main">
            <a:pathLst>
              <a:path w="8085" h="8079" fill="none">
                <a:moveTo>
                  <a:pt x="8079" y="8079"/>
                </a:moveTo>
                <a:lnTo>
                  <a:pt x="8085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4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02ABC5-12FD-4217-BA5C-5EBC1E91B6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0" y="241614"/>
            <a:ext cx="8085" cy="8079"/>
          </a:xfrm>
          <a:custGeom xmlns:a="http://schemas.openxmlformats.org/drawingml/2006/main">
            <a:pathLst>
              <a:path w="8085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5" y="8079"/>
                </a:lnTo>
                <a:lnTo>
                  <a:pt x="8085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458A29-53B3-4F72-888E-5AAD8F44F5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0" y="241614"/>
            <a:ext cx="8085" cy="8079"/>
          </a:xfrm>
          <a:custGeom xmlns:a="http://schemas.openxmlformats.org/drawingml/2006/main">
            <a:pathLst>
              <a:path w="8085" h="8079" fill="none">
                <a:moveTo>
                  <a:pt x="8079" y="8079"/>
                </a:moveTo>
                <a:lnTo>
                  <a:pt x="8085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4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0C350E-E288-49FF-8839-A1FDD9BE4D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0" y="241614"/>
            <a:ext cx="8085" cy="8079"/>
          </a:xfrm>
          <a:custGeom xmlns:a="http://schemas.openxmlformats.org/drawingml/2006/main">
            <a:pathLst>
              <a:path w="8085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5" y="8079"/>
                </a:lnTo>
                <a:lnTo>
                  <a:pt x="8085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B4C2CB-8C6F-4CF2-B0CB-0A36CA41AC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0" y="241614"/>
            <a:ext cx="8085" cy="8079"/>
          </a:xfrm>
          <a:custGeom xmlns:a="http://schemas.openxmlformats.org/drawingml/2006/main">
            <a:pathLst>
              <a:path w="8085" h="8079" fill="none">
                <a:moveTo>
                  <a:pt x="8079" y="8079"/>
                </a:moveTo>
                <a:lnTo>
                  <a:pt x="8085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4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74356B-4A2C-4BD3-9AD0-8FD7DB68EC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60678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714425-6914-49AB-91EE-41AA90ACE1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60678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4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4BBBFC-B53F-4EDB-A6ED-7906BDEB7E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32667" y="62684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E37BF6-8E06-4F5B-A50E-42D02458D5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32667" y="62684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4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13654C-5629-4FCC-8FA5-D34737ED75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4946" y="31719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327BCD-A636-4CD9-AA22-9161191762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4946" y="31719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4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72C60A-078E-4C4F-B583-3173BDD772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35917" y="62971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A7E018-8389-489A-B09B-546C25E42E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35917" y="62971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4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9FAB52-3CB7-4E85-9B3E-4B67B6968D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19" y="241614"/>
            <a:ext cx="8086" cy="8079"/>
          </a:xfrm>
          <a:custGeom xmlns:a="http://schemas.openxmlformats.org/drawingml/2006/main">
            <a:pathLst>
              <a:path w="8086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6" y="8079"/>
                </a:lnTo>
                <a:lnTo>
                  <a:pt x="8086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017A61-AAB0-436B-AFC9-31B4F905DA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19" y="241614"/>
            <a:ext cx="8086" cy="8079"/>
          </a:xfrm>
          <a:custGeom xmlns:a="http://schemas.openxmlformats.org/drawingml/2006/main">
            <a:pathLst>
              <a:path w="8086" h="8079" fill="none">
                <a:moveTo>
                  <a:pt x="8079" y="8079"/>
                </a:moveTo>
                <a:lnTo>
                  <a:pt x="8086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4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5B975E-2A51-4DF0-8C79-BDF9670783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33101" y="241614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FF061F-7DB1-428B-84AC-A8AC386E6F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33101" y="241614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4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CA6195-858D-4B4B-A0E0-760AADF31E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50723" y="42829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1461BE-FAB7-4620-A537-6800422E3D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50723" y="42829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4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22C3F2-2BCC-46B9-8E1A-B55E6CAB7C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90837" y="24815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6EEE6F-783F-42CF-B8BF-1064ACCF53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90837" y="24815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4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27EA4C-9020-4839-BF50-5CC3878E0C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31114" y="60085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D9EA0A-DC4B-44FC-854C-C89189B16D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31114" y="60085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4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8E69EF-8657-495D-8AA9-26434CC6F1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16715" y="1443402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DBA1A4-9E66-467B-93CD-E7D42A4F90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16715" y="1443402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3438" name="Text 0">
            <a:extLst xmlns:a="http://schemas.openxmlformats.org/drawingml/2006/main">
              <a:ext uri="{FF2B5EF4-FFF2-40B4-BE49-F238E27FC236}">
                <a16:creationId xmlns:a16="http://schemas.microsoft.com/office/drawing/2014/main" id="{FE7623A6-B1F7-4719-BBA9-CE1C6CB5C2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93529" y="1491273"/>
            <a:ext cx="43693" cy="65625"/>
          </a:xfrm>
          <a:custGeom xmlns:a="http://schemas.openxmlformats.org/drawingml/2006/main">
            <a:pathLst>
              <a:path w="43693" h="65625">
                <a:moveTo>
                  <a:pt x="21847" y="6774"/>
                </a:moveTo>
                <a:cubicBezTo>
                  <a:pt x="17443" y="6774"/>
                  <a:pt x="14134" y="8942"/>
                  <a:pt x="11918" y="13278"/>
                </a:cubicBezTo>
                <a:cubicBezTo>
                  <a:pt x="9703" y="17615"/>
                  <a:pt x="8595" y="24133"/>
                  <a:pt x="8595" y="32833"/>
                </a:cubicBezTo>
                <a:cubicBezTo>
                  <a:pt x="8595" y="41506"/>
                  <a:pt x="9703" y="48010"/>
                  <a:pt x="11918" y="52346"/>
                </a:cubicBezTo>
                <a:cubicBezTo>
                  <a:pt x="14134" y="56682"/>
                  <a:pt x="17443" y="58850"/>
                  <a:pt x="21847" y="58850"/>
                </a:cubicBezTo>
                <a:cubicBezTo>
                  <a:pt x="26278" y="58850"/>
                  <a:pt x="29602" y="56682"/>
                  <a:pt x="31817" y="52346"/>
                </a:cubicBezTo>
                <a:cubicBezTo>
                  <a:pt x="34033" y="48010"/>
                  <a:pt x="35141" y="41506"/>
                  <a:pt x="35141" y="32833"/>
                </a:cubicBezTo>
                <a:cubicBezTo>
                  <a:pt x="35141" y="24133"/>
                  <a:pt x="34033" y="17615"/>
                  <a:pt x="31817" y="13278"/>
                </a:cubicBezTo>
                <a:cubicBezTo>
                  <a:pt x="29602" y="8942"/>
                  <a:pt x="26278" y="6774"/>
                  <a:pt x="21847" y="6774"/>
                </a:cubicBezTo>
                <a:moveTo>
                  <a:pt x="21847" y="0"/>
                </a:moveTo>
                <a:cubicBezTo>
                  <a:pt x="28931" y="0"/>
                  <a:pt x="34344" y="2803"/>
                  <a:pt x="38083" y="8409"/>
                </a:cubicBezTo>
                <a:cubicBezTo>
                  <a:pt x="41823" y="14016"/>
                  <a:pt x="43693" y="22157"/>
                  <a:pt x="43693" y="32833"/>
                </a:cubicBezTo>
                <a:cubicBezTo>
                  <a:pt x="43693" y="43482"/>
                  <a:pt x="41823" y="51609"/>
                  <a:pt x="38083" y="57215"/>
                </a:cubicBezTo>
                <a:cubicBezTo>
                  <a:pt x="34344" y="62821"/>
                  <a:pt x="28931" y="65625"/>
                  <a:pt x="21847" y="65625"/>
                </a:cubicBezTo>
                <a:cubicBezTo>
                  <a:pt x="14762" y="65625"/>
                  <a:pt x="9350" y="62821"/>
                  <a:pt x="5610" y="57215"/>
                </a:cubicBezTo>
                <a:cubicBezTo>
                  <a:pt x="1870" y="51609"/>
                  <a:pt x="0" y="43482"/>
                  <a:pt x="0" y="32833"/>
                </a:cubicBezTo>
                <a:cubicBezTo>
                  <a:pt x="0" y="22157"/>
                  <a:pt x="1870" y="14016"/>
                  <a:pt x="5610" y="8409"/>
                </a:cubicBezTo>
                <a:cubicBezTo>
                  <a:pt x="9350" y="2803"/>
                  <a:pt x="14762" y="0"/>
                  <a:pt x="21847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B96E9F-0080-455B-919F-88556D41C5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77468" y="1443402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5FBA9F-692A-437D-993D-9AB6B020B0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77468" y="1443402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3441" name="Text 10">
            <a:extLst xmlns:a="http://schemas.openxmlformats.org/drawingml/2006/main">
              <a:ext uri="{FF2B5EF4-FFF2-40B4-BE49-F238E27FC236}">
                <a16:creationId xmlns:a16="http://schemas.microsoft.com/office/drawing/2014/main" id="{E12D92A7-410B-4C86-8E95-AF741A6832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82221" y="1492628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1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1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8" y="41506"/>
                  <a:pt x="86498" y="32833"/>
                </a:cubicBezTo>
                <a:cubicBezTo>
                  <a:pt x="86498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9" y="65625"/>
                  <a:pt x="60706" y="62821"/>
                  <a:pt x="56967" y="57215"/>
                </a:cubicBezTo>
                <a:cubicBezTo>
                  <a:pt x="53227" y="51609"/>
                  <a:pt x="51357" y="43482"/>
                  <a:pt x="51357" y="32833"/>
                </a:cubicBezTo>
                <a:cubicBezTo>
                  <a:pt x="51357" y="22157"/>
                  <a:pt x="53227" y="14016"/>
                  <a:pt x="56967" y="8409"/>
                </a:cubicBezTo>
                <a:cubicBezTo>
                  <a:pt x="60706" y="2803"/>
                  <a:pt x="66119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42" name="Text −1">
            <a:extLst xmlns:a="http://schemas.openxmlformats.org/drawingml/2006/main">
              <a:ext uri="{FF2B5EF4-FFF2-40B4-BE49-F238E27FC236}">
                <a16:creationId xmlns:a16="http://schemas.microsoft.com/office/drawing/2014/main" id="{A87E2FB9-1825-4F28-9ADB-41BD79FB28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0290" y="1479511"/>
            <a:ext cx="77442" cy="44278"/>
          </a:xfrm>
          <a:custGeom xmlns:a="http://schemas.openxmlformats.org/drawingml/2006/main">
            <a:pathLst>
              <a:path w="77442" h="44278">
                <a:moveTo>
                  <a:pt x="0" y="22702"/>
                </a:moveTo>
                <a:lnTo>
                  <a:pt x="37995" y="22702"/>
                </a:lnTo>
                <a:lnTo>
                  <a:pt x="37995" y="27740"/>
                </a:lnTo>
                <a:lnTo>
                  <a:pt x="0" y="27740"/>
                </a:lnTo>
                <a:lnTo>
                  <a:pt x="0" y="22702"/>
                </a:lnTo>
                <a:close/>
                <a:moveTo>
                  <a:pt x="51954" y="39239"/>
                </a:moveTo>
                <a:lnTo>
                  <a:pt x="61734" y="39239"/>
                </a:lnTo>
                <a:lnTo>
                  <a:pt x="61734" y="5453"/>
                </a:lnTo>
                <a:lnTo>
                  <a:pt x="51094" y="7587"/>
                </a:lnTo>
                <a:lnTo>
                  <a:pt x="51094" y="2134"/>
                </a:lnTo>
                <a:lnTo>
                  <a:pt x="61675" y="0"/>
                </a:lnTo>
                <a:lnTo>
                  <a:pt x="67661" y="0"/>
                </a:lnTo>
                <a:lnTo>
                  <a:pt x="67661" y="39239"/>
                </a:lnTo>
                <a:lnTo>
                  <a:pt x="77442" y="39239"/>
                </a:lnTo>
                <a:lnTo>
                  <a:pt x="77442" y="44278"/>
                </a:lnTo>
                <a:lnTo>
                  <a:pt x="51954" y="44278"/>
                </a:lnTo>
                <a:lnTo>
                  <a:pt x="51954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61B5E6-3442-456B-A1B0-94AA8628CE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2146" y="1443402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93C3D2-3016-4004-BF5F-CC7D9795FB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2146" y="1443402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3445" name="Text 10">
            <a:extLst xmlns:a="http://schemas.openxmlformats.org/drawingml/2006/main">
              <a:ext uri="{FF2B5EF4-FFF2-40B4-BE49-F238E27FC236}">
                <a16:creationId xmlns:a16="http://schemas.microsoft.com/office/drawing/2014/main" id="{9953DEF9-9F81-436B-92B6-9A4D74A06C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22189" y="1493418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46" name="Text 0">
            <a:extLst xmlns:a="http://schemas.openxmlformats.org/drawingml/2006/main">
              <a:ext uri="{FF2B5EF4-FFF2-40B4-BE49-F238E27FC236}">
                <a16:creationId xmlns:a16="http://schemas.microsoft.com/office/drawing/2014/main" id="{02854ABB-F65F-4543-AA3D-EE420E25BD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7828" y="1479531"/>
            <a:ext cx="30585" cy="45937"/>
          </a:xfrm>
          <a:custGeom xmlns:a="http://schemas.openxmlformats.org/drawingml/2006/main">
            <a:pathLst>
              <a:path w="30585" h="45937">
                <a:moveTo>
                  <a:pt x="15293" y="4742"/>
                </a:moveTo>
                <a:cubicBezTo>
                  <a:pt x="12210" y="4742"/>
                  <a:pt x="9894" y="6260"/>
                  <a:pt x="8343" y="9295"/>
                </a:cubicBezTo>
                <a:cubicBezTo>
                  <a:pt x="6792" y="12330"/>
                  <a:pt x="6016" y="16893"/>
                  <a:pt x="6016" y="22983"/>
                </a:cubicBezTo>
                <a:cubicBezTo>
                  <a:pt x="6016" y="29054"/>
                  <a:pt x="6792" y="33607"/>
                  <a:pt x="8343" y="36642"/>
                </a:cubicBezTo>
                <a:cubicBezTo>
                  <a:pt x="9894" y="39678"/>
                  <a:pt x="12210" y="41195"/>
                  <a:pt x="15293" y="41195"/>
                </a:cubicBezTo>
                <a:cubicBezTo>
                  <a:pt x="18395" y="41195"/>
                  <a:pt x="20721" y="39678"/>
                  <a:pt x="22272" y="36642"/>
                </a:cubicBezTo>
                <a:cubicBezTo>
                  <a:pt x="23823" y="33607"/>
                  <a:pt x="24599" y="29054"/>
                  <a:pt x="24599" y="22983"/>
                </a:cubicBezTo>
                <a:cubicBezTo>
                  <a:pt x="24599" y="16893"/>
                  <a:pt x="23823" y="12330"/>
                  <a:pt x="22272" y="9295"/>
                </a:cubicBezTo>
                <a:cubicBezTo>
                  <a:pt x="20721" y="6260"/>
                  <a:pt x="18395" y="4742"/>
                  <a:pt x="15293" y="4742"/>
                </a:cubicBezTo>
                <a:moveTo>
                  <a:pt x="15293" y="0"/>
                </a:moveTo>
                <a:cubicBezTo>
                  <a:pt x="20252" y="0"/>
                  <a:pt x="24040" y="1962"/>
                  <a:pt x="26658" y="5887"/>
                </a:cubicBezTo>
                <a:cubicBezTo>
                  <a:pt x="29276" y="9811"/>
                  <a:pt x="30585" y="15510"/>
                  <a:pt x="30585" y="22983"/>
                </a:cubicBezTo>
                <a:cubicBezTo>
                  <a:pt x="30585" y="30437"/>
                  <a:pt x="29276" y="36126"/>
                  <a:pt x="26658" y="40051"/>
                </a:cubicBezTo>
                <a:cubicBezTo>
                  <a:pt x="24040" y="43975"/>
                  <a:pt x="20252" y="45937"/>
                  <a:pt x="15293" y="45937"/>
                </a:cubicBezTo>
                <a:cubicBezTo>
                  <a:pt x="10333" y="45937"/>
                  <a:pt x="6545" y="43975"/>
                  <a:pt x="3927" y="40051"/>
                </a:cubicBezTo>
                <a:cubicBezTo>
                  <a:pt x="1309" y="36126"/>
                  <a:pt x="0" y="30437"/>
                  <a:pt x="0" y="22983"/>
                </a:cubicBezTo>
                <a:cubicBezTo>
                  <a:pt x="0" y="15510"/>
                  <a:pt x="1309" y="9811"/>
                  <a:pt x="3927" y="5887"/>
                </a:cubicBezTo>
                <a:cubicBezTo>
                  <a:pt x="6545" y="1962"/>
                  <a:pt x="10333" y="0"/>
                  <a:pt x="1529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E192B4-6B00-4635-9C03-314AE44931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6823" y="1443402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493AC3-C9F9-487E-9A09-ADF34C3F59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6823" y="1443402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3449" name="Text 10">
            <a:extLst xmlns:a="http://schemas.openxmlformats.org/drawingml/2006/main">
              <a:ext uri="{FF2B5EF4-FFF2-40B4-BE49-F238E27FC236}">
                <a16:creationId xmlns:a16="http://schemas.microsoft.com/office/drawing/2014/main" id="{63BDA2C9-A58B-4CC9-A7AB-1351A6E241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866" y="1492628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50" name="Text 1">
            <a:extLst xmlns:a="http://schemas.openxmlformats.org/drawingml/2006/main">
              <a:ext uri="{FF2B5EF4-FFF2-40B4-BE49-F238E27FC236}">
                <a16:creationId xmlns:a16="http://schemas.microsoft.com/office/drawing/2014/main" id="{BC1CBB2C-A360-40CD-84D2-6AC9EC0A9C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5173" y="1479511"/>
            <a:ext cx="26347" cy="44278"/>
          </a:xfrm>
          <a:custGeom xmlns:a="http://schemas.openxmlformats.org/drawingml/2006/main">
            <a:pathLst>
              <a:path w="26347" h="44278">
                <a:moveTo>
                  <a:pt x="859" y="39239"/>
                </a:moveTo>
                <a:lnTo>
                  <a:pt x="10640" y="39239"/>
                </a:lnTo>
                <a:lnTo>
                  <a:pt x="10640" y="5453"/>
                </a:lnTo>
                <a:lnTo>
                  <a:pt x="0" y="7587"/>
                </a:lnTo>
                <a:lnTo>
                  <a:pt x="0" y="2134"/>
                </a:lnTo>
                <a:lnTo>
                  <a:pt x="10580" y="0"/>
                </a:lnTo>
                <a:lnTo>
                  <a:pt x="16567" y="0"/>
                </a:lnTo>
                <a:lnTo>
                  <a:pt x="16567" y="39239"/>
                </a:lnTo>
                <a:lnTo>
                  <a:pt x="26347" y="39239"/>
                </a:lnTo>
                <a:lnTo>
                  <a:pt x="26347" y="44278"/>
                </a:lnTo>
                <a:lnTo>
                  <a:pt x="859" y="44278"/>
                </a:lnTo>
                <a:lnTo>
                  <a:pt x="859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872202-3653-4A86-876A-ACED57A593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21323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A5D324-0FC7-4652-9BF8-708AAC4C19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21323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4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9A704A-7709-43BD-8820-90EAD88DDD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25930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E9D6AB-8951-4F82-871A-70EB04AC57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25930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4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BA06B3-CC7C-4275-A44B-CB60A2F369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30538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B349C8-FB7A-4C00-9C8A-A6BAD683ED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30538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4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A6A360-B18D-4AF0-81B7-CE023721C2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35145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51D417-F8A4-4AF3-9D4C-B48A6D2989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35145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4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1EB655-A9A3-46AE-88BA-A332806986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39753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4274A1-A4E7-4C07-A640-672E55D689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39753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4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5E25F4-E345-476E-B5BB-EB971AFEAB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44360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E67967-3BB1-4244-A6FA-9B72274F0D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44360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4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CB8A50-3F40-484E-A4BC-7056732F5B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48968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09BCC8-564F-475C-8C50-4996EF709B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48968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4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84416A-BB4A-46F0-8C5D-1003890195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76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470554-A8D2-4B2F-8D72-239E20E5C0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76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4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04146E-5193-41A6-8539-5978FB2F73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8183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76BC3E-E337-46FD-873C-2C1246BA78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8183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4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AB0C93-E4E8-4AAE-989F-F801503233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2791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C5FE64-4148-4271-BF17-A49AF59037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2791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4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E89955-26FD-448A-858F-F0AF6921B5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08866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3CCBE0-8A47-4A4A-B5CD-E789CEA99B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08866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4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2514BB-E8C1-48AA-B254-9311C42DE7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54941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5C69EB-6099-47ED-A718-566AAA34EF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54941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4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47B96F-A00E-44A6-B45F-88627A9A04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01016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1F0EFE-ECF2-4836-A738-3E84507F03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01016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4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00C408-8AAD-4891-995B-1A22DEA177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47092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E8C1F2-915A-4A7F-82D0-D8902AFB42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47092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4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3A2E53-D2F1-47B2-8E96-BEC7002795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93167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5319F6-7356-4F48-A63E-C640150707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93167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4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792BF2-4323-47DA-AD18-450F5465D4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39242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7508AA-CF49-4BB9-92FE-3514756772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39242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4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B88FBE-CAE4-45D2-853C-C034FF7883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85318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1F24E9-0B76-42F2-9593-62EA0CAA5D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85318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4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E5A788-B8F6-47E9-8AAB-0FFBC9B8F7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31393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00B2A9-82A1-4525-8DCC-8FD83C96B8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31393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4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5020EC-68BF-44D2-857C-5721FC453D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77468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D5EB26-7693-4098-BB29-BF77A7967A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77468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4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5E1F52-F130-465A-844B-BF621AE1AB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2298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1A463A-7607-4F0A-8BB6-F439704DD4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2298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4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C65112-3827-493A-AB9F-213E537E07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75320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0BDE43-4E5C-4BB9-BCA0-59E3EE4796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75320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4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034EE0-3BED-453A-85D2-81AFD55C69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7129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B887D0-AC54-4798-995A-6983AD0380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7129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4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904DA0-3682-4611-92D4-45324C6A77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67315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344C91-8DBC-49E3-ACC1-3AA7CE8F08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67315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4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35CD86-F7FA-43F3-B711-14FB63A0FA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0150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ADAEA2-EF07-4ECA-A95B-3D0709E313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0150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4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638D10-2158-4B92-95D9-D4F4C0897B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27911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C52BA9-3F04-456E-968B-4BA33B8B12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27911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5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65F21B-7036-43F3-86B1-C7490BCDC3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51959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76DCA3-302A-498A-A1FF-4346DC3DC3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51959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5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0E3900-E1D3-4227-96B2-FB60DD5793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3171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D7FB23-CDC5-4E71-ABF2-2176E4A341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3171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5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014A2E-38D0-44FA-83AD-BF64996A02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2146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AE88EF-DD6A-40D5-86DD-FDA5AD2234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2146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5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04FBF2-B1B4-4909-B119-51D3098E44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16976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499594-F207-419D-A638-CCCF7B4F58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16976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5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ABAE19-44A0-4305-83D0-02A8C49DE2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997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3C96D7-C2C3-4929-A997-F8D7FF391E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997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5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2381B8-C9E4-4499-BE11-035EC3DDDE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41806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3CA1CA-6DEE-440C-BC5B-9A694D2442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41806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5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8B88CE-8B26-4BB1-9C98-2C3DAA979C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1993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6AA1C2-1A36-4B78-91CC-A0E61063D6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1993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5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397967-CCFA-4DFD-A546-298E594E72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4827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9CC20C-63A4-4469-8D50-88825C1E24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4827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5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434835-1CB3-4310-A1CD-19922FF86C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2589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5376C9-0C4A-4F40-9A2A-E86C416DFF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2589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5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D540AE-D012-4542-B25F-EEB8A69E03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66637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D1645B-2B9A-47D0-8045-D7A07E8245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66637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5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1B41E8-3D99-4B7A-AFD9-6F5DFC9E9E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7849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B0CDE5-0E0B-45BA-927D-88886BA54D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7849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5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5C9ADD-6F04-47B8-9B5B-228CBC400D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6823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E2FA90-8865-4FC8-A926-0C77923E67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6823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5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FDADE0-AEB3-46DB-B4BB-A7ADFBCD63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1654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C704AD-E4ED-4D17-8607-A40DDA2965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1654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5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14410C-912A-4A12-A284-69F7258B87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4675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8BE8D0-B292-4204-A86E-B75844278C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4675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5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4AD86E-27A1-448B-9139-7C87A6A1F6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56484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8C315A-4092-47F6-A4AA-3C8D406706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56484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5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5EA7D6-0453-4B19-A4AB-8A65E650EB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6670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25C573-3E86-44CC-82E7-DCCDEB8BC6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6670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5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4D9FB6-04AB-4388-8E0B-6C6BF69183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9505" y="144340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F760A8-30BC-498F-9D4A-D39002C6DB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9505" y="144340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535" name="Text QSF">
            <a:extLst xmlns:a="http://schemas.openxmlformats.org/drawingml/2006/main">
              <a:ext uri="{FF2B5EF4-FFF2-40B4-BE49-F238E27FC236}">
                <a16:creationId xmlns:a16="http://schemas.microsoft.com/office/drawing/2014/main" id="{F8F15EF0-7FC2-40E1-BE40-39FCB84F06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7800" y="1607788"/>
            <a:ext cx="190478" cy="88120"/>
          </a:xfrm>
          <a:custGeom xmlns:a="http://schemas.openxmlformats.org/drawingml/2006/main">
            <a:pathLst>
              <a:path w="190478" h="88120">
                <a:moveTo>
                  <a:pt x="34181" y="8101"/>
                </a:moveTo>
                <a:cubicBezTo>
                  <a:pt x="26937" y="8101"/>
                  <a:pt x="21182" y="10804"/>
                  <a:pt x="16918" y="16209"/>
                </a:cubicBezTo>
                <a:cubicBezTo>
                  <a:pt x="12653" y="21614"/>
                  <a:pt x="10521" y="28979"/>
                  <a:pt x="10521" y="38306"/>
                </a:cubicBezTo>
                <a:cubicBezTo>
                  <a:pt x="10521" y="47599"/>
                  <a:pt x="12653" y="54949"/>
                  <a:pt x="16918" y="60354"/>
                </a:cubicBezTo>
                <a:cubicBezTo>
                  <a:pt x="21182" y="65759"/>
                  <a:pt x="26937" y="68461"/>
                  <a:pt x="34181" y="68461"/>
                </a:cubicBezTo>
                <a:cubicBezTo>
                  <a:pt x="41426" y="68461"/>
                  <a:pt x="47164" y="65759"/>
                  <a:pt x="51395" y="60354"/>
                </a:cubicBezTo>
                <a:cubicBezTo>
                  <a:pt x="55627" y="54949"/>
                  <a:pt x="57743" y="47599"/>
                  <a:pt x="57743" y="38306"/>
                </a:cubicBezTo>
                <a:cubicBezTo>
                  <a:pt x="57743" y="28979"/>
                  <a:pt x="55627" y="21614"/>
                  <a:pt x="51395" y="16209"/>
                </a:cubicBezTo>
                <a:cubicBezTo>
                  <a:pt x="47164" y="10804"/>
                  <a:pt x="41426" y="8101"/>
                  <a:pt x="34181" y="8101"/>
                </a:cubicBezTo>
                <a:moveTo>
                  <a:pt x="48160" y="73796"/>
                </a:moveTo>
                <a:lnTo>
                  <a:pt x="61299" y="88120"/>
                </a:lnTo>
                <a:lnTo>
                  <a:pt x="49247" y="88120"/>
                </a:lnTo>
                <a:lnTo>
                  <a:pt x="38330" y="76358"/>
                </a:lnTo>
                <a:cubicBezTo>
                  <a:pt x="37244" y="76426"/>
                  <a:pt x="36412" y="76477"/>
                  <a:pt x="35836" y="76511"/>
                </a:cubicBezTo>
                <a:cubicBezTo>
                  <a:pt x="35260" y="76545"/>
                  <a:pt x="34708" y="76562"/>
                  <a:pt x="34181" y="76562"/>
                </a:cubicBezTo>
                <a:cubicBezTo>
                  <a:pt x="23808" y="76562"/>
                  <a:pt x="15518" y="73094"/>
                  <a:pt x="9311" y="66158"/>
                </a:cubicBezTo>
                <a:cubicBezTo>
                  <a:pt x="3104" y="59221"/>
                  <a:pt x="0" y="49937"/>
                  <a:pt x="0" y="38306"/>
                </a:cubicBezTo>
                <a:cubicBezTo>
                  <a:pt x="0" y="26641"/>
                  <a:pt x="3104" y="17341"/>
                  <a:pt x="9311" y="10405"/>
                </a:cubicBezTo>
                <a:cubicBezTo>
                  <a:pt x="15518" y="3468"/>
                  <a:pt x="23808" y="0"/>
                  <a:pt x="34181" y="0"/>
                </a:cubicBezTo>
                <a:cubicBezTo>
                  <a:pt x="44521" y="0"/>
                  <a:pt x="52787" y="3468"/>
                  <a:pt x="58977" y="10405"/>
                </a:cubicBezTo>
                <a:cubicBezTo>
                  <a:pt x="65168" y="17341"/>
                  <a:pt x="68264" y="26642"/>
                  <a:pt x="68264" y="38307"/>
                </a:cubicBezTo>
                <a:cubicBezTo>
                  <a:pt x="68264" y="46874"/>
                  <a:pt x="66543" y="54206"/>
                  <a:pt x="63102" y="60302"/>
                </a:cubicBezTo>
                <a:cubicBezTo>
                  <a:pt x="59661" y="66398"/>
                  <a:pt x="54680" y="70896"/>
                  <a:pt x="48160" y="73796"/>
                </a:cubicBezTo>
                <a:close/>
                <a:moveTo>
                  <a:pt x="128069" y="3754"/>
                </a:moveTo>
                <a:lnTo>
                  <a:pt x="128069" y="13534"/>
                </a:lnTo>
                <a:cubicBezTo>
                  <a:pt x="124282" y="11707"/>
                  <a:pt x="120709" y="10344"/>
                  <a:pt x="117350" y="9447"/>
                </a:cubicBezTo>
                <a:cubicBezTo>
                  <a:pt x="113992" y="8549"/>
                  <a:pt x="110748" y="8101"/>
                  <a:pt x="107620" y="8101"/>
                </a:cubicBezTo>
                <a:cubicBezTo>
                  <a:pt x="102186" y="8101"/>
                  <a:pt x="97996" y="9156"/>
                  <a:pt x="95049" y="11267"/>
                </a:cubicBezTo>
                <a:cubicBezTo>
                  <a:pt x="92101" y="13376"/>
                  <a:pt x="90628" y="16376"/>
                  <a:pt x="90628" y="20267"/>
                </a:cubicBezTo>
                <a:cubicBezTo>
                  <a:pt x="90628" y="23532"/>
                  <a:pt x="91608" y="25997"/>
                  <a:pt x="93567" y="27663"/>
                </a:cubicBezTo>
                <a:cubicBezTo>
                  <a:pt x="95526" y="29328"/>
                  <a:pt x="99239" y="30671"/>
                  <a:pt x="104705" y="31693"/>
                </a:cubicBezTo>
                <a:lnTo>
                  <a:pt x="110732" y="32926"/>
                </a:lnTo>
                <a:cubicBezTo>
                  <a:pt x="118174" y="34343"/>
                  <a:pt x="123665" y="36839"/>
                  <a:pt x="127205" y="40414"/>
                </a:cubicBezTo>
                <a:cubicBezTo>
                  <a:pt x="130745" y="43988"/>
                  <a:pt x="132515" y="48773"/>
                  <a:pt x="132515" y="54770"/>
                </a:cubicBezTo>
                <a:cubicBezTo>
                  <a:pt x="132515" y="61918"/>
                  <a:pt x="130119" y="67338"/>
                  <a:pt x="125328" y="71028"/>
                </a:cubicBezTo>
                <a:cubicBezTo>
                  <a:pt x="120536" y="74717"/>
                  <a:pt x="113514" y="76562"/>
                  <a:pt x="104261" y="76562"/>
                </a:cubicBezTo>
                <a:cubicBezTo>
                  <a:pt x="100770" y="76562"/>
                  <a:pt x="97057" y="76163"/>
                  <a:pt x="93122" y="75364"/>
                </a:cubicBezTo>
                <a:cubicBezTo>
                  <a:pt x="89187" y="74566"/>
                  <a:pt x="85112" y="73384"/>
                  <a:pt x="80897" y="71820"/>
                </a:cubicBezTo>
                <a:lnTo>
                  <a:pt x="80897" y="61546"/>
                </a:lnTo>
                <a:cubicBezTo>
                  <a:pt x="84947" y="63835"/>
                  <a:pt x="88916" y="65559"/>
                  <a:pt x="92801" y="66720"/>
                </a:cubicBezTo>
                <a:cubicBezTo>
                  <a:pt x="96687" y="67881"/>
                  <a:pt x="100507" y="68461"/>
                  <a:pt x="104261" y="68461"/>
                </a:cubicBezTo>
                <a:cubicBezTo>
                  <a:pt x="109958" y="68461"/>
                  <a:pt x="114354" y="67341"/>
                  <a:pt x="117449" y="65099"/>
                </a:cubicBezTo>
                <a:cubicBezTo>
                  <a:pt x="120545" y="62857"/>
                  <a:pt x="122092" y="59659"/>
                  <a:pt x="122092" y="55506"/>
                </a:cubicBezTo>
                <a:cubicBezTo>
                  <a:pt x="122092" y="51880"/>
                  <a:pt x="120981" y="49044"/>
                  <a:pt x="118758" y="47001"/>
                </a:cubicBezTo>
                <a:cubicBezTo>
                  <a:pt x="116535" y="44956"/>
                  <a:pt x="112888" y="43423"/>
                  <a:pt x="107817" y="42401"/>
                </a:cubicBezTo>
                <a:lnTo>
                  <a:pt x="101742" y="41217"/>
                </a:lnTo>
                <a:cubicBezTo>
                  <a:pt x="94300" y="39734"/>
                  <a:pt x="88916" y="37411"/>
                  <a:pt x="85590" y="34249"/>
                </a:cubicBezTo>
                <a:cubicBezTo>
                  <a:pt x="82264" y="31086"/>
                  <a:pt x="80601" y="26687"/>
                  <a:pt x="80601" y="21053"/>
                </a:cubicBezTo>
                <a:cubicBezTo>
                  <a:pt x="80601" y="14530"/>
                  <a:pt x="82898" y="9390"/>
                  <a:pt x="87491" y="5634"/>
                </a:cubicBezTo>
                <a:cubicBezTo>
                  <a:pt x="92085" y="1878"/>
                  <a:pt x="98416" y="0"/>
                  <a:pt x="106484" y="0"/>
                </a:cubicBezTo>
                <a:cubicBezTo>
                  <a:pt x="109941" y="0"/>
                  <a:pt x="113465" y="313"/>
                  <a:pt x="117054" y="938"/>
                </a:cubicBezTo>
                <a:cubicBezTo>
                  <a:pt x="120643" y="1564"/>
                  <a:pt x="124315" y="2503"/>
                  <a:pt x="128069" y="3754"/>
                </a:cubicBezTo>
                <a:close/>
                <a:moveTo>
                  <a:pt x="148097" y="1284"/>
                </a:moveTo>
                <a:lnTo>
                  <a:pt x="190478" y="1284"/>
                </a:lnTo>
                <a:lnTo>
                  <a:pt x="190478" y="9681"/>
                </a:lnTo>
                <a:lnTo>
                  <a:pt x="158075" y="9681"/>
                </a:lnTo>
                <a:lnTo>
                  <a:pt x="158075" y="31415"/>
                </a:lnTo>
                <a:lnTo>
                  <a:pt x="187317" y="31415"/>
                </a:lnTo>
                <a:lnTo>
                  <a:pt x="187317" y="39812"/>
                </a:lnTo>
                <a:lnTo>
                  <a:pt x="158075" y="39812"/>
                </a:lnTo>
                <a:lnTo>
                  <a:pt x="158075" y="75080"/>
                </a:lnTo>
                <a:lnTo>
                  <a:pt x="148097" y="75080"/>
                </a:lnTo>
                <a:lnTo>
                  <a:pt x="148097" y="1284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B305A3-170F-48FD-BE96-739ADB66D2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95038" y="1443402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EAD1AD-4657-4EBB-AEA2-8B218D97EA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95038" y="1443402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3538" name="Text 0">
            <a:extLst xmlns:a="http://schemas.openxmlformats.org/drawingml/2006/main">
              <a:ext uri="{FF2B5EF4-FFF2-40B4-BE49-F238E27FC236}">
                <a16:creationId xmlns:a16="http://schemas.microsoft.com/office/drawing/2014/main" id="{30D31E60-4175-4AEA-8CE3-40A2BF9A1E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17658" y="1411338"/>
            <a:ext cx="43693" cy="65625"/>
          </a:xfrm>
          <a:custGeom xmlns:a="http://schemas.openxmlformats.org/drawingml/2006/main">
            <a:pathLst>
              <a:path w="43693" h="65625">
                <a:moveTo>
                  <a:pt x="21847" y="6774"/>
                </a:moveTo>
                <a:cubicBezTo>
                  <a:pt x="17443" y="6774"/>
                  <a:pt x="14134" y="8942"/>
                  <a:pt x="11918" y="13278"/>
                </a:cubicBezTo>
                <a:cubicBezTo>
                  <a:pt x="9703" y="17615"/>
                  <a:pt x="8595" y="24133"/>
                  <a:pt x="8595" y="32833"/>
                </a:cubicBezTo>
                <a:cubicBezTo>
                  <a:pt x="8595" y="41506"/>
                  <a:pt x="9703" y="48010"/>
                  <a:pt x="11918" y="52346"/>
                </a:cubicBezTo>
                <a:cubicBezTo>
                  <a:pt x="14134" y="56682"/>
                  <a:pt x="17443" y="58850"/>
                  <a:pt x="21847" y="58850"/>
                </a:cubicBezTo>
                <a:cubicBezTo>
                  <a:pt x="26278" y="58850"/>
                  <a:pt x="29602" y="56682"/>
                  <a:pt x="31817" y="52346"/>
                </a:cubicBezTo>
                <a:cubicBezTo>
                  <a:pt x="34033" y="48010"/>
                  <a:pt x="35141" y="41506"/>
                  <a:pt x="35141" y="32833"/>
                </a:cubicBezTo>
                <a:cubicBezTo>
                  <a:pt x="35141" y="24133"/>
                  <a:pt x="34033" y="17615"/>
                  <a:pt x="31817" y="13278"/>
                </a:cubicBezTo>
                <a:cubicBezTo>
                  <a:pt x="29602" y="8942"/>
                  <a:pt x="26278" y="6774"/>
                  <a:pt x="21847" y="6774"/>
                </a:cubicBezTo>
                <a:moveTo>
                  <a:pt x="21847" y="0"/>
                </a:moveTo>
                <a:cubicBezTo>
                  <a:pt x="28931" y="0"/>
                  <a:pt x="34344" y="2803"/>
                  <a:pt x="38083" y="8409"/>
                </a:cubicBezTo>
                <a:cubicBezTo>
                  <a:pt x="41823" y="14016"/>
                  <a:pt x="43693" y="22157"/>
                  <a:pt x="43693" y="32833"/>
                </a:cubicBezTo>
                <a:cubicBezTo>
                  <a:pt x="43693" y="43482"/>
                  <a:pt x="41823" y="51609"/>
                  <a:pt x="38083" y="57215"/>
                </a:cubicBezTo>
                <a:cubicBezTo>
                  <a:pt x="34344" y="62821"/>
                  <a:pt x="28931" y="65625"/>
                  <a:pt x="21847" y="65625"/>
                </a:cubicBezTo>
                <a:cubicBezTo>
                  <a:pt x="14762" y="65625"/>
                  <a:pt x="9350" y="62821"/>
                  <a:pt x="5610" y="57215"/>
                </a:cubicBezTo>
                <a:cubicBezTo>
                  <a:pt x="1870" y="51609"/>
                  <a:pt x="0" y="43482"/>
                  <a:pt x="0" y="32833"/>
                </a:cubicBezTo>
                <a:cubicBezTo>
                  <a:pt x="0" y="22157"/>
                  <a:pt x="1870" y="14016"/>
                  <a:pt x="5610" y="8409"/>
                </a:cubicBezTo>
                <a:cubicBezTo>
                  <a:pt x="9350" y="2803"/>
                  <a:pt x="14762" y="0"/>
                  <a:pt x="21847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E2E716-33A8-4B4B-B5D3-CC6F1F8671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95038" y="1100067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ACD924-8F23-4957-A66C-AC33323E96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95038" y="1100067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3541" name="Text 10">
            <a:extLst xmlns:a="http://schemas.openxmlformats.org/drawingml/2006/main">
              <a:ext uri="{FF2B5EF4-FFF2-40B4-BE49-F238E27FC236}">
                <a16:creationId xmlns:a16="http://schemas.microsoft.com/office/drawing/2014/main" id="{7FA30BAD-7912-4530-99E0-E0F336DDB8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69727" y="1068003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1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1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8" y="41506"/>
                  <a:pt x="86498" y="32833"/>
                </a:cubicBezTo>
                <a:cubicBezTo>
                  <a:pt x="86498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9" y="65625"/>
                  <a:pt x="60706" y="62821"/>
                  <a:pt x="56967" y="57215"/>
                </a:cubicBezTo>
                <a:cubicBezTo>
                  <a:pt x="53227" y="51609"/>
                  <a:pt x="51357" y="43482"/>
                  <a:pt x="51357" y="32833"/>
                </a:cubicBezTo>
                <a:cubicBezTo>
                  <a:pt x="51357" y="22157"/>
                  <a:pt x="53227" y="14016"/>
                  <a:pt x="56967" y="8409"/>
                </a:cubicBezTo>
                <a:cubicBezTo>
                  <a:pt x="60706" y="2803"/>
                  <a:pt x="66119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42" name="Text −1">
            <a:extLst xmlns:a="http://schemas.openxmlformats.org/drawingml/2006/main">
              <a:ext uri="{FF2B5EF4-FFF2-40B4-BE49-F238E27FC236}">
                <a16:creationId xmlns:a16="http://schemas.microsoft.com/office/drawing/2014/main" id="{1FC5825C-BAF1-436F-A8E7-62B0F24CE9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77796" y="1054886"/>
            <a:ext cx="77442" cy="44278"/>
          </a:xfrm>
          <a:custGeom xmlns:a="http://schemas.openxmlformats.org/drawingml/2006/main">
            <a:pathLst>
              <a:path w="77442" h="44278">
                <a:moveTo>
                  <a:pt x="0" y="22702"/>
                </a:moveTo>
                <a:lnTo>
                  <a:pt x="37995" y="22702"/>
                </a:lnTo>
                <a:lnTo>
                  <a:pt x="37995" y="27740"/>
                </a:lnTo>
                <a:lnTo>
                  <a:pt x="0" y="27740"/>
                </a:lnTo>
                <a:lnTo>
                  <a:pt x="0" y="22702"/>
                </a:lnTo>
                <a:close/>
                <a:moveTo>
                  <a:pt x="51954" y="39239"/>
                </a:moveTo>
                <a:lnTo>
                  <a:pt x="61734" y="39239"/>
                </a:lnTo>
                <a:lnTo>
                  <a:pt x="61734" y="5453"/>
                </a:lnTo>
                <a:lnTo>
                  <a:pt x="51094" y="7587"/>
                </a:lnTo>
                <a:lnTo>
                  <a:pt x="51094" y="2134"/>
                </a:lnTo>
                <a:lnTo>
                  <a:pt x="61675" y="0"/>
                </a:lnTo>
                <a:lnTo>
                  <a:pt x="67661" y="0"/>
                </a:lnTo>
                <a:lnTo>
                  <a:pt x="67661" y="39239"/>
                </a:lnTo>
                <a:lnTo>
                  <a:pt x="77442" y="39239"/>
                </a:lnTo>
                <a:lnTo>
                  <a:pt x="77442" y="44278"/>
                </a:lnTo>
                <a:lnTo>
                  <a:pt x="51954" y="44278"/>
                </a:lnTo>
                <a:lnTo>
                  <a:pt x="51954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AB06A1-4F43-4BEB-A423-FF5E7C0989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95038" y="791065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7B30C6-F861-45FD-BF9D-D9078A8245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95038" y="791065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3545" name="Text 10">
            <a:extLst xmlns:a="http://schemas.openxmlformats.org/drawingml/2006/main">
              <a:ext uri="{FF2B5EF4-FFF2-40B4-BE49-F238E27FC236}">
                <a16:creationId xmlns:a16="http://schemas.microsoft.com/office/drawing/2014/main" id="{5BC984FC-76B7-4D5A-9820-982C26C367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20307" y="759791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1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1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8" y="41506"/>
                  <a:pt x="86498" y="32833"/>
                </a:cubicBezTo>
                <a:cubicBezTo>
                  <a:pt x="86498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9" y="65625"/>
                  <a:pt x="60706" y="62821"/>
                  <a:pt x="56967" y="57215"/>
                </a:cubicBezTo>
                <a:cubicBezTo>
                  <a:pt x="53227" y="51609"/>
                  <a:pt x="51357" y="43482"/>
                  <a:pt x="51357" y="32833"/>
                </a:cubicBezTo>
                <a:cubicBezTo>
                  <a:pt x="51357" y="22157"/>
                  <a:pt x="53227" y="14016"/>
                  <a:pt x="56967" y="8409"/>
                </a:cubicBezTo>
                <a:cubicBezTo>
                  <a:pt x="60706" y="2803"/>
                  <a:pt x="66119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46" name="Text 0">
            <a:extLst xmlns:a="http://schemas.openxmlformats.org/drawingml/2006/main">
              <a:ext uri="{FF2B5EF4-FFF2-40B4-BE49-F238E27FC236}">
                <a16:creationId xmlns:a16="http://schemas.microsoft.com/office/drawing/2014/main" id="{785787DA-A474-4FFA-9D65-E253AFDB60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25946" y="745904"/>
            <a:ext cx="30585" cy="45937"/>
          </a:xfrm>
          <a:custGeom xmlns:a="http://schemas.openxmlformats.org/drawingml/2006/main">
            <a:pathLst>
              <a:path w="30585" h="45937">
                <a:moveTo>
                  <a:pt x="15293" y="4742"/>
                </a:moveTo>
                <a:cubicBezTo>
                  <a:pt x="12210" y="4742"/>
                  <a:pt x="9894" y="6260"/>
                  <a:pt x="8343" y="9295"/>
                </a:cubicBezTo>
                <a:cubicBezTo>
                  <a:pt x="6792" y="12330"/>
                  <a:pt x="6016" y="16893"/>
                  <a:pt x="6016" y="22983"/>
                </a:cubicBezTo>
                <a:cubicBezTo>
                  <a:pt x="6016" y="29054"/>
                  <a:pt x="6792" y="33607"/>
                  <a:pt x="8343" y="36642"/>
                </a:cubicBezTo>
                <a:cubicBezTo>
                  <a:pt x="9894" y="39678"/>
                  <a:pt x="12210" y="41195"/>
                  <a:pt x="15293" y="41195"/>
                </a:cubicBezTo>
                <a:cubicBezTo>
                  <a:pt x="18395" y="41195"/>
                  <a:pt x="20721" y="39678"/>
                  <a:pt x="22272" y="36642"/>
                </a:cubicBezTo>
                <a:cubicBezTo>
                  <a:pt x="23823" y="33607"/>
                  <a:pt x="24599" y="29054"/>
                  <a:pt x="24599" y="22983"/>
                </a:cubicBezTo>
                <a:cubicBezTo>
                  <a:pt x="24599" y="16893"/>
                  <a:pt x="23823" y="12330"/>
                  <a:pt x="22272" y="9295"/>
                </a:cubicBezTo>
                <a:cubicBezTo>
                  <a:pt x="20721" y="6260"/>
                  <a:pt x="18395" y="4742"/>
                  <a:pt x="15293" y="4742"/>
                </a:cubicBezTo>
                <a:moveTo>
                  <a:pt x="15293" y="0"/>
                </a:moveTo>
                <a:cubicBezTo>
                  <a:pt x="20252" y="0"/>
                  <a:pt x="24040" y="1962"/>
                  <a:pt x="26658" y="5887"/>
                </a:cubicBezTo>
                <a:cubicBezTo>
                  <a:pt x="29276" y="9811"/>
                  <a:pt x="30585" y="15510"/>
                  <a:pt x="30585" y="22983"/>
                </a:cubicBezTo>
                <a:cubicBezTo>
                  <a:pt x="30585" y="30437"/>
                  <a:pt x="29276" y="36126"/>
                  <a:pt x="26658" y="40051"/>
                </a:cubicBezTo>
                <a:cubicBezTo>
                  <a:pt x="24040" y="43975"/>
                  <a:pt x="20252" y="45937"/>
                  <a:pt x="15293" y="45937"/>
                </a:cubicBezTo>
                <a:cubicBezTo>
                  <a:pt x="10333" y="45937"/>
                  <a:pt x="6545" y="43975"/>
                  <a:pt x="3927" y="40051"/>
                </a:cubicBezTo>
                <a:cubicBezTo>
                  <a:pt x="1309" y="36126"/>
                  <a:pt x="0" y="30437"/>
                  <a:pt x="0" y="22983"/>
                </a:cubicBezTo>
                <a:cubicBezTo>
                  <a:pt x="0" y="15510"/>
                  <a:pt x="1309" y="9811"/>
                  <a:pt x="3927" y="5887"/>
                </a:cubicBezTo>
                <a:cubicBezTo>
                  <a:pt x="6545" y="1962"/>
                  <a:pt x="10333" y="0"/>
                  <a:pt x="1529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54A252-CF5E-42C4-BD8F-5AC55437EA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95038" y="482064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CF0820-AED4-47A3-93ED-6350F8FD19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95038" y="482064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3549" name="Text 10">
            <a:extLst xmlns:a="http://schemas.openxmlformats.org/drawingml/2006/main">
              <a:ext uri="{FF2B5EF4-FFF2-40B4-BE49-F238E27FC236}">
                <a16:creationId xmlns:a16="http://schemas.microsoft.com/office/drawing/2014/main" id="{15921C77-B776-42DC-9332-53793ACA4E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20307" y="449999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1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1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8" y="41506"/>
                  <a:pt x="86498" y="32833"/>
                </a:cubicBezTo>
                <a:cubicBezTo>
                  <a:pt x="86498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9" y="65625"/>
                  <a:pt x="60706" y="62821"/>
                  <a:pt x="56967" y="57215"/>
                </a:cubicBezTo>
                <a:cubicBezTo>
                  <a:pt x="53227" y="51609"/>
                  <a:pt x="51357" y="43482"/>
                  <a:pt x="51357" y="32833"/>
                </a:cubicBezTo>
                <a:cubicBezTo>
                  <a:pt x="51357" y="22157"/>
                  <a:pt x="53227" y="14016"/>
                  <a:pt x="56967" y="8409"/>
                </a:cubicBezTo>
                <a:cubicBezTo>
                  <a:pt x="60706" y="2803"/>
                  <a:pt x="66119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50" name="Text 1">
            <a:extLst xmlns:a="http://schemas.openxmlformats.org/drawingml/2006/main">
              <a:ext uri="{FF2B5EF4-FFF2-40B4-BE49-F238E27FC236}">
                <a16:creationId xmlns:a16="http://schemas.microsoft.com/office/drawing/2014/main" id="{078FAB43-E57E-473F-A5D9-08A415A064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28614" y="436883"/>
            <a:ext cx="26347" cy="44278"/>
          </a:xfrm>
          <a:custGeom xmlns:a="http://schemas.openxmlformats.org/drawingml/2006/main">
            <a:pathLst>
              <a:path w="26347" h="44278">
                <a:moveTo>
                  <a:pt x="859" y="39239"/>
                </a:moveTo>
                <a:lnTo>
                  <a:pt x="10640" y="39239"/>
                </a:lnTo>
                <a:lnTo>
                  <a:pt x="10640" y="5453"/>
                </a:lnTo>
                <a:lnTo>
                  <a:pt x="0" y="7587"/>
                </a:lnTo>
                <a:lnTo>
                  <a:pt x="0" y="2134"/>
                </a:lnTo>
                <a:lnTo>
                  <a:pt x="10580" y="0"/>
                </a:lnTo>
                <a:lnTo>
                  <a:pt x="16567" y="0"/>
                </a:lnTo>
                <a:lnTo>
                  <a:pt x="16567" y="39239"/>
                </a:lnTo>
                <a:lnTo>
                  <a:pt x="26347" y="39239"/>
                </a:lnTo>
                <a:lnTo>
                  <a:pt x="26347" y="44278"/>
                </a:lnTo>
                <a:lnTo>
                  <a:pt x="859" y="44278"/>
                </a:lnTo>
                <a:lnTo>
                  <a:pt x="859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B4AB1F-9DEE-4D10-A901-6AC056528B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143996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368D21-6FB8-4A81-A3D5-53B309094A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143996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5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5C3250-95F7-4F3E-BA7C-37C3C6DEAF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143653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D533F3-7F4D-4E8C-ACFC-2539724931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143653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5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F57F58-A9EA-4767-B530-9033FE9716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143310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2FF26A-73D6-42CB-AFBA-DAE466D071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143310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5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EB91F0-BA5A-434F-8C6D-FCB3B8AE52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142966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69E4CC-C5F8-4266-BC56-0B17C2CA91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142966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5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828663-4B0E-435E-BB58-8745D1DD0B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142623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F2F3C6-05E8-44CF-9BC9-D54DAE79B3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142623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5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FF55E9-21B4-4C2F-9C4A-7D71CDC820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142280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6D0C03-DE0C-4C5B-8706-2AE201CBB6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142280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5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D994D7-522B-427F-B0FD-6ADC09510D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141936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3440DC-60CE-484A-AE55-8825C2A736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141936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5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56095B-DB2E-4AD6-BDB6-C41DAE8C6F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141593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1AE7F9-F49B-43FA-A6CD-B8D2220007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141593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5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AA631A-9B9B-493E-B5B0-7D27B230B8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141250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245681-4625-4B19-87DB-96DF18D5E7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141250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5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C50607-1284-40CD-B554-EC2AD31272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140906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F7B302-4494-43D9-A4F7-D89133826E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140906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5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F951D0-366E-4684-B267-4A861DA03B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137473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5418C7-02B5-45E9-A115-60E8926D4B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137473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5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969DF8-BC19-44C9-9CEF-4A226B0A1A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134040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201BCB-6348-41E8-A27B-57CD1C74D4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134040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5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8162B7-301E-4942-84CC-263856F1FE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130606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0E14A8-2EF7-4105-96E1-36BD958BBC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130606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5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66C8B2-2463-4FFF-A40B-1250352059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127173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5509CE-7278-48FA-A6B7-7FD4616B82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127173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5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DC8F49-C268-436D-AD4E-AA618A2623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123740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EEA503-4738-48FE-ACDD-9789D1CB57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123740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5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01C108-FF67-442D-A68D-DB2A8757A9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120306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6E578C-EC70-4DA6-9DEF-291D3BF96E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120306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5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E8891A-2CBC-4DC5-8D29-1CA304E3D8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116873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9F37DC-4090-4C1C-8A24-CFA024D608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116873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5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721515-1E41-4EF7-AF1A-E9D0C3071B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113440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43E133-8682-49A1-A7D3-53681A6F86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113440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5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63FFF1-F71B-4D51-9E0E-23C674BBEB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110006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7B51D4-CF6B-4DE3-ADB6-A693AE662A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110006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5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E31B31-EAB7-463E-8DF2-6661FE5E00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100704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9E7706-E5A3-4B28-B64E-C97FAEFD5E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100704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5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8857EE-7467-4698-9781-3BDB68BCCA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95263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813C7F-A4CA-4DF8-B5CA-4D994EFEC3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95263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5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D18910-7B49-4B6D-963C-83914412C8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91402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DC9042-C107-4C15-8CA8-7782D9D585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91402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5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AB2EF5-140C-4EBE-9E01-58B0F7FF83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88408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18CCE7-BF51-4665-A547-AE37E9B673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88408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5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216A82-FA4D-43EC-8FF0-999CDC9B5C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85961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F81D80-88F4-427D-92D0-8EE1D03412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85961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5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E8235F-4B8F-439A-9506-A88F54A4C5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83893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519182-53F0-4B13-89E2-28E8BCE279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83893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6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AF25E0-E050-4D14-A465-1A68229264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82101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025FC6-2C22-4105-A2AE-D9F17CC1B4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82101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6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52F793-056E-4D58-9B19-690414D598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80520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62B0C6-FBEC-40B2-89C1-5AB9B68DD6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80520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6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FB2A0A-D013-40E1-92B6-F34DD1F71A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79106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C3FE09-B6A4-49FC-95CE-AB7A2CAF0B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79106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6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855FDB-3F42-4484-9DE8-6CE69C88CE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69804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62A86E-5B0B-4053-9A4D-702B622EEA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69804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6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55B4F8-19B7-431C-934B-E16DE54FC3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64363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C7213C-9037-481D-8E69-B4C5F210CE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64363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6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6B058A-7EAF-4B21-BFF9-BBA3401392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60502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B22A27-7667-47EC-8926-08B6D07080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60502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6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70C84E-D1BE-47D1-9454-3AB76F4A60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57508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C1C0D9-A637-4B80-A6F6-4AED1BCE55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57508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6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10C96D-5083-4F7F-8651-9B6DB3FC46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55061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382F9F-EB8A-4C7B-94B2-F74C16E0C0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55061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6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1FCAB3-9EFC-4026-B654-87F26B7A94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52992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1A11D7-0992-46B5-AEA8-75B102F7CD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52992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6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7705D5-C7B2-45A7-A3E4-8A5FFF4E16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51200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A8AB89-4B87-4BDF-83E6-1DB2964FCD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51200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6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714771-2692-4D10-A5A1-00BBB4A208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9620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5BD4CE-7645-43D4-8244-657FE9D5B0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9620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6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B4D6BF-4F7E-4012-B174-825BC5FFDA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8206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D95511-34F2-4194-901E-039D8625FC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8206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6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F8FDC0-4064-451A-9CD2-F981DF0C3C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38904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3A9EEC-B45A-4993-8571-85F63760F7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38904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6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4A70F3-1881-4067-BE3A-65FCC4B1D6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33463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5C76BA-0B82-44AB-AD2D-49CBD73DAC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33463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6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7DE99E-F42F-4836-A0CC-91048671D2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29602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724D6A-E5EE-4620-9F78-3339701505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29602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6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727A56-1EEC-4C8D-9EB2-021C4EC438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26608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3D7D5F-1C8D-4636-A354-BB2E504A6A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26608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6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913484-E468-438D-95BE-CE30C1EFAF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24161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D7119F-D3C4-403B-9119-08A4BC5FE9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24161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3635" name="Text C">
            <a:extLst xmlns:a="http://schemas.openxmlformats.org/drawingml/2006/main">
              <a:ext uri="{FF2B5EF4-FFF2-40B4-BE49-F238E27FC236}">
                <a16:creationId xmlns:a16="http://schemas.microsoft.com/office/drawing/2014/main" id="{92D4B1A7-C3F7-4E4F-9CDE-EBA36E6AFB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35219" y="980355"/>
            <a:ext cx="76562" cy="59471"/>
          </a:xfrm>
          <a:custGeom xmlns:a="http://schemas.openxmlformats.org/drawingml/2006/main">
            <a:pathLst>
              <a:path w="76562" h="59471">
                <a:moveTo>
                  <a:pt x="7014" y="0"/>
                </a:moveTo>
                <a:lnTo>
                  <a:pt x="17585" y="0"/>
                </a:lnTo>
                <a:cubicBezTo>
                  <a:pt x="14440" y="3359"/>
                  <a:pt x="12089" y="6940"/>
                  <a:pt x="10533" y="10743"/>
                </a:cubicBezTo>
                <a:cubicBezTo>
                  <a:pt x="8978" y="14547"/>
                  <a:pt x="8200" y="18589"/>
                  <a:pt x="8200" y="22870"/>
                </a:cubicBezTo>
                <a:cubicBezTo>
                  <a:pt x="8200" y="31300"/>
                  <a:pt x="10778" y="37754"/>
                  <a:pt x="15936" y="42233"/>
                </a:cubicBezTo>
                <a:cubicBezTo>
                  <a:pt x="21094" y="46711"/>
                  <a:pt x="28550" y="48950"/>
                  <a:pt x="38306" y="48950"/>
                </a:cubicBezTo>
                <a:cubicBezTo>
                  <a:pt x="48028" y="48950"/>
                  <a:pt x="55468" y="46711"/>
                  <a:pt x="60626" y="42233"/>
                </a:cubicBezTo>
                <a:cubicBezTo>
                  <a:pt x="65784" y="37754"/>
                  <a:pt x="68362" y="31300"/>
                  <a:pt x="68362" y="22870"/>
                </a:cubicBezTo>
                <a:cubicBezTo>
                  <a:pt x="68362" y="18589"/>
                  <a:pt x="67584" y="14547"/>
                  <a:pt x="66029" y="10743"/>
                </a:cubicBezTo>
                <a:cubicBezTo>
                  <a:pt x="64473" y="6940"/>
                  <a:pt x="62122" y="3359"/>
                  <a:pt x="58977" y="0"/>
                </a:cubicBezTo>
                <a:lnTo>
                  <a:pt x="69449" y="0"/>
                </a:lnTo>
                <a:cubicBezTo>
                  <a:pt x="71820" y="3491"/>
                  <a:pt x="73598" y="7187"/>
                  <a:pt x="74784" y="11089"/>
                </a:cubicBezTo>
                <a:cubicBezTo>
                  <a:pt x="75969" y="14991"/>
                  <a:pt x="76562" y="19116"/>
                  <a:pt x="76562" y="23463"/>
                </a:cubicBezTo>
                <a:cubicBezTo>
                  <a:pt x="76562" y="34626"/>
                  <a:pt x="73143" y="43418"/>
                  <a:pt x="66306" y="49839"/>
                </a:cubicBezTo>
                <a:cubicBezTo>
                  <a:pt x="59468" y="56261"/>
                  <a:pt x="50135" y="59471"/>
                  <a:pt x="38306" y="59471"/>
                </a:cubicBezTo>
                <a:cubicBezTo>
                  <a:pt x="26444" y="59471"/>
                  <a:pt x="17094" y="56261"/>
                  <a:pt x="10257" y="49839"/>
                </a:cubicBezTo>
                <a:cubicBezTo>
                  <a:pt x="3419" y="43418"/>
                  <a:pt x="0" y="34626"/>
                  <a:pt x="0" y="23463"/>
                </a:cubicBezTo>
                <a:cubicBezTo>
                  <a:pt x="0" y="19050"/>
                  <a:pt x="585" y="14893"/>
                  <a:pt x="1754" y="10990"/>
                </a:cubicBezTo>
                <a:cubicBezTo>
                  <a:pt x="2923" y="7088"/>
                  <a:pt x="4676" y="3425"/>
                  <a:pt x="7014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36" name="Text O">
            <a:extLst xmlns:a="http://schemas.openxmlformats.org/drawingml/2006/main">
              <a:ext uri="{FF2B5EF4-FFF2-40B4-BE49-F238E27FC236}">
                <a16:creationId xmlns:a16="http://schemas.microsoft.com/office/drawing/2014/main" id="{204C8D9B-C517-49EE-BDC0-7E819BE975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35219" y="900952"/>
            <a:ext cx="76562" cy="68264"/>
          </a:xfrm>
          <a:custGeom xmlns:a="http://schemas.openxmlformats.org/drawingml/2006/main">
            <a:pathLst>
              <a:path w="76562" h="68264">
                <a:moveTo>
                  <a:pt x="8101" y="34082"/>
                </a:moveTo>
                <a:cubicBezTo>
                  <a:pt x="8101" y="41327"/>
                  <a:pt x="10804" y="47082"/>
                  <a:pt x="16209" y="51346"/>
                </a:cubicBezTo>
                <a:cubicBezTo>
                  <a:pt x="21614" y="55610"/>
                  <a:pt x="28979" y="57743"/>
                  <a:pt x="38306" y="57743"/>
                </a:cubicBezTo>
                <a:cubicBezTo>
                  <a:pt x="47599" y="57743"/>
                  <a:pt x="54949" y="55610"/>
                  <a:pt x="60354" y="51346"/>
                </a:cubicBezTo>
                <a:cubicBezTo>
                  <a:pt x="65759" y="47082"/>
                  <a:pt x="68461" y="41327"/>
                  <a:pt x="68461" y="34082"/>
                </a:cubicBezTo>
                <a:cubicBezTo>
                  <a:pt x="68461" y="26838"/>
                  <a:pt x="65759" y="21100"/>
                  <a:pt x="60354" y="16868"/>
                </a:cubicBezTo>
                <a:cubicBezTo>
                  <a:pt x="54949" y="12637"/>
                  <a:pt x="47599" y="10521"/>
                  <a:pt x="38306" y="10521"/>
                </a:cubicBezTo>
                <a:cubicBezTo>
                  <a:pt x="28979" y="10521"/>
                  <a:pt x="21614" y="12637"/>
                  <a:pt x="16209" y="16868"/>
                </a:cubicBezTo>
                <a:cubicBezTo>
                  <a:pt x="10804" y="21100"/>
                  <a:pt x="8101" y="26838"/>
                  <a:pt x="8101" y="34082"/>
                </a:cubicBezTo>
                <a:moveTo>
                  <a:pt x="0" y="34082"/>
                </a:moveTo>
                <a:cubicBezTo>
                  <a:pt x="0" y="23742"/>
                  <a:pt x="3468" y="15477"/>
                  <a:pt x="10405" y="9286"/>
                </a:cubicBezTo>
                <a:cubicBezTo>
                  <a:pt x="17341" y="3095"/>
                  <a:pt x="26641" y="0"/>
                  <a:pt x="38306" y="0"/>
                </a:cubicBezTo>
                <a:cubicBezTo>
                  <a:pt x="49937" y="0"/>
                  <a:pt x="59221" y="3095"/>
                  <a:pt x="66158" y="9286"/>
                </a:cubicBezTo>
                <a:cubicBezTo>
                  <a:pt x="73094" y="15477"/>
                  <a:pt x="76562" y="23742"/>
                  <a:pt x="76562" y="34082"/>
                </a:cubicBezTo>
                <a:cubicBezTo>
                  <a:pt x="76562" y="44455"/>
                  <a:pt x="73102" y="52745"/>
                  <a:pt x="66183" y="58953"/>
                </a:cubicBezTo>
                <a:cubicBezTo>
                  <a:pt x="59262" y="65160"/>
                  <a:pt x="49970" y="68264"/>
                  <a:pt x="38306" y="68264"/>
                </a:cubicBezTo>
                <a:cubicBezTo>
                  <a:pt x="26641" y="68264"/>
                  <a:pt x="17341" y="65160"/>
                  <a:pt x="10405" y="58953"/>
                </a:cubicBezTo>
                <a:cubicBezTo>
                  <a:pt x="3468" y="52745"/>
                  <a:pt x="0" y="44455"/>
                  <a:pt x="0" y="34082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37" name="Text L">
            <a:extLst xmlns:a="http://schemas.openxmlformats.org/drawingml/2006/main">
              <a:ext uri="{FF2B5EF4-FFF2-40B4-BE49-F238E27FC236}">
                <a16:creationId xmlns:a16="http://schemas.microsoft.com/office/drawing/2014/main" id="{8CA2D9B6-FDB4-4709-9C25-2F8BE34C76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36503" y="839467"/>
            <a:ext cx="73796" cy="45888"/>
          </a:xfrm>
          <a:custGeom xmlns:a="http://schemas.openxmlformats.org/drawingml/2006/main">
            <a:pathLst>
              <a:path w="73796" h="45888">
                <a:moveTo>
                  <a:pt x="0" y="45888"/>
                </a:moveTo>
                <a:lnTo>
                  <a:pt x="0" y="35910"/>
                </a:lnTo>
                <a:lnTo>
                  <a:pt x="65399" y="35910"/>
                </a:lnTo>
                <a:lnTo>
                  <a:pt x="65399" y="0"/>
                </a:lnTo>
                <a:lnTo>
                  <a:pt x="73796" y="0"/>
                </a:lnTo>
                <a:lnTo>
                  <a:pt x="73796" y="45888"/>
                </a:lnTo>
                <a:lnTo>
                  <a:pt x="0" y="45888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38" name="Text I">
            <a:extLst xmlns:a="http://schemas.openxmlformats.org/drawingml/2006/main">
              <a:ext uri="{FF2B5EF4-FFF2-40B4-BE49-F238E27FC236}">
                <a16:creationId xmlns:a16="http://schemas.microsoft.com/office/drawing/2014/main" id="{233E6FAE-32BB-4D43-9364-766FFB32FE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36503" y="819030"/>
            <a:ext cx="73796" cy="9978"/>
          </a:xfrm>
          <a:custGeom xmlns:a="http://schemas.openxmlformats.org/drawingml/2006/main">
            <a:pathLst>
              <a:path w="73796" h="9978">
                <a:moveTo>
                  <a:pt x="0" y="9978"/>
                </a:moveTo>
                <a:lnTo>
                  <a:pt x="0" y="0"/>
                </a:lnTo>
                <a:lnTo>
                  <a:pt x="73796" y="0"/>
                </a:lnTo>
                <a:lnTo>
                  <a:pt x="73796" y="9978"/>
                </a:lnTo>
                <a:lnTo>
                  <a:pt x="0" y="9978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39" name="Text B">
            <a:extLst xmlns:a="http://schemas.openxmlformats.org/drawingml/2006/main">
              <a:ext uri="{FF2B5EF4-FFF2-40B4-BE49-F238E27FC236}">
                <a16:creationId xmlns:a16="http://schemas.microsoft.com/office/drawing/2014/main" id="{A64366CA-1423-4004-8E1E-58D73DE707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36503" y="746857"/>
            <a:ext cx="73796" cy="52309"/>
          </a:xfrm>
          <a:custGeom xmlns:a="http://schemas.openxmlformats.org/drawingml/2006/main">
            <a:pathLst>
              <a:path w="73796" h="52309">
                <a:moveTo>
                  <a:pt x="38528" y="42331"/>
                </a:moveTo>
                <a:lnTo>
                  <a:pt x="65596" y="42331"/>
                </a:lnTo>
                <a:lnTo>
                  <a:pt x="65596" y="26327"/>
                </a:lnTo>
                <a:cubicBezTo>
                  <a:pt x="65596" y="20960"/>
                  <a:pt x="64483" y="16984"/>
                  <a:pt x="62256" y="14399"/>
                </a:cubicBezTo>
                <a:cubicBezTo>
                  <a:pt x="60029" y="11814"/>
                  <a:pt x="56623" y="10521"/>
                  <a:pt x="52037" y="10521"/>
                </a:cubicBezTo>
                <a:cubicBezTo>
                  <a:pt x="47419" y="10521"/>
                  <a:pt x="44013" y="11814"/>
                  <a:pt x="41819" y="14399"/>
                </a:cubicBezTo>
                <a:cubicBezTo>
                  <a:pt x="39625" y="16984"/>
                  <a:pt x="38528" y="20960"/>
                  <a:pt x="38528" y="26327"/>
                </a:cubicBezTo>
                <a:lnTo>
                  <a:pt x="38528" y="42331"/>
                </a:lnTo>
                <a:moveTo>
                  <a:pt x="8200" y="42331"/>
                </a:moveTo>
                <a:lnTo>
                  <a:pt x="30427" y="42331"/>
                </a:lnTo>
                <a:lnTo>
                  <a:pt x="30427" y="27562"/>
                </a:lnTo>
                <a:cubicBezTo>
                  <a:pt x="30427" y="22689"/>
                  <a:pt x="29513" y="19058"/>
                  <a:pt x="27686" y="16671"/>
                </a:cubicBezTo>
                <a:cubicBezTo>
                  <a:pt x="25858" y="14283"/>
                  <a:pt x="23067" y="13090"/>
                  <a:pt x="19313" y="13090"/>
                </a:cubicBezTo>
                <a:cubicBezTo>
                  <a:pt x="15592" y="13090"/>
                  <a:pt x="12810" y="14283"/>
                  <a:pt x="10966" y="16671"/>
                </a:cubicBezTo>
                <a:cubicBezTo>
                  <a:pt x="9122" y="19058"/>
                  <a:pt x="8200" y="22689"/>
                  <a:pt x="8200" y="27562"/>
                </a:cubicBezTo>
                <a:lnTo>
                  <a:pt x="8200" y="42331"/>
                </a:lnTo>
                <a:moveTo>
                  <a:pt x="0" y="52309"/>
                </a:moveTo>
                <a:lnTo>
                  <a:pt x="0" y="26821"/>
                </a:lnTo>
                <a:cubicBezTo>
                  <a:pt x="0" y="19215"/>
                  <a:pt x="1581" y="13353"/>
                  <a:pt x="4742" y="9237"/>
                </a:cubicBezTo>
                <a:cubicBezTo>
                  <a:pt x="7903" y="5121"/>
                  <a:pt x="12398" y="3062"/>
                  <a:pt x="18227" y="3062"/>
                </a:cubicBezTo>
                <a:cubicBezTo>
                  <a:pt x="22738" y="3062"/>
                  <a:pt x="26327" y="4116"/>
                  <a:pt x="28995" y="6224"/>
                </a:cubicBezTo>
                <a:cubicBezTo>
                  <a:pt x="31662" y="8331"/>
                  <a:pt x="33325" y="11427"/>
                  <a:pt x="33984" y="15510"/>
                </a:cubicBezTo>
                <a:cubicBezTo>
                  <a:pt x="35038" y="10603"/>
                  <a:pt x="37239" y="6792"/>
                  <a:pt x="40586" y="4075"/>
                </a:cubicBezTo>
                <a:cubicBezTo>
                  <a:pt x="43932" y="1358"/>
                  <a:pt x="48111" y="0"/>
                  <a:pt x="53123" y="0"/>
                </a:cubicBezTo>
                <a:cubicBezTo>
                  <a:pt x="59717" y="0"/>
                  <a:pt x="64811" y="2239"/>
                  <a:pt x="68406" y="6718"/>
                </a:cubicBezTo>
                <a:cubicBezTo>
                  <a:pt x="71999" y="11196"/>
                  <a:pt x="73796" y="17568"/>
                  <a:pt x="73796" y="25834"/>
                </a:cubicBezTo>
                <a:lnTo>
                  <a:pt x="73796" y="52309"/>
                </a:lnTo>
                <a:lnTo>
                  <a:pt x="0" y="5230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40" name="Text R">
            <a:extLst xmlns:a="http://schemas.openxmlformats.org/drawingml/2006/main">
              <a:ext uri="{FF2B5EF4-FFF2-40B4-BE49-F238E27FC236}">
                <a16:creationId xmlns:a16="http://schemas.microsoft.com/office/drawing/2014/main" id="{4CF566DD-6C19-4E17-82E1-0A781B5B26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36503" y="672323"/>
            <a:ext cx="73796" cy="57446"/>
          </a:xfrm>
          <a:custGeom xmlns:a="http://schemas.openxmlformats.org/drawingml/2006/main">
            <a:pathLst>
              <a:path w="73796" h="57446">
                <a:moveTo>
                  <a:pt x="39170" y="22475"/>
                </a:moveTo>
                <a:cubicBezTo>
                  <a:pt x="39896" y="20334"/>
                  <a:pt x="41445" y="18251"/>
                  <a:pt x="43819" y="16226"/>
                </a:cubicBezTo>
                <a:cubicBezTo>
                  <a:pt x="46192" y="14201"/>
                  <a:pt x="49456" y="12168"/>
                  <a:pt x="53610" y="10126"/>
                </a:cubicBezTo>
                <a:lnTo>
                  <a:pt x="73796" y="0"/>
                </a:lnTo>
                <a:lnTo>
                  <a:pt x="73796" y="10719"/>
                </a:lnTo>
                <a:lnTo>
                  <a:pt x="54848" y="20153"/>
                </a:lnTo>
                <a:cubicBezTo>
                  <a:pt x="49901" y="22590"/>
                  <a:pt x="46619" y="24953"/>
                  <a:pt x="45003" y="27241"/>
                </a:cubicBezTo>
                <a:cubicBezTo>
                  <a:pt x="43387" y="29530"/>
                  <a:pt x="42578" y="32650"/>
                  <a:pt x="42578" y="36602"/>
                </a:cubicBezTo>
                <a:lnTo>
                  <a:pt x="42578" y="47468"/>
                </a:lnTo>
                <a:lnTo>
                  <a:pt x="73796" y="47468"/>
                </a:lnTo>
                <a:lnTo>
                  <a:pt x="73796" y="57446"/>
                </a:lnTo>
                <a:lnTo>
                  <a:pt x="0" y="57446"/>
                </a:lnTo>
                <a:lnTo>
                  <a:pt x="0" y="34922"/>
                </a:lnTo>
                <a:cubicBezTo>
                  <a:pt x="0" y="26492"/>
                  <a:pt x="1762" y="20202"/>
                  <a:pt x="5285" y="16053"/>
                </a:cubicBezTo>
                <a:cubicBezTo>
                  <a:pt x="8809" y="11904"/>
                  <a:pt x="14127" y="9830"/>
                  <a:pt x="21240" y="9830"/>
                </a:cubicBezTo>
                <a:cubicBezTo>
                  <a:pt x="25883" y="9830"/>
                  <a:pt x="29736" y="10908"/>
                  <a:pt x="32798" y="13065"/>
                </a:cubicBezTo>
                <a:cubicBezTo>
                  <a:pt x="35861" y="15222"/>
                  <a:pt x="37985" y="18358"/>
                  <a:pt x="39170" y="22475"/>
                </a:cubicBezTo>
                <a:moveTo>
                  <a:pt x="8200" y="47468"/>
                </a:moveTo>
                <a:lnTo>
                  <a:pt x="34379" y="47468"/>
                </a:lnTo>
                <a:lnTo>
                  <a:pt x="34379" y="34922"/>
                </a:lnTo>
                <a:cubicBezTo>
                  <a:pt x="34379" y="30114"/>
                  <a:pt x="33267" y="26484"/>
                  <a:pt x="31045" y="24031"/>
                </a:cubicBezTo>
                <a:cubicBezTo>
                  <a:pt x="28822" y="21577"/>
                  <a:pt x="25554" y="20351"/>
                  <a:pt x="21240" y="20351"/>
                </a:cubicBezTo>
                <a:cubicBezTo>
                  <a:pt x="16926" y="20351"/>
                  <a:pt x="13674" y="21577"/>
                  <a:pt x="11484" y="24031"/>
                </a:cubicBezTo>
                <a:cubicBezTo>
                  <a:pt x="9294" y="26484"/>
                  <a:pt x="8200" y="30114"/>
                  <a:pt x="8200" y="34922"/>
                </a:cubicBezTo>
                <a:lnTo>
                  <a:pt x="8200" y="47468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41" name="Text I">
            <a:extLst xmlns:a="http://schemas.openxmlformats.org/drawingml/2006/main">
              <a:ext uri="{FF2B5EF4-FFF2-40B4-BE49-F238E27FC236}">
                <a16:creationId xmlns:a16="http://schemas.microsoft.com/office/drawing/2014/main" id="{D64D82C1-1896-49D7-940B-DE6EE1C311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36503" y="649485"/>
            <a:ext cx="73796" cy="9978"/>
          </a:xfrm>
          <a:custGeom xmlns:a="http://schemas.openxmlformats.org/drawingml/2006/main">
            <a:pathLst>
              <a:path w="73796" h="9978">
                <a:moveTo>
                  <a:pt x="0" y="9978"/>
                </a:moveTo>
                <a:lnTo>
                  <a:pt x="0" y="0"/>
                </a:lnTo>
                <a:lnTo>
                  <a:pt x="73796" y="0"/>
                </a:lnTo>
                <a:lnTo>
                  <a:pt x="73796" y="9978"/>
                </a:lnTo>
                <a:lnTo>
                  <a:pt x="0" y="9978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1A6E61-CF0C-41C8-8418-713E22797A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16715" y="241614"/>
            <a:ext cx="1612790" cy="1201788"/>
          </a:xfrm>
          <a:custGeom xmlns:a="http://schemas.openxmlformats.org/drawingml/2006/main">
            <a:pathLst>
              <a:path w="1612790" h="1201788" fill="none">
                <a:moveTo>
                  <a:pt x="0" y="1201788"/>
                </a:moveTo>
                <a:lnTo>
                  <a:pt x="1612790" y="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sq">
            <a:solidFill>
              <a:srgbClr val="000000"/>
            </a:solidFill>
            <a:round/>
          </a:ln>
        </p:spPr>
      </p:sp>
      <p:sp>
        <p:nvSpPr>
          <p:cNvPr id="36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9AAEFD-481A-4067-AA92-F765F8C8EE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16715" y="241614"/>
            <a:ext cx="10" cy="1201788"/>
          </a:xfrm>
          <a:custGeom xmlns:a="http://schemas.openxmlformats.org/drawingml/2006/main">
            <a:pathLst>
              <a:path w="1" h="1201788" fill="none">
                <a:moveTo>
                  <a:pt x="0" y="1201788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36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7B09EA-B35F-481A-BB17-DA477EB651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9505" y="241614"/>
            <a:ext cx="10" cy="1201788"/>
          </a:xfrm>
          <a:custGeom xmlns:a="http://schemas.openxmlformats.org/drawingml/2006/main">
            <a:pathLst>
              <a:path w="1" h="1201788" fill="none">
                <a:moveTo>
                  <a:pt x="0" y="1201788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36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816FA7-6B6B-42E6-9D60-6A6E30A073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16715" y="1443402"/>
            <a:ext cx="1612790" cy="10"/>
          </a:xfrm>
          <a:custGeom xmlns:a="http://schemas.openxmlformats.org/drawingml/2006/main">
            <a:pathLst>
              <a:path w="1612790" h="1" fill="none">
                <a:moveTo>
                  <a:pt x="0" y="0"/>
                </a:moveTo>
                <a:lnTo>
                  <a:pt x="161279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36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AFC82B-0848-4A82-A491-32FBD30919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16715" y="241614"/>
            <a:ext cx="1612790" cy="10"/>
          </a:xfrm>
          <a:custGeom xmlns:a="http://schemas.openxmlformats.org/drawingml/2006/main">
            <a:pathLst>
              <a:path w="1612790" h="1" fill="none">
                <a:moveTo>
                  <a:pt x="0" y="0"/>
                </a:moveTo>
                <a:lnTo>
                  <a:pt x="161279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3647" name="Text 179">
            <a:extLst xmlns:a="http://schemas.openxmlformats.org/drawingml/2006/main">
              <a:ext uri="{FF2B5EF4-FFF2-40B4-BE49-F238E27FC236}">
                <a16:creationId xmlns:a16="http://schemas.microsoft.com/office/drawing/2014/main" id="{5B7AC72D-623A-4EE0-8081-11C536652A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78696" y="621281"/>
            <a:ext cx="374596" cy="164061"/>
          </a:xfrm>
          <a:custGeom xmlns:a="http://schemas.openxmlformats.org/drawingml/2006/main">
            <a:pathLst>
              <a:path w="374596" h="164061">
                <a:moveTo>
                  <a:pt x="3070" y="142892"/>
                </a:moveTo>
                <a:lnTo>
                  <a:pt x="37999" y="142892"/>
                </a:lnTo>
                <a:lnTo>
                  <a:pt x="37999" y="22228"/>
                </a:lnTo>
                <a:lnTo>
                  <a:pt x="0" y="29849"/>
                </a:lnTo>
                <a:lnTo>
                  <a:pt x="0" y="10373"/>
                </a:lnTo>
                <a:lnTo>
                  <a:pt x="37787" y="2752"/>
                </a:lnTo>
                <a:lnTo>
                  <a:pt x="59168" y="2752"/>
                </a:lnTo>
                <a:lnTo>
                  <a:pt x="59168" y="142892"/>
                </a:lnTo>
                <a:lnTo>
                  <a:pt x="94097" y="142892"/>
                </a:lnTo>
                <a:lnTo>
                  <a:pt x="94097" y="160886"/>
                </a:lnTo>
                <a:lnTo>
                  <a:pt x="3070" y="160886"/>
                </a:lnTo>
                <a:lnTo>
                  <a:pt x="3070" y="142892"/>
                </a:lnTo>
                <a:close/>
                <a:moveTo>
                  <a:pt x="131835" y="2752"/>
                </a:moveTo>
                <a:lnTo>
                  <a:pt x="233447" y="2752"/>
                </a:lnTo>
                <a:lnTo>
                  <a:pt x="233447" y="11861"/>
                </a:lnTo>
                <a:lnTo>
                  <a:pt x="176079" y="160886"/>
                </a:lnTo>
                <a:lnTo>
                  <a:pt x="153745" y="160886"/>
                </a:lnTo>
                <a:lnTo>
                  <a:pt x="207727" y="20746"/>
                </a:lnTo>
                <a:lnTo>
                  <a:pt x="131835" y="20746"/>
                </a:lnTo>
                <a:lnTo>
                  <a:pt x="131835" y="2752"/>
                </a:lnTo>
                <a:close/>
                <a:moveTo>
                  <a:pt x="275736" y="157711"/>
                </a:moveTo>
                <a:lnTo>
                  <a:pt x="275736" y="138235"/>
                </a:lnTo>
                <a:cubicBezTo>
                  <a:pt x="281099" y="140775"/>
                  <a:pt x="286532" y="142716"/>
                  <a:pt x="292036" y="144057"/>
                </a:cubicBezTo>
                <a:cubicBezTo>
                  <a:pt x="297540" y="145397"/>
                  <a:pt x="302939" y="146068"/>
                  <a:pt x="308231" y="146068"/>
                </a:cubicBezTo>
                <a:cubicBezTo>
                  <a:pt x="322344" y="146068"/>
                  <a:pt x="333122" y="141313"/>
                  <a:pt x="340567" y="131805"/>
                </a:cubicBezTo>
                <a:cubicBezTo>
                  <a:pt x="348011" y="122296"/>
                  <a:pt x="352263" y="107857"/>
                  <a:pt x="353321" y="88487"/>
                </a:cubicBezTo>
                <a:cubicBezTo>
                  <a:pt x="349229" y="94556"/>
                  <a:pt x="344042" y="99213"/>
                  <a:pt x="337762" y="102459"/>
                </a:cubicBezTo>
                <a:cubicBezTo>
                  <a:pt x="331482" y="105705"/>
                  <a:pt x="324531" y="107328"/>
                  <a:pt x="316910" y="107328"/>
                </a:cubicBezTo>
                <a:cubicBezTo>
                  <a:pt x="301104" y="107328"/>
                  <a:pt x="288596" y="102547"/>
                  <a:pt x="279388" y="92986"/>
                </a:cubicBezTo>
                <a:cubicBezTo>
                  <a:pt x="270179" y="83424"/>
                  <a:pt x="265575" y="70352"/>
                  <a:pt x="265575" y="53770"/>
                </a:cubicBezTo>
                <a:cubicBezTo>
                  <a:pt x="265575" y="37540"/>
                  <a:pt x="270373" y="24521"/>
                  <a:pt x="279970" y="14713"/>
                </a:cubicBezTo>
                <a:cubicBezTo>
                  <a:pt x="289567" y="4904"/>
                  <a:pt x="302339" y="0"/>
                  <a:pt x="318286" y="0"/>
                </a:cubicBezTo>
                <a:cubicBezTo>
                  <a:pt x="336562" y="0"/>
                  <a:pt x="350516" y="7008"/>
                  <a:pt x="360148" y="21024"/>
                </a:cubicBezTo>
                <a:cubicBezTo>
                  <a:pt x="369780" y="35039"/>
                  <a:pt x="374596" y="55393"/>
                  <a:pt x="374596" y="82084"/>
                </a:cubicBezTo>
                <a:cubicBezTo>
                  <a:pt x="374596" y="107008"/>
                  <a:pt x="368687" y="126903"/>
                  <a:pt x="356867" y="141768"/>
                </a:cubicBezTo>
                <a:cubicBezTo>
                  <a:pt x="345048" y="156630"/>
                  <a:pt x="329153" y="164061"/>
                  <a:pt x="309184" y="164061"/>
                </a:cubicBezTo>
                <a:cubicBezTo>
                  <a:pt x="303821" y="164061"/>
                  <a:pt x="298387" y="163532"/>
                  <a:pt x="292883" y="162474"/>
                </a:cubicBezTo>
                <a:cubicBezTo>
                  <a:pt x="287379" y="161415"/>
                  <a:pt x="281664" y="159828"/>
                  <a:pt x="275736" y="157711"/>
                </a:cubicBezTo>
                <a:moveTo>
                  <a:pt x="318286" y="90604"/>
                </a:moveTo>
                <a:cubicBezTo>
                  <a:pt x="327883" y="90604"/>
                  <a:pt x="335486" y="87323"/>
                  <a:pt x="341096" y="80761"/>
                </a:cubicBezTo>
                <a:cubicBezTo>
                  <a:pt x="346706" y="74198"/>
                  <a:pt x="349511" y="65201"/>
                  <a:pt x="349511" y="53770"/>
                </a:cubicBezTo>
                <a:cubicBezTo>
                  <a:pt x="349511" y="42409"/>
                  <a:pt x="346706" y="33430"/>
                  <a:pt x="341096" y="26832"/>
                </a:cubicBezTo>
                <a:cubicBezTo>
                  <a:pt x="335486" y="20234"/>
                  <a:pt x="327883" y="16935"/>
                  <a:pt x="318286" y="16935"/>
                </a:cubicBezTo>
                <a:cubicBezTo>
                  <a:pt x="308690" y="16935"/>
                  <a:pt x="301086" y="20234"/>
                  <a:pt x="295476" y="26832"/>
                </a:cubicBezTo>
                <a:cubicBezTo>
                  <a:pt x="289867" y="33430"/>
                  <a:pt x="287062" y="42409"/>
                  <a:pt x="287062" y="53770"/>
                </a:cubicBezTo>
                <a:cubicBezTo>
                  <a:pt x="287062" y="65201"/>
                  <a:pt x="289867" y="74198"/>
                  <a:pt x="295476" y="80761"/>
                </a:cubicBezTo>
                <a:cubicBezTo>
                  <a:pt x="301086" y="87323"/>
                  <a:pt x="308690" y="90604"/>
                  <a:pt x="318286" y="90604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48" name="Text 12">
            <a:extLst xmlns:a="http://schemas.openxmlformats.org/drawingml/2006/main">
              <a:ext uri="{FF2B5EF4-FFF2-40B4-BE49-F238E27FC236}">
                <a16:creationId xmlns:a16="http://schemas.microsoft.com/office/drawing/2014/main" id="{55B0D481-7EA4-451C-AF5F-BE6674D2A0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0238" y="861639"/>
            <a:ext cx="230271" cy="160886"/>
          </a:xfrm>
          <a:custGeom xmlns:a="http://schemas.openxmlformats.org/drawingml/2006/main">
            <a:pathLst>
              <a:path w="230271" h="160886">
                <a:moveTo>
                  <a:pt x="3070" y="142892"/>
                </a:moveTo>
                <a:lnTo>
                  <a:pt x="37999" y="142892"/>
                </a:lnTo>
                <a:lnTo>
                  <a:pt x="37999" y="22228"/>
                </a:lnTo>
                <a:lnTo>
                  <a:pt x="0" y="29849"/>
                </a:lnTo>
                <a:lnTo>
                  <a:pt x="0" y="10373"/>
                </a:lnTo>
                <a:lnTo>
                  <a:pt x="37787" y="2752"/>
                </a:lnTo>
                <a:lnTo>
                  <a:pt x="59168" y="2752"/>
                </a:lnTo>
                <a:lnTo>
                  <a:pt x="59168" y="142892"/>
                </a:lnTo>
                <a:lnTo>
                  <a:pt x="94097" y="142892"/>
                </a:lnTo>
                <a:lnTo>
                  <a:pt x="94097" y="160886"/>
                </a:lnTo>
                <a:lnTo>
                  <a:pt x="3070" y="160886"/>
                </a:lnTo>
                <a:lnTo>
                  <a:pt x="3070" y="142892"/>
                </a:lnTo>
                <a:close/>
                <a:moveTo>
                  <a:pt x="155650" y="142892"/>
                </a:moveTo>
                <a:lnTo>
                  <a:pt x="230271" y="142892"/>
                </a:lnTo>
                <a:lnTo>
                  <a:pt x="230271" y="160886"/>
                </a:lnTo>
                <a:lnTo>
                  <a:pt x="129929" y="160886"/>
                </a:lnTo>
                <a:lnTo>
                  <a:pt x="129929" y="142892"/>
                </a:lnTo>
                <a:cubicBezTo>
                  <a:pt x="138044" y="134495"/>
                  <a:pt x="149105" y="123222"/>
                  <a:pt x="163112" y="109074"/>
                </a:cubicBezTo>
                <a:cubicBezTo>
                  <a:pt x="177119" y="94926"/>
                  <a:pt x="185922" y="85806"/>
                  <a:pt x="189521" y="81713"/>
                </a:cubicBezTo>
                <a:cubicBezTo>
                  <a:pt x="196365" y="74022"/>
                  <a:pt x="201146" y="67512"/>
                  <a:pt x="203863" y="62185"/>
                </a:cubicBezTo>
                <a:cubicBezTo>
                  <a:pt x="206580" y="56857"/>
                  <a:pt x="207938" y="51618"/>
                  <a:pt x="207938" y="46466"/>
                </a:cubicBezTo>
                <a:cubicBezTo>
                  <a:pt x="207938" y="38069"/>
                  <a:pt x="204992" y="31225"/>
                  <a:pt x="199100" y="25932"/>
                </a:cubicBezTo>
                <a:cubicBezTo>
                  <a:pt x="193208" y="20640"/>
                  <a:pt x="185534" y="17994"/>
                  <a:pt x="176078" y="17994"/>
                </a:cubicBezTo>
                <a:cubicBezTo>
                  <a:pt x="169375" y="17994"/>
                  <a:pt x="162301" y="19167"/>
                  <a:pt x="154856" y="21513"/>
                </a:cubicBezTo>
                <a:cubicBezTo>
                  <a:pt x="147412" y="23859"/>
                  <a:pt x="139455" y="27414"/>
                  <a:pt x="130988" y="32177"/>
                </a:cubicBezTo>
                <a:lnTo>
                  <a:pt x="130988" y="10585"/>
                </a:lnTo>
                <a:cubicBezTo>
                  <a:pt x="139597" y="7092"/>
                  <a:pt x="147641" y="4454"/>
                  <a:pt x="155121" y="2673"/>
                </a:cubicBezTo>
                <a:cubicBezTo>
                  <a:pt x="162601" y="891"/>
                  <a:pt x="169445" y="0"/>
                  <a:pt x="175655" y="0"/>
                </a:cubicBezTo>
                <a:cubicBezTo>
                  <a:pt x="192026" y="0"/>
                  <a:pt x="205080" y="4093"/>
                  <a:pt x="214818" y="12278"/>
                </a:cubicBezTo>
                <a:cubicBezTo>
                  <a:pt x="224556" y="20464"/>
                  <a:pt x="229425" y="31401"/>
                  <a:pt x="229425" y="45090"/>
                </a:cubicBezTo>
                <a:cubicBezTo>
                  <a:pt x="229425" y="51582"/>
                  <a:pt x="228207" y="57739"/>
                  <a:pt x="225773" y="63561"/>
                </a:cubicBezTo>
                <a:cubicBezTo>
                  <a:pt x="223339" y="69382"/>
                  <a:pt x="218911" y="76244"/>
                  <a:pt x="212489" y="84148"/>
                </a:cubicBezTo>
                <a:cubicBezTo>
                  <a:pt x="210725" y="86194"/>
                  <a:pt x="205115" y="92104"/>
                  <a:pt x="195660" y="101877"/>
                </a:cubicBezTo>
                <a:cubicBezTo>
                  <a:pt x="186204" y="111650"/>
                  <a:pt x="172868" y="125322"/>
                  <a:pt x="155650" y="142892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49" name="Text 2.82Xspeedup">
            <a:extLst xmlns:a="http://schemas.openxmlformats.org/drawingml/2006/main">
              <a:ext uri="{FF2B5EF4-FFF2-40B4-BE49-F238E27FC236}">
                <a16:creationId xmlns:a16="http://schemas.microsoft.com/office/drawing/2014/main" id="{96856699-D346-45F6-871A-A4374BB20C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96734" y="110421"/>
            <a:ext cx="854471" cy="111886"/>
          </a:xfrm>
          <a:custGeom xmlns:a="http://schemas.openxmlformats.org/drawingml/2006/main">
            <a:pathLst>
              <a:path w="854471" h="111886">
                <a:moveTo>
                  <a:pt x="13718" y="78241"/>
                </a:moveTo>
                <a:lnTo>
                  <a:pt x="53516" y="78241"/>
                </a:lnTo>
                <a:lnTo>
                  <a:pt x="53516" y="87838"/>
                </a:lnTo>
                <a:lnTo>
                  <a:pt x="0" y="87838"/>
                </a:lnTo>
                <a:lnTo>
                  <a:pt x="0" y="78241"/>
                </a:lnTo>
                <a:cubicBezTo>
                  <a:pt x="4328" y="73763"/>
                  <a:pt x="10227" y="67751"/>
                  <a:pt x="17697" y="60205"/>
                </a:cubicBezTo>
                <a:cubicBezTo>
                  <a:pt x="25168" y="52660"/>
                  <a:pt x="29863" y="47795"/>
                  <a:pt x="31782" y="45613"/>
                </a:cubicBezTo>
                <a:cubicBezTo>
                  <a:pt x="35433" y="41510"/>
                  <a:pt x="37982" y="38039"/>
                  <a:pt x="39431" y="35197"/>
                </a:cubicBezTo>
                <a:cubicBezTo>
                  <a:pt x="40880" y="32356"/>
                  <a:pt x="41605" y="29562"/>
                  <a:pt x="41605" y="26814"/>
                </a:cubicBezTo>
                <a:cubicBezTo>
                  <a:pt x="41605" y="22336"/>
                  <a:pt x="40033" y="18685"/>
                  <a:pt x="36891" y="15863"/>
                </a:cubicBezTo>
                <a:cubicBezTo>
                  <a:pt x="33748" y="13040"/>
                  <a:pt x="29656" y="11629"/>
                  <a:pt x="24613" y="11629"/>
                </a:cubicBezTo>
                <a:cubicBezTo>
                  <a:pt x="21038" y="11629"/>
                  <a:pt x="17265" y="12255"/>
                  <a:pt x="13294" y="13506"/>
                </a:cubicBezTo>
                <a:cubicBezTo>
                  <a:pt x="9324" y="14757"/>
                  <a:pt x="5081" y="16653"/>
                  <a:pt x="565" y="19193"/>
                </a:cubicBezTo>
                <a:lnTo>
                  <a:pt x="565" y="7677"/>
                </a:lnTo>
                <a:cubicBezTo>
                  <a:pt x="5156" y="5814"/>
                  <a:pt x="9446" y="4408"/>
                  <a:pt x="13435" y="3458"/>
                </a:cubicBezTo>
                <a:cubicBezTo>
                  <a:pt x="17425" y="2507"/>
                  <a:pt x="21075" y="2032"/>
                  <a:pt x="24387" y="2032"/>
                </a:cubicBezTo>
                <a:cubicBezTo>
                  <a:pt x="33118" y="2032"/>
                  <a:pt x="40080" y="4215"/>
                  <a:pt x="45274" y="8581"/>
                </a:cubicBezTo>
                <a:cubicBezTo>
                  <a:pt x="50467" y="12946"/>
                  <a:pt x="53064" y="18779"/>
                  <a:pt x="53064" y="26080"/>
                </a:cubicBezTo>
                <a:cubicBezTo>
                  <a:pt x="53064" y="29543"/>
                  <a:pt x="52415" y="32826"/>
                  <a:pt x="51117" y="35931"/>
                </a:cubicBezTo>
                <a:cubicBezTo>
                  <a:pt x="49818" y="39036"/>
                  <a:pt x="47457" y="42696"/>
                  <a:pt x="44032" y="46911"/>
                </a:cubicBezTo>
                <a:cubicBezTo>
                  <a:pt x="43091" y="48002"/>
                  <a:pt x="40099" y="51154"/>
                  <a:pt x="35056" y="56367"/>
                </a:cubicBezTo>
                <a:cubicBezTo>
                  <a:pt x="30013" y="61579"/>
                  <a:pt x="22900" y="68871"/>
                  <a:pt x="13718" y="78241"/>
                </a:cubicBezTo>
                <a:close/>
                <a:moveTo>
                  <a:pt x="77424" y="73500"/>
                </a:moveTo>
                <a:lnTo>
                  <a:pt x="89336" y="73500"/>
                </a:lnTo>
                <a:lnTo>
                  <a:pt x="89336" y="87838"/>
                </a:lnTo>
                <a:lnTo>
                  <a:pt x="77424" y="87838"/>
                </a:lnTo>
                <a:lnTo>
                  <a:pt x="77424" y="73500"/>
                </a:lnTo>
                <a:close/>
                <a:moveTo>
                  <a:pt x="138576" y="47871"/>
                </a:moveTo>
                <a:cubicBezTo>
                  <a:pt x="133157" y="47871"/>
                  <a:pt x="128894" y="49320"/>
                  <a:pt x="125790" y="52217"/>
                </a:cubicBezTo>
                <a:cubicBezTo>
                  <a:pt x="122685" y="55115"/>
                  <a:pt x="121132" y="59104"/>
                  <a:pt x="121132" y="64185"/>
                </a:cubicBezTo>
                <a:cubicBezTo>
                  <a:pt x="121132" y="69266"/>
                  <a:pt x="122685" y="73255"/>
                  <a:pt x="125790" y="76153"/>
                </a:cubicBezTo>
                <a:cubicBezTo>
                  <a:pt x="128894" y="79051"/>
                  <a:pt x="133157" y="80499"/>
                  <a:pt x="138576" y="80499"/>
                </a:cubicBezTo>
                <a:cubicBezTo>
                  <a:pt x="143995" y="80499"/>
                  <a:pt x="148267" y="79041"/>
                  <a:pt x="151390" y="76125"/>
                </a:cubicBezTo>
                <a:cubicBezTo>
                  <a:pt x="154514" y="73208"/>
                  <a:pt x="156076" y="69228"/>
                  <a:pt x="156076" y="64185"/>
                </a:cubicBezTo>
                <a:cubicBezTo>
                  <a:pt x="156076" y="59104"/>
                  <a:pt x="154523" y="55115"/>
                  <a:pt x="151419" y="52217"/>
                </a:cubicBezTo>
                <a:cubicBezTo>
                  <a:pt x="148314" y="49320"/>
                  <a:pt x="144033" y="47871"/>
                  <a:pt x="138576" y="47871"/>
                </a:cubicBezTo>
                <a:moveTo>
                  <a:pt x="127173" y="42986"/>
                </a:moveTo>
                <a:cubicBezTo>
                  <a:pt x="122280" y="41780"/>
                  <a:pt x="118470" y="39502"/>
                  <a:pt x="115741" y="36152"/>
                </a:cubicBezTo>
                <a:cubicBezTo>
                  <a:pt x="113013" y="32800"/>
                  <a:pt x="111649" y="28714"/>
                  <a:pt x="111649" y="23893"/>
                </a:cubicBezTo>
                <a:cubicBezTo>
                  <a:pt x="111649" y="17152"/>
                  <a:pt x="114048" y="11823"/>
                  <a:pt x="118846" y="7907"/>
                </a:cubicBezTo>
                <a:cubicBezTo>
                  <a:pt x="123645" y="3990"/>
                  <a:pt x="130221" y="2032"/>
                  <a:pt x="138576" y="2032"/>
                </a:cubicBezTo>
                <a:cubicBezTo>
                  <a:pt x="146968" y="2032"/>
                  <a:pt x="153554" y="3990"/>
                  <a:pt x="158334" y="7907"/>
                </a:cubicBezTo>
                <a:cubicBezTo>
                  <a:pt x="163113" y="11823"/>
                  <a:pt x="165503" y="17152"/>
                  <a:pt x="165503" y="23893"/>
                </a:cubicBezTo>
                <a:cubicBezTo>
                  <a:pt x="165503" y="28714"/>
                  <a:pt x="164139" y="32800"/>
                  <a:pt x="161410" y="36152"/>
                </a:cubicBezTo>
                <a:cubicBezTo>
                  <a:pt x="158682" y="39502"/>
                  <a:pt x="154890" y="41780"/>
                  <a:pt x="150035" y="42986"/>
                </a:cubicBezTo>
                <a:cubicBezTo>
                  <a:pt x="155530" y="44267"/>
                  <a:pt x="159811" y="46771"/>
                  <a:pt x="162878" y="50499"/>
                </a:cubicBezTo>
                <a:cubicBezTo>
                  <a:pt x="165945" y="54227"/>
                  <a:pt x="167479" y="58784"/>
                  <a:pt x="167479" y="64169"/>
                </a:cubicBezTo>
                <a:cubicBezTo>
                  <a:pt x="167479" y="72341"/>
                  <a:pt x="164986" y="78611"/>
                  <a:pt x="159999" y="82980"/>
                </a:cubicBezTo>
                <a:cubicBezTo>
                  <a:pt x="155013" y="87348"/>
                  <a:pt x="147872" y="89532"/>
                  <a:pt x="138576" y="89532"/>
                </a:cubicBezTo>
                <a:cubicBezTo>
                  <a:pt x="129280" y="89532"/>
                  <a:pt x="122139" y="87348"/>
                  <a:pt x="117153" y="82980"/>
                </a:cubicBezTo>
                <a:cubicBezTo>
                  <a:pt x="112166" y="78611"/>
                  <a:pt x="109673" y="72341"/>
                  <a:pt x="109673" y="64169"/>
                </a:cubicBezTo>
                <a:cubicBezTo>
                  <a:pt x="109673" y="58784"/>
                  <a:pt x="111216" y="54227"/>
                  <a:pt x="114302" y="50499"/>
                </a:cubicBezTo>
                <a:cubicBezTo>
                  <a:pt x="117388" y="46771"/>
                  <a:pt x="121678" y="44267"/>
                  <a:pt x="127173" y="42986"/>
                </a:cubicBezTo>
                <a:moveTo>
                  <a:pt x="122995" y="24951"/>
                </a:moveTo>
                <a:cubicBezTo>
                  <a:pt x="122995" y="29317"/>
                  <a:pt x="124360" y="32723"/>
                  <a:pt x="127088" y="35169"/>
                </a:cubicBezTo>
                <a:cubicBezTo>
                  <a:pt x="129817" y="37615"/>
                  <a:pt x="133646" y="38838"/>
                  <a:pt x="138576" y="38838"/>
                </a:cubicBezTo>
                <a:cubicBezTo>
                  <a:pt x="143468" y="38838"/>
                  <a:pt x="147298" y="37615"/>
                  <a:pt x="150064" y="35169"/>
                </a:cubicBezTo>
                <a:cubicBezTo>
                  <a:pt x="152830" y="32723"/>
                  <a:pt x="154213" y="29317"/>
                  <a:pt x="154213" y="24951"/>
                </a:cubicBezTo>
                <a:cubicBezTo>
                  <a:pt x="154213" y="20586"/>
                  <a:pt x="152830" y="17180"/>
                  <a:pt x="150064" y="14734"/>
                </a:cubicBezTo>
                <a:cubicBezTo>
                  <a:pt x="147298" y="12288"/>
                  <a:pt x="143468" y="11064"/>
                  <a:pt x="138576" y="11064"/>
                </a:cubicBezTo>
                <a:cubicBezTo>
                  <a:pt x="133646" y="11064"/>
                  <a:pt x="129817" y="12288"/>
                  <a:pt x="127088" y="14734"/>
                </a:cubicBezTo>
                <a:cubicBezTo>
                  <a:pt x="124360" y="17180"/>
                  <a:pt x="122995" y="20586"/>
                  <a:pt x="122995" y="24951"/>
                </a:cubicBezTo>
                <a:close/>
                <a:moveTo>
                  <a:pt x="197541" y="78241"/>
                </a:moveTo>
                <a:lnTo>
                  <a:pt x="237340" y="78241"/>
                </a:lnTo>
                <a:lnTo>
                  <a:pt x="237340" y="87838"/>
                </a:lnTo>
                <a:lnTo>
                  <a:pt x="183824" y="87838"/>
                </a:lnTo>
                <a:lnTo>
                  <a:pt x="183824" y="78241"/>
                </a:lnTo>
                <a:cubicBezTo>
                  <a:pt x="188152" y="73763"/>
                  <a:pt x="194051" y="67751"/>
                  <a:pt x="201521" y="60205"/>
                </a:cubicBezTo>
                <a:cubicBezTo>
                  <a:pt x="208992" y="52660"/>
                  <a:pt x="213687" y="47795"/>
                  <a:pt x="215606" y="45613"/>
                </a:cubicBezTo>
                <a:cubicBezTo>
                  <a:pt x="219256" y="41510"/>
                  <a:pt x="221806" y="38039"/>
                  <a:pt x="223255" y="35197"/>
                </a:cubicBezTo>
                <a:cubicBezTo>
                  <a:pt x="224704" y="32356"/>
                  <a:pt x="225428" y="29562"/>
                  <a:pt x="225428" y="26814"/>
                </a:cubicBezTo>
                <a:cubicBezTo>
                  <a:pt x="225428" y="22336"/>
                  <a:pt x="223857" y="18685"/>
                  <a:pt x="220715" y="15863"/>
                </a:cubicBezTo>
                <a:cubicBezTo>
                  <a:pt x="217572" y="13040"/>
                  <a:pt x="213480" y="11629"/>
                  <a:pt x="208437" y="11629"/>
                </a:cubicBezTo>
                <a:cubicBezTo>
                  <a:pt x="204861" y="11629"/>
                  <a:pt x="201089" y="12255"/>
                  <a:pt x="197118" y="13506"/>
                </a:cubicBezTo>
                <a:cubicBezTo>
                  <a:pt x="193148" y="14757"/>
                  <a:pt x="188904" y="16653"/>
                  <a:pt x="184388" y="19193"/>
                </a:cubicBezTo>
                <a:lnTo>
                  <a:pt x="184388" y="7677"/>
                </a:lnTo>
                <a:cubicBezTo>
                  <a:pt x="188980" y="5814"/>
                  <a:pt x="193270" y="4408"/>
                  <a:pt x="197259" y="3458"/>
                </a:cubicBezTo>
                <a:cubicBezTo>
                  <a:pt x="201248" y="2507"/>
                  <a:pt x="204899" y="2032"/>
                  <a:pt x="208211" y="2032"/>
                </a:cubicBezTo>
                <a:cubicBezTo>
                  <a:pt x="216942" y="2032"/>
                  <a:pt x="223904" y="4215"/>
                  <a:pt x="229098" y="8581"/>
                </a:cubicBezTo>
                <a:cubicBezTo>
                  <a:pt x="234291" y="12946"/>
                  <a:pt x="236888" y="18779"/>
                  <a:pt x="236888" y="26080"/>
                </a:cubicBezTo>
                <a:cubicBezTo>
                  <a:pt x="236888" y="29543"/>
                  <a:pt x="236239" y="32826"/>
                  <a:pt x="234940" y="35931"/>
                </a:cubicBezTo>
                <a:cubicBezTo>
                  <a:pt x="233642" y="39036"/>
                  <a:pt x="231281" y="42696"/>
                  <a:pt x="227856" y="46911"/>
                </a:cubicBezTo>
                <a:cubicBezTo>
                  <a:pt x="226915" y="48002"/>
                  <a:pt x="223923" y="51154"/>
                  <a:pt x="218880" y="56367"/>
                </a:cubicBezTo>
                <a:cubicBezTo>
                  <a:pt x="213837" y="61579"/>
                  <a:pt x="206724" y="68871"/>
                  <a:pt x="197541" y="78241"/>
                </a:cubicBezTo>
                <a:close/>
                <a:moveTo>
                  <a:pt x="256167" y="3500"/>
                </a:moveTo>
                <a:lnTo>
                  <a:pt x="268417" y="3500"/>
                </a:lnTo>
                <a:lnTo>
                  <a:pt x="289360" y="34830"/>
                </a:lnTo>
                <a:lnTo>
                  <a:pt x="310416" y="3500"/>
                </a:lnTo>
                <a:lnTo>
                  <a:pt x="322666" y="3500"/>
                </a:lnTo>
                <a:lnTo>
                  <a:pt x="295570" y="44002"/>
                </a:lnTo>
                <a:lnTo>
                  <a:pt x="324473" y="87838"/>
                </a:lnTo>
                <a:lnTo>
                  <a:pt x="312223" y="87838"/>
                </a:lnTo>
                <a:lnTo>
                  <a:pt x="288513" y="51992"/>
                </a:lnTo>
                <a:lnTo>
                  <a:pt x="264634" y="87838"/>
                </a:lnTo>
                <a:lnTo>
                  <a:pt x="252328" y="87838"/>
                </a:lnTo>
                <a:lnTo>
                  <a:pt x="282417" y="42817"/>
                </a:lnTo>
                <a:lnTo>
                  <a:pt x="256167" y="3500"/>
                </a:lnTo>
                <a:close/>
                <a:moveTo>
                  <a:pt x="416046" y="26419"/>
                </a:moveTo>
                <a:lnTo>
                  <a:pt x="416046" y="36242"/>
                </a:lnTo>
                <a:cubicBezTo>
                  <a:pt x="413110" y="34736"/>
                  <a:pt x="410062" y="33607"/>
                  <a:pt x="406901" y="32855"/>
                </a:cubicBezTo>
                <a:cubicBezTo>
                  <a:pt x="403739" y="32102"/>
                  <a:pt x="400465" y="31726"/>
                  <a:pt x="397078" y="31726"/>
                </a:cubicBezTo>
                <a:cubicBezTo>
                  <a:pt x="391922" y="31726"/>
                  <a:pt x="388055" y="32518"/>
                  <a:pt x="385477" y="34102"/>
                </a:cubicBezTo>
                <a:cubicBezTo>
                  <a:pt x="382899" y="35686"/>
                  <a:pt x="381610" y="38062"/>
                  <a:pt x="381610" y="41231"/>
                </a:cubicBezTo>
                <a:cubicBezTo>
                  <a:pt x="381610" y="43644"/>
                  <a:pt x="382532" y="45539"/>
                  <a:pt x="384377" y="46916"/>
                </a:cubicBezTo>
                <a:cubicBezTo>
                  <a:pt x="386221" y="48293"/>
                  <a:pt x="389928" y="49604"/>
                  <a:pt x="395497" y="50848"/>
                </a:cubicBezTo>
                <a:lnTo>
                  <a:pt x="399054" y="51642"/>
                </a:lnTo>
                <a:cubicBezTo>
                  <a:pt x="406430" y="53225"/>
                  <a:pt x="411671" y="55459"/>
                  <a:pt x="414776" y="58344"/>
                </a:cubicBezTo>
                <a:cubicBezTo>
                  <a:pt x="417880" y="61228"/>
                  <a:pt x="419433" y="65252"/>
                  <a:pt x="419433" y="70418"/>
                </a:cubicBezTo>
                <a:cubicBezTo>
                  <a:pt x="419433" y="76299"/>
                  <a:pt x="417109" y="80955"/>
                  <a:pt x="412461" y="84386"/>
                </a:cubicBezTo>
                <a:cubicBezTo>
                  <a:pt x="407813" y="87816"/>
                  <a:pt x="401425" y="89532"/>
                  <a:pt x="393296" y="89532"/>
                </a:cubicBezTo>
                <a:cubicBezTo>
                  <a:pt x="389909" y="89532"/>
                  <a:pt x="386381" y="89202"/>
                  <a:pt x="382711" y="88544"/>
                </a:cubicBezTo>
                <a:cubicBezTo>
                  <a:pt x="379042" y="87885"/>
                  <a:pt x="375175" y="86897"/>
                  <a:pt x="371110" y="85580"/>
                </a:cubicBezTo>
                <a:lnTo>
                  <a:pt x="371110" y="74854"/>
                </a:lnTo>
                <a:cubicBezTo>
                  <a:pt x="374949" y="76849"/>
                  <a:pt x="378731" y="78345"/>
                  <a:pt x="382457" y="79342"/>
                </a:cubicBezTo>
                <a:cubicBezTo>
                  <a:pt x="386183" y="80340"/>
                  <a:pt x="389871" y="80838"/>
                  <a:pt x="393522" y="80838"/>
                </a:cubicBezTo>
                <a:cubicBezTo>
                  <a:pt x="398414" y="80838"/>
                  <a:pt x="402177" y="79999"/>
                  <a:pt x="404812" y="78321"/>
                </a:cubicBezTo>
                <a:cubicBezTo>
                  <a:pt x="407446" y="76643"/>
                  <a:pt x="408763" y="74276"/>
                  <a:pt x="408763" y="71222"/>
                </a:cubicBezTo>
                <a:cubicBezTo>
                  <a:pt x="408763" y="68394"/>
                  <a:pt x="407813" y="66225"/>
                  <a:pt x="405913" y="64716"/>
                </a:cubicBezTo>
                <a:cubicBezTo>
                  <a:pt x="404012" y="63207"/>
                  <a:pt x="399844" y="61755"/>
                  <a:pt x="393409" y="60360"/>
                </a:cubicBezTo>
                <a:lnTo>
                  <a:pt x="389796" y="59512"/>
                </a:lnTo>
                <a:cubicBezTo>
                  <a:pt x="383360" y="58155"/>
                  <a:pt x="378713" y="56072"/>
                  <a:pt x="375852" y="53264"/>
                </a:cubicBezTo>
                <a:cubicBezTo>
                  <a:pt x="372992" y="50454"/>
                  <a:pt x="371562" y="46598"/>
                  <a:pt x="371562" y="41696"/>
                </a:cubicBezTo>
                <a:cubicBezTo>
                  <a:pt x="371562" y="35738"/>
                  <a:pt x="373670" y="31138"/>
                  <a:pt x="377885" y="27896"/>
                </a:cubicBezTo>
                <a:cubicBezTo>
                  <a:pt x="382100" y="24653"/>
                  <a:pt x="388083" y="23032"/>
                  <a:pt x="395836" y="23032"/>
                </a:cubicBezTo>
                <a:cubicBezTo>
                  <a:pt x="399675" y="23032"/>
                  <a:pt x="403288" y="23314"/>
                  <a:pt x="406675" y="23879"/>
                </a:cubicBezTo>
                <a:cubicBezTo>
                  <a:pt x="410062" y="24443"/>
                  <a:pt x="413185" y="25290"/>
                  <a:pt x="416046" y="26419"/>
                </a:cubicBezTo>
                <a:close/>
                <a:moveTo>
                  <a:pt x="446021" y="78354"/>
                </a:moveTo>
                <a:lnTo>
                  <a:pt x="446021" y="111886"/>
                </a:lnTo>
                <a:lnTo>
                  <a:pt x="435578" y="111886"/>
                </a:lnTo>
                <a:lnTo>
                  <a:pt x="435578" y="24613"/>
                </a:lnTo>
                <a:lnTo>
                  <a:pt x="446021" y="24613"/>
                </a:lnTo>
                <a:lnTo>
                  <a:pt x="446021" y="34209"/>
                </a:lnTo>
                <a:cubicBezTo>
                  <a:pt x="448204" y="30427"/>
                  <a:pt x="450961" y="27619"/>
                  <a:pt x="454291" y="25784"/>
                </a:cubicBezTo>
                <a:cubicBezTo>
                  <a:pt x="457622" y="23949"/>
                  <a:pt x="461602" y="23032"/>
                  <a:pt x="466231" y="23032"/>
                </a:cubicBezTo>
                <a:cubicBezTo>
                  <a:pt x="473908" y="23032"/>
                  <a:pt x="480146" y="26086"/>
                  <a:pt x="484944" y="32193"/>
                </a:cubicBezTo>
                <a:cubicBezTo>
                  <a:pt x="489743" y="38300"/>
                  <a:pt x="492142" y="46330"/>
                  <a:pt x="492142" y="56282"/>
                </a:cubicBezTo>
                <a:cubicBezTo>
                  <a:pt x="492142" y="66234"/>
                  <a:pt x="489743" y="74263"/>
                  <a:pt x="484944" y="80371"/>
                </a:cubicBezTo>
                <a:cubicBezTo>
                  <a:pt x="480146" y="86478"/>
                  <a:pt x="473908" y="89532"/>
                  <a:pt x="466231" y="89532"/>
                </a:cubicBezTo>
                <a:cubicBezTo>
                  <a:pt x="461602" y="89532"/>
                  <a:pt x="457622" y="88614"/>
                  <a:pt x="454291" y="86780"/>
                </a:cubicBezTo>
                <a:cubicBezTo>
                  <a:pt x="450961" y="84945"/>
                  <a:pt x="448204" y="82137"/>
                  <a:pt x="446021" y="78354"/>
                </a:cubicBezTo>
                <a:moveTo>
                  <a:pt x="481360" y="56282"/>
                </a:moveTo>
                <a:cubicBezTo>
                  <a:pt x="481360" y="48625"/>
                  <a:pt x="479789" y="42618"/>
                  <a:pt x="476646" y="38262"/>
                </a:cubicBezTo>
                <a:cubicBezTo>
                  <a:pt x="473504" y="33904"/>
                  <a:pt x="469185" y="31726"/>
                  <a:pt x="463691" y="31726"/>
                </a:cubicBezTo>
                <a:cubicBezTo>
                  <a:pt x="458196" y="31726"/>
                  <a:pt x="453877" y="33904"/>
                  <a:pt x="450735" y="38262"/>
                </a:cubicBezTo>
                <a:cubicBezTo>
                  <a:pt x="447593" y="42618"/>
                  <a:pt x="446021" y="48625"/>
                  <a:pt x="446021" y="56282"/>
                </a:cubicBezTo>
                <a:cubicBezTo>
                  <a:pt x="446021" y="63939"/>
                  <a:pt x="447593" y="69947"/>
                  <a:pt x="450735" y="74304"/>
                </a:cubicBezTo>
                <a:cubicBezTo>
                  <a:pt x="453877" y="78660"/>
                  <a:pt x="458196" y="80838"/>
                  <a:pt x="463691" y="80838"/>
                </a:cubicBezTo>
                <a:cubicBezTo>
                  <a:pt x="469185" y="80838"/>
                  <a:pt x="473504" y="78660"/>
                  <a:pt x="476646" y="74304"/>
                </a:cubicBezTo>
                <a:cubicBezTo>
                  <a:pt x="479789" y="69947"/>
                  <a:pt x="481360" y="63939"/>
                  <a:pt x="481360" y="56282"/>
                </a:cubicBezTo>
                <a:close/>
                <a:moveTo>
                  <a:pt x="563467" y="53629"/>
                </a:moveTo>
                <a:lnTo>
                  <a:pt x="563467" y="58709"/>
                </a:lnTo>
                <a:lnTo>
                  <a:pt x="515709" y="58709"/>
                </a:lnTo>
                <a:cubicBezTo>
                  <a:pt x="516161" y="65879"/>
                  <a:pt x="518315" y="71340"/>
                  <a:pt x="522173" y="75094"/>
                </a:cubicBezTo>
                <a:cubicBezTo>
                  <a:pt x="526030" y="78848"/>
                  <a:pt x="531402" y="80725"/>
                  <a:pt x="538290" y="80725"/>
                </a:cubicBezTo>
                <a:cubicBezTo>
                  <a:pt x="542279" y="80725"/>
                  <a:pt x="546146" y="80236"/>
                  <a:pt x="549890" y="79258"/>
                </a:cubicBezTo>
                <a:cubicBezTo>
                  <a:pt x="553635" y="78279"/>
                  <a:pt x="557351" y="76811"/>
                  <a:pt x="561039" y="74854"/>
                </a:cubicBezTo>
                <a:lnTo>
                  <a:pt x="561039" y="84677"/>
                </a:lnTo>
                <a:cubicBezTo>
                  <a:pt x="557314" y="86258"/>
                  <a:pt x="553494" y="87462"/>
                  <a:pt x="549580" y="88290"/>
                </a:cubicBezTo>
                <a:cubicBezTo>
                  <a:pt x="545666" y="89118"/>
                  <a:pt x="541695" y="89532"/>
                  <a:pt x="537669" y="89532"/>
                </a:cubicBezTo>
                <a:cubicBezTo>
                  <a:pt x="527583" y="89532"/>
                  <a:pt x="519595" y="86592"/>
                  <a:pt x="513705" y="80711"/>
                </a:cubicBezTo>
                <a:cubicBezTo>
                  <a:pt x="507815" y="74830"/>
                  <a:pt x="504870" y="66875"/>
                  <a:pt x="504870" y="56848"/>
                </a:cubicBezTo>
                <a:cubicBezTo>
                  <a:pt x="504870" y="46481"/>
                  <a:pt x="507665" y="38253"/>
                  <a:pt x="513253" y="32165"/>
                </a:cubicBezTo>
                <a:cubicBezTo>
                  <a:pt x="518842" y="26076"/>
                  <a:pt x="526378" y="23032"/>
                  <a:pt x="535862" y="23032"/>
                </a:cubicBezTo>
                <a:cubicBezTo>
                  <a:pt x="544367" y="23032"/>
                  <a:pt x="551095" y="25775"/>
                  <a:pt x="556043" y="31262"/>
                </a:cubicBezTo>
                <a:cubicBezTo>
                  <a:pt x="560992" y="36747"/>
                  <a:pt x="563467" y="44203"/>
                  <a:pt x="563467" y="53629"/>
                </a:cubicBezTo>
                <a:moveTo>
                  <a:pt x="553080" y="50580"/>
                </a:moveTo>
                <a:cubicBezTo>
                  <a:pt x="553004" y="44880"/>
                  <a:pt x="551414" y="40331"/>
                  <a:pt x="548310" y="36935"/>
                </a:cubicBezTo>
                <a:cubicBezTo>
                  <a:pt x="545205" y="33537"/>
                  <a:pt x="541093" y="31839"/>
                  <a:pt x="535975" y="31839"/>
                </a:cubicBezTo>
                <a:cubicBezTo>
                  <a:pt x="530179" y="31839"/>
                  <a:pt x="525541" y="33481"/>
                  <a:pt x="522060" y="36766"/>
                </a:cubicBezTo>
                <a:cubicBezTo>
                  <a:pt x="518579" y="40049"/>
                  <a:pt x="516575" y="44673"/>
                  <a:pt x="516048" y="50637"/>
                </a:cubicBezTo>
                <a:lnTo>
                  <a:pt x="553080" y="50580"/>
                </a:lnTo>
                <a:close/>
                <a:moveTo>
                  <a:pt x="634569" y="53629"/>
                </a:moveTo>
                <a:lnTo>
                  <a:pt x="634569" y="58709"/>
                </a:lnTo>
                <a:lnTo>
                  <a:pt x="586811" y="58709"/>
                </a:lnTo>
                <a:cubicBezTo>
                  <a:pt x="587262" y="65879"/>
                  <a:pt x="589417" y="71340"/>
                  <a:pt x="593274" y="75094"/>
                </a:cubicBezTo>
                <a:cubicBezTo>
                  <a:pt x="597132" y="78848"/>
                  <a:pt x="602504" y="80725"/>
                  <a:pt x="609391" y="80725"/>
                </a:cubicBezTo>
                <a:cubicBezTo>
                  <a:pt x="613380" y="80725"/>
                  <a:pt x="617247" y="80236"/>
                  <a:pt x="620992" y="79258"/>
                </a:cubicBezTo>
                <a:cubicBezTo>
                  <a:pt x="624737" y="78279"/>
                  <a:pt x="628453" y="76811"/>
                  <a:pt x="632141" y="74854"/>
                </a:cubicBezTo>
                <a:lnTo>
                  <a:pt x="632141" y="84677"/>
                </a:lnTo>
                <a:cubicBezTo>
                  <a:pt x="628415" y="86258"/>
                  <a:pt x="624595" y="87462"/>
                  <a:pt x="620682" y="88290"/>
                </a:cubicBezTo>
                <a:cubicBezTo>
                  <a:pt x="616768" y="89118"/>
                  <a:pt x="612797" y="89532"/>
                  <a:pt x="608770" y="89532"/>
                </a:cubicBezTo>
                <a:cubicBezTo>
                  <a:pt x="598684" y="89532"/>
                  <a:pt x="590696" y="86592"/>
                  <a:pt x="584807" y="80711"/>
                </a:cubicBezTo>
                <a:cubicBezTo>
                  <a:pt x="578917" y="74830"/>
                  <a:pt x="575972" y="66875"/>
                  <a:pt x="575972" y="56848"/>
                </a:cubicBezTo>
                <a:cubicBezTo>
                  <a:pt x="575972" y="46481"/>
                  <a:pt x="578766" y="38253"/>
                  <a:pt x="584355" y="32165"/>
                </a:cubicBezTo>
                <a:cubicBezTo>
                  <a:pt x="589944" y="26076"/>
                  <a:pt x="597480" y="23032"/>
                  <a:pt x="606964" y="23032"/>
                </a:cubicBezTo>
                <a:cubicBezTo>
                  <a:pt x="615469" y="23032"/>
                  <a:pt x="622196" y="25775"/>
                  <a:pt x="627145" y="31262"/>
                </a:cubicBezTo>
                <a:cubicBezTo>
                  <a:pt x="632094" y="36747"/>
                  <a:pt x="634569" y="44203"/>
                  <a:pt x="634569" y="53629"/>
                </a:cubicBezTo>
                <a:moveTo>
                  <a:pt x="624181" y="50580"/>
                </a:moveTo>
                <a:cubicBezTo>
                  <a:pt x="624106" y="44880"/>
                  <a:pt x="622516" y="40331"/>
                  <a:pt x="619411" y="36935"/>
                </a:cubicBezTo>
                <a:cubicBezTo>
                  <a:pt x="616307" y="33537"/>
                  <a:pt x="612195" y="31839"/>
                  <a:pt x="607077" y="31839"/>
                </a:cubicBezTo>
                <a:cubicBezTo>
                  <a:pt x="601281" y="31839"/>
                  <a:pt x="596643" y="33481"/>
                  <a:pt x="593162" y="36766"/>
                </a:cubicBezTo>
                <a:cubicBezTo>
                  <a:pt x="589680" y="40049"/>
                  <a:pt x="587676" y="44673"/>
                  <a:pt x="587149" y="50637"/>
                </a:cubicBezTo>
                <a:lnTo>
                  <a:pt x="624181" y="50580"/>
                </a:lnTo>
                <a:close/>
                <a:moveTo>
                  <a:pt x="693195" y="34209"/>
                </a:moveTo>
                <a:lnTo>
                  <a:pt x="693195" y="0"/>
                </a:lnTo>
                <a:lnTo>
                  <a:pt x="703582" y="0"/>
                </a:lnTo>
                <a:lnTo>
                  <a:pt x="703582" y="87838"/>
                </a:lnTo>
                <a:lnTo>
                  <a:pt x="693195" y="87838"/>
                </a:lnTo>
                <a:lnTo>
                  <a:pt x="693195" y="78354"/>
                </a:lnTo>
                <a:cubicBezTo>
                  <a:pt x="691012" y="82137"/>
                  <a:pt x="688255" y="84945"/>
                  <a:pt x="684924" y="86780"/>
                </a:cubicBezTo>
                <a:cubicBezTo>
                  <a:pt x="681594" y="88614"/>
                  <a:pt x="677595" y="89532"/>
                  <a:pt x="672929" y="89532"/>
                </a:cubicBezTo>
                <a:cubicBezTo>
                  <a:pt x="665289" y="89532"/>
                  <a:pt x="659070" y="86478"/>
                  <a:pt x="654271" y="80371"/>
                </a:cubicBezTo>
                <a:cubicBezTo>
                  <a:pt x="649473" y="74263"/>
                  <a:pt x="647074" y="66234"/>
                  <a:pt x="647074" y="56282"/>
                </a:cubicBezTo>
                <a:cubicBezTo>
                  <a:pt x="647074" y="46330"/>
                  <a:pt x="649473" y="38300"/>
                  <a:pt x="654271" y="32193"/>
                </a:cubicBezTo>
                <a:cubicBezTo>
                  <a:pt x="659070" y="26086"/>
                  <a:pt x="665289" y="23032"/>
                  <a:pt x="672929" y="23032"/>
                </a:cubicBezTo>
                <a:cubicBezTo>
                  <a:pt x="677595" y="23032"/>
                  <a:pt x="681594" y="23949"/>
                  <a:pt x="684924" y="25784"/>
                </a:cubicBezTo>
                <a:cubicBezTo>
                  <a:pt x="688255" y="27619"/>
                  <a:pt x="691012" y="30427"/>
                  <a:pt x="693195" y="34209"/>
                </a:cubicBezTo>
                <a:moveTo>
                  <a:pt x="657800" y="56282"/>
                </a:moveTo>
                <a:cubicBezTo>
                  <a:pt x="657800" y="63939"/>
                  <a:pt x="659371" y="69947"/>
                  <a:pt x="662513" y="74304"/>
                </a:cubicBezTo>
                <a:cubicBezTo>
                  <a:pt x="665656" y="78660"/>
                  <a:pt x="669974" y="80838"/>
                  <a:pt x="675469" y="80838"/>
                </a:cubicBezTo>
                <a:cubicBezTo>
                  <a:pt x="680963" y="80838"/>
                  <a:pt x="685291" y="78660"/>
                  <a:pt x="688453" y="74304"/>
                </a:cubicBezTo>
                <a:cubicBezTo>
                  <a:pt x="691614" y="69947"/>
                  <a:pt x="693195" y="63939"/>
                  <a:pt x="693195" y="56282"/>
                </a:cubicBezTo>
                <a:cubicBezTo>
                  <a:pt x="693195" y="48625"/>
                  <a:pt x="691614" y="42618"/>
                  <a:pt x="688453" y="38262"/>
                </a:cubicBezTo>
                <a:cubicBezTo>
                  <a:pt x="685291" y="33904"/>
                  <a:pt x="680963" y="31726"/>
                  <a:pt x="675469" y="31726"/>
                </a:cubicBezTo>
                <a:cubicBezTo>
                  <a:pt x="669974" y="31726"/>
                  <a:pt x="665656" y="33904"/>
                  <a:pt x="662513" y="38262"/>
                </a:cubicBezTo>
                <a:cubicBezTo>
                  <a:pt x="659371" y="42618"/>
                  <a:pt x="657800" y="48625"/>
                  <a:pt x="657800" y="56282"/>
                </a:cubicBezTo>
                <a:close/>
                <a:moveTo>
                  <a:pt x="723931" y="62887"/>
                </a:moveTo>
                <a:lnTo>
                  <a:pt x="723931" y="24613"/>
                </a:lnTo>
                <a:lnTo>
                  <a:pt x="734318" y="24613"/>
                </a:lnTo>
                <a:lnTo>
                  <a:pt x="734318" y="62492"/>
                </a:lnTo>
                <a:cubicBezTo>
                  <a:pt x="734318" y="68494"/>
                  <a:pt x="735485" y="72996"/>
                  <a:pt x="737818" y="75997"/>
                </a:cubicBezTo>
                <a:cubicBezTo>
                  <a:pt x="740151" y="78999"/>
                  <a:pt x="743651" y="80499"/>
                  <a:pt x="748318" y="80499"/>
                </a:cubicBezTo>
                <a:cubicBezTo>
                  <a:pt x="753925" y="80499"/>
                  <a:pt x="758357" y="78707"/>
                  <a:pt x="761612" y="75123"/>
                </a:cubicBezTo>
                <a:cubicBezTo>
                  <a:pt x="764867" y="71537"/>
                  <a:pt x="766495" y="66649"/>
                  <a:pt x="766495" y="60459"/>
                </a:cubicBezTo>
                <a:lnTo>
                  <a:pt x="766495" y="24613"/>
                </a:lnTo>
                <a:lnTo>
                  <a:pt x="776882" y="24613"/>
                </a:lnTo>
                <a:lnTo>
                  <a:pt x="776882" y="87838"/>
                </a:lnTo>
                <a:lnTo>
                  <a:pt x="766495" y="87838"/>
                </a:lnTo>
                <a:lnTo>
                  <a:pt x="766495" y="78129"/>
                </a:lnTo>
                <a:cubicBezTo>
                  <a:pt x="763974" y="81986"/>
                  <a:pt x="761048" y="84851"/>
                  <a:pt x="757717" y="86723"/>
                </a:cubicBezTo>
                <a:cubicBezTo>
                  <a:pt x="754386" y="88596"/>
                  <a:pt x="750519" y="89532"/>
                  <a:pt x="746116" y="89532"/>
                </a:cubicBezTo>
                <a:cubicBezTo>
                  <a:pt x="738853" y="89532"/>
                  <a:pt x="733339" y="87269"/>
                  <a:pt x="729576" y="82743"/>
                </a:cubicBezTo>
                <a:cubicBezTo>
                  <a:pt x="725813" y="78218"/>
                  <a:pt x="723931" y="71599"/>
                  <a:pt x="723931" y="62887"/>
                </a:cubicBezTo>
                <a:moveTo>
                  <a:pt x="750068" y="23032"/>
                </a:moveTo>
                <a:lnTo>
                  <a:pt x="750068" y="23032"/>
                </a:lnTo>
                <a:close/>
                <a:moveTo>
                  <a:pt x="808350" y="78354"/>
                </a:moveTo>
                <a:lnTo>
                  <a:pt x="808350" y="111886"/>
                </a:lnTo>
                <a:lnTo>
                  <a:pt x="797907" y="111886"/>
                </a:lnTo>
                <a:lnTo>
                  <a:pt x="797907" y="24613"/>
                </a:lnTo>
                <a:lnTo>
                  <a:pt x="808350" y="24613"/>
                </a:lnTo>
                <a:lnTo>
                  <a:pt x="808350" y="34209"/>
                </a:lnTo>
                <a:cubicBezTo>
                  <a:pt x="810533" y="30427"/>
                  <a:pt x="813290" y="27619"/>
                  <a:pt x="816620" y="25784"/>
                </a:cubicBezTo>
                <a:cubicBezTo>
                  <a:pt x="819951" y="23949"/>
                  <a:pt x="823931" y="23032"/>
                  <a:pt x="828560" y="23032"/>
                </a:cubicBezTo>
                <a:cubicBezTo>
                  <a:pt x="836237" y="23032"/>
                  <a:pt x="842475" y="26086"/>
                  <a:pt x="847273" y="32193"/>
                </a:cubicBezTo>
                <a:cubicBezTo>
                  <a:pt x="852072" y="38300"/>
                  <a:pt x="854471" y="46330"/>
                  <a:pt x="854471" y="56282"/>
                </a:cubicBezTo>
                <a:cubicBezTo>
                  <a:pt x="854471" y="66234"/>
                  <a:pt x="852072" y="74263"/>
                  <a:pt x="847273" y="80371"/>
                </a:cubicBezTo>
                <a:cubicBezTo>
                  <a:pt x="842475" y="86478"/>
                  <a:pt x="836237" y="89532"/>
                  <a:pt x="828560" y="89532"/>
                </a:cubicBezTo>
                <a:cubicBezTo>
                  <a:pt x="823931" y="89532"/>
                  <a:pt x="819951" y="88614"/>
                  <a:pt x="816620" y="86780"/>
                </a:cubicBezTo>
                <a:cubicBezTo>
                  <a:pt x="813290" y="84945"/>
                  <a:pt x="810533" y="82137"/>
                  <a:pt x="808350" y="78354"/>
                </a:cubicBezTo>
                <a:moveTo>
                  <a:pt x="843689" y="56282"/>
                </a:moveTo>
                <a:cubicBezTo>
                  <a:pt x="843689" y="48625"/>
                  <a:pt x="842118" y="42618"/>
                  <a:pt x="838975" y="38262"/>
                </a:cubicBezTo>
                <a:cubicBezTo>
                  <a:pt x="835833" y="33904"/>
                  <a:pt x="831514" y="31726"/>
                  <a:pt x="826020" y="31726"/>
                </a:cubicBezTo>
                <a:cubicBezTo>
                  <a:pt x="820525" y="31726"/>
                  <a:pt x="816206" y="33904"/>
                  <a:pt x="813064" y="38262"/>
                </a:cubicBezTo>
                <a:cubicBezTo>
                  <a:pt x="809922" y="42618"/>
                  <a:pt x="808350" y="48625"/>
                  <a:pt x="808350" y="56282"/>
                </a:cubicBezTo>
                <a:cubicBezTo>
                  <a:pt x="808350" y="63939"/>
                  <a:pt x="809922" y="69947"/>
                  <a:pt x="813064" y="74304"/>
                </a:cubicBezTo>
                <a:cubicBezTo>
                  <a:pt x="816206" y="78660"/>
                  <a:pt x="820525" y="80838"/>
                  <a:pt x="826020" y="80838"/>
                </a:cubicBezTo>
                <a:cubicBezTo>
                  <a:pt x="831514" y="80838"/>
                  <a:pt x="835833" y="78660"/>
                  <a:pt x="838975" y="74304"/>
                </a:cubicBezTo>
                <a:cubicBezTo>
                  <a:pt x="842118" y="69947"/>
                  <a:pt x="843689" y="63939"/>
                  <a:pt x="843689" y="56282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C2244C-2873-44ED-85D9-48046E7E78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826" y="1873903"/>
            <a:ext cx="1612790" cy="1201788"/>
          </a:xfrm>
          <a:custGeom xmlns:a="http://schemas.openxmlformats.org/drawingml/2006/main">
            <a:pathLst>
              <a:path w="1612790" h="1201788">
                <a:moveTo>
                  <a:pt x="0" y="1201788"/>
                </a:moveTo>
                <a:lnTo>
                  <a:pt x="1612790" y="1201788"/>
                </a:lnTo>
                <a:lnTo>
                  <a:pt x="1612790" y="0"/>
                </a:lnTo>
                <a:lnTo>
                  <a:pt x="0" y="0"/>
                </a:lnTo>
                <a:lnTo>
                  <a:pt x="0" y="1201788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665DFC-FEEB-41BE-AE52-FEFBCE6E0A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5242" y="210267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1E93B4-4209-47A0-9C62-1E36B19CA3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5242" y="210267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6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4C6404-55D8-4505-829F-5477320C11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6510" y="259477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01E844-D8A9-4F5D-8DC8-654FE35B60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6510" y="259477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6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C3BB18-D7EA-4A58-B663-3B23FD74D6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1729" y="260339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839AAB-F62F-4CE4-8E41-CC38976BCA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1729" y="260339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6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730014-F68B-45CA-94EE-7B89C4EDF0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8465" y="259772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6E105C-C96F-4E3B-AB9F-0A6BED7857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8465" y="259772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6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54240C-8C36-481F-9A37-857DD4AF15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0509" y="259698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23A16B-8D08-419F-BCB9-27294FCB97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0509" y="259698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6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20BC21-7597-489D-ABA1-A4E6C1E307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9234" y="259970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4CB1FE-5631-4F55-BBE4-456314C09B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9234" y="259970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6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D9889D-89C1-4B68-92D4-FB6706FE02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714" y="260486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866455-6920-42F6-A72A-300D42C805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714" y="260486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6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19F6D7-7D61-42B0-A3C8-43FC571E05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7652" y="259486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6C6DF9-33F5-4BE0-911F-AB903843BE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7652" y="259486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6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1EF3E6-85FA-4EA6-A245-AAD3B5BB25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0558" y="259273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4B109F-B20C-454A-A492-FD1617AA67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0558" y="259273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6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50D3DA-B433-4251-9D5C-00A6F64330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5341" y="259567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7499B3-CB24-49EB-ADD7-E17F589769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5341" y="259567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6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030B8A-10F7-40A8-AA5B-BF9945347B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2461" y="259427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EEFEFF-D954-4AC3-82BC-0AEF47FA3D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2461" y="259427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6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54B5DB-B8F6-4F6E-8ECD-EFFBCEFB4D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7907" y="259828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CE14CE-B48D-439A-AB0C-26B715F159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7907" y="259828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6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AB8B5A-BD49-4130-BF59-C3E81FCA82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4664" y="259486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251A70-B8D6-4EE2-9DE3-DA78307DD0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4664" y="259486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6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C811B2-4D0F-478F-BD43-CF8C2E75CA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470" y="259482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427396-2E09-4670-8D2E-034120886D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470" y="259482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6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81A73C-EA07-47D5-A9AA-CD703FEE43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0007" y="259745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50AD94-E2B2-4B12-9157-9C65C6E846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0007" y="259745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6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5223DD-00CC-4224-8C05-19E954D90D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055" y="260266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025C06-5B9F-448D-AF5E-875F950910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055" y="260266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6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F89E12-1486-4A4B-B095-EC8EB2649F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9446" y="259350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C8C648-DB4C-4495-BC9C-A2C5230419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9446" y="259350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6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3CC28E-6B6F-4748-A928-BD4A3C30BB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2270" y="259405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629876-7D57-4081-9AD8-C38A3FD09B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2270" y="259405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6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810E4A-51AE-4842-BA26-752066576E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1450" y="259864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7B65A2-1F66-4606-9B42-C705287ED3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1450" y="259864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6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CFC0B2-9C0C-4E4A-9E58-57BD128177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1413" y="259570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775D30-EEFA-4C55-A1BA-5C550D3770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1413" y="259570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6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8582CB-A5D0-4E0D-A2FD-87B1B24D04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378" y="260237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28F0F8-CC8C-4AFA-BF2D-B94082A8F1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378" y="260237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6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C97AD0-D826-46D5-8F49-400AB490D1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6433" y="259198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4156DA-D735-4B4E-B8A3-15FFEE49DD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6433" y="259198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6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D6F56D-5EC7-4075-B0FC-A284A83924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528" y="260231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F5DF1C-B1CD-4050-BBB2-F6DCEADC30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528" y="260231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6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283CDD-24F9-48EF-B9BB-70700D85D7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4907" y="259878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DED38A-0258-4D4A-BDDE-BCFAE64BAE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4907" y="259878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6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7A8C64-4A80-471A-B3D9-5A0ABEE79C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9056" y="259837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F32409-C014-4A64-9A93-08D271E004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9056" y="259837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7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C6E2BE-81EF-44EF-8A4A-0DA90AF409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7588" y="258879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FFF93D-8E11-4CCA-9E61-12F251A8C9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7588" y="258879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7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127687-2BD4-4072-9088-00661E2969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1548" y="260370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FA114C-7349-4D9F-8AD5-07FE7936C3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1548" y="260370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7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633F25-DC54-418F-8985-4C03FFC37F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1940" y="260088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B6BCA1-E739-4695-A564-82178B7A1E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1940" y="260088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7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FE503A-65E6-4546-BA6E-DBD6D5305C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5464" y="259747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D10ADF-1D33-4E50-89E1-46A10EED27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5464" y="259747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7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5E9A81-5CE1-4906-8D84-3DEC26ABFD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2984" y="259844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F5E665-8145-4960-8068-117B4046F0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2984" y="259844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7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915EE3-A332-46E8-9B15-4BEDCBCFF5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7016" y="259908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429843-4879-4455-BF2F-B7543364C4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7016" y="259908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7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103470-EA6D-4573-9D26-7712FE82C4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7741" y="259774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E1AC1F-3130-4BFF-A2A6-DE348F8E1B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7741" y="259774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7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BAA601-AA23-4A55-BE2E-7D116C7D29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8768" y="260520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43C840-22A5-4E66-9625-811CDFFEDD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8768" y="260520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7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A4B2B2-89CA-4D32-B030-A6D26D01C8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2443" y="259707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F3586E-80F3-45DF-8EF5-5A10080FAC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2443" y="259707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7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F3FADA-5B82-40D6-8A71-D7458DB3C7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7956" y="259332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2E70E8-3733-452E-BBF2-445E9219C8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7956" y="259332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7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6FE3E4-F0A4-4644-9EF3-414D486921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0930" y="259468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18018B-9081-49CD-9556-3C49F64282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0930" y="259468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7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E2F7F1-8590-4076-9F76-99A8FFE242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6760" y="259687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257B35-5F4F-44D9-B655-B88C5E5C43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6760" y="259687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7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C794C9-1434-4C6A-94B7-2998B9FE03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2352" y="259197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88FA6C-9F62-46CF-B99C-DB562B33DD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2352" y="259197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7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7555C9-E547-4C7F-9F4C-53AC49939B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9118" y="259967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9445DC-2D44-45FD-B9FA-2F6CEDF2FA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9118" y="259967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7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14A0E1-D278-4743-8AE0-35F026DFDA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9358" y="259984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E581F8-479E-4974-9693-1A23DE8D7D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9358" y="259984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7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C581D4-2670-4D26-B319-7A517874F5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9238" y="260027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31EB80-1A33-4EAD-9248-ABC5D8C2BE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9238" y="260027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7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50F43A-9C3A-4F13-B598-4FB63CD3E6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0775" y="259300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CDE864-E00C-440B-B2F8-4C8E160A4C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0775" y="259300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7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2DC011-F800-4A98-9FCE-323CEC43FF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745" y="259770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E329EE-CB52-4ECB-9D33-D0FB2D7B30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745" y="259770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7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A8B909-EC59-443A-9E38-60988B8B4B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6500" y="259356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E5F26E-5608-4B0C-8091-227FF29A18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6500" y="259356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7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FB9133-1F67-4C48-B28C-C34EBCBB7C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4620" y="259555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F953DE-88A1-44E6-A5A6-83D2A0E51E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4620" y="259555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7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39FFDE-1FDA-441E-8DEB-4F85604774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9093" y="259231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A190F8-1074-41BF-BB01-7657FD39A5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9093" y="259231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7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084160-B838-43FC-B920-E8D31AAA60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3793" y="259570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BAA28C-A351-4F42-88A3-A11505DAB1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3793" y="259570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7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4D96F1-9CE9-4C30-841E-A887FAA550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3917" y="259703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1BC608-1180-4CBA-A618-9F00660BFC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3917" y="259703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7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0CD881-99BD-426B-AE5B-DC8D7C113F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7749" y="260412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B9FB9B-B9F9-4B8A-ADBE-218E6AA36F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7749" y="260412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7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E2D987-568F-4EC0-B8EA-46276F344D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6532" y="259909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56446D-292D-4F47-9093-D6D2AC261B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6532" y="259909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7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C31079-2C1B-43A4-9C12-FA131139C1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9345" y="259771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DF7B3A-F99F-45B1-B90E-FB823E6311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9345" y="259771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7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57D678-810E-4C35-8242-08ADB89F16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9660" y="259708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E24DF0-B18F-485E-8B64-44D7A13FC9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9660" y="259708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7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08CF55-12AD-408D-A41B-51AF9CED6F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2594537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9B2B1E-F333-43B9-910E-2216E00719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2594537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7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3E4FD6-A6C0-4FBD-8A14-8FDD233F15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5712" y="259816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2C6F4E-55F5-4F98-966D-13C80396CD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5712" y="259816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7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670437-F87F-465E-8675-1E4349CE84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2598110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0A261B-6FB6-4247-8338-82FF7D19FB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2598110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7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97B3E5-BF01-43F1-B003-1252FF2E95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9744" y="259470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A5E52B-C515-4D5D-B232-853695588F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9744" y="259470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7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17D566-665E-404F-8FF8-82EE81DDB8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5726" y="259469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F41129-7744-43F7-886E-0AB6FC0BDD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5726" y="259469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7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EE8BA2-F184-4DCA-8288-3E7090BCF7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8499" y="260237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DD49D5-3E94-4EBA-A8B9-9899B7DF1F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8499" y="260237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7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509DEA-1B8D-4450-8060-B2BBF9BC70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120" y="259612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6012F1-B0EE-4775-B155-413F98417C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120" y="259612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7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16D236-EFE2-45D9-8734-377AB67F1D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9292" y="260058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092138-5E63-4078-AA2D-B7B73C453F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9292" y="260058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7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5C7BB6-9DD5-47D7-802D-F07D868B5C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4240" y="259722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57EE8C-C6A7-4F39-A880-CA3A29A3C9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4240" y="259722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7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BB67E0-913E-4AED-97D4-A7A6AD0CB4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8926" y="260111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A5BCBA-3154-499D-83BE-E5ECA4CE86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8926" y="260111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7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7804A2-334F-46EB-9819-3CBE4D3D8B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2369" y="259655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CBADE3-10A8-4E27-93BE-964B2B117C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2369" y="259655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7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F1D605-C860-49FC-80A1-ED52099624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7597" y="259637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581398-63C8-4E1A-A34C-1C90FC1FCD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7597" y="259637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7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9ED983-9D4E-451B-8D96-AD8C10AD4C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089" y="259506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18EFC4-9DC6-44B6-BDC0-E0D499B3A2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089" y="259506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7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26ABC3-FB65-4767-9173-581AD1E911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8802" y="259692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9F2951-6232-4826-B4E6-EEE924B4F1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8802" y="259692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7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59AF7B-CDD3-431D-901F-64E10172D3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7865" y="259625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8EEC42-4F90-466E-8C98-2B46F8FA19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7865" y="259625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7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3E2337-6104-4539-B38C-B87DF05A56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6575" y="260068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2495E5-E881-4D48-A814-1C1A204FA8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6575" y="260068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7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50FA44-57D6-4441-8BA1-65F759BBFF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5650" y="260074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A11F59-8540-49A2-8BE3-45BA6C283F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5650" y="260074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7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875253-D71D-4D73-97F1-4EC020A208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5023" y="259472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A87E70-3706-4653-934B-6CA0CD5FCB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5023" y="259472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7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799DB9-D2BA-4F5E-B26E-F16DD29209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3096" y="259784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6122AF-127F-4D79-B657-A0C66A8D40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3096" y="259784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7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09E5B3-CDF0-4477-94CA-72B1CFB01D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4870" y="259351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78DA50-7BEC-4D44-ADBE-EF72D6B1DC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4870" y="259351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7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7CF769-AAFD-473C-B104-BBE7D8FB09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9657" y="259504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88660B-62B4-4433-9AFF-69C4CAC2F6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9657" y="259504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7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13F023-322B-4CAC-9DF5-83B8BF5EF7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4745" y="259648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551C95-CCC3-46CF-910B-C9BC06A03C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4745" y="259648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7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D5928D-5ABA-4390-8C74-80BB41230C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4647" y="259563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64D16F-08D7-483B-99FA-6874569774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4647" y="259563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8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0B5094-0F2E-4139-A952-6C1C2B808F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4959" y="259563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D686E1-6489-4BBC-AF52-854146080A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4959" y="259563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8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7441CC-9AC1-4A37-99A8-E79782CA9B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436" y="260057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ABE6CD-34F5-4968-9984-3E44AF0F7F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436" y="260057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8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D6598A-51E9-40D4-89A5-D56AAC7793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7291" y="260003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9ED873-65D0-47C4-9D7B-FF8A9619C1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7291" y="260003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8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86322B-1F8A-423B-8BAC-33CDB6D09A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6368" y="260065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1178F8-9C98-49D5-BE44-3A12CA8ABC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6368" y="260065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8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051727-08B9-489F-AE2F-47B9DAC552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7358" y="303519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5CEDA3-D47F-47BE-84B8-B199AB1725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7358" y="303519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8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372875-4569-485C-9D46-764B49718B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9118" y="303942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9B3057-6DA4-41CD-BD4B-954E4FDA24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9118" y="303942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8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3713FB-DE59-4228-B5AB-1F9FB49704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3285" y="303382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91F507-F8B9-46E3-BC7C-1AF207C344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3285" y="303382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8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23E796-8126-49C8-BFD0-5881858B62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023" y="303476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4481B8-9CDE-44C6-B39A-DA08879F5C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023" y="303476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8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9C94C2-0E99-42DB-8BDC-46DAB14EDA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339" y="304003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F426A7-4E20-486E-A9B1-49D9D73DE4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339" y="304003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8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AE594C-33F5-4A62-825F-981A3EBA0E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7746" y="259957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292631-7B49-448A-A49F-01ECF518E9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7746" y="259957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8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13BDB2-EC7E-42C4-A5E0-010B3F8094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7001" y="260123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A38F8C-A305-45D2-BE9A-D7F611CB01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7001" y="260123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8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468F37-7D6F-4544-831B-BE31FE8167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5494" y="260408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48A012-B05D-451B-9563-6869EB550E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5494" y="260408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8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9A32FE-0D50-4ED6-AADB-BF9D301B86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9781" y="260638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5EAF7C-1C36-49D0-A956-1098653C2C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9781" y="260638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8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AD2A73-C9E4-4CE8-A4B2-3820B3F394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4898" y="304212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CF910A-851F-4C0B-9CD9-C2265C26EA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4898" y="304212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8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0976F9-21EA-4476-A69C-F70E4CCA67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6781" y="260080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25C569-A24E-4376-8F7D-9A31C5FDC0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6781" y="260080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8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F351F3-47B3-4E33-AF2E-1F11061247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0167" y="259988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B0097A-38D9-48C3-B14D-45657B02F0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0167" y="259988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8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DB2B8C-EF1A-4520-A223-7E4EFE5B67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6070" y="260192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0DE93A-B2BD-4FB0-AF81-C9FD8DFC63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6070" y="260192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8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2C2F99-87E8-4F00-A3EA-DD6E3AF5C5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9538" y="260342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6D758E-BF2E-44AF-B841-1FB7556B49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9538" y="260342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8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9AC116-4809-40A4-805B-FB06FEECE1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73399" y="262616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F36E3B-57CE-4D66-BDB4-DE6623C69E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73399" y="262616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8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F1EA4C-46D1-42DA-BC34-01735ABDE8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7515" y="261048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A02491-FD3F-47B8-B3C2-4981DD822B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7515" y="261048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8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D0FF7A-C939-4D8C-B96A-B6CC9B8D4A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5388" y="262882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BD4802-6250-4DC0-AFA0-BC37A4AF33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5388" y="262882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8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AD9E8E-C7CC-43F7-BD6C-5438F9D696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93589" y="257489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7968EE-8755-4815-887B-ED4E24A3D9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93589" y="257489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8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E8A937-AA3C-467C-87BB-41B8A6D7F0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56107" y="258652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EE1E65-0004-4FD9-986A-B6139A2EA9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56107" y="258652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8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5E82F8-F04B-40D0-BA11-E1BB26311B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44514" y="243861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4BD692-F7A4-4F22-98EB-63E21751DE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44514" y="243861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8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0C0935-21C1-4626-917F-FEDDA54E0E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26199" y="261291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6F693A-995E-4CC6-BAD1-8719C3F072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26199" y="261291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8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8D4DEA-5C59-4414-BD5A-7C198F3CB5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32027" y="258361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6EC030-B7A4-484E-8EDB-D0963ECCF6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32027" y="258361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8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6F824E-362E-4FDB-BF1A-DF817FAD96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5138" y="259930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499584-7B16-4DBA-B3E9-56718B6352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5138" y="259930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8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2C6F01-B010-4459-B851-A60D4F9D74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83516" y="254047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AC884D-EAD2-4704-9EC6-5A713F19A4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83516" y="254047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8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8913B7-C3EE-4E0E-9EFB-AA5641CEBC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2234399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0601A3-4E79-49EF-A890-CE6701738B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2234399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8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EA5248-97AC-4DF6-9337-B9ECAD25AA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2498820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530A8C-66A6-4A47-ACEA-6F123453AC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2498820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8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C98705-AF4F-4C9D-B6F2-A0A97033A0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74181" y="261307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8716A3-7AEF-4961-8CC2-34FEAAFA87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74181" y="261307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8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BE4349-AEFC-4BE4-A92F-C9E4A6F921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0895" y="260806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8FE1F7-FFE1-4828-9A05-41FAEBC1D2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0895" y="260806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8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2BBE2D-13F3-45D6-86FC-FA395457A7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3115" y="261804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D0728C-EAD6-4DAF-AC97-98BADB33AF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3115" y="261804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8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4BCB84-4291-4EE4-A162-5A912C4A16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81684" y="257328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038421-D5F7-4AD5-BFD2-255D6A8862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81684" y="257328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8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45293B-7289-4D2C-B4EA-A7AED8BF70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48748" y="257713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806A51-FDE4-4FA0-8C0F-2BBE1ECF3D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48748" y="257713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8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43BAF7-1FC9-42D9-B7AA-79F987EEC8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41916" y="243580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E374D1-6E59-4220-B655-FEF73A54DC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41916" y="243580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8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B673A1-1D47-4997-94AF-89C63B4C1F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2864" y="259969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0EA446-81DD-4AF6-8B8A-7A65F4AD9A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2864" y="259969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8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8664EC-1E0B-484F-A83D-EE2595ED09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4800" y="260197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45678A-7919-4CF7-837C-2D364AF30D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4800" y="260197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8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14A1B0-6EDB-4D93-87A8-3690636063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7258" y="261740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695C83-1D60-496F-BC55-4288F4F13C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7258" y="261740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8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78378F-08D3-45E4-93BA-CF22539340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9624" y="261845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34DE45-7ABB-49E7-AF24-115254DBF4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9624" y="261845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8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ECDF34-4DF8-49F9-9F6F-B78EB4424E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9748" y="260366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99455D-C0D4-4874-9B65-BE610B0B65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9748" y="260366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8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48EF65-26B2-495F-BC34-6B70D7B5CE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0897" y="261301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17C8A8-2B74-46D8-8B4D-23B7139877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0897" y="261301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8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483505-73B1-4E81-A110-A64B34D655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1014" y="259168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68835E-6D2A-4B56-82C3-0CB6027D37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1014" y="259168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8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9A4805-5247-4321-A34A-A39FD5388A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7511" y="261615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BA58CE-BA52-431E-8500-8820F302E9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7511" y="261615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8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3FDE8B-8FDF-40A6-BF2E-AA59A80BB5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4150" y="262238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87A5AF-47C4-4F47-AC52-E67A6205F8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4150" y="262238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8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72289E-E6F6-482D-9CFD-FCBD5B7141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9211" y="261394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C4F747-F49A-41C1-8ABA-E709938E3F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9211" y="261394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8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24D69B-E49C-4AFA-A1D7-C74432C677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9543" y="261433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109FD6-AB2E-47D0-986B-D5743E7914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9543" y="261433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8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5BF093-1D15-443B-8521-BD0B85D92F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3953" y="263352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6B616D-36BC-4306-B56C-3E2B4ACA95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3953" y="263352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8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1B3D27-BD76-4C53-BB6D-42436F33CB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93438" y="260628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6516BA-674D-464E-8732-CA88283801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93438" y="260628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8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048C98-1CEB-4434-86DB-963B6D99AB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01B583-58B0-46A3-B6C8-2DD3305AC0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9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CA93CC-C81A-40C8-BD88-CDA7913F54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46A86F-4494-43D6-9EE0-7E874BA0C8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9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8656C0-3A60-4050-8254-F89A709C50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03D5AA-B20B-4723-9F73-8548213B6C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9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F15D53-32E7-43D7-B6C6-D1994B7AAF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017F9A-DEEC-4986-8BF0-E175549816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9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C4B637-7DD6-441C-8E96-906DBCFC08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659DE0-F608-441F-A098-B734FD2B33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9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EEE120-9BEC-498E-A619-47C0091DC7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423AB5-157D-444A-A7A2-26D51E888F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9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52B8BE-D2CF-4936-A2A8-52A8F919A8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14FBE0-5954-43F3-97AE-194C45E778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9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BB6B80-4281-417F-BA2A-8F78189BD2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7101" y="262997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3D43BD-5909-4CA2-845F-BD48D9A2A0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7101" y="262997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9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428B0D-81CA-433A-B18A-FE652F3586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8518" y="260423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E09C5A-A4FD-400D-B6B6-AE0BA20CB9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8518" y="260423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9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C22707-EA77-4564-824E-CE20CA1A2C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7584" y="261585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B028EC-4782-44D8-A352-F602492914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7584" y="261585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9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D4F47A-A91C-4291-9027-4A48575AB1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1875" y="257800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2DD65D-19F3-4D20-BA44-5E4363B4C2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1875" y="257800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9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C2E496-768F-4634-B5E7-492D28D645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52076" y="229740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6B7798-B79C-4F1A-BAB5-1677C90239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52076" y="229740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9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73AEF2-30DB-41CF-A475-955FDAF0D8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18763" y="249330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C8EC76-C0DA-4341-9763-FB1B64609D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18763" y="249330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9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A6F915-BE85-4702-B9AD-C8947053B6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6101" y="262402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60D810-14EE-49FD-AE58-34528B0369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6101" y="262402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9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F3784F-6900-497A-8880-65264A9755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6208" y="261484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0CE70C-817D-4897-9862-54F4DF306C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6208" y="261484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9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EF4AE0-2B73-4BD3-8B72-3040E529D1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1579" y="261828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602F9D-8630-4EBE-ACD6-D2E9B6CB6F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1579" y="261828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9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A785D3-5442-4841-A66F-07A8E101EB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8213" y="259183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816A4D-35A4-4814-AD2D-A875EACC75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8213" y="259183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9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11497D-7961-489C-A3A9-D5BF70D8B3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60073" y="225821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707963-7C88-48DF-B051-2FE1527A98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60073" y="225821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9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6900FF-0A8D-42D1-895B-0D8E7E98EB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47224" y="241160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84DE97-FB3D-4BD6-AC2F-4F7383B0A6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47224" y="241160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9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134BCB-86EC-45E8-8BA5-BEA225D0D3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AB7875-8987-4F6A-9338-63AC53BA07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9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8E009A-E396-4DC9-84D6-19C547E17A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BAB913-97C8-4EC0-ABBB-1FDF7CD8BF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9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8DD7B0-30D2-4B4B-BF13-1ADF6FA9EF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81F517-CC4A-4A94-BA21-306A8440F4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9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BCC857-AC1B-40A6-BAA5-BF97B71107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726528-57C3-4EA6-8323-46B69E0906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9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ADD99A-1BF5-49B1-A252-BC07341648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B85A04-AFD7-47C9-B8CC-D5519D00CD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9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AB1DEF-286D-477A-A464-A901C5E84C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D69B85-C53E-4EFE-80BB-090882B3AD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9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03879A-D6A7-4B52-B085-A250FD5219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41D351-8974-42E5-B3D4-61474D6947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9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0989C9-0521-43CA-B35E-E6D3D12A9E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3234" y="261179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98753B-BC17-49C0-B4CB-3EF8C9341A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3234" y="261179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9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27C078-1826-445A-8977-26F1604794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29F132-0C87-43C3-B152-5EB402ED09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9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39DF6A-7BB6-49C3-8DF1-6BD79EC967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02FD82-1BAA-4785-8BB0-7DE26FB4A5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9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F2CC1E-19D0-4FD4-A1AB-72DCDF347F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8704" y="260951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F56A1D-9F1F-4339-8C6C-299BDEAD9F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8704" y="260951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9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50AAC7-0E5B-41CB-8916-7D56D7AF4D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B4171E-E6AC-4D01-823B-6396B5C5B4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9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39122B-3788-4BFD-9C9A-502F2CBF05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ED5D79-126E-45B0-B453-4B6593AD7E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9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D532E1-3C96-4C80-BA4F-EC7E862D29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9745" y="263079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0B9E50-6294-4A78-85DF-A25180BA14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9745" y="263079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9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2D0C57-3782-4BCB-9AF5-0ABAFC6E61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4881" y="260944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16D7E6-1D5E-48C5-8B00-F6938A74D6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4881" y="260944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9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C75C05-D773-4ECC-9D24-4B7A5E7D8E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6173" y="260738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A8BD20-058D-4F2C-8399-01346D65AF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6173" y="260738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9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3D9E41-43A7-4967-B8C6-9D97F02524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5172" y="261318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DC6FA2-894A-463C-99A2-8C0B9316B5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5172" y="261318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9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9BD895-3A18-4BB8-9532-B2F74FA5FC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1275" y="261147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6C10CF-626B-4259-BB53-9B839D22BD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1275" y="261147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9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6CD900-B4DC-467E-A66A-879C47276D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7263" y="261995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1A5214-3FA0-4052-88A6-3B50A09179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7263" y="261995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9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2F3DDF-C015-4596-814F-123F7DE2CB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4327" y="261784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0C8824-9606-48CC-A271-3D54C33DBA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4327" y="261784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9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F87A6F-9B45-4A04-BA3E-6502B1EDE6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4901" y="262689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8BEB32-ACE4-45B6-AE9E-C0E7657103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4901" y="262689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9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A4FC9D-EC5C-4EB6-8AC0-10CE24629C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2706" y="263440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AC8D4E-F5B4-4BDA-81D5-438A64C077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2706" y="263440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9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C3C013-CF9E-4D49-B3D8-E95F676DDF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79" y="8080"/>
                </a:lnTo>
                <a:lnTo>
                  <a:pt x="8079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7AD176-B301-4C20-8806-A990D3B28F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 fill="none">
                <a:moveTo>
                  <a:pt x="8079" y="8080"/>
                </a:moveTo>
                <a:lnTo>
                  <a:pt x="8079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9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A5A3CD-3F4E-4CD1-B940-2FA85DA546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79" y="8080"/>
                </a:lnTo>
                <a:lnTo>
                  <a:pt x="8079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CD3FFC-A3F6-4AE4-B6FF-3E9C337F19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 fill="none">
                <a:moveTo>
                  <a:pt x="8079" y="8080"/>
                </a:moveTo>
                <a:lnTo>
                  <a:pt x="8079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9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F1AFCF-5F5C-4438-8DA5-98E49D8377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79" y="8080"/>
                </a:lnTo>
                <a:lnTo>
                  <a:pt x="8079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49B3F0-8372-467B-837A-EC16B96727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 fill="none">
                <a:moveTo>
                  <a:pt x="8079" y="8080"/>
                </a:moveTo>
                <a:lnTo>
                  <a:pt x="8079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9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00BFD9-D899-4614-A788-5489CD5D06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79" y="8080"/>
                </a:lnTo>
                <a:lnTo>
                  <a:pt x="8079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D1496A-4299-46D3-93FC-63ADE22E07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 fill="none">
                <a:moveTo>
                  <a:pt x="8079" y="8080"/>
                </a:moveTo>
                <a:lnTo>
                  <a:pt x="8079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9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E79FD6-2037-4A75-B779-C3E7DA6BBD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79" y="8080"/>
                </a:lnTo>
                <a:lnTo>
                  <a:pt x="8079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156DE5-BDE9-47B8-BA3A-21ADCA744E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 fill="none">
                <a:moveTo>
                  <a:pt x="8079" y="8080"/>
                </a:moveTo>
                <a:lnTo>
                  <a:pt x="8079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9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DB679E-101D-48D4-B2D4-0C8E9D586B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79" y="8080"/>
                </a:lnTo>
                <a:lnTo>
                  <a:pt x="8079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296203-CECF-4692-95EA-3FC8F4A255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 fill="none">
                <a:moveTo>
                  <a:pt x="8079" y="8080"/>
                </a:moveTo>
                <a:lnTo>
                  <a:pt x="8079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9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C319A0-E4D9-4652-8D7D-55CE6EE228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79" y="8080"/>
                </a:lnTo>
                <a:lnTo>
                  <a:pt x="8079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B3D443-095A-4336-8188-8E82042F2B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 fill="none">
                <a:moveTo>
                  <a:pt x="8079" y="8080"/>
                </a:moveTo>
                <a:lnTo>
                  <a:pt x="8079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9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4072A2-BE68-44C8-B31D-B573B50618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79" y="8080"/>
                </a:lnTo>
                <a:lnTo>
                  <a:pt x="8079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071E52-8B3D-4325-9921-4238512A49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 fill="none">
                <a:moveTo>
                  <a:pt x="8079" y="8080"/>
                </a:moveTo>
                <a:lnTo>
                  <a:pt x="8079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9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CCB98A-3559-41C5-A938-4C675B5B23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79" y="8080"/>
                </a:lnTo>
                <a:lnTo>
                  <a:pt x="8079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7F6D94-934D-4AA3-B787-D419871575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 fill="none">
                <a:moveTo>
                  <a:pt x="8079" y="8080"/>
                </a:moveTo>
                <a:lnTo>
                  <a:pt x="8079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39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941FF2-0742-4807-A64C-8E3BFE5757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79" y="8080"/>
                </a:lnTo>
                <a:lnTo>
                  <a:pt x="8079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DE7144-7F16-4877-809D-4071CEE47C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 fill="none">
                <a:moveTo>
                  <a:pt x="8079" y="8080"/>
                </a:moveTo>
                <a:lnTo>
                  <a:pt x="8079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0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F516B3-E424-428C-AD90-3CF7967D77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942577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D2158C-EF12-464D-B472-99B6CD677D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942577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0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F2CE47-E6BA-47E8-9A54-864A35318A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79" y="8080"/>
                </a:lnTo>
                <a:lnTo>
                  <a:pt x="8079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4FAEF2-B514-4144-96D8-CB27E8B900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 fill="none">
                <a:moveTo>
                  <a:pt x="8079" y="8080"/>
                </a:moveTo>
                <a:lnTo>
                  <a:pt x="8079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0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AE5FC7-71FF-4C18-BC6F-9BBCCF0ED9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79" y="8080"/>
                </a:lnTo>
                <a:lnTo>
                  <a:pt x="8079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243218-DD5F-4127-A7F1-A5778A52AE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 fill="none">
                <a:moveTo>
                  <a:pt x="8079" y="8080"/>
                </a:moveTo>
                <a:lnTo>
                  <a:pt x="8079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0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8AF8A5-E2D7-4E0D-9E18-F90D35790F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79" y="8080"/>
                </a:lnTo>
                <a:lnTo>
                  <a:pt x="8079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3361C9-9403-4751-A92F-D2CF163179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 fill="none">
                <a:moveTo>
                  <a:pt x="8079" y="8080"/>
                </a:moveTo>
                <a:lnTo>
                  <a:pt x="8079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0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008E45-874F-4846-956D-7973B731E9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79" y="8080"/>
                </a:lnTo>
                <a:lnTo>
                  <a:pt x="8079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95F306-8002-4FA7-BC97-DE4F7ADE4F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 fill="none">
                <a:moveTo>
                  <a:pt x="8079" y="8080"/>
                </a:moveTo>
                <a:lnTo>
                  <a:pt x="8079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0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6593DA-F00F-4837-97DF-0BEF99C200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0820" y="262079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43D535-B7B0-414F-9494-3D14F3D162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0820" y="262079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0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C9A238-CE68-482F-A500-598DE76621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79" y="8080"/>
                </a:lnTo>
                <a:lnTo>
                  <a:pt x="8079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F7BD35-C91A-4AAB-B822-8603D09237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 fill="none">
                <a:moveTo>
                  <a:pt x="8079" y="8080"/>
                </a:moveTo>
                <a:lnTo>
                  <a:pt x="8079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0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82459A-9403-4FAB-914B-972D8AD5DB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79" y="8080"/>
                </a:lnTo>
                <a:lnTo>
                  <a:pt x="8079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20792E-2BC3-4335-BC2A-8DA292539B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 fill="none">
                <a:moveTo>
                  <a:pt x="8079" y="8080"/>
                </a:moveTo>
                <a:lnTo>
                  <a:pt x="8079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0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C8CB7E-50DA-436D-810A-B1FBA1CA8D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78407" y="209570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AC4B38-F3C4-4D1D-B273-1F35F756B7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78407" y="209570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0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81B571-5335-43C2-A59D-FD6224A496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79" y="8080"/>
                </a:lnTo>
                <a:lnTo>
                  <a:pt x="8079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916825-F1FA-4D88-98F1-5CE3AAF14F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 fill="none">
                <a:moveTo>
                  <a:pt x="8079" y="8080"/>
                </a:moveTo>
                <a:lnTo>
                  <a:pt x="8079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0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FA5260-CE24-4923-9BF1-88400CD4FF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79" y="8080"/>
                </a:lnTo>
                <a:lnTo>
                  <a:pt x="8079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587427-A1DD-427B-919F-75C8DBCCD7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 fill="none">
                <a:moveTo>
                  <a:pt x="8079" y="8080"/>
                </a:moveTo>
                <a:lnTo>
                  <a:pt x="8079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0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2262B7-F9EF-4D87-8A90-130926793C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79" y="8080"/>
                </a:lnTo>
                <a:lnTo>
                  <a:pt x="8079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AF9819-6096-4BF5-B990-020F6AEC5B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 fill="none">
                <a:moveTo>
                  <a:pt x="8079" y="8080"/>
                </a:moveTo>
                <a:lnTo>
                  <a:pt x="8079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0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4FD458-1BFC-47BE-AF56-FA70646628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7485" y="303872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67ADD7-77AB-4375-AB1C-718E8635A6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7485" y="303872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0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67C69B-35C4-440A-B72F-6E218FF6EC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2846" y="263120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2F611B-8118-4C16-B293-14CBC7F524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2846" y="263120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0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67786A-D950-43B2-A317-88CBF8ED3E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2828" y="261634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9418BC-C5DC-4576-8987-9EA1C2B902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2828" y="261634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0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95D9D4-050C-48AA-9F09-4C90900E7E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8971" y="261715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A0A865-813E-4325-A59D-6959D55DC8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8971" y="261715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0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2F779B-B401-42FC-9411-40598522E9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5386" y="262163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C98A59-4DCF-4657-8D19-96B8A6C5BD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5386" y="262163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0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39C711-93A3-4882-BC31-C7436FC6D7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8205" y="261711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0CCB33-FD00-456B-96DF-8119276E0B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8205" y="261711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0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CDD57D-9110-4958-AFBE-678AC3B8CB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5491" y="261696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15CF2D-183B-4BDC-A1E8-9F183EEA8E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5491" y="261696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0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48024E-64A6-41E0-801B-F119F9BFC4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2171" y="261755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017786-9FE7-4740-95C3-935EBC7DC2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2171" y="261755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0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2D99B1-99E5-498D-A407-C7C057BB19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71893" y="258927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85C7E4-6030-485F-93C8-FDA8CA000F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71893" y="258927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0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05A500-9BA2-489E-A8E1-68B5521F40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79" y="8080"/>
                </a:lnTo>
                <a:lnTo>
                  <a:pt x="8079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5AA017-4900-41B2-8D2F-AE810A26C5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 fill="none">
                <a:moveTo>
                  <a:pt x="8079" y="8080"/>
                </a:moveTo>
                <a:lnTo>
                  <a:pt x="8079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0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BDE626-55A4-4758-B426-5A6756ADE6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79" y="8080"/>
                </a:lnTo>
                <a:lnTo>
                  <a:pt x="8079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BF6733-8262-42F3-90CB-0C4BC85A3C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 fill="none">
                <a:moveTo>
                  <a:pt x="8079" y="8080"/>
                </a:moveTo>
                <a:lnTo>
                  <a:pt x="8079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0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6D7EBE-9F98-4039-AF48-302471A87A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96740" y="259079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EA8445-1959-4CCA-A0E9-9FE3B02D9E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96740" y="259079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0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451DDB-4C0E-466D-A568-25B4506C7E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91124" y="259361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744B4E-17EC-49A5-A429-B0CAE97C58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91124" y="259361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0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352EBF-58DF-4209-8D0C-9783ED3863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0617" y="261889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2A9ED1-6EB2-410F-9AF9-6E7EF95090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0617" y="261889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0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68832A-1CBF-445D-9425-1C8F09BCE7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79" y="8080"/>
                </a:lnTo>
                <a:lnTo>
                  <a:pt x="8079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49F8D6-F24D-4A35-9EA9-77DEFA7DC3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 fill="none">
                <a:moveTo>
                  <a:pt x="8079" y="8080"/>
                </a:moveTo>
                <a:lnTo>
                  <a:pt x="8079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0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E36F9F-B13E-40F3-9C9C-FE695290CB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0552" y="304629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36F246-9C34-4974-BB79-F537E195EA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0552" y="304629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0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4D94B8-F333-4F5C-9B21-FBC812B7F3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79" y="8080"/>
                </a:lnTo>
                <a:lnTo>
                  <a:pt x="8079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896FF4-CFAD-4D9D-B847-873E660E14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 fill="none">
                <a:moveTo>
                  <a:pt x="8079" y="8080"/>
                </a:moveTo>
                <a:lnTo>
                  <a:pt x="8079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0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1B9CFD-9C6D-411E-8628-4E8352C574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79" y="8080"/>
                </a:lnTo>
                <a:lnTo>
                  <a:pt x="8079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1E9004-C19E-4D37-8C77-DC219F4AD6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 fill="none">
                <a:moveTo>
                  <a:pt x="8079" y="8080"/>
                </a:moveTo>
                <a:lnTo>
                  <a:pt x="8079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0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E2B9E0-B470-4136-815A-A268FA59A9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5355" y="261273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CBD423-290A-4251-884B-1013535B1E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5355" y="261273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0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B52924-5E63-4046-B546-49F025D5C6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8760" y="259401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4282ED-D7FC-4219-A154-94A09D419A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8760" y="259401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0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444E06-F848-4FCB-8DD3-553F18BB1F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04520" y="259265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13D69D-766E-4919-9F6F-9B6F1D3C28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04520" y="259265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0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B96892-7149-4D8C-BE82-D261FFFED6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84079" y="243954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FFDB18-0E45-44A2-929D-4CC0A7D237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84079" y="243954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0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D046FD-0CB6-43ED-8D41-8C040429BE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3978" y="261193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A12D67-3E0D-4E91-A90C-3DFEFF3DE1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3978" y="261193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0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8BEA25-7ABD-4A7F-A644-02F9235E70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73909" y="260839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3B371E-5207-4DC0-9B61-EAFF1A3870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73909" y="260839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0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EC33F0-504B-4037-AD91-0E14E67905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94646" y="262733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617E30-49E1-45B6-BC39-93D84CB5BC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94646" y="262733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0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26853B-7060-4FF4-B77F-EAC4DF088B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2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1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79" y="8080"/>
                </a:lnTo>
                <a:lnTo>
                  <a:pt x="8079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EE298C-A0EB-497A-8496-BD2C28DCE9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 fill="none">
                <a:moveTo>
                  <a:pt x="8079" y="8080"/>
                </a:moveTo>
                <a:lnTo>
                  <a:pt x="8079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2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1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0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8D39FA-E301-49B8-8540-92B7913A0B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0613" y="263270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FFE07B-A2AC-4C34-A25B-F20432E1F4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0613" y="263270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0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001C44-F1F1-42AA-A07F-9BCF7D3821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08067" y="260957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85A401-AF75-4AEF-B139-2EC3CD4C7E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08067" y="260957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0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371833-0369-43B4-8560-0F6987328F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2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1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79" y="8080"/>
                </a:lnTo>
                <a:lnTo>
                  <a:pt x="8079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7F59DD-D3C5-4CD0-8E5D-228A74133C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 fill="none">
                <a:moveTo>
                  <a:pt x="8079" y="8080"/>
                </a:moveTo>
                <a:lnTo>
                  <a:pt x="8079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2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1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0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ACE9AD-E6F2-4E49-9017-BB1DD60964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2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1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79" y="8080"/>
                </a:lnTo>
                <a:lnTo>
                  <a:pt x="8079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2324CC-9867-42ED-AED6-E37A4BB47A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 fill="none">
                <a:moveTo>
                  <a:pt x="8079" y="8080"/>
                </a:moveTo>
                <a:lnTo>
                  <a:pt x="8079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2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1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0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38CDBF-40C6-4D10-8ECA-506305786D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2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1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79" y="8080"/>
                </a:lnTo>
                <a:lnTo>
                  <a:pt x="8079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020D3A-4207-432B-8BDB-58464E3195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 fill="none">
                <a:moveTo>
                  <a:pt x="8079" y="8080"/>
                </a:moveTo>
                <a:lnTo>
                  <a:pt x="8079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2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1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0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AC5680-9563-4E48-8223-33218FF475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2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1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79" y="8080"/>
                </a:lnTo>
                <a:lnTo>
                  <a:pt x="8079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8E6291-5D48-4F01-981A-3FA4961D37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 fill="none">
                <a:moveTo>
                  <a:pt x="8079" y="8080"/>
                </a:moveTo>
                <a:lnTo>
                  <a:pt x="8079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2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1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0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18D014-15E6-41C0-BAC0-46BE65CC55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2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1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79" y="8080"/>
                </a:lnTo>
                <a:lnTo>
                  <a:pt x="8079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31B5FF-35C4-4F25-978E-F5B469EC29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 fill="none">
                <a:moveTo>
                  <a:pt x="8079" y="8080"/>
                </a:moveTo>
                <a:lnTo>
                  <a:pt x="8079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2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1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0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CCF74C-F7BD-4C21-8CFE-FF42CA670F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5130" y="259892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81D47A-7B8D-4A04-8887-AE703B33B9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5130" y="259892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0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BC88AC-6770-4242-A34C-0E4C5A30DF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2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1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79" y="8080"/>
                </a:lnTo>
                <a:lnTo>
                  <a:pt x="8079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15B5FB-C8D1-48FB-B025-0760D1D5E7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 fill="none">
                <a:moveTo>
                  <a:pt x="8079" y="8080"/>
                </a:moveTo>
                <a:lnTo>
                  <a:pt x="8079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2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1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0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95B208-414C-427F-A6E7-58BD9F50C9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93643" y="260656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9465B5-2685-4A36-8D71-3915FDC1B9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93643" y="260656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0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BA3F7C-8B89-45D0-BE56-17DB6D5F3A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57273" y="1873903"/>
            <a:ext cx="16157" cy="8080"/>
          </a:xfrm>
          <a:custGeom xmlns:a="http://schemas.openxmlformats.org/drawingml/2006/main">
            <a:pathLst>
              <a:path w="16157" h="8080">
                <a:moveTo>
                  <a:pt x="8612" y="8062"/>
                </a:moveTo>
                <a:lnTo>
                  <a:pt x="8877" y="8040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3"/>
                </a:lnTo>
                <a:lnTo>
                  <a:pt x="9920" y="7867"/>
                </a:lnTo>
                <a:lnTo>
                  <a:pt x="10175" y="7803"/>
                </a:lnTo>
                <a:lnTo>
                  <a:pt x="10428" y="7731"/>
                </a:lnTo>
                <a:lnTo>
                  <a:pt x="10678" y="7650"/>
                </a:lnTo>
                <a:lnTo>
                  <a:pt x="10926" y="7561"/>
                </a:lnTo>
                <a:lnTo>
                  <a:pt x="11170" y="7465"/>
                </a:lnTo>
                <a:lnTo>
                  <a:pt x="11411" y="7360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3"/>
                </a:lnTo>
                <a:lnTo>
                  <a:pt x="12778" y="6572"/>
                </a:lnTo>
                <a:lnTo>
                  <a:pt x="12991" y="6415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3"/>
                </a:lnTo>
                <a:lnTo>
                  <a:pt x="14650" y="4701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8"/>
                </a:lnTo>
                <a:lnTo>
                  <a:pt x="15728" y="2601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2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3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1"/>
                </a:lnTo>
                <a:lnTo>
                  <a:pt x="16157" y="0"/>
                </a:lnTo>
                <a:lnTo>
                  <a:pt x="0" y="0"/>
                </a:ln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2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1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346" y="8075"/>
                </a:lnTo>
                <a:lnTo>
                  <a:pt x="8612" y="806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4344D0-F589-4273-BD09-34244B6466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57273" y="1873903"/>
            <a:ext cx="16157" cy="8080"/>
          </a:xfrm>
          <a:custGeom xmlns:a="http://schemas.openxmlformats.org/drawingml/2006/main">
            <a:pathLst>
              <a:path w="16157" h="8080" fill="none">
                <a:moveTo>
                  <a:pt x="8079" y="8080"/>
                </a:moveTo>
                <a:lnTo>
                  <a:pt x="8346" y="8075"/>
                </a:lnTo>
                <a:lnTo>
                  <a:pt x="8612" y="8062"/>
                </a:lnTo>
                <a:lnTo>
                  <a:pt x="8877" y="8040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3"/>
                </a:lnTo>
                <a:lnTo>
                  <a:pt x="9920" y="7867"/>
                </a:lnTo>
                <a:lnTo>
                  <a:pt x="10175" y="7803"/>
                </a:lnTo>
                <a:lnTo>
                  <a:pt x="10428" y="7731"/>
                </a:lnTo>
                <a:lnTo>
                  <a:pt x="10678" y="7650"/>
                </a:lnTo>
                <a:lnTo>
                  <a:pt x="10926" y="7561"/>
                </a:lnTo>
                <a:lnTo>
                  <a:pt x="11170" y="7465"/>
                </a:lnTo>
                <a:lnTo>
                  <a:pt x="11411" y="7360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3"/>
                </a:lnTo>
                <a:lnTo>
                  <a:pt x="12778" y="6572"/>
                </a:lnTo>
                <a:lnTo>
                  <a:pt x="12991" y="6415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3"/>
                </a:lnTo>
                <a:lnTo>
                  <a:pt x="14650" y="4701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8"/>
                </a:lnTo>
                <a:lnTo>
                  <a:pt x="15728" y="2601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2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3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1"/>
                </a:lnTo>
                <a:lnTo>
                  <a:pt x="16157" y="0"/>
                </a:lnTo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2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1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0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5CE94A-49F7-4936-B5A5-2E8A8B1F26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2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1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79" y="8080"/>
                </a:lnTo>
                <a:lnTo>
                  <a:pt x="8079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1CBE36-5D7E-4097-9B69-DA1FD26A36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 fill="none">
                <a:moveTo>
                  <a:pt x="8079" y="8080"/>
                </a:moveTo>
                <a:lnTo>
                  <a:pt x="8079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2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1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1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42F070-55FC-4FBF-ABD4-E5532C8B48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2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1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79" y="8080"/>
                </a:lnTo>
                <a:lnTo>
                  <a:pt x="8079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BE64C2-A62C-46E6-9A67-94F17C9F8F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 fill="none">
                <a:moveTo>
                  <a:pt x="8079" y="8080"/>
                </a:moveTo>
                <a:lnTo>
                  <a:pt x="8079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2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1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1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BC15EC-39F2-4522-8425-C7407CD6A1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7132" y="1873903"/>
            <a:ext cx="16157" cy="8080"/>
          </a:xfrm>
          <a:custGeom xmlns:a="http://schemas.openxmlformats.org/drawingml/2006/main">
            <a:pathLst>
              <a:path w="16157" h="8080">
                <a:moveTo>
                  <a:pt x="8612" y="8062"/>
                </a:moveTo>
                <a:lnTo>
                  <a:pt x="8877" y="8040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3"/>
                </a:lnTo>
                <a:lnTo>
                  <a:pt x="9920" y="7867"/>
                </a:lnTo>
                <a:lnTo>
                  <a:pt x="10175" y="7803"/>
                </a:lnTo>
                <a:lnTo>
                  <a:pt x="10428" y="7731"/>
                </a:lnTo>
                <a:lnTo>
                  <a:pt x="10678" y="7650"/>
                </a:lnTo>
                <a:lnTo>
                  <a:pt x="10926" y="7561"/>
                </a:lnTo>
                <a:lnTo>
                  <a:pt x="11170" y="7465"/>
                </a:lnTo>
                <a:lnTo>
                  <a:pt x="11411" y="7360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3"/>
                </a:lnTo>
                <a:lnTo>
                  <a:pt x="12778" y="6572"/>
                </a:lnTo>
                <a:lnTo>
                  <a:pt x="12991" y="6415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3"/>
                </a:lnTo>
                <a:lnTo>
                  <a:pt x="14650" y="4701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8"/>
                </a:lnTo>
                <a:lnTo>
                  <a:pt x="15728" y="2601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2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3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1"/>
                </a:lnTo>
                <a:lnTo>
                  <a:pt x="16157" y="0"/>
                </a:lnTo>
                <a:lnTo>
                  <a:pt x="0" y="0"/>
                </a:ln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2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1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346" y="8075"/>
                </a:lnTo>
                <a:lnTo>
                  <a:pt x="8612" y="806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52E9D5-6E5C-430D-8D2D-DFCC2A6746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7132" y="1873903"/>
            <a:ext cx="16157" cy="8080"/>
          </a:xfrm>
          <a:custGeom xmlns:a="http://schemas.openxmlformats.org/drawingml/2006/main">
            <a:pathLst>
              <a:path w="16157" h="8080" fill="none">
                <a:moveTo>
                  <a:pt x="8079" y="8080"/>
                </a:moveTo>
                <a:lnTo>
                  <a:pt x="8346" y="8075"/>
                </a:lnTo>
                <a:lnTo>
                  <a:pt x="8612" y="8062"/>
                </a:lnTo>
                <a:lnTo>
                  <a:pt x="8877" y="8040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3"/>
                </a:lnTo>
                <a:lnTo>
                  <a:pt x="9920" y="7867"/>
                </a:lnTo>
                <a:lnTo>
                  <a:pt x="10175" y="7803"/>
                </a:lnTo>
                <a:lnTo>
                  <a:pt x="10428" y="7731"/>
                </a:lnTo>
                <a:lnTo>
                  <a:pt x="10678" y="7650"/>
                </a:lnTo>
                <a:lnTo>
                  <a:pt x="10926" y="7561"/>
                </a:lnTo>
                <a:lnTo>
                  <a:pt x="11170" y="7465"/>
                </a:lnTo>
                <a:lnTo>
                  <a:pt x="11411" y="7360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3"/>
                </a:lnTo>
                <a:lnTo>
                  <a:pt x="12778" y="6572"/>
                </a:lnTo>
                <a:lnTo>
                  <a:pt x="12991" y="6415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3"/>
                </a:lnTo>
                <a:lnTo>
                  <a:pt x="14650" y="4701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8"/>
                </a:lnTo>
                <a:lnTo>
                  <a:pt x="15728" y="2601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2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3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1"/>
                </a:lnTo>
                <a:lnTo>
                  <a:pt x="16157" y="0"/>
                </a:lnTo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2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1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1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A436AC-7477-4BC0-A832-D976D7566F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2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1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79" y="8080"/>
                </a:lnTo>
                <a:lnTo>
                  <a:pt x="8079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1B3112-168B-4AB3-A6DB-B46CAD2F04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 fill="none">
                <a:moveTo>
                  <a:pt x="8079" y="8080"/>
                </a:moveTo>
                <a:lnTo>
                  <a:pt x="8079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2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1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1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74557A-86D5-4C02-B63F-8BED9D115B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2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1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79" y="8080"/>
                </a:lnTo>
                <a:lnTo>
                  <a:pt x="8079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019ECA-6EA5-41BB-AC54-D8088B8F6D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 fill="none">
                <a:moveTo>
                  <a:pt x="8079" y="8080"/>
                </a:moveTo>
                <a:lnTo>
                  <a:pt x="8079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2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1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1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6E331D-E522-419F-9C0C-D184F6F3CE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2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1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79" y="8080"/>
                </a:lnTo>
                <a:lnTo>
                  <a:pt x="8079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50AD35-97CD-4F95-AE48-94F90C04B0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 fill="none">
                <a:moveTo>
                  <a:pt x="8079" y="8080"/>
                </a:moveTo>
                <a:lnTo>
                  <a:pt x="8079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2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1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1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0FA8FF-45CD-440A-928F-1AD15822A9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2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1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79" y="8080"/>
                </a:lnTo>
                <a:lnTo>
                  <a:pt x="8079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77E8FC-992A-4E5E-A0B1-0A9EAC77E8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 fill="none">
                <a:moveTo>
                  <a:pt x="8079" y="8080"/>
                </a:moveTo>
                <a:lnTo>
                  <a:pt x="8079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2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1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1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8FDD23-264E-4C48-8428-D2C93DD9B6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2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1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79" y="8080"/>
                </a:lnTo>
                <a:lnTo>
                  <a:pt x="8079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5712D2-09B7-4889-90DA-2B925691BF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 fill="none">
                <a:moveTo>
                  <a:pt x="8079" y="8080"/>
                </a:moveTo>
                <a:lnTo>
                  <a:pt x="8079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2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1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1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6BBE55-3136-4098-9FFC-D8F27465D8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2794" y="227157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E34BA8-F2FE-4128-ACEE-CB2688DF0B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2794" y="227157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1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9DDD89-11C8-4174-B48A-1CDCDF33B0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4783" y="261144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E265E7-E941-4977-8A9B-10EB04DBEF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4783" y="261144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1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73012E-A8E2-4B0B-B4EE-C268F7965E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57063" y="1873903"/>
            <a:ext cx="16157" cy="8080"/>
          </a:xfrm>
          <a:custGeom xmlns:a="http://schemas.openxmlformats.org/drawingml/2006/main">
            <a:pathLst>
              <a:path w="16157" h="8080">
                <a:moveTo>
                  <a:pt x="8612" y="8062"/>
                </a:moveTo>
                <a:lnTo>
                  <a:pt x="8877" y="8040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3"/>
                </a:lnTo>
                <a:lnTo>
                  <a:pt x="9920" y="7867"/>
                </a:lnTo>
                <a:lnTo>
                  <a:pt x="10175" y="7803"/>
                </a:lnTo>
                <a:lnTo>
                  <a:pt x="10428" y="7731"/>
                </a:lnTo>
                <a:lnTo>
                  <a:pt x="10678" y="7650"/>
                </a:lnTo>
                <a:lnTo>
                  <a:pt x="10926" y="7561"/>
                </a:lnTo>
                <a:lnTo>
                  <a:pt x="11170" y="7465"/>
                </a:lnTo>
                <a:lnTo>
                  <a:pt x="11411" y="7360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3"/>
                </a:lnTo>
                <a:lnTo>
                  <a:pt x="12778" y="6572"/>
                </a:lnTo>
                <a:lnTo>
                  <a:pt x="12991" y="6415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3"/>
                </a:lnTo>
                <a:lnTo>
                  <a:pt x="14650" y="4701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8"/>
                </a:lnTo>
                <a:lnTo>
                  <a:pt x="15728" y="2601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2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3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1"/>
                </a:lnTo>
                <a:lnTo>
                  <a:pt x="16157" y="0"/>
                </a:lnTo>
                <a:lnTo>
                  <a:pt x="0" y="0"/>
                </a:ln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2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1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346" y="8075"/>
                </a:lnTo>
                <a:lnTo>
                  <a:pt x="8612" y="806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2FAEFF-F690-48F9-A042-23E1D63FB7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57063" y="1873903"/>
            <a:ext cx="16157" cy="8080"/>
          </a:xfrm>
          <a:custGeom xmlns:a="http://schemas.openxmlformats.org/drawingml/2006/main">
            <a:pathLst>
              <a:path w="16157" h="8080" fill="none">
                <a:moveTo>
                  <a:pt x="8079" y="8080"/>
                </a:moveTo>
                <a:lnTo>
                  <a:pt x="8346" y="8075"/>
                </a:lnTo>
                <a:lnTo>
                  <a:pt x="8612" y="8062"/>
                </a:lnTo>
                <a:lnTo>
                  <a:pt x="8877" y="8040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3"/>
                </a:lnTo>
                <a:lnTo>
                  <a:pt x="9920" y="7867"/>
                </a:lnTo>
                <a:lnTo>
                  <a:pt x="10175" y="7803"/>
                </a:lnTo>
                <a:lnTo>
                  <a:pt x="10428" y="7731"/>
                </a:lnTo>
                <a:lnTo>
                  <a:pt x="10678" y="7650"/>
                </a:lnTo>
                <a:lnTo>
                  <a:pt x="10926" y="7561"/>
                </a:lnTo>
                <a:lnTo>
                  <a:pt x="11170" y="7465"/>
                </a:lnTo>
                <a:lnTo>
                  <a:pt x="11411" y="7360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3"/>
                </a:lnTo>
                <a:lnTo>
                  <a:pt x="12778" y="6572"/>
                </a:lnTo>
                <a:lnTo>
                  <a:pt x="12991" y="6415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3"/>
                </a:lnTo>
                <a:lnTo>
                  <a:pt x="14650" y="4701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8"/>
                </a:lnTo>
                <a:lnTo>
                  <a:pt x="15728" y="2601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2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3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1"/>
                </a:lnTo>
                <a:lnTo>
                  <a:pt x="16157" y="0"/>
                </a:lnTo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2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1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1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8103A2-E2E1-48AD-9FBB-4FE3ABC6DD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8035" y="261111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6A3549-5204-48D3-988F-828D317874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8035" y="261111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1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752A91-2BFE-4210-8B36-C24ECF49ED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2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1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79" y="8080"/>
                </a:lnTo>
                <a:lnTo>
                  <a:pt x="8079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E821BB-1AD8-4B8B-8B61-4C9951F330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3536" y="1873903"/>
            <a:ext cx="8079" cy="8080"/>
          </a:xfrm>
          <a:custGeom xmlns:a="http://schemas.openxmlformats.org/drawingml/2006/main">
            <a:pathLst>
              <a:path w="8079" h="8080" fill="none">
                <a:moveTo>
                  <a:pt x="8079" y="8080"/>
                </a:moveTo>
                <a:lnTo>
                  <a:pt x="8079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2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1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1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84CA33-D729-475D-9AFF-D3E2A8E3CF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5218" y="259044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440C88-6A9C-40EB-A4CB-EC49F4B107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5218" y="259044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1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4CC275-2DD0-4A0D-B093-DAFFCCC8EE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02840" y="261085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F0DA31-232F-4A5C-B387-46731632DF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02840" y="261085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1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127497-E16E-49D2-A265-38FB9EDE6A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2954" y="1873903"/>
            <a:ext cx="16157" cy="8080"/>
          </a:xfrm>
          <a:custGeom xmlns:a="http://schemas.openxmlformats.org/drawingml/2006/main">
            <a:pathLst>
              <a:path w="16157" h="8080">
                <a:moveTo>
                  <a:pt x="8612" y="8062"/>
                </a:moveTo>
                <a:lnTo>
                  <a:pt x="8877" y="8040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3"/>
                </a:lnTo>
                <a:lnTo>
                  <a:pt x="9920" y="7867"/>
                </a:lnTo>
                <a:lnTo>
                  <a:pt x="10175" y="7803"/>
                </a:lnTo>
                <a:lnTo>
                  <a:pt x="10428" y="7731"/>
                </a:lnTo>
                <a:lnTo>
                  <a:pt x="10678" y="7650"/>
                </a:lnTo>
                <a:lnTo>
                  <a:pt x="10926" y="7561"/>
                </a:lnTo>
                <a:lnTo>
                  <a:pt x="11170" y="7465"/>
                </a:lnTo>
                <a:lnTo>
                  <a:pt x="11411" y="7360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3"/>
                </a:lnTo>
                <a:lnTo>
                  <a:pt x="12778" y="6572"/>
                </a:lnTo>
                <a:lnTo>
                  <a:pt x="12991" y="6415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3"/>
                </a:lnTo>
                <a:lnTo>
                  <a:pt x="14650" y="4701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8"/>
                </a:lnTo>
                <a:lnTo>
                  <a:pt x="15728" y="2601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2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3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1"/>
                </a:lnTo>
                <a:lnTo>
                  <a:pt x="16157" y="0"/>
                </a:lnTo>
                <a:lnTo>
                  <a:pt x="0" y="0"/>
                </a:ln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2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1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346" y="8075"/>
                </a:lnTo>
                <a:lnTo>
                  <a:pt x="8612" y="806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3E05A8-D14C-44F2-AF70-1D39191827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2954" y="1873903"/>
            <a:ext cx="16157" cy="8080"/>
          </a:xfrm>
          <a:custGeom xmlns:a="http://schemas.openxmlformats.org/drawingml/2006/main">
            <a:pathLst>
              <a:path w="16157" h="8080" fill="none">
                <a:moveTo>
                  <a:pt x="8079" y="8080"/>
                </a:moveTo>
                <a:lnTo>
                  <a:pt x="8346" y="8075"/>
                </a:lnTo>
                <a:lnTo>
                  <a:pt x="8612" y="8062"/>
                </a:lnTo>
                <a:lnTo>
                  <a:pt x="8877" y="8040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3"/>
                </a:lnTo>
                <a:lnTo>
                  <a:pt x="9920" y="7867"/>
                </a:lnTo>
                <a:lnTo>
                  <a:pt x="10175" y="7803"/>
                </a:lnTo>
                <a:lnTo>
                  <a:pt x="10428" y="7731"/>
                </a:lnTo>
                <a:lnTo>
                  <a:pt x="10678" y="7650"/>
                </a:lnTo>
                <a:lnTo>
                  <a:pt x="10926" y="7561"/>
                </a:lnTo>
                <a:lnTo>
                  <a:pt x="11170" y="7465"/>
                </a:lnTo>
                <a:lnTo>
                  <a:pt x="11411" y="7360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3"/>
                </a:lnTo>
                <a:lnTo>
                  <a:pt x="12778" y="6572"/>
                </a:lnTo>
                <a:lnTo>
                  <a:pt x="12991" y="6415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3"/>
                </a:lnTo>
                <a:lnTo>
                  <a:pt x="14650" y="4701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8"/>
                </a:lnTo>
                <a:lnTo>
                  <a:pt x="15728" y="2601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2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3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1"/>
                </a:lnTo>
                <a:lnTo>
                  <a:pt x="16157" y="0"/>
                </a:lnTo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2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1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1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8B55FA-07FC-44CB-B951-CFF0E0200C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3231" y="261778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2A0EE8-2320-421F-9FC5-0C7DAD51F7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3231" y="261778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1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F0D0FA-8AAF-4973-98F8-D6BD8D0741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826" y="3075692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DE06BD-B665-4272-BCEB-174B1F6192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826" y="3075692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4135" name="Text 0">
            <a:extLst xmlns:a="http://schemas.openxmlformats.org/drawingml/2006/main">
              <a:ext uri="{FF2B5EF4-FFF2-40B4-BE49-F238E27FC236}">
                <a16:creationId xmlns:a16="http://schemas.microsoft.com/office/drawing/2014/main" id="{1FD29C4B-2879-404A-A6F9-116196F38B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5638" y="3123563"/>
            <a:ext cx="43693" cy="65625"/>
          </a:xfrm>
          <a:custGeom xmlns:a="http://schemas.openxmlformats.org/drawingml/2006/main">
            <a:pathLst>
              <a:path w="43693" h="65625">
                <a:moveTo>
                  <a:pt x="21847" y="6774"/>
                </a:moveTo>
                <a:cubicBezTo>
                  <a:pt x="17443" y="6774"/>
                  <a:pt x="14134" y="8942"/>
                  <a:pt x="11918" y="13278"/>
                </a:cubicBezTo>
                <a:cubicBezTo>
                  <a:pt x="9703" y="17615"/>
                  <a:pt x="8595" y="24133"/>
                  <a:pt x="8595" y="32833"/>
                </a:cubicBezTo>
                <a:cubicBezTo>
                  <a:pt x="8595" y="41506"/>
                  <a:pt x="9703" y="48010"/>
                  <a:pt x="11918" y="52346"/>
                </a:cubicBezTo>
                <a:cubicBezTo>
                  <a:pt x="14134" y="56682"/>
                  <a:pt x="17443" y="58850"/>
                  <a:pt x="21847" y="58850"/>
                </a:cubicBezTo>
                <a:cubicBezTo>
                  <a:pt x="26278" y="58850"/>
                  <a:pt x="29602" y="56682"/>
                  <a:pt x="31817" y="52346"/>
                </a:cubicBezTo>
                <a:cubicBezTo>
                  <a:pt x="34033" y="48010"/>
                  <a:pt x="35141" y="41506"/>
                  <a:pt x="35141" y="32833"/>
                </a:cubicBezTo>
                <a:cubicBezTo>
                  <a:pt x="35141" y="24133"/>
                  <a:pt x="34033" y="17615"/>
                  <a:pt x="31817" y="13278"/>
                </a:cubicBezTo>
                <a:cubicBezTo>
                  <a:pt x="29602" y="8942"/>
                  <a:pt x="26278" y="6774"/>
                  <a:pt x="21847" y="6774"/>
                </a:cubicBezTo>
                <a:moveTo>
                  <a:pt x="21847" y="0"/>
                </a:moveTo>
                <a:cubicBezTo>
                  <a:pt x="28931" y="0"/>
                  <a:pt x="34344" y="2803"/>
                  <a:pt x="38083" y="8409"/>
                </a:cubicBezTo>
                <a:cubicBezTo>
                  <a:pt x="41823" y="14016"/>
                  <a:pt x="43693" y="22157"/>
                  <a:pt x="43693" y="32833"/>
                </a:cubicBezTo>
                <a:cubicBezTo>
                  <a:pt x="43693" y="43482"/>
                  <a:pt x="41823" y="51609"/>
                  <a:pt x="38083" y="57215"/>
                </a:cubicBezTo>
                <a:cubicBezTo>
                  <a:pt x="34344" y="62821"/>
                  <a:pt x="28931" y="65625"/>
                  <a:pt x="21847" y="65625"/>
                </a:cubicBezTo>
                <a:cubicBezTo>
                  <a:pt x="14762" y="65625"/>
                  <a:pt x="9350" y="62821"/>
                  <a:pt x="5610" y="57215"/>
                </a:cubicBezTo>
                <a:cubicBezTo>
                  <a:pt x="1870" y="51609"/>
                  <a:pt x="0" y="43482"/>
                  <a:pt x="0" y="32833"/>
                </a:cubicBezTo>
                <a:cubicBezTo>
                  <a:pt x="0" y="22157"/>
                  <a:pt x="1870" y="14016"/>
                  <a:pt x="5610" y="8409"/>
                </a:cubicBezTo>
                <a:cubicBezTo>
                  <a:pt x="9350" y="2803"/>
                  <a:pt x="14762" y="0"/>
                  <a:pt x="21847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9B76C4-CFEB-4799-917B-D35163C730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29578" y="3075692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2D651E-CA99-49D5-98BF-2E304A661E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29578" y="3075692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4138" name="Text 10">
            <a:extLst xmlns:a="http://schemas.openxmlformats.org/drawingml/2006/main">
              <a:ext uri="{FF2B5EF4-FFF2-40B4-BE49-F238E27FC236}">
                <a16:creationId xmlns:a16="http://schemas.microsoft.com/office/drawing/2014/main" id="{0CB0AA53-3CFC-4317-BF5A-04A2BF3774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34331" y="3124917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39" name="Text −1">
            <a:extLst xmlns:a="http://schemas.openxmlformats.org/drawingml/2006/main">
              <a:ext uri="{FF2B5EF4-FFF2-40B4-BE49-F238E27FC236}">
                <a16:creationId xmlns:a16="http://schemas.microsoft.com/office/drawing/2014/main" id="{93368BB2-FAA2-4710-948D-DBE4E100BA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42400" y="3111801"/>
            <a:ext cx="77442" cy="44278"/>
          </a:xfrm>
          <a:custGeom xmlns:a="http://schemas.openxmlformats.org/drawingml/2006/main">
            <a:pathLst>
              <a:path w="77442" h="44278">
                <a:moveTo>
                  <a:pt x="0" y="22702"/>
                </a:moveTo>
                <a:lnTo>
                  <a:pt x="37995" y="22702"/>
                </a:lnTo>
                <a:lnTo>
                  <a:pt x="37995" y="27740"/>
                </a:lnTo>
                <a:lnTo>
                  <a:pt x="0" y="27740"/>
                </a:lnTo>
                <a:lnTo>
                  <a:pt x="0" y="22702"/>
                </a:lnTo>
                <a:close/>
                <a:moveTo>
                  <a:pt x="51954" y="39239"/>
                </a:moveTo>
                <a:lnTo>
                  <a:pt x="61734" y="39239"/>
                </a:lnTo>
                <a:lnTo>
                  <a:pt x="61734" y="5453"/>
                </a:lnTo>
                <a:lnTo>
                  <a:pt x="51094" y="7587"/>
                </a:lnTo>
                <a:lnTo>
                  <a:pt x="51094" y="2134"/>
                </a:lnTo>
                <a:lnTo>
                  <a:pt x="61675" y="0"/>
                </a:lnTo>
                <a:lnTo>
                  <a:pt x="67661" y="0"/>
                </a:lnTo>
                <a:lnTo>
                  <a:pt x="67661" y="39239"/>
                </a:lnTo>
                <a:lnTo>
                  <a:pt x="77442" y="39239"/>
                </a:lnTo>
                <a:lnTo>
                  <a:pt x="77442" y="44278"/>
                </a:lnTo>
                <a:lnTo>
                  <a:pt x="51954" y="44278"/>
                </a:lnTo>
                <a:lnTo>
                  <a:pt x="51954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0D0FAC-981F-41BB-B555-8DF7381DFA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44256" y="3075692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F95961-A8C2-4EBA-BACF-5C928DB133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44256" y="3075692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4142" name="Text 10">
            <a:extLst xmlns:a="http://schemas.openxmlformats.org/drawingml/2006/main">
              <a:ext uri="{FF2B5EF4-FFF2-40B4-BE49-F238E27FC236}">
                <a16:creationId xmlns:a16="http://schemas.microsoft.com/office/drawing/2014/main" id="{6EFA2437-B584-4391-94C7-2F492ECBBC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74299" y="3125708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1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1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8" y="41506"/>
                  <a:pt x="86498" y="32833"/>
                </a:cubicBezTo>
                <a:cubicBezTo>
                  <a:pt x="86498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9" y="65625"/>
                  <a:pt x="60706" y="62821"/>
                  <a:pt x="56966" y="57215"/>
                </a:cubicBezTo>
                <a:cubicBezTo>
                  <a:pt x="53227" y="51609"/>
                  <a:pt x="51357" y="43482"/>
                  <a:pt x="51357" y="32833"/>
                </a:cubicBezTo>
                <a:cubicBezTo>
                  <a:pt x="51357" y="22157"/>
                  <a:pt x="53227" y="14016"/>
                  <a:pt x="56966" y="8409"/>
                </a:cubicBezTo>
                <a:cubicBezTo>
                  <a:pt x="60706" y="2803"/>
                  <a:pt x="66119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43" name="Text 0">
            <a:extLst xmlns:a="http://schemas.openxmlformats.org/drawingml/2006/main">
              <a:ext uri="{FF2B5EF4-FFF2-40B4-BE49-F238E27FC236}">
                <a16:creationId xmlns:a16="http://schemas.microsoft.com/office/drawing/2014/main" id="{E5CEF9C4-8401-4A46-A1BB-EC39404D3C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79937" y="3111820"/>
            <a:ext cx="30585" cy="45937"/>
          </a:xfrm>
          <a:custGeom xmlns:a="http://schemas.openxmlformats.org/drawingml/2006/main">
            <a:pathLst>
              <a:path w="30585" h="45937">
                <a:moveTo>
                  <a:pt x="15293" y="4742"/>
                </a:moveTo>
                <a:cubicBezTo>
                  <a:pt x="12210" y="4742"/>
                  <a:pt x="9894" y="6260"/>
                  <a:pt x="8343" y="9295"/>
                </a:cubicBezTo>
                <a:cubicBezTo>
                  <a:pt x="6792" y="12330"/>
                  <a:pt x="6016" y="16893"/>
                  <a:pt x="6016" y="22983"/>
                </a:cubicBezTo>
                <a:cubicBezTo>
                  <a:pt x="6016" y="29054"/>
                  <a:pt x="6792" y="33607"/>
                  <a:pt x="8343" y="36642"/>
                </a:cubicBezTo>
                <a:cubicBezTo>
                  <a:pt x="9894" y="39678"/>
                  <a:pt x="12210" y="41195"/>
                  <a:pt x="15293" y="41195"/>
                </a:cubicBezTo>
                <a:cubicBezTo>
                  <a:pt x="18395" y="41195"/>
                  <a:pt x="20721" y="39678"/>
                  <a:pt x="22272" y="36642"/>
                </a:cubicBezTo>
                <a:cubicBezTo>
                  <a:pt x="23823" y="33607"/>
                  <a:pt x="24599" y="29054"/>
                  <a:pt x="24599" y="22983"/>
                </a:cubicBezTo>
                <a:cubicBezTo>
                  <a:pt x="24599" y="16893"/>
                  <a:pt x="23823" y="12330"/>
                  <a:pt x="22272" y="9295"/>
                </a:cubicBezTo>
                <a:cubicBezTo>
                  <a:pt x="20721" y="6260"/>
                  <a:pt x="18395" y="4742"/>
                  <a:pt x="15293" y="4742"/>
                </a:cubicBezTo>
                <a:moveTo>
                  <a:pt x="15293" y="0"/>
                </a:moveTo>
                <a:cubicBezTo>
                  <a:pt x="20252" y="0"/>
                  <a:pt x="24040" y="1962"/>
                  <a:pt x="26658" y="5887"/>
                </a:cubicBezTo>
                <a:cubicBezTo>
                  <a:pt x="29276" y="9811"/>
                  <a:pt x="30585" y="15510"/>
                  <a:pt x="30585" y="22983"/>
                </a:cubicBezTo>
                <a:cubicBezTo>
                  <a:pt x="30585" y="30437"/>
                  <a:pt x="29276" y="36126"/>
                  <a:pt x="26658" y="40051"/>
                </a:cubicBezTo>
                <a:cubicBezTo>
                  <a:pt x="24040" y="43975"/>
                  <a:pt x="20252" y="45937"/>
                  <a:pt x="15293" y="45937"/>
                </a:cubicBezTo>
                <a:cubicBezTo>
                  <a:pt x="10333" y="45937"/>
                  <a:pt x="6545" y="43975"/>
                  <a:pt x="3927" y="40051"/>
                </a:cubicBezTo>
                <a:cubicBezTo>
                  <a:pt x="1309" y="36126"/>
                  <a:pt x="0" y="30437"/>
                  <a:pt x="0" y="22983"/>
                </a:cubicBezTo>
                <a:cubicBezTo>
                  <a:pt x="0" y="15510"/>
                  <a:pt x="1309" y="9811"/>
                  <a:pt x="3927" y="5887"/>
                </a:cubicBezTo>
                <a:cubicBezTo>
                  <a:pt x="6545" y="1962"/>
                  <a:pt x="10333" y="0"/>
                  <a:pt x="1529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D8C22F-6FEC-4A67-93AE-2EB5F144D5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58933" y="3075692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1B83A6-6E13-495C-B783-0F8ECF516E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58933" y="3075692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4146" name="Text 10">
            <a:extLst xmlns:a="http://schemas.openxmlformats.org/drawingml/2006/main">
              <a:ext uri="{FF2B5EF4-FFF2-40B4-BE49-F238E27FC236}">
                <a16:creationId xmlns:a16="http://schemas.microsoft.com/office/drawing/2014/main" id="{54CA6FC8-2BD3-4450-BB2C-5B8BC7C866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88976" y="3124917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7" y="41506"/>
                  <a:pt x="86497" y="32833"/>
                </a:cubicBezTo>
                <a:cubicBezTo>
                  <a:pt x="86497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47" name="Text 1">
            <a:extLst xmlns:a="http://schemas.openxmlformats.org/drawingml/2006/main">
              <a:ext uri="{FF2B5EF4-FFF2-40B4-BE49-F238E27FC236}">
                <a16:creationId xmlns:a16="http://schemas.microsoft.com/office/drawing/2014/main" id="{D4EAB7CC-084B-47CD-9E83-7E769E5CCB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97282" y="3111801"/>
            <a:ext cx="26347" cy="44278"/>
          </a:xfrm>
          <a:custGeom xmlns:a="http://schemas.openxmlformats.org/drawingml/2006/main">
            <a:pathLst>
              <a:path w="26347" h="44278">
                <a:moveTo>
                  <a:pt x="859" y="39239"/>
                </a:moveTo>
                <a:lnTo>
                  <a:pt x="10640" y="39239"/>
                </a:lnTo>
                <a:lnTo>
                  <a:pt x="10640" y="5453"/>
                </a:lnTo>
                <a:lnTo>
                  <a:pt x="0" y="7587"/>
                </a:lnTo>
                <a:lnTo>
                  <a:pt x="0" y="2134"/>
                </a:lnTo>
                <a:lnTo>
                  <a:pt x="10580" y="0"/>
                </a:lnTo>
                <a:lnTo>
                  <a:pt x="16567" y="0"/>
                </a:lnTo>
                <a:lnTo>
                  <a:pt x="16567" y="39239"/>
                </a:lnTo>
                <a:lnTo>
                  <a:pt x="26347" y="39239"/>
                </a:lnTo>
                <a:lnTo>
                  <a:pt x="26347" y="44278"/>
                </a:lnTo>
                <a:lnTo>
                  <a:pt x="859" y="44278"/>
                </a:lnTo>
                <a:lnTo>
                  <a:pt x="859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DBC251-4311-4629-82E8-95BCA2B834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3433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F1335B-797F-46AE-8AF2-C4B814C366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3433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1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DCABBA-B399-4D2F-BC4E-E9C811E762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8041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A2A64A-1FD1-4960-8600-216499CA4F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8041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1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ED55F3-A631-4C48-BA40-945C0EA6F3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2648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5F143E-AC30-4AD4-AD28-F794C2D548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2648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1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35528B-E61D-42E4-AA41-88CEEE2C8A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7256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79083B-5EC2-4095-9332-01D70C1F8E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7256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1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C5B65E-0C50-428F-A23A-D57901AE24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1863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5A8410-50A8-4866-A6B7-C84C3E17D0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1863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1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4EAE55-4A88-4351-B225-FE348C865A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6471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ADD382-BBF8-4EDC-A85F-08888967AC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6471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1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E06088-09E8-48A3-94C4-831EFACFD8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01078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32B6D8-2309-4A0A-B6AB-2990D1D6F7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01078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1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9D13A1-A964-4CDA-A0F0-A6196E5859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05686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682AEB-295A-48D0-B246-23F4AC7844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05686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1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93CB3A-D9E0-4E9B-A89E-55A15FFCFC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10293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4B16E3-1441-4C4E-9523-EE33126C43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10293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1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2C747E-A43A-44CB-95BE-6A3AC5DF7E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14901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D1FFB6-4FD8-4CE6-885F-4BB9AF704F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14901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1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02F7D8-7DDF-4BBC-BB29-C8746FCF86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0976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94F2DC-B3FA-469C-8FC4-D7BBDB796B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0976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1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D498AB-AFBB-49D7-95DE-30403E46C8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07051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AA36B4-C557-40AA-A5FF-B9A71E847F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07051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1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76BFCB-DBDF-4870-80C6-16D0C9E68D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3127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CAC901-0A67-4653-A011-9CC23C30C8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3127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1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E9798F-4CEE-40BE-91BD-B4C4416599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99202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B7D52A-8B11-4137-8FC9-C40E5103C0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99202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1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A11026-C8FD-4AFB-9482-309CC74FB6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45277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CFFEB0-B133-4B50-AD02-BC195D2800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45277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1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3131EC-5980-4E4D-AE34-64BC59DB36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91352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EFD88D-D13A-4D5C-BA86-30742E1586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91352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1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2D2DCC-8F64-4F08-864C-3B9FAD569D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37428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BA7578-6457-4F3E-9D5E-0566AE0101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37428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1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50B2BA-743E-4196-8ACA-0264C73880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83503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AF15B6-AD4C-4506-AD2D-12B908C54C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83503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1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192628-7B0C-464D-91C0-DD1287AC5E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29578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23E80A-E1F5-402B-8FC1-C4AA2947AD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29578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1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C94574-D1BE-4259-9014-22926EFDC4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54409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BDF882-FA61-4AFD-A895-61A9534777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54409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1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01B6AF-1110-448D-A4CE-53EF66082F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27430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1F42D5-D053-4B00-9585-5526157FB2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27430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1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6A98E4-6C41-4D40-A79F-B62435D3CE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79239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654977-AB67-4650-AA1D-2FB3DED10A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79239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1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25E2BA-EC49-49C9-9760-2BCCD18116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19426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CDD277-3016-435D-9EC2-4AC973E2A4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19426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1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E24D04-84CB-4D24-AEB7-19ABAA07F5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52260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1D2C39-E95B-4F90-9B21-B95B7BB157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52260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1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A08567-28F7-4AE4-B40B-90A333E04E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80022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436DE8-4C16-4612-B83E-EA433684D8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80022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1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3691A8-7A18-4CA3-95FF-E46D16E2B2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04069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5C561C-7747-438C-853B-27204BECD4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04069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2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A5B31F-ADAA-4A3A-882A-747376F204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25281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AF6D07-0D00-45FB-A567-3C9C32EA4C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25281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2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EBA960-8E88-4F2A-A09E-47B9B5A738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44256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2866D6-2057-4392-9F69-1B4225FB6C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44256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2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407D50-CFEC-41B3-87A0-015F9E1872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69086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B5B8CB-41C1-4854-B250-AE7BF0DD91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69086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2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A2E55C-8CA7-4673-B635-932086D2C6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42107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D93F47-7CEB-4D2A-A486-B68246E7F1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42107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2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51FB62-51A3-404D-B716-1EB27F9505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3917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3845D6-6362-40DE-812D-65A9D5506B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3917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2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47A05B-FAEE-476B-8E2D-5E4EFB167B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34103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3F2494-8D55-4092-A5D7-28AAD8ACA4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34103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2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299B11-C2F7-4986-A91B-AD64FF9442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66938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498F5C-A823-4563-A37B-2C032695C8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66938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2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1078C8-C385-4004-9BF1-2236A998FA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94699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75A4BD-883A-445F-B1C4-D83D3C0317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94699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2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E8B1A9-F229-4729-956A-6179CFAA08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18747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A28F01-930B-437F-9652-2EA50EFD13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18747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2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FD5922-A584-4309-BF7B-D91F8E00A7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39959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104202-C47B-4BF4-9141-CADB5F695E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39959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2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E0FBE7-7225-421C-B9F9-88CE0764A7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58933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B279E8-FE90-4713-8E67-10E067C7FA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58933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2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B896ED-B7ED-44D2-9624-8E9CE76ADE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83764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813BF5-90D3-4F14-A9D8-B7E7A1F836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83764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2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AEEAE6-B1F7-4403-8612-1AA49CAF24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56785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5BF4D3-A946-4436-B4A5-5B6F636CCD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56785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2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2CB55D-D787-4267-BC98-04886CEBB3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08594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24033C-71FF-4508-AF98-E7F44A2421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08594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2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6CA0C0-C848-46D9-BCC8-A497AD7257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48781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B06C38-694F-4637-8C48-93F391DC0F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48781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2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561D10-F6FC-47DF-A82E-F9661AAF20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81615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FFC348-E3D2-41E5-97C2-00BDE25D28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81615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232" name="Text QSF">
            <a:extLst xmlns:a="http://schemas.openxmlformats.org/drawingml/2006/main">
              <a:ext uri="{FF2B5EF4-FFF2-40B4-BE49-F238E27FC236}">
                <a16:creationId xmlns:a16="http://schemas.microsoft.com/office/drawing/2014/main" id="{BF3C1576-87D3-40B9-AA10-3C8E91356C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79909" y="3240078"/>
            <a:ext cx="190479" cy="88120"/>
          </a:xfrm>
          <a:custGeom xmlns:a="http://schemas.openxmlformats.org/drawingml/2006/main">
            <a:pathLst>
              <a:path w="190479" h="88120">
                <a:moveTo>
                  <a:pt x="34181" y="8101"/>
                </a:moveTo>
                <a:cubicBezTo>
                  <a:pt x="26937" y="8101"/>
                  <a:pt x="21182" y="10804"/>
                  <a:pt x="16918" y="16209"/>
                </a:cubicBezTo>
                <a:cubicBezTo>
                  <a:pt x="12653" y="21614"/>
                  <a:pt x="10521" y="28979"/>
                  <a:pt x="10521" y="38306"/>
                </a:cubicBezTo>
                <a:cubicBezTo>
                  <a:pt x="10521" y="47599"/>
                  <a:pt x="12653" y="54949"/>
                  <a:pt x="16918" y="60354"/>
                </a:cubicBezTo>
                <a:cubicBezTo>
                  <a:pt x="21182" y="65759"/>
                  <a:pt x="26937" y="68461"/>
                  <a:pt x="34181" y="68461"/>
                </a:cubicBezTo>
                <a:cubicBezTo>
                  <a:pt x="41426" y="68461"/>
                  <a:pt x="47164" y="65759"/>
                  <a:pt x="51395" y="60354"/>
                </a:cubicBezTo>
                <a:cubicBezTo>
                  <a:pt x="55627" y="54949"/>
                  <a:pt x="57743" y="47599"/>
                  <a:pt x="57743" y="38306"/>
                </a:cubicBezTo>
                <a:cubicBezTo>
                  <a:pt x="57743" y="28979"/>
                  <a:pt x="55627" y="21614"/>
                  <a:pt x="51395" y="16209"/>
                </a:cubicBezTo>
                <a:cubicBezTo>
                  <a:pt x="47164" y="10804"/>
                  <a:pt x="41426" y="8101"/>
                  <a:pt x="34181" y="8101"/>
                </a:cubicBezTo>
                <a:moveTo>
                  <a:pt x="48160" y="73796"/>
                </a:moveTo>
                <a:lnTo>
                  <a:pt x="61299" y="88120"/>
                </a:lnTo>
                <a:lnTo>
                  <a:pt x="49247" y="88120"/>
                </a:lnTo>
                <a:lnTo>
                  <a:pt x="38330" y="76358"/>
                </a:lnTo>
                <a:cubicBezTo>
                  <a:pt x="37244" y="76426"/>
                  <a:pt x="36412" y="76477"/>
                  <a:pt x="35836" y="76511"/>
                </a:cubicBezTo>
                <a:cubicBezTo>
                  <a:pt x="35260" y="76545"/>
                  <a:pt x="34708" y="76562"/>
                  <a:pt x="34181" y="76562"/>
                </a:cubicBezTo>
                <a:cubicBezTo>
                  <a:pt x="23808" y="76562"/>
                  <a:pt x="15518" y="73094"/>
                  <a:pt x="9311" y="66158"/>
                </a:cubicBezTo>
                <a:cubicBezTo>
                  <a:pt x="3104" y="59221"/>
                  <a:pt x="0" y="49937"/>
                  <a:pt x="0" y="38306"/>
                </a:cubicBezTo>
                <a:cubicBezTo>
                  <a:pt x="0" y="26641"/>
                  <a:pt x="3104" y="17341"/>
                  <a:pt x="9311" y="10405"/>
                </a:cubicBezTo>
                <a:cubicBezTo>
                  <a:pt x="15518" y="3468"/>
                  <a:pt x="23808" y="0"/>
                  <a:pt x="34181" y="0"/>
                </a:cubicBezTo>
                <a:cubicBezTo>
                  <a:pt x="44521" y="0"/>
                  <a:pt x="52787" y="3468"/>
                  <a:pt x="58977" y="10405"/>
                </a:cubicBezTo>
                <a:cubicBezTo>
                  <a:pt x="65168" y="17341"/>
                  <a:pt x="68264" y="26642"/>
                  <a:pt x="68264" y="38307"/>
                </a:cubicBezTo>
                <a:cubicBezTo>
                  <a:pt x="68264" y="46874"/>
                  <a:pt x="66543" y="54206"/>
                  <a:pt x="63102" y="60302"/>
                </a:cubicBezTo>
                <a:cubicBezTo>
                  <a:pt x="59661" y="66398"/>
                  <a:pt x="54680" y="70896"/>
                  <a:pt x="48160" y="73796"/>
                </a:cubicBezTo>
                <a:close/>
                <a:moveTo>
                  <a:pt x="128070" y="3754"/>
                </a:moveTo>
                <a:lnTo>
                  <a:pt x="128070" y="13534"/>
                </a:lnTo>
                <a:cubicBezTo>
                  <a:pt x="124283" y="11707"/>
                  <a:pt x="120710" y="10344"/>
                  <a:pt x="117351" y="9447"/>
                </a:cubicBezTo>
                <a:cubicBezTo>
                  <a:pt x="113992" y="8549"/>
                  <a:pt x="110749" y="8101"/>
                  <a:pt x="107620" y="8101"/>
                </a:cubicBezTo>
                <a:cubicBezTo>
                  <a:pt x="102187" y="8101"/>
                  <a:pt x="97997" y="9156"/>
                  <a:pt x="95049" y="11267"/>
                </a:cubicBezTo>
                <a:cubicBezTo>
                  <a:pt x="92102" y="13376"/>
                  <a:pt x="90628" y="16376"/>
                  <a:pt x="90628" y="20267"/>
                </a:cubicBezTo>
                <a:cubicBezTo>
                  <a:pt x="90628" y="23532"/>
                  <a:pt x="91608" y="25997"/>
                  <a:pt x="93567" y="27663"/>
                </a:cubicBezTo>
                <a:cubicBezTo>
                  <a:pt x="95527" y="29328"/>
                  <a:pt x="99240" y="30671"/>
                  <a:pt x="104706" y="31693"/>
                </a:cubicBezTo>
                <a:lnTo>
                  <a:pt x="110732" y="32926"/>
                </a:lnTo>
                <a:cubicBezTo>
                  <a:pt x="118174" y="34343"/>
                  <a:pt x="123665" y="36839"/>
                  <a:pt x="127205" y="40414"/>
                </a:cubicBezTo>
                <a:cubicBezTo>
                  <a:pt x="130745" y="43988"/>
                  <a:pt x="132515" y="48773"/>
                  <a:pt x="132515" y="54770"/>
                </a:cubicBezTo>
                <a:cubicBezTo>
                  <a:pt x="132515" y="61918"/>
                  <a:pt x="130120" y="67338"/>
                  <a:pt x="125328" y="71028"/>
                </a:cubicBezTo>
                <a:cubicBezTo>
                  <a:pt x="120537" y="74717"/>
                  <a:pt x="113515" y="76562"/>
                  <a:pt x="104261" y="76562"/>
                </a:cubicBezTo>
                <a:cubicBezTo>
                  <a:pt x="100771" y="76562"/>
                  <a:pt x="97058" y="76163"/>
                  <a:pt x="93123" y="75364"/>
                </a:cubicBezTo>
                <a:cubicBezTo>
                  <a:pt x="89188" y="74566"/>
                  <a:pt x="85113" y="73384"/>
                  <a:pt x="80898" y="71820"/>
                </a:cubicBezTo>
                <a:lnTo>
                  <a:pt x="80898" y="61546"/>
                </a:lnTo>
                <a:cubicBezTo>
                  <a:pt x="84948" y="63835"/>
                  <a:pt x="88916" y="65559"/>
                  <a:pt x="92802" y="66720"/>
                </a:cubicBezTo>
                <a:cubicBezTo>
                  <a:pt x="96688" y="67881"/>
                  <a:pt x="100507" y="68461"/>
                  <a:pt x="104261" y="68461"/>
                </a:cubicBezTo>
                <a:cubicBezTo>
                  <a:pt x="109958" y="68461"/>
                  <a:pt x="114354" y="67341"/>
                  <a:pt x="117450" y="65099"/>
                </a:cubicBezTo>
                <a:cubicBezTo>
                  <a:pt x="120545" y="62857"/>
                  <a:pt x="122093" y="59659"/>
                  <a:pt x="122093" y="55506"/>
                </a:cubicBezTo>
                <a:cubicBezTo>
                  <a:pt x="122093" y="51880"/>
                  <a:pt x="120982" y="49044"/>
                  <a:pt x="118759" y="47001"/>
                </a:cubicBezTo>
                <a:cubicBezTo>
                  <a:pt x="116536" y="44956"/>
                  <a:pt x="112889" y="43423"/>
                  <a:pt x="107818" y="42401"/>
                </a:cubicBezTo>
                <a:lnTo>
                  <a:pt x="101742" y="41217"/>
                </a:lnTo>
                <a:cubicBezTo>
                  <a:pt x="94300" y="39734"/>
                  <a:pt x="88916" y="37411"/>
                  <a:pt x="85590" y="34249"/>
                </a:cubicBezTo>
                <a:cubicBezTo>
                  <a:pt x="82264" y="31086"/>
                  <a:pt x="80601" y="26687"/>
                  <a:pt x="80601" y="21053"/>
                </a:cubicBezTo>
                <a:cubicBezTo>
                  <a:pt x="80601" y="14530"/>
                  <a:pt x="82898" y="9390"/>
                  <a:pt x="87492" y="5634"/>
                </a:cubicBezTo>
                <a:cubicBezTo>
                  <a:pt x="92086" y="1878"/>
                  <a:pt x="98416" y="0"/>
                  <a:pt x="106484" y="0"/>
                </a:cubicBezTo>
                <a:cubicBezTo>
                  <a:pt x="109942" y="0"/>
                  <a:pt x="113465" y="313"/>
                  <a:pt x="117055" y="938"/>
                </a:cubicBezTo>
                <a:cubicBezTo>
                  <a:pt x="120644" y="1564"/>
                  <a:pt x="124316" y="2503"/>
                  <a:pt x="128070" y="3754"/>
                </a:cubicBezTo>
                <a:close/>
                <a:moveTo>
                  <a:pt x="148099" y="1284"/>
                </a:moveTo>
                <a:lnTo>
                  <a:pt x="190479" y="1284"/>
                </a:lnTo>
                <a:lnTo>
                  <a:pt x="190479" y="9681"/>
                </a:lnTo>
                <a:lnTo>
                  <a:pt x="158076" y="9681"/>
                </a:lnTo>
                <a:lnTo>
                  <a:pt x="158076" y="31415"/>
                </a:lnTo>
                <a:lnTo>
                  <a:pt x="187318" y="31415"/>
                </a:lnTo>
                <a:lnTo>
                  <a:pt x="187318" y="39812"/>
                </a:lnTo>
                <a:lnTo>
                  <a:pt x="158076" y="39812"/>
                </a:lnTo>
                <a:lnTo>
                  <a:pt x="158076" y="75080"/>
                </a:lnTo>
                <a:lnTo>
                  <a:pt x="148099" y="75080"/>
                </a:lnTo>
                <a:lnTo>
                  <a:pt x="148099" y="1284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B17A13-4CF2-4F55-AEFD-6C8259C697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7148" y="3075692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A77C19-BC6B-4A2F-9A43-B45E27AE63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7148" y="3075692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4235" name="Text 0">
            <a:extLst xmlns:a="http://schemas.openxmlformats.org/drawingml/2006/main">
              <a:ext uri="{FF2B5EF4-FFF2-40B4-BE49-F238E27FC236}">
                <a16:creationId xmlns:a16="http://schemas.microsoft.com/office/drawing/2014/main" id="{481071CC-7957-43DA-A505-5CB75BA8BE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9768" y="3043627"/>
            <a:ext cx="43693" cy="65625"/>
          </a:xfrm>
          <a:custGeom xmlns:a="http://schemas.openxmlformats.org/drawingml/2006/main">
            <a:pathLst>
              <a:path w="43693" h="65625">
                <a:moveTo>
                  <a:pt x="21847" y="6774"/>
                </a:moveTo>
                <a:cubicBezTo>
                  <a:pt x="17443" y="6774"/>
                  <a:pt x="14134" y="8942"/>
                  <a:pt x="11918" y="13278"/>
                </a:cubicBezTo>
                <a:cubicBezTo>
                  <a:pt x="9703" y="17615"/>
                  <a:pt x="8595" y="24133"/>
                  <a:pt x="8595" y="32833"/>
                </a:cubicBezTo>
                <a:cubicBezTo>
                  <a:pt x="8595" y="41506"/>
                  <a:pt x="9703" y="48010"/>
                  <a:pt x="11918" y="52346"/>
                </a:cubicBezTo>
                <a:cubicBezTo>
                  <a:pt x="14134" y="56682"/>
                  <a:pt x="17443" y="58850"/>
                  <a:pt x="21847" y="58850"/>
                </a:cubicBezTo>
                <a:cubicBezTo>
                  <a:pt x="26278" y="58850"/>
                  <a:pt x="29602" y="56682"/>
                  <a:pt x="31817" y="52346"/>
                </a:cubicBezTo>
                <a:cubicBezTo>
                  <a:pt x="34033" y="48010"/>
                  <a:pt x="35141" y="41506"/>
                  <a:pt x="35141" y="32833"/>
                </a:cubicBezTo>
                <a:cubicBezTo>
                  <a:pt x="35141" y="24133"/>
                  <a:pt x="34033" y="17615"/>
                  <a:pt x="31817" y="13278"/>
                </a:cubicBezTo>
                <a:cubicBezTo>
                  <a:pt x="29602" y="8942"/>
                  <a:pt x="26278" y="6774"/>
                  <a:pt x="21847" y="6774"/>
                </a:cubicBezTo>
                <a:moveTo>
                  <a:pt x="21847" y="0"/>
                </a:moveTo>
                <a:cubicBezTo>
                  <a:pt x="28931" y="0"/>
                  <a:pt x="34344" y="2803"/>
                  <a:pt x="38083" y="8409"/>
                </a:cubicBezTo>
                <a:cubicBezTo>
                  <a:pt x="41823" y="14016"/>
                  <a:pt x="43693" y="22157"/>
                  <a:pt x="43693" y="32833"/>
                </a:cubicBezTo>
                <a:cubicBezTo>
                  <a:pt x="43693" y="43482"/>
                  <a:pt x="41823" y="51609"/>
                  <a:pt x="38083" y="57215"/>
                </a:cubicBezTo>
                <a:cubicBezTo>
                  <a:pt x="34344" y="62821"/>
                  <a:pt x="28931" y="65625"/>
                  <a:pt x="21847" y="65625"/>
                </a:cubicBezTo>
                <a:cubicBezTo>
                  <a:pt x="14762" y="65625"/>
                  <a:pt x="9350" y="62821"/>
                  <a:pt x="5610" y="57215"/>
                </a:cubicBezTo>
                <a:cubicBezTo>
                  <a:pt x="1870" y="51609"/>
                  <a:pt x="0" y="43482"/>
                  <a:pt x="0" y="32833"/>
                </a:cubicBezTo>
                <a:cubicBezTo>
                  <a:pt x="0" y="22157"/>
                  <a:pt x="1870" y="14016"/>
                  <a:pt x="5610" y="8409"/>
                </a:cubicBezTo>
                <a:cubicBezTo>
                  <a:pt x="9350" y="2803"/>
                  <a:pt x="14762" y="0"/>
                  <a:pt x="21847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5057BF-B069-4134-9CA9-F0BB77E143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7148" y="2732357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354767-FA6C-495E-A3EF-A061261950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7148" y="2732357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4238" name="Text 10">
            <a:extLst xmlns:a="http://schemas.openxmlformats.org/drawingml/2006/main">
              <a:ext uri="{FF2B5EF4-FFF2-40B4-BE49-F238E27FC236}">
                <a16:creationId xmlns:a16="http://schemas.microsoft.com/office/drawing/2014/main" id="{D04AB8CD-92AE-432F-97BC-56F8EC7FDA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837" y="2700292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1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1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7" y="41506"/>
                  <a:pt x="86497" y="32833"/>
                </a:cubicBezTo>
                <a:cubicBezTo>
                  <a:pt x="86497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9" y="65625"/>
                  <a:pt x="60706" y="62821"/>
                  <a:pt x="56966" y="57215"/>
                </a:cubicBezTo>
                <a:cubicBezTo>
                  <a:pt x="53226" y="51609"/>
                  <a:pt x="51357" y="43482"/>
                  <a:pt x="51357" y="32833"/>
                </a:cubicBezTo>
                <a:cubicBezTo>
                  <a:pt x="51357" y="22157"/>
                  <a:pt x="53226" y="14016"/>
                  <a:pt x="56966" y="8409"/>
                </a:cubicBezTo>
                <a:cubicBezTo>
                  <a:pt x="60706" y="2803"/>
                  <a:pt x="66119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39" name="Text −1">
            <a:extLst xmlns:a="http://schemas.openxmlformats.org/drawingml/2006/main">
              <a:ext uri="{FF2B5EF4-FFF2-40B4-BE49-F238E27FC236}">
                <a16:creationId xmlns:a16="http://schemas.microsoft.com/office/drawing/2014/main" id="{E46E3613-3524-4741-B191-5671EEF9E7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9906" y="2687176"/>
            <a:ext cx="77441" cy="44278"/>
          </a:xfrm>
          <a:custGeom xmlns:a="http://schemas.openxmlformats.org/drawingml/2006/main">
            <a:pathLst>
              <a:path w="77441" h="44278">
                <a:moveTo>
                  <a:pt x="0" y="22702"/>
                </a:moveTo>
                <a:lnTo>
                  <a:pt x="37995" y="22702"/>
                </a:lnTo>
                <a:lnTo>
                  <a:pt x="37995" y="27740"/>
                </a:lnTo>
                <a:lnTo>
                  <a:pt x="0" y="27740"/>
                </a:lnTo>
                <a:lnTo>
                  <a:pt x="0" y="22702"/>
                </a:lnTo>
                <a:close/>
                <a:moveTo>
                  <a:pt x="51953" y="39239"/>
                </a:moveTo>
                <a:lnTo>
                  <a:pt x="61734" y="39239"/>
                </a:lnTo>
                <a:lnTo>
                  <a:pt x="61734" y="5453"/>
                </a:lnTo>
                <a:lnTo>
                  <a:pt x="51094" y="7587"/>
                </a:lnTo>
                <a:lnTo>
                  <a:pt x="51094" y="2134"/>
                </a:lnTo>
                <a:lnTo>
                  <a:pt x="61674" y="0"/>
                </a:lnTo>
                <a:lnTo>
                  <a:pt x="67661" y="0"/>
                </a:lnTo>
                <a:lnTo>
                  <a:pt x="67661" y="39239"/>
                </a:lnTo>
                <a:lnTo>
                  <a:pt x="77441" y="39239"/>
                </a:lnTo>
                <a:lnTo>
                  <a:pt x="77441" y="44278"/>
                </a:lnTo>
                <a:lnTo>
                  <a:pt x="51953" y="44278"/>
                </a:lnTo>
                <a:lnTo>
                  <a:pt x="51953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9A449C-9CA4-4DAD-9C93-2EE320C951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7148" y="2423355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5FB7A6-B349-4D15-B2EB-CB4B66B582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7148" y="2423355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4242" name="Text 10">
            <a:extLst xmlns:a="http://schemas.openxmlformats.org/drawingml/2006/main">
              <a:ext uri="{FF2B5EF4-FFF2-40B4-BE49-F238E27FC236}">
                <a16:creationId xmlns:a16="http://schemas.microsoft.com/office/drawing/2014/main" id="{5A8E4DC4-8644-4908-A783-BB238656D8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72418" y="2392081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7" y="41506"/>
                  <a:pt x="86497" y="32833"/>
                </a:cubicBezTo>
                <a:cubicBezTo>
                  <a:pt x="86497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43" name="Text 0">
            <a:extLst xmlns:a="http://schemas.openxmlformats.org/drawingml/2006/main">
              <a:ext uri="{FF2B5EF4-FFF2-40B4-BE49-F238E27FC236}">
                <a16:creationId xmlns:a16="http://schemas.microsoft.com/office/drawing/2014/main" id="{AA8E7ACC-87DF-4C8E-8D86-1D81CA09FC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8056" y="2378194"/>
            <a:ext cx="30585" cy="45937"/>
          </a:xfrm>
          <a:custGeom xmlns:a="http://schemas.openxmlformats.org/drawingml/2006/main">
            <a:pathLst>
              <a:path w="30585" h="45937">
                <a:moveTo>
                  <a:pt x="15293" y="4742"/>
                </a:moveTo>
                <a:cubicBezTo>
                  <a:pt x="12210" y="4742"/>
                  <a:pt x="9894" y="6260"/>
                  <a:pt x="8343" y="9295"/>
                </a:cubicBezTo>
                <a:cubicBezTo>
                  <a:pt x="6792" y="12330"/>
                  <a:pt x="6016" y="16893"/>
                  <a:pt x="6016" y="22983"/>
                </a:cubicBezTo>
                <a:cubicBezTo>
                  <a:pt x="6016" y="29054"/>
                  <a:pt x="6792" y="33607"/>
                  <a:pt x="8343" y="36642"/>
                </a:cubicBezTo>
                <a:cubicBezTo>
                  <a:pt x="9894" y="39678"/>
                  <a:pt x="12210" y="41195"/>
                  <a:pt x="15293" y="41195"/>
                </a:cubicBezTo>
                <a:cubicBezTo>
                  <a:pt x="18395" y="41195"/>
                  <a:pt x="20721" y="39678"/>
                  <a:pt x="22272" y="36642"/>
                </a:cubicBezTo>
                <a:cubicBezTo>
                  <a:pt x="23823" y="33607"/>
                  <a:pt x="24599" y="29054"/>
                  <a:pt x="24599" y="22983"/>
                </a:cubicBezTo>
                <a:cubicBezTo>
                  <a:pt x="24599" y="16893"/>
                  <a:pt x="23823" y="12330"/>
                  <a:pt x="22272" y="9295"/>
                </a:cubicBezTo>
                <a:cubicBezTo>
                  <a:pt x="20721" y="6260"/>
                  <a:pt x="18395" y="4742"/>
                  <a:pt x="15293" y="4742"/>
                </a:cubicBezTo>
                <a:moveTo>
                  <a:pt x="15293" y="0"/>
                </a:moveTo>
                <a:cubicBezTo>
                  <a:pt x="20252" y="0"/>
                  <a:pt x="24040" y="1962"/>
                  <a:pt x="26658" y="5887"/>
                </a:cubicBezTo>
                <a:cubicBezTo>
                  <a:pt x="29276" y="9811"/>
                  <a:pt x="30585" y="15510"/>
                  <a:pt x="30585" y="22983"/>
                </a:cubicBezTo>
                <a:cubicBezTo>
                  <a:pt x="30585" y="30437"/>
                  <a:pt x="29276" y="36126"/>
                  <a:pt x="26658" y="40051"/>
                </a:cubicBezTo>
                <a:cubicBezTo>
                  <a:pt x="24040" y="43975"/>
                  <a:pt x="20252" y="45937"/>
                  <a:pt x="15293" y="45937"/>
                </a:cubicBezTo>
                <a:cubicBezTo>
                  <a:pt x="10333" y="45937"/>
                  <a:pt x="6545" y="43975"/>
                  <a:pt x="3927" y="40051"/>
                </a:cubicBezTo>
                <a:cubicBezTo>
                  <a:pt x="1309" y="36126"/>
                  <a:pt x="0" y="30437"/>
                  <a:pt x="0" y="22983"/>
                </a:cubicBezTo>
                <a:cubicBezTo>
                  <a:pt x="0" y="15510"/>
                  <a:pt x="1309" y="9811"/>
                  <a:pt x="3927" y="5887"/>
                </a:cubicBezTo>
                <a:cubicBezTo>
                  <a:pt x="6545" y="1962"/>
                  <a:pt x="10333" y="0"/>
                  <a:pt x="1529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605992-9E1B-4E99-A484-7EFF08A693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7148" y="2114353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64F92E-10E0-40BF-AF7E-318BB41BC1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7148" y="2114353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4246" name="Text 10">
            <a:extLst xmlns:a="http://schemas.openxmlformats.org/drawingml/2006/main">
              <a:ext uri="{FF2B5EF4-FFF2-40B4-BE49-F238E27FC236}">
                <a16:creationId xmlns:a16="http://schemas.microsoft.com/office/drawing/2014/main" id="{54C313B4-58B0-468D-906B-E6CF806A1B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72418" y="2082289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7" y="41506"/>
                  <a:pt x="86497" y="32833"/>
                </a:cubicBezTo>
                <a:cubicBezTo>
                  <a:pt x="86497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47" name="Text 1">
            <a:extLst xmlns:a="http://schemas.openxmlformats.org/drawingml/2006/main">
              <a:ext uri="{FF2B5EF4-FFF2-40B4-BE49-F238E27FC236}">
                <a16:creationId xmlns:a16="http://schemas.microsoft.com/office/drawing/2014/main" id="{621027D9-751F-42CA-B68F-DBD51E6B9F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80724" y="2069173"/>
            <a:ext cx="26347" cy="44278"/>
          </a:xfrm>
          <a:custGeom xmlns:a="http://schemas.openxmlformats.org/drawingml/2006/main">
            <a:pathLst>
              <a:path w="26347" h="44278">
                <a:moveTo>
                  <a:pt x="859" y="39239"/>
                </a:moveTo>
                <a:lnTo>
                  <a:pt x="10640" y="39239"/>
                </a:lnTo>
                <a:lnTo>
                  <a:pt x="10640" y="5453"/>
                </a:lnTo>
                <a:lnTo>
                  <a:pt x="0" y="7587"/>
                </a:lnTo>
                <a:lnTo>
                  <a:pt x="0" y="2134"/>
                </a:lnTo>
                <a:lnTo>
                  <a:pt x="10580" y="0"/>
                </a:lnTo>
                <a:lnTo>
                  <a:pt x="16567" y="0"/>
                </a:lnTo>
                <a:lnTo>
                  <a:pt x="16567" y="39239"/>
                </a:lnTo>
                <a:lnTo>
                  <a:pt x="26347" y="39239"/>
                </a:lnTo>
                <a:lnTo>
                  <a:pt x="26347" y="44278"/>
                </a:lnTo>
                <a:lnTo>
                  <a:pt x="859" y="44278"/>
                </a:lnTo>
                <a:lnTo>
                  <a:pt x="859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25A3E6-E262-4611-A595-FB5C9E282F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307225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0F28AC-B17F-4F8E-86F5-1C70633090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307225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2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8AFF7D-A877-4694-851C-333994F9E6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306882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94A4F6-A856-4B83-B7FB-026B77617F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306882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2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A51F57-6991-40D8-8C3B-11948832E5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306539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810782-1A63-48D5-8999-1DFD1A198A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306539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2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569E95-8C13-4F32-B3BF-CD009FD21B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306195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5A9D35-7E67-4B3C-84A4-33DF280651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306195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2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CC5E71-EE1A-465D-BD1A-12E5C28A6A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305852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84EF5C-1431-4326-A2BB-081A3689D0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305852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2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63FB27-5BC5-4C3B-B4A5-B91357CADC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305509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B2B89F-67A8-4AD4-B790-5D038BF7FF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305509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2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0CA54D-47E4-4412-A2B1-6A7D981F0E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305165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E05C92-8B30-4F5D-BC94-D548203A53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305165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2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C61CF7-592E-42EE-BFA5-11A2723CDB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304822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2C71B2-AC3A-4DF9-AFED-E35866A517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304822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2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83A22F-FF39-4CFE-994B-668A6EB3A8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304479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AF1168-0F91-4A7C-A87D-3032A10AB4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304479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2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383FD2-5790-4A31-BCE5-EDB3583BAA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304135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D94F13-C0FF-4147-A4DB-0E5D6C88E3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304135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2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22FC41-E0B6-4AD0-9791-E60A807868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300702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25CA68-6E42-497E-8DEB-1E9542DF59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300702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2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AC19F4-C063-46E6-A9E8-D3A0149581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297269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7810E9-B9EE-4578-AB52-E1305468EE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297269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2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FC4F03-087A-43BB-BC16-B35F486572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293835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1C58AF-3EB0-43F1-B994-EDADA6E608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293835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2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FC7DEB-988D-4022-A14F-DC52B44DA6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290402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3A57CA-9D74-4E83-B7FA-B1350B5213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290402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2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D0ACD7-51F6-474E-A24B-9E6E066FC6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286969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3F8D72-C9E5-41CC-8383-2E85C0AA2A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286969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2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098AF5-F5CC-4A1E-A09B-C2B63726CC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283535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594258-E78F-48C4-9E19-6A8CFD3EFC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283535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2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5B3864-6C80-464C-A457-ED2269678A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280102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F2C8A9-F45D-454D-B63C-5DA73AB091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280102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2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CA3D5B-24B3-4C07-A315-6A14975742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276669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EFF985-5AB8-4F27-9466-C818E7D50B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276669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2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1879AA-05D4-4ECF-8260-8F3D2BFF71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273235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7C18E4-72EF-4944-A7E9-219C5AF261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273235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2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ECA880-301B-45D6-B140-BA92498046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263933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D42672-2A11-43E5-9347-99F5EEE29A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263933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2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0E8963-1603-4CC0-B1E9-7EC696798D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258492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7A585F-708A-4078-AA12-E05EAD6687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258492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2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ECE6D4-38F7-429D-8C2C-41EB6588D5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254631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3B3C74-099D-45D5-AC5B-5905B2F5ED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254631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2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3703CC-50A3-4C1E-9245-A735D0DB99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251637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6A8A9D-F33C-4786-BABD-24FDFFD28A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251637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2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CCF4F7-EC07-4417-8257-632C931A31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249190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D5D1EA-30AE-438D-B96D-030DD39DCA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249190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2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B37284-399B-4C2D-AF4A-CE78A9C592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247122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B0487A-40E5-464B-AECD-5AD25329B9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247122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2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382183-D096-4E03-8E8E-3A50873F44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245330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B84478-31F6-4F58-B7A6-15F8C4AA4F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245330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3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FCB8BA-509D-40D6-85FC-04C5618153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243749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C8ADCD-D444-41D0-92BB-973D4C1A00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243749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3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137487-D3AF-4380-8703-8AD14E24CC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242335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3E77ED-152E-4326-A562-56F23BC1B8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242335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3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10A45D-DB78-4F29-A415-FC07E70C2B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233033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6CB44B-5E9B-44C1-9580-72060F0B20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233033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3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9F369F-A38B-42D9-A785-2AA3817BE0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227592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E83323-7D0A-488E-8E14-70C9D8D033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227592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3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B9DA1E-D6B0-4F2F-8D41-914C366534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223731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4236A8-70CB-45DB-9A67-358DCEA913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223731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3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529BE9-14B2-4AD6-8E8D-852DA040EA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220737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7CC510-949A-49CA-93EA-A8EF5F4F2F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220737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3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D908FB-8AE0-4E10-BF08-145DE706B6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218290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BA99D1-45E7-4207-95E2-02BB7F8EED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218290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3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708697-908F-4FF7-B1F2-1E0CAAB9A4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216221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A37005-C9B0-464A-BF6C-6D23350122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216221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3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F7300F-1447-4412-B208-BA3329B73B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214429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262572-E966-4D55-A685-54149EF937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214429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3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693D2B-7F7D-4050-B6BA-FFD2D2DCA3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212849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E689DD-E8C6-49CD-94E3-D2F178B67C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212849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3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33FE76-7155-4D40-A1B9-0CEC5EA178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211435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D68F2A-7EC3-478A-9C89-D63996DC07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211435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3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15559E-9A05-4389-BACF-54A9FAC1A0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202133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07514B-B32E-49C4-8A9D-65F4687812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202133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3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48D775-842B-4341-8BE3-E9D52596A1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196692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FA9E8A-E790-47DF-84EE-BF5E022D5E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196692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3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9A8822-C200-4D2A-AAC6-BA75787F8A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192831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B93889-A2E4-4711-B65D-015B9397D2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192831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3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31D955-EF3F-44BA-B101-A27CD30482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189837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7E0887-AD00-4687-BAF5-B89346496B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189837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3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536C13-FD99-4BB2-883A-1237A35AC2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187390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F0CC60-6D0B-4748-B7CB-051D25AC9C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374" y="187390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332" name="Text J">
            <a:extLst xmlns:a="http://schemas.openxmlformats.org/drawingml/2006/main">
              <a:ext uri="{FF2B5EF4-FFF2-40B4-BE49-F238E27FC236}">
                <a16:creationId xmlns:a16="http://schemas.microsoft.com/office/drawing/2014/main" id="{1055FD18-D25A-48AA-BC40-501EC2B644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612" y="2530988"/>
            <a:ext cx="94048" cy="25142"/>
          </a:xfrm>
          <a:custGeom xmlns:a="http://schemas.openxmlformats.org/drawingml/2006/main">
            <a:pathLst>
              <a:path w="94048" h="25142">
                <a:moveTo>
                  <a:pt x="0" y="9978"/>
                </a:moveTo>
                <a:lnTo>
                  <a:pt x="0" y="0"/>
                </a:lnTo>
                <a:lnTo>
                  <a:pt x="68650" y="0"/>
                </a:lnTo>
                <a:cubicBezTo>
                  <a:pt x="77544" y="0"/>
                  <a:pt x="84000" y="1688"/>
                  <a:pt x="88019" y="5063"/>
                </a:cubicBezTo>
                <a:cubicBezTo>
                  <a:pt x="92038" y="8438"/>
                  <a:pt x="94048" y="13863"/>
                  <a:pt x="94048" y="21339"/>
                </a:cubicBezTo>
                <a:lnTo>
                  <a:pt x="94048" y="25142"/>
                </a:lnTo>
                <a:lnTo>
                  <a:pt x="85651" y="25142"/>
                </a:lnTo>
                <a:lnTo>
                  <a:pt x="85651" y="22030"/>
                </a:lnTo>
                <a:cubicBezTo>
                  <a:pt x="85651" y="17617"/>
                  <a:pt x="84415" y="14506"/>
                  <a:pt x="81943" y="12694"/>
                </a:cubicBezTo>
                <a:cubicBezTo>
                  <a:pt x="79472" y="10883"/>
                  <a:pt x="75041" y="9978"/>
                  <a:pt x="68650" y="9978"/>
                </a:cubicBezTo>
                <a:lnTo>
                  <a:pt x="0" y="9978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33" name="Text F">
            <a:extLst xmlns:a="http://schemas.openxmlformats.org/drawingml/2006/main">
              <a:ext uri="{FF2B5EF4-FFF2-40B4-BE49-F238E27FC236}">
                <a16:creationId xmlns:a16="http://schemas.microsoft.com/office/drawing/2014/main" id="{21129091-7213-4165-B3F1-879E7EBA19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612" y="2468743"/>
            <a:ext cx="73796" cy="42381"/>
          </a:xfrm>
          <a:custGeom xmlns:a="http://schemas.openxmlformats.org/drawingml/2006/main">
            <a:pathLst>
              <a:path w="73796" h="42381">
                <a:moveTo>
                  <a:pt x="0" y="42381"/>
                </a:moveTo>
                <a:lnTo>
                  <a:pt x="0" y="0"/>
                </a:lnTo>
                <a:lnTo>
                  <a:pt x="8397" y="0"/>
                </a:lnTo>
                <a:lnTo>
                  <a:pt x="8397" y="32403"/>
                </a:lnTo>
                <a:lnTo>
                  <a:pt x="30131" y="32403"/>
                </a:lnTo>
                <a:lnTo>
                  <a:pt x="30131" y="3161"/>
                </a:lnTo>
                <a:lnTo>
                  <a:pt x="38528" y="3161"/>
                </a:lnTo>
                <a:lnTo>
                  <a:pt x="38528" y="32403"/>
                </a:lnTo>
                <a:lnTo>
                  <a:pt x="73796" y="32403"/>
                </a:lnTo>
                <a:lnTo>
                  <a:pt x="73796" y="42381"/>
                </a:lnTo>
                <a:lnTo>
                  <a:pt x="0" y="42381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34" name="Text S">
            <a:extLst xmlns:a="http://schemas.openxmlformats.org/drawingml/2006/main">
              <a:ext uri="{FF2B5EF4-FFF2-40B4-BE49-F238E27FC236}">
                <a16:creationId xmlns:a16="http://schemas.microsoft.com/office/drawing/2014/main" id="{C6148708-0F2C-4507-BB86-4C0EC3C39A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328" y="2404302"/>
            <a:ext cx="76562" cy="51914"/>
          </a:xfrm>
          <a:custGeom xmlns:a="http://schemas.openxmlformats.org/drawingml/2006/main">
            <a:pathLst>
              <a:path w="76562" h="51914">
                <a:moveTo>
                  <a:pt x="3754" y="4446"/>
                </a:moveTo>
                <a:lnTo>
                  <a:pt x="13534" y="4446"/>
                </a:lnTo>
                <a:cubicBezTo>
                  <a:pt x="11707" y="8232"/>
                  <a:pt x="10344" y="11805"/>
                  <a:pt x="9447" y="15164"/>
                </a:cubicBezTo>
                <a:cubicBezTo>
                  <a:pt x="8549" y="18523"/>
                  <a:pt x="8101" y="21767"/>
                  <a:pt x="8101" y="24895"/>
                </a:cubicBezTo>
                <a:cubicBezTo>
                  <a:pt x="8101" y="30328"/>
                  <a:pt x="9156" y="34519"/>
                  <a:pt x="11267" y="37466"/>
                </a:cubicBezTo>
                <a:cubicBezTo>
                  <a:pt x="13376" y="40413"/>
                  <a:pt x="16376" y="41887"/>
                  <a:pt x="20267" y="41887"/>
                </a:cubicBezTo>
                <a:cubicBezTo>
                  <a:pt x="23532" y="41887"/>
                  <a:pt x="25997" y="40907"/>
                  <a:pt x="27663" y="38948"/>
                </a:cubicBezTo>
                <a:cubicBezTo>
                  <a:pt x="29328" y="36989"/>
                  <a:pt x="30671" y="33276"/>
                  <a:pt x="31693" y="27809"/>
                </a:cubicBezTo>
                <a:lnTo>
                  <a:pt x="32926" y="21783"/>
                </a:lnTo>
                <a:cubicBezTo>
                  <a:pt x="34343" y="14341"/>
                  <a:pt x="36839" y="8850"/>
                  <a:pt x="40414" y="5310"/>
                </a:cubicBezTo>
                <a:cubicBezTo>
                  <a:pt x="43988" y="1770"/>
                  <a:pt x="48773" y="0"/>
                  <a:pt x="54770" y="0"/>
                </a:cubicBezTo>
                <a:cubicBezTo>
                  <a:pt x="61918" y="0"/>
                  <a:pt x="67338" y="2396"/>
                  <a:pt x="71028" y="7187"/>
                </a:cubicBezTo>
                <a:cubicBezTo>
                  <a:pt x="74717" y="11978"/>
                  <a:pt x="76562" y="19001"/>
                  <a:pt x="76562" y="28254"/>
                </a:cubicBezTo>
                <a:cubicBezTo>
                  <a:pt x="76562" y="31744"/>
                  <a:pt x="76163" y="35457"/>
                  <a:pt x="75364" y="39392"/>
                </a:cubicBezTo>
                <a:cubicBezTo>
                  <a:pt x="74566" y="43328"/>
                  <a:pt x="73384" y="47403"/>
                  <a:pt x="71820" y="51618"/>
                </a:cubicBezTo>
                <a:lnTo>
                  <a:pt x="61546" y="51618"/>
                </a:lnTo>
                <a:cubicBezTo>
                  <a:pt x="63835" y="47567"/>
                  <a:pt x="65559" y="43599"/>
                  <a:pt x="66720" y="39713"/>
                </a:cubicBezTo>
                <a:cubicBezTo>
                  <a:pt x="67881" y="35828"/>
                  <a:pt x="68461" y="32008"/>
                  <a:pt x="68461" y="28254"/>
                </a:cubicBezTo>
                <a:cubicBezTo>
                  <a:pt x="68461" y="22557"/>
                  <a:pt x="67341" y="18161"/>
                  <a:pt x="65099" y="15065"/>
                </a:cubicBezTo>
                <a:cubicBezTo>
                  <a:pt x="62857" y="11970"/>
                  <a:pt x="59659" y="10422"/>
                  <a:pt x="55506" y="10422"/>
                </a:cubicBezTo>
                <a:cubicBezTo>
                  <a:pt x="51880" y="10422"/>
                  <a:pt x="49044" y="11534"/>
                  <a:pt x="47001" y="13756"/>
                </a:cubicBezTo>
                <a:cubicBezTo>
                  <a:pt x="44956" y="15979"/>
                  <a:pt x="43423" y="19626"/>
                  <a:pt x="42401" y="24697"/>
                </a:cubicBezTo>
                <a:lnTo>
                  <a:pt x="41217" y="30773"/>
                </a:lnTo>
                <a:cubicBezTo>
                  <a:pt x="39734" y="38215"/>
                  <a:pt x="37411" y="43599"/>
                  <a:pt x="34249" y="46925"/>
                </a:cubicBezTo>
                <a:cubicBezTo>
                  <a:pt x="31086" y="50251"/>
                  <a:pt x="26687" y="51914"/>
                  <a:pt x="21053" y="51914"/>
                </a:cubicBezTo>
                <a:cubicBezTo>
                  <a:pt x="14530" y="51914"/>
                  <a:pt x="9390" y="49617"/>
                  <a:pt x="5634" y="45023"/>
                </a:cubicBezTo>
                <a:cubicBezTo>
                  <a:pt x="1878" y="40430"/>
                  <a:pt x="0" y="34099"/>
                  <a:pt x="0" y="26031"/>
                </a:cubicBezTo>
                <a:cubicBezTo>
                  <a:pt x="0" y="22573"/>
                  <a:pt x="313" y="19050"/>
                  <a:pt x="938" y="15461"/>
                </a:cubicBezTo>
                <a:cubicBezTo>
                  <a:pt x="1564" y="11871"/>
                  <a:pt x="2503" y="8200"/>
                  <a:pt x="3754" y="4446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3A4C0C-47D7-4D6C-8FB1-2F2ABA15EB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826" y="1873903"/>
            <a:ext cx="1612790" cy="1201788"/>
          </a:xfrm>
          <a:custGeom xmlns:a="http://schemas.openxmlformats.org/drawingml/2006/main">
            <a:pathLst>
              <a:path w="1612790" h="1201788" fill="none">
                <a:moveTo>
                  <a:pt x="0" y="1201788"/>
                </a:moveTo>
                <a:lnTo>
                  <a:pt x="1612790" y="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sq">
            <a:solidFill>
              <a:srgbClr val="000000"/>
            </a:solidFill>
            <a:round/>
          </a:ln>
        </p:spPr>
      </p:sp>
      <p:sp>
        <p:nvSpPr>
          <p:cNvPr id="43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FC3CDA-AA40-4BCA-A96E-99318B2604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826" y="1873903"/>
            <a:ext cx="10" cy="1201788"/>
          </a:xfrm>
          <a:custGeom xmlns:a="http://schemas.openxmlformats.org/drawingml/2006/main">
            <a:pathLst>
              <a:path w="1" h="1201788" fill="none">
                <a:moveTo>
                  <a:pt x="0" y="1201788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43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7D253A-699C-4C06-9EEA-A0E7AB66D1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81615" y="1873903"/>
            <a:ext cx="10" cy="1201788"/>
          </a:xfrm>
          <a:custGeom xmlns:a="http://schemas.openxmlformats.org/drawingml/2006/main">
            <a:pathLst>
              <a:path w="1" h="1201788" fill="none">
                <a:moveTo>
                  <a:pt x="0" y="1201788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43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4EE55A-AA2D-461C-9131-EE05531C6E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826" y="3075692"/>
            <a:ext cx="1612790" cy="10"/>
          </a:xfrm>
          <a:custGeom xmlns:a="http://schemas.openxmlformats.org/drawingml/2006/main">
            <a:pathLst>
              <a:path w="1612790" h="1" fill="none">
                <a:moveTo>
                  <a:pt x="0" y="0"/>
                </a:moveTo>
                <a:lnTo>
                  <a:pt x="161279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43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E29147-EF7D-4148-8FE5-D55B60CAC3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826" y="1873903"/>
            <a:ext cx="1612790" cy="10"/>
          </a:xfrm>
          <a:custGeom xmlns:a="http://schemas.openxmlformats.org/drawingml/2006/main">
            <a:pathLst>
              <a:path w="1612790" h="1" fill="none">
                <a:moveTo>
                  <a:pt x="0" y="0"/>
                </a:moveTo>
                <a:lnTo>
                  <a:pt x="161279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4340" name="Text 165">
            <a:extLst xmlns:a="http://schemas.openxmlformats.org/drawingml/2006/main">
              <a:ext uri="{FF2B5EF4-FFF2-40B4-BE49-F238E27FC236}">
                <a16:creationId xmlns:a16="http://schemas.microsoft.com/office/drawing/2014/main" id="{9F06DDC4-E845-4F23-BC7A-00FD291393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30806" y="2253571"/>
            <a:ext cx="370890" cy="164061"/>
          </a:xfrm>
          <a:custGeom xmlns:a="http://schemas.openxmlformats.org/drawingml/2006/main">
            <a:pathLst>
              <a:path w="370890" h="164061">
                <a:moveTo>
                  <a:pt x="3070" y="142892"/>
                </a:moveTo>
                <a:lnTo>
                  <a:pt x="37999" y="142892"/>
                </a:lnTo>
                <a:lnTo>
                  <a:pt x="37999" y="22228"/>
                </a:lnTo>
                <a:lnTo>
                  <a:pt x="0" y="29849"/>
                </a:lnTo>
                <a:lnTo>
                  <a:pt x="0" y="10373"/>
                </a:lnTo>
                <a:lnTo>
                  <a:pt x="37787" y="2752"/>
                </a:lnTo>
                <a:lnTo>
                  <a:pt x="59168" y="2752"/>
                </a:lnTo>
                <a:lnTo>
                  <a:pt x="59168" y="142892"/>
                </a:lnTo>
                <a:lnTo>
                  <a:pt x="94097" y="142892"/>
                </a:lnTo>
                <a:lnTo>
                  <a:pt x="94097" y="160886"/>
                </a:lnTo>
                <a:lnTo>
                  <a:pt x="3070" y="160886"/>
                </a:lnTo>
                <a:lnTo>
                  <a:pt x="3070" y="142892"/>
                </a:lnTo>
                <a:close/>
                <a:moveTo>
                  <a:pt x="185604" y="73457"/>
                </a:moveTo>
                <a:cubicBezTo>
                  <a:pt x="176007" y="73457"/>
                  <a:pt x="168404" y="76738"/>
                  <a:pt x="162794" y="83301"/>
                </a:cubicBezTo>
                <a:cubicBezTo>
                  <a:pt x="157184" y="89863"/>
                  <a:pt x="154380" y="98860"/>
                  <a:pt x="154380" y="110292"/>
                </a:cubicBezTo>
                <a:cubicBezTo>
                  <a:pt x="154380" y="121652"/>
                  <a:pt x="157184" y="130632"/>
                  <a:pt x="162794" y="137229"/>
                </a:cubicBezTo>
                <a:cubicBezTo>
                  <a:pt x="168404" y="143827"/>
                  <a:pt x="176007" y="147126"/>
                  <a:pt x="185604" y="147126"/>
                </a:cubicBezTo>
                <a:cubicBezTo>
                  <a:pt x="195201" y="147126"/>
                  <a:pt x="202804" y="143827"/>
                  <a:pt x="208414" y="137229"/>
                </a:cubicBezTo>
                <a:cubicBezTo>
                  <a:pt x="214024" y="130632"/>
                  <a:pt x="216829" y="121652"/>
                  <a:pt x="216829" y="110292"/>
                </a:cubicBezTo>
                <a:cubicBezTo>
                  <a:pt x="216829" y="98860"/>
                  <a:pt x="214024" y="89863"/>
                  <a:pt x="208414" y="83301"/>
                </a:cubicBezTo>
                <a:cubicBezTo>
                  <a:pt x="202804" y="76738"/>
                  <a:pt x="195201" y="73457"/>
                  <a:pt x="185604" y="73457"/>
                </a:cubicBezTo>
                <a:moveTo>
                  <a:pt x="228048" y="6351"/>
                </a:moveTo>
                <a:lnTo>
                  <a:pt x="228048" y="25826"/>
                </a:lnTo>
                <a:cubicBezTo>
                  <a:pt x="222686" y="23286"/>
                  <a:pt x="217270" y="21346"/>
                  <a:pt x="211801" y="20005"/>
                </a:cubicBezTo>
                <a:cubicBezTo>
                  <a:pt x="206332" y="18664"/>
                  <a:pt x="200917" y="17994"/>
                  <a:pt x="195554" y="17994"/>
                </a:cubicBezTo>
                <a:cubicBezTo>
                  <a:pt x="181441" y="17994"/>
                  <a:pt x="170662" y="22766"/>
                  <a:pt x="163218" y="32310"/>
                </a:cubicBezTo>
                <a:cubicBezTo>
                  <a:pt x="155773" y="41853"/>
                  <a:pt x="151522" y="56275"/>
                  <a:pt x="150463" y="75574"/>
                </a:cubicBezTo>
                <a:cubicBezTo>
                  <a:pt x="154626" y="69435"/>
                  <a:pt x="159848" y="64725"/>
                  <a:pt x="166128" y="61444"/>
                </a:cubicBezTo>
                <a:cubicBezTo>
                  <a:pt x="172409" y="58162"/>
                  <a:pt x="179324" y="56522"/>
                  <a:pt x="186874" y="56522"/>
                </a:cubicBezTo>
                <a:cubicBezTo>
                  <a:pt x="202751" y="56522"/>
                  <a:pt x="215294" y="61338"/>
                  <a:pt x="224503" y="70970"/>
                </a:cubicBezTo>
                <a:cubicBezTo>
                  <a:pt x="233711" y="80602"/>
                  <a:pt x="238315" y="93709"/>
                  <a:pt x="238315" y="110292"/>
                </a:cubicBezTo>
                <a:cubicBezTo>
                  <a:pt x="238315" y="126521"/>
                  <a:pt x="233517" y="139540"/>
                  <a:pt x="223920" y="149349"/>
                </a:cubicBezTo>
                <a:cubicBezTo>
                  <a:pt x="214324" y="159157"/>
                  <a:pt x="201552" y="164061"/>
                  <a:pt x="185604" y="164061"/>
                </a:cubicBezTo>
                <a:cubicBezTo>
                  <a:pt x="167328" y="164061"/>
                  <a:pt x="153356" y="157054"/>
                  <a:pt x="143689" y="143038"/>
                </a:cubicBezTo>
                <a:cubicBezTo>
                  <a:pt x="134022" y="129022"/>
                  <a:pt x="129188" y="108704"/>
                  <a:pt x="129188" y="82084"/>
                </a:cubicBezTo>
                <a:cubicBezTo>
                  <a:pt x="129188" y="57089"/>
                  <a:pt x="135116" y="37160"/>
                  <a:pt x="146970" y="22297"/>
                </a:cubicBezTo>
                <a:cubicBezTo>
                  <a:pt x="158825" y="7432"/>
                  <a:pt x="174737" y="0"/>
                  <a:pt x="194707" y="0"/>
                </a:cubicBezTo>
                <a:cubicBezTo>
                  <a:pt x="200070" y="0"/>
                  <a:pt x="205486" y="529"/>
                  <a:pt x="210954" y="1588"/>
                </a:cubicBezTo>
                <a:cubicBezTo>
                  <a:pt x="216423" y="2646"/>
                  <a:pt x="222121" y="4234"/>
                  <a:pt x="228048" y="6351"/>
                </a:cubicBezTo>
                <a:close/>
                <a:moveTo>
                  <a:pt x="275311" y="2752"/>
                </a:moveTo>
                <a:lnTo>
                  <a:pt x="359247" y="2752"/>
                </a:lnTo>
                <a:lnTo>
                  <a:pt x="359247" y="20746"/>
                </a:lnTo>
                <a:lnTo>
                  <a:pt x="294893" y="20746"/>
                </a:lnTo>
                <a:lnTo>
                  <a:pt x="294893" y="59486"/>
                </a:lnTo>
                <a:cubicBezTo>
                  <a:pt x="297998" y="58427"/>
                  <a:pt x="301103" y="57633"/>
                  <a:pt x="304207" y="57104"/>
                </a:cubicBezTo>
                <a:cubicBezTo>
                  <a:pt x="307312" y="56575"/>
                  <a:pt x="310417" y="56310"/>
                  <a:pt x="313522" y="56310"/>
                </a:cubicBezTo>
                <a:cubicBezTo>
                  <a:pt x="331163" y="56310"/>
                  <a:pt x="345135" y="61154"/>
                  <a:pt x="355437" y="70841"/>
                </a:cubicBezTo>
                <a:cubicBezTo>
                  <a:pt x="365739" y="80526"/>
                  <a:pt x="370890" y="93641"/>
                  <a:pt x="370890" y="110186"/>
                </a:cubicBezTo>
                <a:cubicBezTo>
                  <a:pt x="370890" y="127225"/>
                  <a:pt x="365598" y="140464"/>
                  <a:pt x="355013" y="149905"/>
                </a:cubicBezTo>
                <a:cubicBezTo>
                  <a:pt x="344429" y="159342"/>
                  <a:pt x="329505" y="164061"/>
                  <a:pt x="310241" y="164061"/>
                </a:cubicBezTo>
                <a:cubicBezTo>
                  <a:pt x="303608" y="164061"/>
                  <a:pt x="296851" y="163497"/>
                  <a:pt x="289971" y="162368"/>
                </a:cubicBezTo>
                <a:cubicBezTo>
                  <a:pt x="283091" y="161239"/>
                  <a:pt x="275982" y="159545"/>
                  <a:pt x="268643" y="157287"/>
                </a:cubicBezTo>
                <a:lnTo>
                  <a:pt x="268643" y="135695"/>
                </a:lnTo>
                <a:cubicBezTo>
                  <a:pt x="274994" y="139188"/>
                  <a:pt x="281556" y="141790"/>
                  <a:pt x="288330" y="143501"/>
                </a:cubicBezTo>
                <a:cubicBezTo>
                  <a:pt x="295105" y="145212"/>
                  <a:pt x="302267" y="146068"/>
                  <a:pt x="309817" y="146068"/>
                </a:cubicBezTo>
                <a:cubicBezTo>
                  <a:pt x="322025" y="146068"/>
                  <a:pt x="331692" y="142848"/>
                  <a:pt x="338819" y="136409"/>
                </a:cubicBezTo>
                <a:cubicBezTo>
                  <a:pt x="345946" y="129968"/>
                  <a:pt x="349509" y="121227"/>
                  <a:pt x="349509" y="110186"/>
                </a:cubicBezTo>
                <a:cubicBezTo>
                  <a:pt x="349509" y="99145"/>
                  <a:pt x="345946" y="90405"/>
                  <a:pt x="338819" y="83966"/>
                </a:cubicBezTo>
                <a:cubicBezTo>
                  <a:pt x="331692" y="77525"/>
                  <a:pt x="322025" y="74304"/>
                  <a:pt x="309817" y="74304"/>
                </a:cubicBezTo>
                <a:cubicBezTo>
                  <a:pt x="304102" y="74304"/>
                  <a:pt x="298403" y="74939"/>
                  <a:pt x="292723" y="76209"/>
                </a:cubicBezTo>
                <a:cubicBezTo>
                  <a:pt x="287043" y="77479"/>
                  <a:pt x="281239" y="79455"/>
                  <a:pt x="275311" y="82137"/>
                </a:cubicBezTo>
                <a:lnTo>
                  <a:pt x="275311" y="2752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41" name="Text 11">
            <a:extLst xmlns:a="http://schemas.openxmlformats.org/drawingml/2006/main">
              <a:ext uri="{FF2B5EF4-FFF2-40B4-BE49-F238E27FC236}">
                <a16:creationId xmlns:a16="http://schemas.microsoft.com/office/drawing/2014/main" id="{798F2A37-202A-426F-B04A-0DC61D9711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22348" y="2496681"/>
            <a:ext cx="231965" cy="158134"/>
          </a:xfrm>
          <a:custGeom xmlns:a="http://schemas.openxmlformats.org/drawingml/2006/main">
            <a:pathLst>
              <a:path w="231965" h="158134">
                <a:moveTo>
                  <a:pt x="3070" y="140140"/>
                </a:moveTo>
                <a:lnTo>
                  <a:pt x="37999" y="140140"/>
                </a:lnTo>
                <a:lnTo>
                  <a:pt x="37999" y="19476"/>
                </a:lnTo>
                <a:lnTo>
                  <a:pt x="0" y="27097"/>
                </a:lnTo>
                <a:lnTo>
                  <a:pt x="0" y="7621"/>
                </a:lnTo>
                <a:lnTo>
                  <a:pt x="37787" y="0"/>
                </a:lnTo>
                <a:lnTo>
                  <a:pt x="59168" y="0"/>
                </a:lnTo>
                <a:lnTo>
                  <a:pt x="59168" y="140140"/>
                </a:lnTo>
                <a:lnTo>
                  <a:pt x="94097" y="140140"/>
                </a:lnTo>
                <a:lnTo>
                  <a:pt x="94097" y="158134"/>
                </a:lnTo>
                <a:lnTo>
                  <a:pt x="3070" y="158134"/>
                </a:lnTo>
                <a:lnTo>
                  <a:pt x="3070" y="140140"/>
                </a:lnTo>
                <a:close/>
                <a:moveTo>
                  <a:pt x="140937" y="140140"/>
                </a:moveTo>
                <a:lnTo>
                  <a:pt x="175866" y="140140"/>
                </a:lnTo>
                <a:lnTo>
                  <a:pt x="175866" y="19476"/>
                </a:lnTo>
                <a:lnTo>
                  <a:pt x="137868" y="27097"/>
                </a:lnTo>
                <a:lnTo>
                  <a:pt x="137868" y="7621"/>
                </a:lnTo>
                <a:lnTo>
                  <a:pt x="175655" y="0"/>
                </a:lnTo>
                <a:lnTo>
                  <a:pt x="197035" y="0"/>
                </a:lnTo>
                <a:lnTo>
                  <a:pt x="197035" y="140140"/>
                </a:lnTo>
                <a:lnTo>
                  <a:pt x="231965" y="140140"/>
                </a:lnTo>
                <a:lnTo>
                  <a:pt x="231965" y="158134"/>
                </a:lnTo>
                <a:lnTo>
                  <a:pt x="140937" y="158134"/>
                </a:lnTo>
                <a:lnTo>
                  <a:pt x="140937" y="140140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42" name="Text 1.12Xspeedup">
            <a:extLst xmlns:a="http://schemas.openxmlformats.org/drawingml/2006/main">
              <a:ext uri="{FF2B5EF4-FFF2-40B4-BE49-F238E27FC236}">
                <a16:creationId xmlns:a16="http://schemas.microsoft.com/office/drawing/2014/main" id="{3146A2F4-CC39-4D91-BCE6-0C86E34561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53078" y="1742711"/>
            <a:ext cx="850237" cy="111886"/>
          </a:xfrm>
          <a:custGeom xmlns:a="http://schemas.openxmlformats.org/drawingml/2006/main">
            <a:pathLst>
              <a:path w="850237" h="111886">
                <a:moveTo>
                  <a:pt x="1637" y="78241"/>
                </a:moveTo>
                <a:lnTo>
                  <a:pt x="20266" y="78241"/>
                </a:lnTo>
                <a:lnTo>
                  <a:pt x="20266" y="13887"/>
                </a:lnTo>
                <a:lnTo>
                  <a:pt x="0" y="17951"/>
                </a:lnTo>
                <a:lnTo>
                  <a:pt x="0" y="7564"/>
                </a:lnTo>
                <a:lnTo>
                  <a:pt x="20153" y="3500"/>
                </a:lnTo>
                <a:lnTo>
                  <a:pt x="31556" y="3500"/>
                </a:lnTo>
                <a:lnTo>
                  <a:pt x="31556" y="78241"/>
                </a:lnTo>
                <a:lnTo>
                  <a:pt x="50185" y="78241"/>
                </a:lnTo>
                <a:lnTo>
                  <a:pt x="50185" y="87838"/>
                </a:lnTo>
                <a:lnTo>
                  <a:pt x="1637" y="87838"/>
                </a:lnTo>
                <a:lnTo>
                  <a:pt x="1637" y="78241"/>
                </a:lnTo>
                <a:close/>
                <a:moveTo>
                  <a:pt x="73191" y="73500"/>
                </a:moveTo>
                <a:lnTo>
                  <a:pt x="85102" y="73500"/>
                </a:lnTo>
                <a:lnTo>
                  <a:pt x="85102" y="87838"/>
                </a:lnTo>
                <a:lnTo>
                  <a:pt x="73191" y="87838"/>
                </a:lnTo>
                <a:lnTo>
                  <a:pt x="73191" y="73500"/>
                </a:lnTo>
                <a:close/>
                <a:moveTo>
                  <a:pt x="111931" y="78241"/>
                </a:moveTo>
                <a:lnTo>
                  <a:pt x="130560" y="78241"/>
                </a:lnTo>
                <a:lnTo>
                  <a:pt x="130560" y="13887"/>
                </a:lnTo>
                <a:lnTo>
                  <a:pt x="110294" y="17951"/>
                </a:lnTo>
                <a:lnTo>
                  <a:pt x="110294" y="7564"/>
                </a:lnTo>
                <a:lnTo>
                  <a:pt x="130447" y="3500"/>
                </a:lnTo>
                <a:lnTo>
                  <a:pt x="141850" y="3500"/>
                </a:lnTo>
                <a:lnTo>
                  <a:pt x="141850" y="78241"/>
                </a:lnTo>
                <a:lnTo>
                  <a:pt x="160479" y="78241"/>
                </a:lnTo>
                <a:lnTo>
                  <a:pt x="160479" y="87838"/>
                </a:lnTo>
                <a:lnTo>
                  <a:pt x="111931" y="87838"/>
                </a:lnTo>
                <a:lnTo>
                  <a:pt x="111931" y="78241"/>
                </a:lnTo>
                <a:close/>
                <a:moveTo>
                  <a:pt x="193307" y="78241"/>
                </a:moveTo>
                <a:lnTo>
                  <a:pt x="233105" y="78241"/>
                </a:lnTo>
                <a:lnTo>
                  <a:pt x="233105" y="87838"/>
                </a:lnTo>
                <a:lnTo>
                  <a:pt x="179589" y="87838"/>
                </a:lnTo>
                <a:lnTo>
                  <a:pt x="179589" y="78241"/>
                </a:lnTo>
                <a:cubicBezTo>
                  <a:pt x="183917" y="73763"/>
                  <a:pt x="189817" y="67751"/>
                  <a:pt x="197287" y="60205"/>
                </a:cubicBezTo>
                <a:cubicBezTo>
                  <a:pt x="204757" y="52660"/>
                  <a:pt x="209452" y="47795"/>
                  <a:pt x="211371" y="45613"/>
                </a:cubicBezTo>
                <a:cubicBezTo>
                  <a:pt x="215022" y="41510"/>
                  <a:pt x="217572" y="38039"/>
                  <a:pt x="219021" y="35197"/>
                </a:cubicBezTo>
                <a:cubicBezTo>
                  <a:pt x="220470" y="32356"/>
                  <a:pt x="221194" y="29562"/>
                  <a:pt x="221194" y="26814"/>
                </a:cubicBezTo>
                <a:cubicBezTo>
                  <a:pt x="221194" y="22336"/>
                  <a:pt x="219623" y="18685"/>
                  <a:pt x="216480" y="15863"/>
                </a:cubicBezTo>
                <a:cubicBezTo>
                  <a:pt x="213338" y="13040"/>
                  <a:pt x="209245" y="11629"/>
                  <a:pt x="204202" y="11629"/>
                </a:cubicBezTo>
                <a:cubicBezTo>
                  <a:pt x="200627" y="11629"/>
                  <a:pt x="196854" y="12255"/>
                  <a:pt x="192884" y="13506"/>
                </a:cubicBezTo>
                <a:cubicBezTo>
                  <a:pt x="188913" y="14757"/>
                  <a:pt x="184670" y="16653"/>
                  <a:pt x="180154" y="19193"/>
                </a:cubicBezTo>
                <a:lnTo>
                  <a:pt x="180154" y="7677"/>
                </a:lnTo>
                <a:cubicBezTo>
                  <a:pt x="184745" y="5814"/>
                  <a:pt x="189036" y="4408"/>
                  <a:pt x="193025" y="3458"/>
                </a:cubicBezTo>
                <a:cubicBezTo>
                  <a:pt x="197014" y="2507"/>
                  <a:pt x="200665" y="2032"/>
                  <a:pt x="203976" y="2032"/>
                </a:cubicBezTo>
                <a:cubicBezTo>
                  <a:pt x="212707" y="2032"/>
                  <a:pt x="219670" y="4215"/>
                  <a:pt x="224863" y="8581"/>
                </a:cubicBezTo>
                <a:cubicBezTo>
                  <a:pt x="230057" y="12946"/>
                  <a:pt x="232654" y="18779"/>
                  <a:pt x="232654" y="26080"/>
                </a:cubicBezTo>
                <a:cubicBezTo>
                  <a:pt x="232654" y="29543"/>
                  <a:pt x="232004" y="32826"/>
                  <a:pt x="230706" y="35931"/>
                </a:cubicBezTo>
                <a:cubicBezTo>
                  <a:pt x="229408" y="39036"/>
                  <a:pt x="227046" y="42696"/>
                  <a:pt x="223621" y="46911"/>
                </a:cubicBezTo>
                <a:cubicBezTo>
                  <a:pt x="222681" y="48002"/>
                  <a:pt x="219689" y="51154"/>
                  <a:pt x="214646" y="56367"/>
                </a:cubicBezTo>
                <a:cubicBezTo>
                  <a:pt x="209603" y="61579"/>
                  <a:pt x="202490" y="68871"/>
                  <a:pt x="193307" y="78241"/>
                </a:cubicBezTo>
                <a:close/>
                <a:moveTo>
                  <a:pt x="251933" y="3500"/>
                </a:moveTo>
                <a:lnTo>
                  <a:pt x="264183" y="3500"/>
                </a:lnTo>
                <a:lnTo>
                  <a:pt x="285127" y="34830"/>
                </a:lnTo>
                <a:lnTo>
                  <a:pt x="306183" y="3500"/>
                </a:lnTo>
                <a:lnTo>
                  <a:pt x="318433" y="3500"/>
                </a:lnTo>
                <a:lnTo>
                  <a:pt x="291336" y="44002"/>
                </a:lnTo>
                <a:lnTo>
                  <a:pt x="320239" y="87838"/>
                </a:lnTo>
                <a:lnTo>
                  <a:pt x="307990" y="87838"/>
                </a:lnTo>
                <a:lnTo>
                  <a:pt x="284280" y="51992"/>
                </a:lnTo>
                <a:lnTo>
                  <a:pt x="260401" y="87838"/>
                </a:lnTo>
                <a:lnTo>
                  <a:pt x="248095" y="87838"/>
                </a:lnTo>
                <a:lnTo>
                  <a:pt x="278183" y="42817"/>
                </a:lnTo>
                <a:lnTo>
                  <a:pt x="251933" y="3500"/>
                </a:lnTo>
                <a:close/>
                <a:moveTo>
                  <a:pt x="411812" y="26419"/>
                </a:moveTo>
                <a:lnTo>
                  <a:pt x="411812" y="36242"/>
                </a:lnTo>
                <a:cubicBezTo>
                  <a:pt x="408876" y="34736"/>
                  <a:pt x="405828" y="33607"/>
                  <a:pt x="402666" y="32855"/>
                </a:cubicBezTo>
                <a:cubicBezTo>
                  <a:pt x="399505" y="32102"/>
                  <a:pt x="396231" y="31726"/>
                  <a:pt x="392844" y="31726"/>
                </a:cubicBezTo>
                <a:cubicBezTo>
                  <a:pt x="387688" y="31726"/>
                  <a:pt x="383821" y="32518"/>
                  <a:pt x="381243" y="34102"/>
                </a:cubicBezTo>
                <a:cubicBezTo>
                  <a:pt x="378665" y="35686"/>
                  <a:pt x="377376" y="38062"/>
                  <a:pt x="377376" y="41231"/>
                </a:cubicBezTo>
                <a:cubicBezTo>
                  <a:pt x="377376" y="43644"/>
                  <a:pt x="378298" y="45539"/>
                  <a:pt x="380142" y="46916"/>
                </a:cubicBezTo>
                <a:cubicBezTo>
                  <a:pt x="381986" y="48293"/>
                  <a:pt x="385693" y="49604"/>
                  <a:pt x="391263" y="50848"/>
                </a:cubicBezTo>
                <a:lnTo>
                  <a:pt x="394820" y="51642"/>
                </a:lnTo>
                <a:cubicBezTo>
                  <a:pt x="402196" y="53225"/>
                  <a:pt x="407437" y="55459"/>
                  <a:pt x="410541" y="58344"/>
                </a:cubicBezTo>
                <a:cubicBezTo>
                  <a:pt x="413646" y="61228"/>
                  <a:pt x="415199" y="65252"/>
                  <a:pt x="415199" y="70418"/>
                </a:cubicBezTo>
                <a:cubicBezTo>
                  <a:pt x="415199" y="76299"/>
                  <a:pt x="412875" y="80955"/>
                  <a:pt x="408227" y="84386"/>
                </a:cubicBezTo>
                <a:cubicBezTo>
                  <a:pt x="403579" y="87816"/>
                  <a:pt x="397191" y="89532"/>
                  <a:pt x="389062" y="89532"/>
                </a:cubicBezTo>
                <a:cubicBezTo>
                  <a:pt x="385675" y="89532"/>
                  <a:pt x="382146" y="89202"/>
                  <a:pt x="378477" y="88544"/>
                </a:cubicBezTo>
                <a:cubicBezTo>
                  <a:pt x="374808" y="87885"/>
                  <a:pt x="370941" y="86897"/>
                  <a:pt x="366876" y="85580"/>
                </a:cubicBezTo>
                <a:lnTo>
                  <a:pt x="366876" y="74854"/>
                </a:lnTo>
                <a:cubicBezTo>
                  <a:pt x="370715" y="76849"/>
                  <a:pt x="374497" y="78345"/>
                  <a:pt x="378223" y="79342"/>
                </a:cubicBezTo>
                <a:cubicBezTo>
                  <a:pt x="381949" y="80340"/>
                  <a:pt x="385637" y="80838"/>
                  <a:pt x="389287" y="80838"/>
                </a:cubicBezTo>
                <a:cubicBezTo>
                  <a:pt x="394180" y="80838"/>
                  <a:pt x="397943" y="79999"/>
                  <a:pt x="400578" y="78321"/>
                </a:cubicBezTo>
                <a:cubicBezTo>
                  <a:pt x="403212" y="76643"/>
                  <a:pt x="404529" y="74276"/>
                  <a:pt x="404529" y="71222"/>
                </a:cubicBezTo>
                <a:cubicBezTo>
                  <a:pt x="404529" y="68394"/>
                  <a:pt x="403579" y="66225"/>
                  <a:pt x="401679" y="64716"/>
                </a:cubicBezTo>
                <a:cubicBezTo>
                  <a:pt x="399778" y="63207"/>
                  <a:pt x="395610" y="61755"/>
                  <a:pt x="389175" y="60360"/>
                </a:cubicBezTo>
                <a:lnTo>
                  <a:pt x="385562" y="59512"/>
                </a:lnTo>
                <a:cubicBezTo>
                  <a:pt x="379126" y="58155"/>
                  <a:pt x="374478" y="56072"/>
                  <a:pt x="371618" y="53264"/>
                </a:cubicBezTo>
                <a:cubicBezTo>
                  <a:pt x="368758" y="50454"/>
                  <a:pt x="367328" y="46598"/>
                  <a:pt x="367328" y="41696"/>
                </a:cubicBezTo>
                <a:cubicBezTo>
                  <a:pt x="367328" y="35738"/>
                  <a:pt x="369435" y="31138"/>
                  <a:pt x="373650" y="27896"/>
                </a:cubicBezTo>
                <a:cubicBezTo>
                  <a:pt x="377866" y="24653"/>
                  <a:pt x="383849" y="23032"/>
                  <a:pt x="391602" y="23032"/>
                </a:cubicBezTo>
                <a:cubicBezTo>
                  <a:pt x="395441" y="23032"/>
                  <a:pt x="399054" y="23314"/>
                  <a:pt x="402441" y="23879"/>
                </a:cubicBezTo>
                <a:cubicBezTo>
                  <a:pt x="405828" y="24443"/>
                  <a:pt x="408951" y="25290"/>
                  <a:pt x="411812" y="26419"/>
                </a:cubicBezTo>
                <a:close/>
                <a:moveTo>
                  <a:pt x="441787" y="78354"/>
                </a:moveTo>
                <a:lnTo>
                  <a:pt x="441787" y="111886"/>
                </a:lnTo>
                <a:lnTo>
                  <a:pt x="431344" y="111886"/>
                </a:lnTo>
                <a:lnTo>
                  <a:pt x="431344" y="24613"/>
                </a:lnTo>
                <a:lnTo>
                  <a:pt x="441787" y="24613"/>
                </a:lnTo>
                <a:lnTo>
                  <a:pt x="441787" y="34209"/>
                </a:lnTo>
                <a:cubicBezTo>
                  <a:pt x="443970" y="30427"/>
                  <a:pt x="446727" y="27619"/>
                  <a:pt x="450058" y="25784"/>
                </a:cubicBezTo>
                <a:cubicBezTo>
                  <a:pt x="453388" y="23949"/>
                  <a:pt x="457368" y="23032"/>
                  <a:pt x="461997" y="23032"/>
                </a:cubicBezTo>
                <a:cubicBezTo>
                  <a:pt x="469674" y="23032"/>
                  <a:pt x="475912" y="26086"/>
                  <a:pt x="480711" y="32193"/>
                </a:cubicBezTo>
                <a:cubicBezTo>
                  <a:pt x="485509" y="38300"/>
                  <a:pt x="487908" y="46330"/>
                  <a:pt x="487908" y="56282"/>
                </a:cubicBezTo>
                <a:cubicBezTo>
                  <a:pt x="487908" y="66234"/>
                  <a:pt x="485509" y="74263"/>
                  <a:pt x="480711" y="80371"/>
                </a:cubicBezTo>
                <a:cubicBezTo>
                  <a:pt x="475912" y="86478"/>
                  <a:pt x="469674" y="89532"/>
                  <a:pt x="461997" y="89532"/>
                </a:cubicBezTo>
                <a:cubicBezTo>
                  <a:pt x="457368" y="89532"/>
                  <a:pt x="453388" y="88614"/>
                  <a:pt x="450058" y="86780"/>
                </a:cubicBezTo>
                <a:cubicBezTo>
                  <a:pt x="446727" y="84945"/>
                  <a:pt x="443970" y="82137"/>
                  <a:pt x="441787" y="78354"/>
                </a:cubicBezTo>
                <a:moveTo>
                  <a:pt x="477126" y="56282"/>
                </a:moveTo>
                <a:cubicBezTo>
                  <a:pt x="477126" y="48625"/>
                  <a:pt x="475555" y="42618"/>
                  <a:pt x="472412" y="38262"/>
                </a:cubicBezTo>
                <a:cubicBezTo>
                  <a:pt x="469270" y="33904"/>
                  <a:pt x="464951" y="31726"/>
                  <a:pt x="459457" y="31726"/>
                </a:cubicBezTo>
                <a:cubicBezTo>
                  <a:pt x="453962" y="31726"/>
                  <a:pt x="449644" y="33904"/>
                  <a:pt x="446501" y="38262"/>
                </a:cubicBezTo>
                <a:cubicBezTo>
                  <a:pt x="443359" y="42618"/>
                  <a:pt x="441787" y="48625"/>
                  <a:pt x="441787" y="56282"/>
                </a:cubicBezTo>
                <a:cubicBezTo>
                  <a:pt x="441787" y="63939"/>
                  <a:pt x="443359" y="69947"/>
                  <a:pt x="446501" y="74304"/>
                </a:cubicBezTo>
                <a:cubicBezTo>
                  <a:pt x="449644" y="78660"/>
                  <a:pt x="453962" y="80838"/>
                  <a:pt x="459457" y="80838"/>
                </a:cubicBezTo>
                <a:cubicBezTo>
                  <a:pt x="464951" y="80838"/>
                  <a:pt x="469270" y="78660"/>
                  <a:pt x="472412" y="74304"/>
                </a:cubicBezTo>
                <a:cubicBezTo>
                  <a:pt x="475555" y="69947"/>
                  <a:pt x="477126" y="63939"/>
                  <a:pt x="477126" y="56282"/>
                </a:cubicBezTo>
                <a:close/>
                <a:moveTo>
                  <a:pt x="559233" y="53629"/>
                </a:moveTo>
                <a:lnTo>
                  <a:pt x="559233" y="58709"/>
                </a:lnTo>
                <a:lnTo>
                  <a:pt x="511475" y="58709"/>
                </a:lnTo>
                <a:cubicBezTo>
                  <a:pt x="511927" y="65879"/>
                  <a:pt x="514082" y="71340"/>
                  <a:pt x="517939" y="75094"/>
                </a:cubicBezTo>
                <a:cubicBezTo>
                  <a:pt x="521797" y="78848"/>
                  <a:pt x="527169" y="80725"/>
                  <a:pt x="534056" y="80725"/>
                </a:cubicBezTo>
                <a:cubicBezTo>
                  <a:pt x="538045" y="80725"/>
                  <a:pt x="541912" y="80236"/>
                  <a:pt x="545657" y="79258"/>
                </a:cubicBezTo>
                <a:cubicBezTo>
                  <a:pt x="549401" y="78279"/>
                  <a:pt x="553118" y="76811"/>
                  <a:pt x="556806" y="74854"/>
                </a:cubicBezTo>
                <a:lnTo>
                  <a:pt x="556806" y="84677"/>
                </a:lnTo>
                <a:cubicBezTo>
                  <a:pt x="553080" y="86258"/>
                  <a:pt x="549260" y="87462"/>
                  <a:pt x="545346" y="88290"/>
                </a:cubicBezTo>
                <a:cubicBezTo>
                  <a:pt x="541432" y="89118"/>
                  <a:pt x="537462" y="89532"/>
                  <a:pt x="533435" y="89532"/>
                </a:cubicBezTo>
                <a:cubicBezTo>
                  <a:pt x="523349" y="89532"/>
                  <a:pt x="515361" y="86592"/>
                  <a:pt x="509471" y="80711"/>
                </a:cubicBezTo>
                <a:cubicBezTo>
                  <a:pt x="503582" y="74830"/>
                  <a:pt x="500637" y="66875"/>
                  <a:pt x="500637" y="56848"/>
                </a:cubicBezTo>
                <a:cubicBezTo>
                  <a:pt x="500637" y="46481"/>
                  <a:pt x="503431" y="38253"/>
                  <a:pt x="509020" y="32165"/>
                </a:cubicBezTo>
                <a:cubicBezTo>
                  <a:pt x="514609" y="26076"/>
                  <a:pt x="522145" y="23032"/>
                  <a:pt x="531629" y="23032"/>
                </a:cubicBezTo>
                <a:cubicBezTo>
                  <a:pt x="540134" y="23032"/>
                  <a:pt x="546861" y="25775"/>
                  <a:pt x="551810" y="31262"/>
                </a:cubicBezTo>
                <a:cubicBezTo>
                  <a:pt x="556759" y="36747"/>
                  <a:pt x="559233" y="44203"/>
                  <a:pt x="559233" y="53629"/>
                </a:cubicBezTo>
                <a:moveTo>
                  <a:pt x="548846" y="50580"/>
                </a:moveTo>
                <a:cubicBezTo>
                  <a:pt x="548771" y="44880"/>
                  <a:pt x="547181" y="40331"/>
                  <a:pt x="544076" y="36935"/>
                </a:cubicBezTo>
                <a:cubicBezTo>
                  <a:pt x="540971" y="33537"/>
                  <a:pt x="536860" y="31839"/>
                  <a:pt x="531741" y="31839"/>
                </a:cubicBezTo>
                <a:cubicBezTo>
                  <a:pt x="525946" y="31839"/>
                  <a:pt x="521307" y="33481"/>
                  <a:pt x="517826" y="36766"/>
                </a:cubicBezTo>
                <a:cubicBezTo>
                  <a:pt x="514345" y="40049"/>
                  <a:pt x="512341" y="44673"/>
                  <a:pt x="511814" y="50637"/>
                </a:cubicBezTo>
                <a:lnTo>
                  <a:pt x="548846" y="50580"/>
                </a:lnTo>
                <a:close/>
                <a:moveTo>
                  <a:pt x="630335" y="53629"/>
                </a:moveTo>
                <a:lnTo>
                  <a:pt x="630335" y="58709"/>
                </a:lnTo>
                <a:lnTo>
                  <a:pt x="582577" y="58709"/>
                </a:lnTo>
                <a:cubicBezTo>
                  <a:pt x="583029" y="65879"/>
                  <a:pt x="585183" y="71340"/>
                  <a:pt x="589041" y="75094"/>
                </a:cubicBezTo>
                <a:cubicBezTo>
                  <a:pt x="592898" y="78848"/>
                  <a:pt x="598270" y="80725"/>
                  <a:pt x="605157" y="80725"/>
                </a:cubicBezTo>
                <a:cubicBezTo>
                  <a:pt x="609147" y="80725"/>
                  <a:pt x="613014" y="80236"/>
                  <a:pt x="616758" y="79258"/>
                </a:cubicBezTo>
                <a:cubicBezTo>
                  <a:pt x="620503" y="78279"/>
                  <a:pt x="624219" y="76811"/>
                  <a:pt x="627907" y="74854"/>
                </a:cubicBezTo>
                <a:lnTo>
                  <a:pt x="627907" y="84677"/>
                </a:lnTo>
                <a:cubicBezTo>
                  <a:pt x="624181" y="86258"/>
                  <a:pt x="620362" y="87462"/>
                  <a:pt x="616448" y="88290"/>
                </a:cubicBezTo>
                <a:cubicBezTo>
                  <a:pt x="612534" y="89118"/>
                  <a:pt x="608563" y="89532"/>
                  <a:pt x="604536" y="89532"/>
                </a:cubicBezTo>
                <a:cubicBezTo>
                  <a:pt x="594450" y="89532"/>
                  <a:pt x="586463" y="86592"/>
                  <a:pt x="580573" y="80711"/>
                </a:cubicBezTo>
                <a:cubicBezTo>
                  <a:pt x="574683" y="74830"/>
                  <a:pt x="571738" y="66875"/>
                  <a:pt x="571738" y="56848"/>
                </a:cubicBezTo>
                <a:cubicBezTo>
                  <a:pt x="571738" y="46481"/>
                  <a:pt x="574533" y="38253"/>
                  <a:pt x="580121" y="32165"/>
                </a:cubicBezTo>
                <a:cubicBezTo>
                  <a:pt x="585710" y="26076"/>
                  <a:pt x="593246" y="23032"/>
                  <a:pt x="602730" y="23032"/>
                </a:cubicBezTo>
                <a:cubicBezTo>
                  <a:pt x="611235" y="23032"/>
                  <a:pt x="617962" y="25775"/>
                  <a:pt x="622911" y="31262"/>
                </a:cubicBezTo>
                <a:cubicBezTo>
                  <a:pt x="627860" y="36747"/>
                  <a:pt x="630335" y="44203"/>
                  <a:pt x="630335" y="53629"/>
                </a:cubicBezTo>
                <a:moveTo>
                  <a:pt x="619948" y="50580"/>
                </a:moveTo>
                <a:cubicBezTo>
                  <a:pt x="619872" y="44880"/>
                  <a:pt x="618282" y="40331"/>
                  <a:pt x="615178" y="36935"/>
                </a:cubicBezTo>
                <a:cubicBezTo>
                  <a:pt x="612073" y="33537"/>
                  <a:pt x="607961" y="31839"/>
                  <a:pt x="602843" y="31839"/>
                </a:cubicBezTo>
                <a:cubicBezTo>
                  <a:pt x="597047" y="31839"/>
                  <a:pt x="592409" y="33481"/>
                  <a:pt x="588928" y="36766"/>
                </a:cubicBezTo>
                <a:cubicBezTo>
                  <a:pt x="585447" y="40049"/>
                  <a:pt x="583443" y="44673"/>
                  <a:pt x="582916" y="50637"/>
                </a:cubicBezTo>
                <a:lnTo>
                  <a:pt x="619948" y="50580"/>
                </a:lnTo>
                <a:close/>
                <a:moveTo>
                  <a:pt x="688960" y="34209"/>
                </a:moveTo>
                <a:lnTo>
                  <a:pt x="688960" y="0"/>
                </a:lnTo>
                <a:lnTo>
                  <a:pt x="699347" y="0"/>
                </a:lnTo>
                <a:lnTo>
                  <a:pt x="699347" y="87838"/>
                </a:lnTo>
                <a:lnTo>
                  <a:pt x="688960" y="87838"/>
                </a:lnTo>
                <a:lnTo>
                  <a:pt x="688960" y="78354"/>
                </a:lnTo>
                <a:cubicBezTo>
                  <a:pt x="686778" y="82137"/>
                  <a:pt x="684021" y="84945"/>
                  <a:pt x="680690" y="86780"/>
                </a:cubicBezTo>
                <a:cubicBezTo>
                  <a:pt x="677360" y="88614"/>
                  <a:pt x="673361" y="89532"/>
                  <a:pt x="668694" y="89532"/>
                </a:cubicBezTo>
                <a:cubicBezTo>
                  <a:pt x="661055" y="89532"/>
                  <a:pt x="654836" y="86478"/>
                  <a:pt x="650037" y="80371"/>
                </a:cubicBezTo>
                <a:cubicBezTo>
                  <a:pt x="645239" y="74263"/>
                  <a:pt x="642840" y="66234"/>
                  <a:pt x="642840" y="56282"/>
                </a:cubicBezTo>
                <a:cubicBezTo>
                  <a:pt x="642840" y="46330"/>
                  <a:pt x="645239" y="38300"/>
                  <a:pt x="650037" y="32193"/>
                </a:cubicBezTo>
                <a:cubicBezTo>
                  <a:pt x="654836" y="26086"/>
                  <a:pt x="661055" y="23032"/>
                  <a:pt x="668694" y="23032"/>
                </a:cubicBezTo>
                <a:cubicBezTo>
                  <a:pt x="673361" y="23032"/>
                  <a:pt x="677360" y="23949"/>
                  <a:pt x="680690" y="25784"/>
                </a:cubicBezTo>
                <a:cubicBezTo>
                  <a:pt x="684021" y="27619"/>
                  <a:pt x="686778" y="30427"/>
                  <a:pt x="688960" y="34209"/>
                </a:cubicBezTo>
                <a:moveTo>
                  <a:pt x="653565" y="56282"/>
                </a:moveTo>
                <a:cubicBezTo>
                  <a:pt x="653565" y="63939"/>
                  <a:pt x="655137" y="69947"/>
                  <a:pt x="658279" y="74304"/>
                </a:cubicBezTo>
                <a:cubicBezTo>
                  <a:pt x="661422" y="78660"/>
                  <a:pt x="665740" y="80838"/>
                  <a:pt x="671235" y="80838"/>
                </a:cubicBezTo>
                <a:cubicBezTo>
                  <a:pt x="676729" y="80838"/>
                  <a:pt x="681057" y="78660"/>
                  <a:pt x="684219" y="74304"/>
                </a:cubicBezTo>
                <a:cubicBezTo>
                  <a:pt x="687380" y="69947"/>
                  <a:pt x="688960" y="63939"/>
                  <a:pt x="688960" y="56282"/>
                </a:cubicBezTo>
                <a:cubicBezTo>
                  <a:pt x="688960" y="48625"/>
                  <a:pt x="687380" y="42618"/>
                  <a:pt x="684219" y="38262"/>
                </a:cubicBezTo>
                <a:cubicBezTo>
                  <a:pt x="681057" y="33904"/>
                  <a:pt x="676729" y="31726"/>
                  <a:pt x="671235" y="31726"/>
                </a:cubicBezTo>
                <a:cubicBezTo>
                  <a:pt x="665740" y="31726"/>
                  <a:pt x="661422" y="33904"/>
                  <a:pt x="658279" y="38262"/>
                </a:cubicBezTo>
                <a:cubicBezTo>
                  <a:pt x="655137" y="42618"/>
                  <a:pt x="653565" y="48625"/>
                  <a:pt x="653565" y="56282"/>
                </a:cubicBezTo>
                <a:close/>
                <a:moveTo>
                  <a:pt x="719697" y="62887"/>
                </a:moveTo>
                <a:lnTo>
                  <a:pt x="719697" y="24613"/>
                </a:lnTo>
                <a:lnTo>
                  <a:pt x="730084" y="24613"/>
                </a:lnTo>
                <a:lnTo>
                  <a:pt x="730084" y="62492"/>
                </a:lnTo>
                <a:cubicBezTo>
                  <a:pt x="730084" y="68494"/>
                  <a:pt x="731251" y="72996"/>
                  <a:pt x="733584" y="75997"/>
                </a:cubicBezTo>
                <a:cubicBezTo>
                  <a:pt x="735917" y="78999"/>
                  <a:pt x="739417" y="80499"/>
                  <a:pt x="744084" y="80499"/>
                </a:cubicBezTo>
                <a:cubicBezTo>
                  <a:pt x="749691" y="80499"/>
                  <a:pt x="754123" y="78707"/>
                  <a:pt x="757378" y="75123"/>
                </a:cubicBezTo>
                <a:cubicBezTo>
                  <a:pt x="760634" y="71537"/>
                  <a:pt x="762261" y="66649"/>
                  <a:pt x="762261" y="60459"/>
                </a:cubicBezTo>
                <a:lnTo>
                  <a:pt x="762261" y="24613"/>
                </a:lnTo>
                <a:lnTo>
                  <a:pt x="772648" y="24613"/>
                </a:lnTo>
                <a:lnTo>
                  <a:pt x="772648" y="87838"/>
                </a:lnTo>
                <a:lnTo>
                  <a:pt x="762261" y="87838"/>
                </a:lnTo>
                <a:lnTo>
                  <a:pt x="762261" y="78129"/>
                </a:lnTo>
                <a:cubicBezTo>
                  <a:pt x="759740" y="81986"/>
                  <a:pt x="756814" y="84851"/>
                  <a:pt x="753483" y="86723"/>
                </a:cubicBezTo>
                <a:cubicBezTo>
                  <a:pt x="750152" y="88596"/>
                  <a:pt x="746286" y="89532"/>
                  <a:pt x="741882" y="89532"/>
                </a:cubicBezTo>
                <a:cubicBezTo>
                  <a:pt x="734619" y="89532"/>
                  <a:pt x="729106" y="87269"/>
                  <a:pt x="725342" y="82743"/>
                </a:cubicBezTo>
                <a:cubicBezTo>
                  <a:pt x="721579" y="78218"/>
                  <a:pt x="719697" y="71599"/>
                  <a:pt x="719697" y="62887"/>
                </a:cubicBezTo>
                <a:moveTo>
                  <a:pt x="745834" y="23032"/>
                </a:moveTo>
                <a:lnTo>
                  <a:pt x="745834" y="23032"/>
                </a:lnTo>
                <a:close/>
                <a:moveTo>
                  <a:pt x="804116" y="78354"/>
                </a:moveTo>
                <a:lnTo>
                  <a:pt x="804116" y="111886"/>
                </a:lnTo>
                <a:lnTo>
                  <a:pt x="793672" y="111886"/>
                </a:lnTo>
                <a:lnTo>
                  <a:pt x="793672" y="24613"/>
                </a:lnTo>
                <a:lnTo>
                  <a:pt x="804116" y="24613"/>
                </a:lnTo>
                <a:lnTo>
                  <a:pt x="804116" y="34209"/>
                </a:lnTo>
                <a:cubicBezTo>
                  <a:pt x="806299" y="30427"/>
                  <a:pt x="809055" y="27619"/>
                  <a:pt x="812386" y="25784"/>
                </a:cubicBezTo>
                <a:cubicBezTo>
                  <a:pt x="815717" y="23949"/>
                  <a:pt x="819696" y="23032"/>
                  <a:pt x="824325" y="23032"/>
                </a:cubicBezTo>
                <a:cubicBezTo>
                  <a:pt x="832003" y="23032"/>
                  <a:pt x="838241" y="26086"/>
                  <a:pt x="843039" y="32193"/>
                </a:cubicBezTo>
                <a:cubicBezTo>
                  <a:pt x="847837" y="38300"/>
                  <a:pt x="850237" y="46330"/>
                  <a:pt x="850237" y="56282"/>
                </a:cubicBezTo>
                <a:cubicBezTo>
                  <a:pt x="850237" y="66234"/>
                  <a:pt x="847837" y="74263"/>
                  <a:pt x="843039" y="80371"/>
                </a:cubicBezTo>
                <a:cubicBezTo>
                  <a:pt x="838241" y="86478"/>
                  <a:pt x="832003" y="89532"/>
                  <a:pt x="824325" y="89532"/>
                </a:cubicBezTo>
                <a:cubicBezTo>
                  <a:pt x="819696" y="89532"/>
                  <a:pt x="815717" y="88614"/>
                  <a:pt x="812386" y="86780"/>
                </a:cubicBezTo>
                <a:cubicBezTo>
                  <a:pt x="809055" y="84945"/>
                  <a:pt x="806299" y="82137"/>
                  <a:pt x="804116" y="78354"/>
                </a:cubicBezTo>
                <a:moveTo>
                  <a:pt x="839454" y="56282"/>
                </a:moveTo>
                <a:cubicBezTo>
                  <a:pt x="839454" y="48625"/>
                  <a:pt x="837883" y="42618"/>
                  <a:pt x="834741" y="38262"/>
                </a:cubicBezTo>
                <a:cubicBezTo>
                  <a:pt x="831598" y="33904"/>
                  <a:pt x="827280" y="31726"/>
                  <a:pt x="821785" y="31726"/>
                </a:cubicBezTo>
                <a:cubicBezTo>
                  <a:pt x="816291" y="31726"/>
                  <a:pt x="811972" y="33904"/>
                  <a:pt x="808830" y="38262"/>
                </a:cubicBezTo>
                <a:cubicBezTo>
                  <a:pt x="805687" y="42618"/>
                  <a:pt x="804116" y="48625"/>
                  <a:pt x="804116" y="56282"/>
                </a:cubicBezTo>
                <a:cubicBezTo>
                  <a:pt x="804116" y="63939"/>
                  <a:pt x="805687" y="69947"/>
                  <a:pt x="808830" y="74304"/>
                </a:cubicBezTo>
                <a:cubicBezTo>
                  <a:pt x="811972" y="78660"/>
                  <a:pt x="816291" y="80838"/>
                  <a:pt x="821785" y="80838"/>
                </a:cubicBezTo>
                <a:cubicBezTo>
                  <a:pt x="827280" y="80838"/>
                  <a:pt x="831598" y="78660"/>
                  <a:pt x="834741" y="74304"/>
                </a:cubicBezTo>
                <a:cubicBezTo>
                  <a:pt x="837883" y="69947"/>
                  <a:pt x="839454" y="63939"/>
                  <a:pt x="839454" y="56282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CCBB5F-A3B8-4319-85F8-F0F261179E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68231" y="1873903"/>
            <a:ext cx="1612790" cy="1201788"/>
          </a:xfrm>
          <a:custGeom xmlns:a="http://schemas.openxmlformats.org/drawingml/2006/main">
            <a:pathLst>
              <a:path w="1612790" h="1201788">
                <a:moveTo>
                  <a:pt x="0" y="1201788"/>
                </a:moveTo>
                <a:lnTo>
                  <a:pt x="1612790" y="1201788"/>
                </a:lnTo>
                <a:lnTo>
                  <a:pt x="1612790" y="0"/>
                </a:lnTo>
                <a:lnTo>
                  <a:pt x="0" y="0"/>
                </a:lnTo>
                <a:lnTo>
                  <a:pt x="0" y="1201788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7C1F98-05A1-4EA0-A7BC-549FEF2FD6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72804" y="235537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B1EF53-A1AB-4185-9F8F-B2C85C7263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72804" y="235537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3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D97B15-4498-4317-B676-162DFFC356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26921" y="233141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60D428-B18F-4980-92E8-62D77B9D75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26921" y="233141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3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294A71-487E-4BE1-9EC2-884A1ECA00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44794" y="241711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F312AC-73D7-4D4E-9AE4-477BFA7406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44794" y="241711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3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E7D171-E793-44C7-AD79-75CC72E080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92994" y="238620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B87EC0-BE53-48BB-98BF-2FE128002A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92994" y="238620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3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799AE0-3162-4DC0-8E91-F343544C02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55513" y="214554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20A37F-0672-4512-AABF-09223DE112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55513" y="214554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3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DBF0A2-FE5E-40D5-B464-242D04CC7B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43920" y="196366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F4DFA1-0EDE-4846-B9F0-B3691759BE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43920" y="196366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3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928B52-1D25-48E7-B72A-7EE21A26CD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25604" y="1873903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DECB13-D2FB-4259-97EE-3DA75CF228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25604" y="1873903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3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E293CB-1D99-4722-B858-31EF3F0BE3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31433" y="1873903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03BF83-45BC-4F8C-BF35-92278A57D9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31433" y="1873903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3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F6099C-ACB8-41BE-8958-623BBE8865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44543" y="241408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11A7C5-8715-4AF1-86BF-C4C8BAE204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44543" y="241408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3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7E08F4-7742-4E28-B2A3-7B28D1EE48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82921" y="1873903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86011F-8690-4C48-99D8-C98A214CBE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82921" y="1873903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3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4AEF39-E104-4242-8823-7724DAA293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72941" y="1873903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0D6800-A007-453B-8991-3CCC326B3C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72941" y="1873903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3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541A72-F090-401C-B70C-ACE3DBF92F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72941" y="1873903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AC39EB-67A3-4FCA-A988-9D77E59B72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72941" y="1873903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3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4E1B98-5025-4F6C-B181-DF3C1C10A5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73585" y="247123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847AAA-D2CE-44C0-B13B-B7E501EF5A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73585" y="247123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3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EDF703-AD97-412D-A295-90585F3103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30300" y="245793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4E6707-85DC-423E-97B7-E86AAFE900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30300" y="245793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3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46D097-B565-4DAF-A86C-2FE9F62B9F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42521" y="246886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A49129-5CCA-4029-A62F-56BBF4A738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42521" y="246886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3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F2C166-EE09-48B7-AF90-0A04DDC76C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81089" y="241111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96296B-FA8F-4D41-B506-E91B00BD23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81089" y="241111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3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A572B6-C743-44A8-8E60-C7AD671FF6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48153" y="241231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3EADE6-B74A-437F-B7C4-6DE9414E6A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48153" y="241231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3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55DA76-DB85-480F-B468-E750FB64BF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41321" y="242294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DA2B8C-B65C-4FAF-820F-203BCDEA35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41321" y="242294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3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6FCB86-1807-4ACD-B345-845EA6ED95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69029" y="1873903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E16E78-DBEB-4DE1-BC33-D9CE3BE5CB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69029" y="1873903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3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1C64F9-CED2-413E-8768-1E6300A1FF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49153" y="245426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455937-7244-4D87-9922-C857CD3AED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49153" y="245426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3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D4105D-BD64-44C3-9A57-082CB4C071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60301" y="245832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050B19-4D77-4665-A527-8FACB96A80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60301" y="245832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3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F7935B-7469-4140-BA34-3EEE374088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50419" y="244265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26C5D4-0E3D-4595-A4FC-1F74932204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50419" y="244265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3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15EE76-EC1A-417D-A3EC-89876BD4E3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36916" y="241331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997078-757F-4678-96E5-7A3799B417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36916" y="241331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3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A468CB-BB07-467D-873A-BB2FC12CEA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43555" y="244812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6AA753-506B-4C59-819A-36D28B462F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43555" y="244812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3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963C64-87F5-42E9-95E6-A3BDE71592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38616" y="246227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D09FE7-21FC-4EE9-A99D-6B0D48642C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38616" y="246227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3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4584F2-02BD-4738-9943-721795BDF1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58948" y="246752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35CE25-6BF5-41C9-B9D4-FD75D46CA3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58948" y="246752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3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56BDCF-771D-482B-BEE1-D2B141FF9C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43358" y="241906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25D7D3-F4E5-414C-9E73-705468E219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43358" y="241906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3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1E495C-94B2-4035-88F8-AFDB1878AC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92844" y="244379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0D6E53-93AD-4D6B-9879-CC566BA5CA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92844" y="244379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4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A90853-7AEF-4846-98FD-3795B6CE64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65507" y="242712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50B050-8708-4F89-A27E-33BA5777FC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65507" y="242712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4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B99776-106B-4F12-9ECF-22F6241E34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15614" y="242339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1D6992-596C-43F9-B421-0F2FF38232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15614" y="242339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4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98322F-DC64-4E4C-BFE2-3FF3B2A360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50985" y="245853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73A21E-A9A5-4546-BFCA-99B350E953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50985" y="245853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4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CEE7FA-4CF7-42E5-9262-8828F469B1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77618" y="243329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EEA4DE-D129-4ACE-B0CA-A707802654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77618" y="243329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4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E023A2-AD49-492A-B612-4A771161D2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59479" y="240936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095B9A-4915-47D9-A17A-66F3BB9105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59479" y="240936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4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FD4434-60CB-4D2D-BA27-87F9276AA6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46630" y="237165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7F5CE4-AF66-4619-82D4-77A04877F5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46630" y="237165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4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2E9980-20A4-4EB0-807A-163304F0AA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36891" y="250902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2E3B47-6DF7-40FD-980A-823FE7641E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36891" y="250902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4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30373C-6782-4936-A924-196FA6D068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42251" y="237248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62DE7D-F306-4527-82F5-EBAD9CA316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42251" y="237248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4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26CB3E-48E2-424B-A3FE-9E7AE39C98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62233" y="246440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CBD811-9466-4AF3-97F8-784F3A4AB6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62233" y="246440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4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8DF46E-C43F-4AD9-9632-1B90B2FC6D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48376" y="246985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F79987-CBA8-4EC8-9E9E-A297AFDE08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48376" y="246985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4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1727A9-AB32-4A6B-9233-F0EE275809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54791" y="238506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C4097F-334E-4FC1-B01B-1040D22128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54791" y="238506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4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E7A7DE-1C2F-4DE5-B312-4B3F094DC4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47610" y="238235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5B3D94-7DEE-4881-B27F-4D38BDD590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47610" y="238235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4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625378-6454-45C0-A4B2-64DEF1BBFA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54896" y="245409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FD1069-EABF-484D-B603-2B5614B62B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54896" y="245409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4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53AC15-A175-4171-9651-EAB22263FA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41576" y="240748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496210-A33A-403D-85B7-35A055F942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41576" y="240748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4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D5A126-D10B-4F35-90CE-B066D7ECED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71298" y="231416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853FF1-ABA4-4EA7-926A-CDE58CAC79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71298" y="231416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4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47497A-BA4E-4ECE-BAAA-68CFE54C4C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72941" y="1873903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0FF198-05D2-4EA8-83D7-5E9CEE37DE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72941" y="1873903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4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2E186A-1FCF-4789-A258-DAD222CE58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72941" y="1873903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9E3959-880B-4B1F-9C2F-359F036928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72941" y="1873903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4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6BAB87-C9FD-4D2C-8773-01F736B25E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96145" y="1873903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97B99C-20E5-4B64-83C8-F748D5B3A6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96145" y="1873903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4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637403-221F-452E-96BD-A3D2D60242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90528" y="187893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3229BF-EE45-4678-91B9-AFCF3A0FE2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90528" y="187893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4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20B07C-DCA6-4046-9868-BF4DD93E12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80021" y="239203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AC5519-953A-40FA-A9A6-371EEF344B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80021" y="239203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4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851184-CF55-424E-B03C-4350116454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72941" y="2155892"/>
            <a:ext cx="8080" cy="16157"/>
          </a:xfrm>
          <a:custGeom xmlns:a="http://schemas.openxmlformats.org/drawingml/2006/main">
            <a:pathLst>
              <a:path w="8080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0" y="16157"/>
                </a:lnTo>
                <a:lnTo>
                  <a:pt x="8080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371158-B8EF-4C66-9A7D-38E0E5C89D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72941" y="2155892"/>
            <a:ext cx="8080" cy="16157"/>
          </a:xfrm>
          <a:custGeom xmlns:a="http://schemas.openxmlformats.org/drawingml/2006/main">
            <a:pathLst>
              <a:path w="8080" h="16157" fill="none">
                <a:moveTo>
                  <a:pt x="8079" y="16157"/>
                </a:moveTo>
                <a:lnTo>
                  <a:pt x="8080" y="16157"/>
                </a:lnTo>
                <a:moveTo>
                  <a:pt x="8080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4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320B9A-10AB-4A78-9E93-AFFF341E48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29956" y="251116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85FC7E-0C6E-4EC0-A4E3-896E27A22F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29956" y="251116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4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F92F8A-EC8A-40BB-98EF-D2ADDAF0EA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72941" y="1873903"/>
            <a:ext cx="8080" cy="8079"/>
          </a:xfrm>
          <a:custGeom xmlns:a="http://schemas.openxmlformats.org/drawingml/2006/main">
            <a:pathLst>
              <a:path w="8080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80" y="8079"/>
                </a:lnTo>
                <a:lnTo>
                  <a:pt x="808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E963FF-E4D1-432D-AD68-00CA56EB22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72941" y="1873903"/>
            <a:ext cx="8080" cy="8079"/>
          </a:xfrm>
          <a:custGeom xmlns:a="http://schemas.openxmlformats.org/drawingml/2006/main">
            <a:pathLst>
              <a:path w="8080" h="8079" fill="none">
                <a:moveTo>
                  <a:pt x="8079" y="8079"/>
                </a:moveTo>
                <a:lnTo>
                  <a:pt x="8080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4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C8D65F-1B0A-4728-8FAC-58E2F60D34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72941" y="1873903"/>
            <a:ext cx="8080" cy="8079"/>
          </a:xfrm>
          <a:custGeom xmlns:a="http://schemas.openxmlformats.org/drawingml/2006/main">
            <a:pathLst>
              <a:path w="8080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80" y="8079"/>
                </a:lnTo>
                <a:lnTo>
                  <a:pt x="808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46E7A9-BB95-4735-9BA3-6179A57622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72941" y="1873903"/>
            <a:ext cx="8080" cy="8079"/>
          </a:xfrm>
          <a:custGeom xmlns:a="http://schemas.openxmlformats.org/drawingml/2006/main">
            <a:pathLst>
              <a:path w="8080" h="8079" fill="none">
                <a:moveTo>
                  <a:pt x="8079" y="8079"/>
                </a:moveTo>
                <a:lnTo>
                  <a:pt x="8080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4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D2CEF1-6C34-4500-833A-2615D55D60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64760" y="246959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CA998C-8BB9-4DEC-B58B-3F73A0DA89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64760" y="246959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4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B3923E-768E-4FC4-BA65-96DEFF56AB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58165" y="243803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E7B1D4-6253-4A04-BB93-22DF502E38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58165" y="243803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4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7EA9A3-2F25-4BEC-9259-C28DB8EC5C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03924" y="241888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C1575F-0963-4DC2-AA94-925637AA96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03924" y="241888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4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941D16-585F-418D-A1CB-E941443E14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83483" y="1873903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24C329-6912-4853-8E9C-75A7F3FC95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83483" y="1873903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4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B07EF7-7EBB-47C3-B17A-255246B336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63383" y="235552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E719A1-3D5F-41A5-9AB2-652DBF375E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63383" y="235552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4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40FB2C-804A-43F5-888B-52E1D6BC6A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73314" y="240585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DEE597-6939-4740-9D7C-4C25BA3A8C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73314" y="240585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4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A33DF3-9903-4106-B1CD-08D887DDFA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94051" y="221151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A20E5E-6AE2-42C1-BC05-001884CA0E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94051" y="221151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4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2D5A7C-FB27-420F-9923-4C6CD66D96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72941" y="2141387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BBE258-9CF9-49CD-8A06-AC26815762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72941" y="2141387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4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C051A1-EFDB-45F4-8E4A-283C997EED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60017" y="237948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4FB854-0AAF-43E4-B9C0-0AFAC4C924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60017" y="237948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4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F226A7-425E-483C-AA8E-0310D6AEBA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07472" y="220844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B0B274-704B-4AEF-B291-1B20CACCE5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07472" y="220844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4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9FCCDE-E9ED-47EC-B8EE-38E9C49D10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72941" y="1873903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7E69C8-62B8-4FD6-8113-01321EC8C0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72941" y="1873903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4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4D2790-46C3-4255-961C-41421882E2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72941" y="1873903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77DE5E-C823-454B-951E-E3B72C3CEA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72941" y="1873903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4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3B7284-3C3C-48E0-A2AE-DF0EBB409C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72941" y="1873903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6914FE-B69B-48DF-98EF-9FB7A80611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72941" y="1873903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4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4D909B-98CD-4B11-8F7F-47249999F8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72941" y="1873903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5EE639-2CC6-46FA-AE2A-FE5569B465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72941" y="1873903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4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0924AB-1768-4581-A9E3-FD36DE5CA6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72941" y="1873903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5D9CF7-3AB8-4434-9274-B434AFF933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72941" y="1873903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4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FEB87A-02CB-4763-B075-6948939C2C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34535" y="233314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12F848-0607-4508-99BF-04DE87B9A2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34535" y="233314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4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4CA56C-15A1-453D-A86E-572CD73D83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72941" y="2204724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7C61F8-4F75-46EA-903D-4B2073BC6C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72941" y="2204724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4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9BB2D4-B26A-4BEE-ABDC-A1235071D9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93047" y="238828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F83B33-E912-430D-8D34-99287DB078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93047" y="238828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4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3B2AC0-39B9-407C-B562-5330181C9D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56678" y="1873903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A0F864-BB40-4A29-A280-772439BD37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56678" y="1873903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4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FFD14A-3E57-4156-94AE-62E0E7982E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72941" y="1873903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873FB7-7EF9-444E-9B40-5B5BC30417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72941" y="1873903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4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667471-8280-481F-BF46-0635248C4C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72941" y="1873903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00A67A-5AE8-4CF0-B9C6-8A22A36CC8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72941" y="1873903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4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02C82C-BE5C-44AE-91B8-41EDDF4560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66537" y="1873903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16F006-E57A-4D6C-A45C-96ED92A345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66537" y="1873903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4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5AA43E-A8AE-48F1-9323-E54AD58C7A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72941" y="1873903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803EC8-3064-4B55-8483-681892075F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72941" y="1873903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4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9A9B77-7930-4FCE-8053-3C2BF23EB7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72941" y="1873903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0DCA5A-9F8D-4E10-B594-377B7A2714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72941" y="1873903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4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637E4A-1F78-470A-BB44-EFA83A9655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72941" y="1873903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A4A361-D3A6-4876-9419-45A97F8050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72941" y="1873903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4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1E6BC9-5EDC-4547-A4FF-2D6403F0CB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72941" y="1873903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667531-0AC1-4D48-B82C-B048835351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72941" y="1873903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5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BD6A63-8C0F-48AC-9557-59A4618B33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72941" y="1873903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CB4C5F-74C7-4A1A-9ADD-A0B5618A10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72941" y="1873903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5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FDDDE5-0EA8-4671-AC11-2E192F8F04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12199" y="235586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F80D45-303C-40AB-A42D-8394B19511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12199" y="235586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5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EE45FC-CBE4-4482-9032-D98A5E94CE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84188" y="241660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8A537B-492A-4FDA-AD27-498CE71545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84188" y="241660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5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0CAEEE-F746-43FD-82F4-002C9CC471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56467" y="231779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C28E95-6019-48AA-8D11-4FA3CB1841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56467" y="231779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5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5F637D-6E38-4D2A-AB93-8141001131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87439" y="1873903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22606A-6AB4-49F6-804A-CF6E807023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87439" y="1873903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5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FBFA9C-8835-4F2D-9241-D3B8F1B131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72941" y="1873903"/>
            <a:ext cx="8080" cy="8079"/>
          </a:xfrm>
          <a:custGeom xmlns:a="http://schemas.openxmlformats.org/drawingml/2006/main">
            <a:pathLst>
              <a:path w="8080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80" y="8079"/>
                </a:lnTo>
                <a:lnTo>
                  <a:pt x="808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002B07-48EB-41B5-84AD-EE32EAE13F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72941" y="1873903"/>
            <a:ext cx="8080" cy="8079"/>
          </a:xfrm>
          <a:custGeom xmlns:a="http://schemas.openxmlformats.org/drawingml/2006/main">
            <a:pathLst>
              <a:path w="8080" h="8079" fill="none">
                <a:moveTo>
                  <a:pt x="8079" y="8079"/>
                </a:moveTo>
                <a:lnTo>
                  <a:pt x="8080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5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E893B2-B391-47F7-8C3A-01AEFA5550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84623" y="190714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EDFCC2-9825-42BC-8BF0-5F09805C11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84623" y="190714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5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977517-4C43-48A8-9834-861F0AC723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02245" y="233478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2FAD81-C361-4006-A3EF-E453784986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02245" y="233478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5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EAEE06-3C41-4CCE-B1CD-E346EF1E7C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42358" y="201828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735B4F-5E5E-4214-B8C1-6486119382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42358" y="201828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5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4C1559-5ABF-4BE2-B997-9B87030486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82635" y="220640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A72B0A-D72C-4ECE-A62D-A568297DB8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82635" y="220640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5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872752-77CE-4A31-8D68-2A2134591C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68231" y="3075692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110BC1-FD9A-4FEE-922F-7DCBCA62FE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68231" y="3075692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4522" name="Text 0">
            <a:extLst xmlns:a="http://schemas.openxmlformats.org/drawingml/2006/main">
              <a:ext uri="{FF2B5EF4-FFF2-40B4-BE49-F238E27FC236}">
                <a16:creationId xmlns:a16="http://schemas.microsoft.com/office/drawing/2014/main" id="{2D4BEE1F-563E-4D88-A6CA-98A84B5888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45043" y="3123563"/>
            <a:ext cx="43693" cy="65625"/>
          </a:xfrm>
          <a:custGeom xmlns:a="http://schemas.openxmlformats.org/drawingml/2006/main">
            <a:pathLst>
              <a:path w="43693" h="65625">
                <a:moveTo>
                  <a:pt x="21847" y="6774"/>
                </a:moveTo>
                <a:cubicBezTo>
                  <a:pt x="17443" y="6774"/>
                  <a:pt x="14134" y="8942"/>
                  <a:pt x="11918" y="13278"/>
                </a:cubicBezTo>
                <a:cubicBezTo>
                  <a:pt x="9703" y="17615"/>
                  <a:pt x="8595" y="24133"/>
                  <a:pt x="8595" y="32833"/>
                </a:cubicBezTo>
                <a:cubicBezTo>
                  <a:pt x="8595" y="41506"/>
                  <a:pt x="9703" y="48010"/>
                  <a:pt x="11918" y="52346"/>
                </a:cubicBezTo>
                <a:cubicBezTo>
                  <a:pt x="14134" y="56682"/>
                  <a:pt x="17443" y="58850"/>
                  <a:pt x="21847" y="58850"/>
                </a:cubicBezTo>
                <a:cubicBezTo>
                  <a:pt x="26278" y="58850"/>
                  <a:pt x="29602" y="56682"/>
                  <a:pt x="31817" y="52346"/>
                </a:cubicBezTo>
                <a:cubicBezTo>
                  <a:pt x="34033" y="48010"/>
                  <a:pt x="35141" y="41506"/>
                  <a:pt x="35141" y="32833"/>
                </a:cubicBezTo>
                <a:cubicBezTo>
                  <a:pt x="35141" y="24133"/>
                  <a:pt x="34033" y="17615"/>
                  <a:pt x="31817" y="13278"/>
                </a:cubicBezTo>
                <a:cubicBezTo>
                  <a:pt x="29602" y="8942"/>
                  <a:pt x="26278" y="6774"/>
                  <a:pt x="21847" y="6774"/>
                </a:cubicBezTo>
                <a:moveTo>
                  <a:pt x="21847" y="0"/>
                </a:moveTo>
                <a:cubicBezTo>
                  <a:pt x="28931" y="0"/>
                  <a:pt x="34344" y="2803"/>
                  <a:pt x="38083" y="8409"/>
                </a:cubicBezTo>
                <a:cubicBezTo>
                  <a:pt x="41823" y="14016"/>
                  <a:pt x="43693" y="22157"/>
                  <a:pt x="43693" y="32833"/>
                </a:cubicBezTo>
                <a:cubicBezTo>
                  <a:pt x="43693" y="43482"/>
                  <a:pt x="41823" y="51609"/>
                  <a:pt x="38083" y="57215"/>
                </a:cubicBezTo>
                <a:cubicBezTo>
                  <a:pt x="34344" y="62821"/>
                  <a:pt x="28931" y="65625"/>
                  <a:pt x="21847" y="65625"/>
                </a:cubicBezTo>
                <a:cubicBezTo>
                  <a:pt x="14762" y="65625"/>
                  <a:pt x="9350" y="62821"/>
                  <a:pt x="5610" y="57215"/>
                </a:cubicBezTo>
                <a:cubicBezTo>
                  <a:pt x="1870" y="51609"/>
                  <a:pt x="0" y="43482"/>
                  <a:pt x="0" y="32833"/>
                </a:cubicBezTo>
                <a:cubicBezTo>
                  <a:pt x="0" y="22157"/>
                  <a:pt x="1870" y="14016"/>
                  <a:pt x="5610" y="8409"/>
                </a:cubicBezTo>
                <a:cubicBezTo>
                  <a:pt x="9350" y="2803"/>
                  <a:pt x="14762" y="0"/>
                  <a:pt x="21847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85160D-71FC-4366-805F-9CD38EDE4C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28984" y="3075692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9A37FD-FE28-4ED4-A31C-EF42D21FEE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28984" y="3075692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4525" name="Text 10">
            <a:extLst xmlns:a="http://schemas.openxmlformats.org/drawingml/2006/main">
              <a:ext uri="{FF2B5EF4-FFF2-40B4-BE49-F238E27FC236}">
                <a16:creationId xmlns:a16="http://schemas.microsoft.com/office/drawing/2014/main" id="{A72BAD1A-AE90-4517-94A7-C12A55FF82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33736" y="3124917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26" name="Text −1">
            <a:extLst xmlns:a="http://schemas.openxmlformats.org/drawingml/2006/main">
              <a:ext uri="{FF2B5EF4-FFF2-40B4-BE49-F238E27FC236}">
                <a16:creationId xmlns:a16="http://schemas.microsoft.com/office/drawing/2014/main" id="{0FFB7BD4-464C-4234-94C3-C8F0A2AAE6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41805" y="3111801"/>
            <a:ext cx="77441" cy="44278"/>
          </a:xfrm>
          <a:custGeom xmlns:a="http://schemas.openxmlformats.org/drawingml/2006/main">
            <a:pathLst>
              <a:path w="77441" h="44278">
                <a:moveTo>
                  <a:pt x="0" y="22702"/>
                </a:moveTo>
                <a:lnTo>
                  <a:pt x="37995" y="22702"/>
                </a:lnTo>
                <a:lnTo>
                  <a:pt x="37995" y="27740"/>
                </a:lnTo>
                <a:lnTo>
                  <a:pt x="0" y="27740"/>
                </a:lnTo>
                <a:lnTo>
                  <a:pt x="0" y="22702"/>
                </a:lnTo>
                <a:close/>
                <a:moveTo>
                  <a:pt x="51953" y="39239"/>
                </a:moveTo>
                <a:lnTo>
                  <a:pt x="61734" y="39239"/>
                </a:lnTo>
                <a:lnTo>
                  <a:pt x="61734" y="5453"/>
                </a:lnTo>
                <a:lnTo>
                  <a:pt x="51094" y="7587"/>
                </a:lnTo>
                <a:lnTo>
                  <a:pt x="51094" y="2134"/>
                </a:lnTo>
                <a:lnTo>
                  <a:pt x="61674" y="0"/>
                </a:lnTo>
                <a:lnTo>
                  <a:pt x="67661" y="0"/>
                </a:lnTo>
                <a:lnTo>
                  <a:pt x="67661" y="39239"/>
                </a:lnTo>
                <a:lnTo>
                  <a:pt x="77441" y="39239"/>
                </a:lnTo>
                <a:lnTo>
                  <a:pt x="77441" y="44278"/>
                </a:lnTo>
                <a:lnTo>
                  <a:pt x="51953" y="44278"/>
                </a:lnTo>
                <a:lnTo>
                  <a:pt x="51953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8AC747-42BB-49D1-A676-2E830CA257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43661" y="3075692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88266C-1EBE-4B76-A1AF-1438E53404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43661" y="3075692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4529" name="Text 10">
            <a:extLst xmlns:a="http://schemas.openxmlformats.org/drawingml/2006/main">
              <a:ext uri="{FF2B5EF4-FFF2-40B4-BE49-F238E27FC236}">
                <a16:creationId xmlns:a16="http://schemas.microsoft.com/office/drawing/2014/main" id="{C58DD30D-E936-4F16-BCD3-80AC041724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73704" y="3125708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30" name="Text 0">
            <a:extLst xmlns:a="http://schemas.openxmlformats.org/drawingml/2006/main">
              <a:ext uri="{FF2B5EF4-FFF2-40B4-BE49-F238E27FC236}">
                <a16:creationId xmlns:a16="http://schemas.microsoft.com/office/drawing/2014/main" id="{02FDB734-F3F1-4AC4-8C3A-CACB37ED43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79342" y="3111820"/>
            <a:ext cx="30585" cy="45937"/>
          </a:xfrm>
          <a:custGeom xmlns:a="http://schemas.openxmlformats.org/drawingml/2006/main">
            <a:pathLst>
              <a:path w="30585" h="45937">
                <a:moveTo>
                  <a:pt x="15293" y="4742"/>
                </a:moveTo>
                <a:cubicBezTo>
                  <a:pt x="12210" y="4742"/>
                  <a:pt x="9894" y="6260"/>
                  <a:pt x="8343" y="9295"/>
                </a:cubicBezTo>
                <a:cubicBezTo>
                  <a:pt x="6792" y="12330"/>
                  <a:pt x="6016" y="16893"/>
                  <a:pt x="6016" y="22983"/>
                </a:cubicBezTo>
                <a:cubicBezTo>
                  <a:pt x="6016" y="29054"/>
                  <a:pt x="6792" y="33607"/>
                  <a:pt x="8343" y="36642"/>
                </a:cubicBezTo>
                <a:cubicBezTo>
                  <a:pt x="9894" y="39678"/>
                  <a:pt x="12210" y="41195"/>
                  <a:pt x="15293" y="41195"/>
                </a:cubicBezTo>
                <a:cubicBezTo>
                  <a:pt x="18395" y="41195"/>
                  <a:pt x="20721" y="39678"/>
                  <a:pt x="22272" y="36642"/>
                </a:cubicBezTo>
                <a:cubicBezTo>
                  <a:pt x="23823" y="33607"/>
                  <a:pt x="24599" y="29054"/>
                  <a:pt x="24599" y="22983"/>
                </a:cubicBezTo>
                <a:cubicBezTo>
                  <a:pt x="24599" y="16893"/>
                  <a:pt x="23823" y="12330"/>
                  <a:pt x="22272" y="9295"/>
                </a:cubicBezTo>
                <a:cubicBezTo>
                  <a:pt x="20721" y="6260"/>
                  <a:pt x="18395" y="4742"/>
                  <a:pt x="15293" y="4742"/>
                </a:cubicBezTo>
                <a:moveTo>
                  <a:pt x="15293" y="0"/>
                </a:moveTo>
                <a:cubicBezTo>
                  <a:pt x="20252" y="0"/>
                  <a:pt x="24040" y="1962"/>
                  <a:pt x="26658" y="5887"/>
                </a:cubicBezTo>
                <a:cubicBezTo>
                  <a:pt x="29276" y="9811"/>
                  <a:pt x="30585" y="15510"/>
                  <a:pt x="30585" y="22983"/>
                </a:cubicBezTo>
                <a:cubicBezTo>
                  <a:pt x="30585" y="30437"/>
                  <a:pt x="29276" y="36126"/>
                  <a:pt x="26658" y="40051"/>
                </a:cubicBezTo>
                <a:cubicBezTo>
                  <a:pt x="24040" y="43975"/>
                  <a:pt x="20252" y="45937"/>
                  <a:pt x="15293" y="45937"/>
                </a:cubicBezTo>
                <a:cubicBezTo>
                  <a:pt x="10333" y="45937"/>
                  <a:pt x="6545" y="43975"/>
                  <a:pt x="3927" y="40051"/>
                </a:cubicBezTo>
                <a:cubicBezTo>
                  <a:pt x="1309" y="36126"/>
                  <a:pt x="0" y="30437"/>
                  <a:pt x="0" y="22983"/>
                </a:cubicBezTo>
                <a:cubicBezTo>
                  <a:pt x="0" y="15510"/>
                  <a:pt x="1309" y="9811"/>
                  <a:pt x="3927" y="5887"/>
                </a:cubicBezTo>
                <a:cubicBezTo>
                  <a:pt x="6545" y="1962"/>
                  <a:pt x="10333" y="0"/>
                  <a:pt x="1529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8D4CC4-A1EE-4B71-9748-4FD2862B6B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8339" y="3075692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C8DA8E-79EB-483B-BEB7-7D3D731320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8339" y="3075692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4533" name="Text 10">
            <a:extLst xmlns:a="http://schemas.openxmlformats.org/drawingml/2006/main">
              <a:ext uri="{FF2B5EF4-FFF2-40B4-BE49-F238E27FC236}">
                <a16:creationId xmlns:a16="http://schemas.microsoft.com/office/drawing/2014/main" id="{F77E0057-76AB-482C-A62C-2A9003B4A2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88381" y="3124917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34" name="Text 1">
            <a:extLst xmlns:a="http://schemas.openxmlformats.org/drawingml/2006/main">
              <a:ext uri="{FF2B5EF4-FFF2-40B4-BE49-F238E27FC236}">
                <a16:creationId xmlns:a16="http://schemas.microsoft.com/office/drawing/2014/main" id="{4275FF34-CF61-4610-A3C9-F61782C134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96687" y="3111801"/>
            <a:ext cx="26347" cy="44278"/>
          </a:xfrm>
          <a:custGeom xmlns:a="http://schemas.openxmlformats.org/drawingml/2006/main">
            <a:pathLst>
              <a:path w="26347" h="44278">
                <a:moveTo>
                  <a:pt x="859" y="39239"/>
                </a:moveTo>
                <a:lnTo>
                  <a:pt x="10640" y="39239"/>
                </a:lnTo>
                <a:lnTo>
                  <a:pt x="10640" y="5453"/>
                </a:lnTo>
                <a:lnTo>
                  <a:pt x="0" y="7587"/>
                </a:lnTo>
                <a:lnTo>
                  <a:pt x="0" y="2134"/>
                </a:lnTo>
                <a:lnTo>
                  <a:pt x="10580" y="0"/>
                </a:lnTo>
                <a:lnTo>
                  <a:pt x="16567" y="0"/>
                </a:lnTo>
                <a:lnTo>
                  <a:pt x="16567" y="39239"/>
                </a:lnTo>
                <a:lnTo>
                  <a:pt x="26347" y="39239"/>
                </a:lnTo>
                <a:lnTo>
                  <a:pt x="26347" y="44278"/>
                </a:lnTo>
                <a:lnTo>
                  <a:pt x="859" y="44278"/>
                </a:lnTo>
                <a:lnTo>
                  <a:pt x="859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57AFF1-9116-423F-8771-4EBD3E3F67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72838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C23457-0F9D-4F63-BD36-E448C31799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72838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5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BBE6F3-FFEB-4B08-BCEF-F700EE7322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77446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7BFAEB-83C5-4398-97BE-1FEF729232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77446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5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3A10F2-8116-4B06-B9F1-CB94DEB12F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82053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C979E4-1ED4-4243-8B97-E7DC50CE8D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82053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5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FF4ECE-D35C-4603-8357-F65667EA2E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86661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FE2C38-50BE-4CC7-94E0-C37C18E446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86661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5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BA465F-DBCE-4095-B549-43273F0642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91268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04D7D3-0599-4161-9D49-5C337E8135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91268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5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A3090B-C3BD-499D-A679-8A8B21658A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95876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C2FF79-A924-40B5-AA21-BA8B4F6484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95876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5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A4035C-14EB-4F51-9F07-CEA85ADAA2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00483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9D4FEC-1F69-4B91-9BF9-740A19BEB5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00483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5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39E7E5-090C-4B3E-B6B6-8E2DEA3FA3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05091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5429AC-B0A9-4EE6-BA27-EC678232A5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05091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5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91DA29-E13D-49AF-B5CF-1C980C3EC3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09699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A5D56B-2498-4DC0-81F4-70D68F418D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09699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5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FE7F20-09C5-4806-B435-092ED7DAE7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14306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DB70D9-EC25-4CE9-85E2-99BD38C03F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14306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5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CE4B4C-D310-4D6D-A133-8408464F51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60381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DC82D4-1AAF-4561-BACC-89129F2A5A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60381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5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EFA492-32F5-492E-BE24-401DD002A4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06457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ADB1C2-7F84-416E-8828-95E070C9CB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06457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5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777475-5A9F-470E-96EC-0293D2AF06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52532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18FF3F-45A3-498B-BCCB-0AE551B7AD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52532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5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216250-9FE4-4DA0-8A58-02D975C033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98607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DFBCCD-6B8F-4812-AAE6-2DF2BBA407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98607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5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C6CCC3-4613-4940-B7B2-FF0A5872AC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44682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11CCD0-885B-4F91-B12B-671276AC26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44682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5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AB7241-1A16-46BF-BA35-2DFE683753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90758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D4CA44-E3D7-4E63-8FB5-2AF2351C0C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90758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5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C84E22-5D9B-4793-848C-69EB6A3951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36833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539A25-148F-44DA-9D15-5A49E9E695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36833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5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322D1F-31E0-4814-898C-9110A42B53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82908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C5CA2F-AEAB-4FAA-BD43-72330609BA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82908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5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25855B-4FCE-46AA-9A47-57361B4A87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28984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2282A1-8520-4ECF-9891-E2ED00A874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28984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5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65C8DB-08C1-4F48-9575-3ABE41D514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53814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165CAD-BD19-4CAD-8E26-BED797E7D9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53814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5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516F16-6063-4A54-B908-3643AFDDED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26835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F17334-4864-4E5D-909A-6EA5ECF933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26835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5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FC2FE4-313E-43F6-809E-9A227575C0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78644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3C8F23-3B05-4192-86CB-9029D14E1B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78644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5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680352-ADC4-44F5-9CE7-1B8EF82900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18831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AB6E5F-7E37-4460-AF6D-DCD99CF9D8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18831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5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51FF4C-7DD0-4D89-9A26-839A6E4760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51665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D3309D-B8AA-45B3-9BC8-6C6D646E78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51665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5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5FBC7E-3F95-4960-9CDE-AB139F49BD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79427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EBFF09-89F8-4738-886F-D2FC02474E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79427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5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F8CDD6-0060-44AD-84AA-D17B2014EA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03475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05D903-406B-446B-9947-CDF12E9B84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03475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5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E25F20-E305-46C1-BE51-389C36DADC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24686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D0D874-BFC5-4DEE-AADD-20A71E2116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24686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5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8ECF9F-EEFB-469F-BFB9-89060B9CB8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43661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973AFC-0B94-4C68-9CA6-77257AEF2D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43661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5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BD2FC8-4DBA-4140-AC43-3457546351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68491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4A8BA5-FD9B-4DCE-972C-86DF35B0F4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68491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5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1AA135-C771-44C8-8CDA-67460E47EA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41513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C352D3-4B60-4494-A426-8B8D762C0E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41513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5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50B0A5-8CE5-4B12-97DF-EAF4F7EA41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3322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C04C4E-567C-486E-8D3B-D3C999C28C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3322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5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DFAFB4-B981-4872-85A8-A04E97341B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33508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DA4B00-0559-43BF-9DA7-168E38785B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33508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5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17FABB-888A-4173-B3FF-8521E53681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66343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13F435-6913-454C-87D6-DA04320803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66343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6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8586F5-3EFA-431B-95E8-2BC57295AE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94104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EBE8EF-12DF-4478-8E20-4D953A2899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94104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6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6FD1E0-7BCE-4F74-A259-5317C1C5A0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18152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269C9E-DB22-47BC-AA7F-7897D78443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18152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6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DCC4E5-6A24-43FB-984E-BF40BE9497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39364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F919B9-55BD-43E1-90E4-5D1A631A0C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39364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6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E2C490-A441-461B-92E0-E6607D4AF5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8339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0D5688-2A00-477B-B204-5FED9E7EFE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8339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6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D77E12-C84A-43E6-8E45-4121AE8F3A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83169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F63326-87C9-4A28-B419-6CDF745C06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83169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6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738B00-182E-4BDB-8792-D33D4AFDE4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56190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DF026C-BAEE-46E4-89C2-0EA9C0CCDF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56190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6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AECF4F-3F8A-4752-A513-FB25496D7F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07999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FBF380-5DA2-4EB7-8975-3CF36D1768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07999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6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EDB3FD-F187-4684-9637-F6C98A6780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48186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6AA7EA-1F99-408B-860D-2D201BB285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48186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6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2AF655-CD93-4EF3-AE87-E52FD69B2D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81021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1F9181-5BA1-4B17-BC08-37758CF6CB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81021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619" name="Text QSF">
            <a:extLst xmlns:a="http://schemas.openxmlformats.org/drawingml/2006/main">
              <a:ext uri="{FF2B5EF4-FFF2-40B4-BE49-F238E27FC236}">
                <a16:creationId xmlns:a16="http://schemas.microsoft.com/office/drawing/2014/main" id="{774D5461-7D1E-43E8-8B29-F0679A3A3E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79315" y="3240078"/>
            <a:ext cx="190479" cy="88120"/>
          </a:xfrm>
          <a:custGeom xmlns:a="http://schemas.openxmlformats.org/drawingml/2006/main">
            <a:pathLst>
              <a:path w="190479" h="88120">
                <a:moveTo>
                  <a:pt x="34181" y="8101"/>
                </a:moveTo>
                <a:cubicBezTo>
                  <a:pt x="26937" y="8101"/>
                  <a:pt x="21182" y="10804"/>
                  <a:pt x="16918" y="16209"/>
                </a:cubicBezTo>
                <a:cubicBezTo>
                  <a:pt x="12653" y="21614"/>
                  <a:pt x="10521" y="28979"/>
                  <a:pt x="10521" y="38306"/>
                </a:cubicBezTo>
                <a:cubicBezTo>
                  <a:pt x="10521" y="47599"/>
                  <a:pt x="12653" y="54949"/>
                  <a:pt x="16918" y="60354"/>
                </a:cubicBezTo>
                <a:cubicBezTo>
                  <a:pt x="21182" y="65759"/>
                  <a:pt x="26937" y="68461"/>
                  <a:pt x="34181" y="68461"/>
                </a:cubicBezTo>
                <a:cubicBezTo>
                  <a:pt x="41426" y="68461"/>
                  <a:pt x="47164" y="65759"/>
                  <a:pt x="51395" y="60354"/>
                </a:cubicBezTo>
                <a:cubicBezTo>
                  <a:pt x="55627" y="54949"/>
                  <a:pt x="57743" y="47599"/>
                  <a:pt x="57743" y="38306"/>
                </a:cubicBezTo>
                <a:cubicBezTo>
                  <a:pt x="57743" y="28979"/>
                  <a:pt x="55627" y="21614"/>
                  <a:pt x="51395" y="16209"/>
                </a:cubicBezTo>
                <a:cubicBezTo>
                  <a:pt x="47164" y="10804"/>
                  <a:pt x="41426" y="8101"/>
                  <a:pt x="34181" y="8101"/>
                </a:cubicBezTo>
                <a:moveTo>
                  <a:pt x="48160" y="73796"/>
                </a:moveTo>
                <a:lnTo>
                  <a:pt x="61299" y="88120"/>
                </a:lnTo>
                <a:lnTo>
                  <a:pt x="49247" y="88120"/>
                </a:lnTo>
                <a:lnTo>
                  <a:pt x="38330" y="76358"/>
                </a:lnTo>
                <a:cubicBezTo>
                  <a:pt x="37244" y="76426"/>
                  <a:pt x="36412" y="76477"/>
                  <a:pt x="35836" y="76511"/>
                </a:cubicBezTo>
                <a:cubicBezTo>
                  <a:pt x="35260" y="76545"/>
                  <a:pt x="34708" y="76562"/>
                  <a:pt x="34181" y="76562"/>
                </a:cubicBezTo>
                <a:cubicBezTo>
                  <a:pt x="23808" y="76562"/>
                  <a:pt x="15518" y="73094"/>
                  <a:pt x="9311" y="66158"/>
                </a:cubicBezTo>
                <a:cubicBezTo>
                  <a:pt x="3104" y="59221"/>
                  <a:pt x="0" y="49937"/>
                  <a:pt x="0" y="38306"/>
                </a:cubicBezTo>
                <a:cubicBezTo>
                  <a:pt x="0" y="26641"/>
                  <a:pt x="3104" y="17341"/>
                  <a:pt x="9311" y="10405"/>
                </a:cubicBezTo>
                <a:cubicBezTo>
                  <a:pt x="15518" y="3468"/>
                  <a:pt x="23808" y="0"/>
                  <a:pt x="34181" y="0"/>
                </a:cubicBezTo>
                <a:cubicBezTo>
                  <a:pt x="44521" y="0"/>
                  <a:pt x="52787" y="3468"/>
                  <a:pt x="58977" y="10405"/>
                </a:cubicBezTo>
                <a:cubicBezTo>
                  <a:pt x="65168" y="17341"/>
                  <a:pt x="68264" y="26642"/>
                  <a:pt x="68264" y="38307"/>
                </a:cubicBezTo>
                <a:cubicBezTo>
                  <a:pt x="68264" y="46874"/>
                  <a:pt x="66543" y="54206"/>
                  <a:pt x="63102" y="60302"/>
                </a:cubicBezTo>
                <a:cubicBezTo>
                  <a:pt x="59661" y="66398"/>
                  <a:pt x="54680" y="70896"/>
                  <a:pt x="48160" y="73796"/>
                </a:cubicBezTo>
                <a:close/>
                <a:moveTo>
                  <a:pt x="128070" y="3754"/>
                </a:moveTo>
                <a:lnTo>
                  <a:pt x="128070" y="13534"/>
                </a:lnTo>
                <a:cubicBezTo>
                  <a:pt x="124283" y="11707"/>
                  <a:pt x="120710" y="10344"/>
                  <a:pt x="117351" y="9447"/>
                </a:cubicBezTo>
                <a:cubicBezTo>
                  <a:pt x="113992" y="8549"/>
                  <a:pt x="110749" y="8101"/>
                  <a:pt x="107620" y="8101"/>
                </a:cubicBezTo>
                <a:cubicBezTo>
                  <a:pt x="102187" y="8101"/>
                  <a:pt x="97996" y="9156"/>
                  <a:pt x="95049" y="11267"/>
                </a:cubicBezTo>
                <a:cubicBezTo>
                  <a:pt x="92102" y="13376"/>
                  <a:pt x="90628" y="16376"/>
                  <a:pt x="90628" y="20267"/>
                </a:cubicBezTo>
                <a:cubicBezTo>
                  <a:pt x="90628" y="23532"/>
                  <a:pt x="91608" y="25997"/>
                  <a:pt x="93567" y="27663"/>
                </a:cubicBezTo>
                <a:cubicBezTo>
                  <a:pt x="95527" y="29328"/>
                  <a:pt x="99240" y="30671"/>
                  <a:pt x="104706" y="31693"/>
                </a:cubicBezTo>
                <a:lnTo>
                  <a:pt x="110732" y="32926"/>
                </a:lnTo>
                <a:cubicBezTo>
                  <a:pt x="118174" y="34343"/>
                  <a:pt x="123665" y="36839"/>
                  <a:pt x="127205" y="40414"/>
                </a:cubicBezTo>
                <a:cubicBezTo>
                  <a:pt x="130745" y="43988"/>
                  <a:pt x="132515" y="48773"/>
                  <a:pt x="132515" y="54770"/>
                </a:cubicBezTo>
                <a:cubicBezTo>
                  <a:pt x="132515" y="61918"/>
                  <a:pt x="130120" y="67338"/>
                  <a:pt x="125328" y="71028"/>
                </a:cubicBezTo>
                <a:cubicBezTo>
                  <a:pt x="120537" y="74717"/>
                  <a:pt x="113515" y="76562"/>
                  <a:pt x="104261" y="76562"/>
                </a:cubicBezTo>
                <a:cubicBezTo>
                  <a:pt x="100771" y="76562"/>
                  <a:pt x="97058" y="76163"/>
                  <a:pt x="93123" y="75364"/>
                </a:cubicBezTo>
                <a:cubicBezTo>
                  <a:pt x="89188" y="74566"/>
                  <a:pt x="85113" y="73384"/>
                  <a:pt x="80898" y="71820"/>
                </a:cubicBezTo>
                <a:lnTo>
                  <a:pt x="80898" y="61546"/>
                </a:lnTo>
                <a:cubicBezTo>
                  <a:pt x="84948" y="63835"/>
                  <a:pt x="88916" y="65559"/>
                  <a:pt x="92802" y="66720"/>
                </a:cubicBezTo>
                <a:cubicBezTo>
                  <a:pt x="96688" y="67881"/>
                  <a:pt x="100507" y="68461"/>
                  <a:pt x="104261" y="68461"/>
                </a:cubicBezTo>
                <a:cubicBezTo>
                  <a:pt x="109958" y="68461"/>
                  <a:pt x="114354" y="67341"/>
                  <a:pt x="117450" y="65099"/>
                </a:cubicBezTo>
                <a:cubicBezTo>
                  <a:pt x="120545" y="62857"/>
                  <a:pt x="122093" y="59659"/>
                  <a:pt x="122093" y="55506"/>
                </a:cubicBezTo>
                <a:cubicBezTo>
                  <a:pt x="122093" y="51880"/>
                  <a:pt x="120982" y="49044"/>
                  <a:pt x="118759" y="47001"/>
                </a:cubicBezTo>
                <a:cubicBezTo>
                  <a:pt x="116536" y="44956"/>
                  <a:pt x="112889" y="43423"/>
                  <a:pt x="107818" y="42401"/>
                </a:cubicBezTo>
                <a:lnTo>
                  <a:pt x="101742" y="41217"/>
                </a:lnTo>
                <a:cubicBezTo>
                  <a:pt x="94300" y="39734"/>
                  <a:pt x="88916" y="37411"/>
                  <a:pt x="85590" y="34249"/>
                </a:cubicBezTo>
                <a:cubicBezTo>
                  <a:pt x="82264" y="31086"/>
                  <a:pt x="80601" y="26687"/>
                  <a:pt x="80601" y="21053"/>
                </a:cubicBezTo>
                <a:cubicBezTo>
                  <a:pt x="80601" y="14530"/>
                  <a:pt x="82898" y="9390"/>
                  <a:pt x="87492" y="5634"/>
                </a:cubicBezTo>
                <a:cubicBezTo>
                  <a:pt x="92086" y="1878"/>
                  <a:pt x="98416" y="0"/>
                  <a:pt x="106484" y="0"/>
                </a:cubicBezTo>
                <a:cubicBezTo>
                  <a:pt x="109942" y="0"/>
                  <a:pt x="113465" y="313"/>
                  <a:pt x="117055" y="938"/>
                </a:cubicBezTo>
                <a:cubicBezTo>
                  <a:pt x="120644" y="1564"/>
                  <a:pt x="124316" y="2503"/>
                  <a:pt x="128070" y="3754"/>
                </a:cubicBezTo>
                <a:close/>
                <a:moveTo>
                  <a:pt x="148098" y="1284"/>
                </a:moveTo>
                <a:lnTo>
                  <a:pt x="190479" y="1284"/>
                </a:lnTo>
                <a:lnTo>
                  <a:pt x="190479" y="9681"/>
                </a:lnTo>
                <a:lnTo>
                  <a:pt x="158076" y="9681"/>
                </a:lnTo>
                <a:lnTo>
                  <a:pt x="158076" y="31415"/>
                </a:lnTo>
                <a:lnTo>
                  <a:pt x="187318" y="31415"/>
                </a:lnTo>
                <a:lnTo>
                  <a:pt x="187318" y="39812"/>
                </a:lnTo>
                <a:lnTo>
                  <a:pt x="158076" y="39812"/>
                </a:lnTo>
                <a:lnTo>
                  <a:pt x="158076" y="75080"/>
                </a:lnTo>
                <a:lnTo>
                  <a:pt x="148098" y="75080"/>
                </a:lnTo>
                <a:lnTo>
                  <a:pt x="148098" y="1284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F2ED80-371D-44C4-BCF4-98B7E6A6E4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46553" y="3075692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6A0315-9362-4361-B812-E670D17B0B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46553" y="3075692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4622" name="Text 0">
            <a:extLst xmlns:a="http://schemas.openxmlformats.org/drawingml/2006/main">
              <a:ext uri="{FF2B5EF4-FFF2-40B4-BE49-F238E27FC236}">
                <a16:creationId xmlns:a16="http://schemas.microsoft.com/office/drawing/2014/main" id="{7E97DDAA-4554-44F5-8903-D88A1A4DD3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69173" y="3043627"/>
            <a:ext cx="43693" cy="65625"/>
          </a:xfrm>
          <a:custGeom xmlns:a="http://schemas.openxmlformats.org/drawingml/2006/main">
            <a:pathLst>
              <a:path w="43693" h="65625">
                <a:moveTo>
                  <a:pt x="21847" y="6774"/>
                </a:moveTo>
                <a:cubicBezTo>
                  <a:pt x="17443" y="6774"/>
                  <a:pt x="14134" y="8942"/>
                  <a:pt x="11918" y="13278"/>
                </a:cubicBezTo>
                <a:cubicBezTo>
                  <a:pt x="9703" y="17615"/>
                  <a:pt x="8595" y="24133"/>
                  <a:pt x="8595" y="32833"/>
                </a:cubicBezTo>
                <a:cubicBezTo>
                  <a:pt x="8595" y="41506"/>
                  <a:pt x="9703" y="48010"/>
                  <a:pt x="11918" y="52346"/>
                </a:cubicBezTo>
                <a:cubicBezTo>
                  <a:pt x="14134" y="56682"/>
                  <a:pt x="17443" y="58850"/>
                  <a:pt x="21847" y="58850"/>
                </a:cubicBezTo>
                <a:cubicBezTo>
                  <a:pt x="26278" y="58850"/>
                  <a:pt x="29602" y="56682"/>
                  <a:pt x="31817" y="52346"/>
                </a:cubicBezTo>
                <a:cubicBezTo>
                  <a:pt x="34033" y="48010"/>
                  <a:pt x="35141" y="41506"/>
                  <a:pt x="35141" y="32833"/>
                </a:cubicBezTo>
                <a:cubicBezTo>
                  <a:pt x="35141" y="24133"/>
                  <a:pt x="34033" y="17615"/>
                  <a:pt x="31817" y="13278"/>
                </a:cubicBezTo>
                <a:cubicBezTo>
                  <a:pt x="29602" y="8942"/>
                  <a:pt x="26278" y="6774"/>
                  <a:pt x="21847" y="6774"/>
                </a:cubicBezTo>
                <a:moveTo>
                  <a:pt x="21847" y="0"/>
                </a:moveTo>
                <a:cubicBezTo>
                  <a:pt x="28931" y="0"/>
                  <a:pt x="34344" y="2803"/>
                  <a:pt x="38083" y="8409"/>
                </a:cubicBezTo>
                <a:cubicBezTo>
                  <a:pt x="41823" y="14016"/>
                  <a:pt x="43693" y="22157"/>
                  <a:pt x="43693" y="32833"/>
                </a:cubicBezTo>
                <a:cubicBezTo>
                  <a:pt x="43693" y="43482"/>
                  <a:pt x="41823" y="51609"/>
                  <a:pt x="38083" y="57215"/>
                </a:cubicBezTo>
                <a:cubicBezTo>
                  <a:pt x="34344" y="62821"/>
                  <a:pt x="28931" y="65625"/>
                  <a:pt x="21847" y="65625"/>
                </a:cubicBezTo>
                <a:cubicBezTo>
                  <a:pt x="14762" y="65625"/>
                  <a:pt x="9350" y="62821"/>
                  <a:pt x="5610" y="57215"/>
                </a:cubicBezTo>
                <a:cubicBezTo>
                  <a:pt x="1870" y="51609"/>
                  <a:pt x="0" y="43482"/>
                  <a:pt x="0" y="32833"/>
                </a:cubicBezTo>
                <a:cubicBezTo>
                  <a:pt x="0" y="22157"/>
                  <a:pt x="1870" y="14016"/>
                  <a:pt x="5610" y="8409"/>
                </a:cubicBezTo>
                <a:cubicBezTo>
                  <a:pt x="9350" y="2803"/>
                  <a:pt x="14762" y="0"/>
                  <a:pt x="21847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0937E5-CD34-4D9E-988A-9DE3E501D7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46553" y="2732357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93E7AE-B16C-401C-BADA-DF0A78CA7D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46553" y="2732357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4625" name="Text 10">
            <a:extLst xmlns:a="http://schemas.openxmlformats.org/drawingml/2006/main">
              <a:ext uri="{FF2B5EF4-FFF2-40B4-BE49-F238E27FC236}">
                <a16:creationId xmlns:a16="http://schemas.microsoft.com/office/drawing/2014/main" id="{D044451E-C2CD-41AB-B7D0-8BF8677CC1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21242" y="2700292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1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1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8" y="41506"/>
                  <a:pt x="86498" y="32833"/>
                </a:cubicBezTo>
                <a:cubicBezTo>
                  <a:pt x="86498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9" y="65625"/>
                  <a:pt x="60706" y="62821"/>
                  <a:pt x="56967" y="57215"/>
                </a:cubicBezTo>
                <a:cubicBezTo>
                  <a:pt x="53227" y="51609"/>
                  <a:pt x="51357" y="43482"/>
                  <a:pt x="51357" y="32833"/>
                </a:cubicBezTo>
                <a:cubicBezTo>
                  <a:pt x="51357" y="22157"/>
                  <a:pt x="53227" y="14016"/>
                  <a:pt x="56967" y="8409"/>
                </a:cubicBezTo>
                <a:cubicBezTo>
                  <a:pt x="60706" y="2803"/>
                  <a:pt x="66119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26" name="Text −1">
            <a:extLst xmlns:a="http://schemas.openxmlformats.org/drawingml/2006/main">
              <a:ext uri="{FF2B5EF4-FFF2-40B4-BE49-F238E27FC236}">
                <a16:creationId xmlns:a16="http://schemas.microsoft.com/office/drawing/2014/main" id="{7D16711A-2815-4DF3-B182-4B9F730DBD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29311" y="2687176"/>
            <a:ext cx="77441" cy="44278"/>
          </a:xfrm>
          <a:custGeom xmlns:a="http://schemas.openxmlformats.org/drawingml/2006/main">
            <a:pathLst>
              <a:path w="77441" h="44278">
                <a:moveTo>
                  <a:pt x="0" y="22702"/>
                </a:moveTo>
                <a:lnTo>
                  <a:pt x="37995" y="22702"/>
                </a:lnTo>
                <a:lnTo>
                  <a:pt x="37995" y="27740"/>
                </a:lnTo>
                <a:lnTo>
                  <a:pt x="0" y="27740"/>
                </a:lnTo>
                <a:lnTo>
                  <a:pt x="0" y="22702"/>
                </a:lnTo>
                <a:close/>
                <a:moveTo>
                  <a:pt x="51953" y="39239"/>
                </a:moveTo>
                <a:lnTo>
                  <a:pt x="61734" y="39239"/>
                </a:lnTo>
                <a:lnTo>
                  <a:pt x="61734" y="5453"/>
                </a:lnTo>
                <a:lnTo>
                  <a:pt x="51094" y="7587"/>
                </a:lnTo>
                <a:lnTo>
                  <a:pt x="51094" y="2134"/>
                </a:lnTo>
                <a:lnTo>
                  <a:pt x="61674" y="0"/>
                </a:lnTo>
                <a:lnTo>
                  <a:pt x="67661" y="0"/>
                </a:lnTo>
                <a:lnTo>
                  <a:pt x="67661" y="39239"/>
                </a:lnTo>
                <a:lnTo>
                  <a:pt x="77441" y="39239"/>
                </a:lnTo>
                <a:lnTo>
                  <a:pt x="77441" y="44278"/>
                </a:lnTo>
                <a:lnTo>
                  <a:pt x="51953" y="44278"/>
                </a:lnTo>
                <a:lnTo>
                  <a:pt x="51953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A08C45-BF79-49B3-B9E1-89876C4E63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46553" y="2423355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918EE5-CAD6-4C30-9F86-109ED73943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46553" y="2423355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4629" name="Text 10">
            <a:extLst xmlns:a="http://schemas.openxmlformats.org/drawingml/2006/main">
              <a:ext uri="{FF2B5EF4-FFF2-40B4-BE49-F238E27FC236}">
                <a16:creationId xmlns:a16="http://schemas.microsoft.com/office/drawing/2014/main" id="{90A27696-ECDF-450E-8BDC-02D8D9EC5B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71823" y="2392081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30" name="Text 0">
            <a:extLst xmlns:a="http://schemas.openxmlformats.org/drawingml/2006/main">
              <a:ext uri="{FF2B5EF4-FFF2-40B4-BE49-F238E27FC236}">
                <a16:creationId xmlns:a16="http://schemas.microsoft.com/office/drawing/2014/main" id="{728C8020-0269-47B2-A875-F5BCB3EBC5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77461" y="2378194"/>
            <a:ext cx="30585" cy="45937"/>
          </a:xfrm>
          <a:custGeom xmlns:a="http://schemas.openxmlformats.org/drawingml/2006/main">
            <a:pathLst>
              <a:path w="30585" h="45937">
                <a:moveTo>
                  <a:pt x="15293" y="4742"/>
                </a:moveTo>
                <a:cubicBezTo>
                  <a:pt x="12210" y="4742"/>
                  <a:pt x="9894" y="6260"/>
                  <a:pt x="8343" y="9295"/>
                </a:cubicBezTo>
                <a:cubicBezTo>
                  <a:pt x="6792" y="12330"/>
                  <a:pt x="6016" y="16893"/>
                  <a:pt x="6016" y="22983"/>
                </a:cubicBezTo>
                <a:cubicBezTo>
                  <a:pt x="6016" y="29054"/>
                  <a:pt x="6792" y="33607"/>
                  <a:pt x="8343" y="36642"/>
                </a:cubicBezTo>
                <a:cubicBezTo>
                  <a:pt x="9894" y="39678"/>
                  <a:pt x="12210" y="41195"/>
                  <a:pt x="15293" y="41195"/>
                </a:cubicBezTo>
                <a:cubicBezTo>
                  <a:pt x="18395" y="41195"/>
                  <a:pt x="20721" y="39678"/>
                  <a:pt x="22272" y="36642"/>
                </a:cubicBezTo>
                <a:cubicBezTo>
                  <a:pt x="23823" y="33607"/>
                  <a:pt x="24599" y="29054"/>
                  <a:pt x="24599" y="22983"/>
                </a:cubicBezTo>
                <a:cubicBezTo>
                  <a:pt x="24599" y="16893"/>
                  <a:pt x="23823" y="12330"/>
                  <a:pt x="22272" y="9295"/>
                </a:cubicBezTo>
                <a:cubicBezTo>
                  <a:pt x="20721" y="6260"/>
                  <a:pt x="18395" y="4742"/>
                  <a:pt x="15293" y="4742"/>
                </a:cubicBezTo>
                <a:moveTo>
                  <a:pt x="15293" y="0"/>
                </a:moveTo>
                <a:cubicBezTo>
                  <a:pt x="20252" y="0"/>
                  <a:pt x="24040" y="1962"/>
                  <a:pt x="26658" y="5887"/>
                </a:cubicBezTo>
                <a:cubicBezTo>
                  <a:pt x="29276" y="9811"/>
                  <a:pt x="30585" y="15510"/>
                  <a:pt x="30585" y="22983"/>
                </a:cubicBezTo>
                <a:cubicBezTo>
                  <a:pt x="30585" y="30437"/>
                  <a:pt x="29276" y="36126"/>
                  <a:pt x="26658" y="40051"/>
                </a:cubicBezTo>
                <a:cubicBezTo>
                  <a:pt x="24040" y="43975"/>
                  <a:pt x="20252" y="45937"/>
                  <a:pt x="15293" y="45937"/>
                </a:cubicBezTo>
                <a:cubicBezTo>
                  <a:pt x="10333" y="45937"/>
                  <a:pt x="6545" y="43975"/>
                  <a:pt x="3927" y="40051"/>
                </a:cubicBezTo>
                <a:cubicBezTo>
                  <a:pt x="1309" y="36126"/>
                  <a:pt x="0" y="30437"/>
                  <a:pt x="0" y="22983"/>
                </a:cubicBezTo>
                <a:cubicBezTo>
                  <a:pt x="0" y="15510"/>
                  <a:pt x="1309" y="9811"/>
                  <a:pt x="3927" y="5887"/>
                </a:cubicBezTo>
                <a:cubicBezTo>
                  <a:pt x="6545" y="1962"/>
                  <a:pt x="10333" y="0"/>
                  <a:pt x="1529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46FA7B-9D91-4A97-A459-C818A1D2EE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46553" y="2114353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AA8C61-C309-4227-B720-D16AD9A73D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46553" y="2114353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4633" name="Text 10">
            <a:extLst xmlns:a="http://schemas.openxmlformats.org/drawingml/2006/main">
              <a:ext uri="{FF2B5EF4-FFF2-40B4-BE49-F238E27FC236}">
                <a16:creationId xmlns:a16="http://schemas.microsoft.com/office/drawing/2014/main" id="{D2D50DCC-18E1-4100-96E7-139E0BDB04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71823" y="2082289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34" name="Text 1">
            <a:extLst xmlns:a="http://schemas.openxmlformats.org/drawingml/2006/main">
              <a:ext uri="{FF2B5EF4-FFF2-40B4-BE49-F238E27FC236}">
                <a16:creationId xmlns:a16="http://schemas.microsoft.com/office/drawing/2014/main" id="{CE2C2EC8-9C70-445B-9EC3-A5420CDC47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80129" y="2069173"/>
            <a:ext cx="26347" cy="44278"/>
          </a:xfrm>
          <a:custGeom xmlns:a="http://schemas.openxmlformats.org/drawingml/2006/main">
            <a:pathLst>
              <a:path w="26347" h="44278">
                <a:moveTo>
                  <a:pt x="859" y="39239"/>
                </a:moveTo>
                <a:lnTo>
                  <a:pt x="10640" y="39239"/>
                </a:lnTo>
                <a:lnTo>
                  <a:pt x="10640" y="5453"/>
                </a:lnTo>
                <a:lnTo>
                  <a:pt x="0" y="7587"/>
                </a:lnTo>
                <a:lnTo>
                  <a:pt x="0" y="2134"/>
                </a:lnTo>
                <a:lnTo>
                  <a:pt x="10580" y="0"/>
                </a:lnTo>
                <a:lnTo>
                  <a:pt x="16567" y="0"/>
                </a:lnTo>
                <a:lnTo>
                  <a:pt x="16567" y="39239"/>
                </a:lnTo>
                <a:lnTo>
                  <a:pt x="26347" y="39239"/>
                </a:lnTo>
                <a:lnTo>
                  <a:pt x="26347" y="44278"/>
                </a:lnTo>
                <a:lnTo>
                  <a:pt x="859" y="44278"/>
                </a:lnTo>
                <a:lnTo>
                  <a:pt x="859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95E3AC-0FEE-43F9-9F4D-D5422F545E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307225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1C3317-451F-472A-81F5-46A8E07FDF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307225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6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23599B-494D-4E75-BB65-86111E61B3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306882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556F9D-0463-447C-863E-A78DC21672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306882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6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F9EBEF-2372-491E-98A6-4717644DF5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306539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5BA681-FCDC-40CA-BDDB-386DA945CC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306539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6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0EDDA1-F870-42A6-B2DB-FEE2D9DB90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306195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A4A85F-9585-435F-9638-A934120A6C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306195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6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7BF283-DDF0-4864-AD15-E56186E216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305852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ACF2F6-2A7D-4F45-BC7B-1D49E5AFEA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305852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6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EBFCC7-6E5A-4C79-9051-DD0A85BA31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305509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8EC2F7-EC69-49F7-93B9-5504C9A30A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305509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6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F1D33A-1A18-4108-A42F-DE7178133B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305165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3B1D42-0F6E-451E-9814-B96E6FADFE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305165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6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D7930B-159A-49CC-887C-9572C12805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304822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715C8B-6D9B-4C66-A220-856508352A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304822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6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738C41-6C7D-4E3B-BE98-89AE686FEB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304479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1F2C28-8571-4379-97EF-0F82FC9E17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304479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6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B12C47-5EDF-47ED-A48E-95642EDC88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304135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FB969C-5BF3-424C-B7F2-C2F36AFC99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304135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6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B7B57F-0C72-4ACF-8A00-D183774A66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300702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78209F-0D52-49FD-BABA-C4EDD8DD95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300702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6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BDF2FD-F48C-4BB1-A24C-C88FBAC5C3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297269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2DA806-E90B-49F7-A2FE-DD7348EA96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297269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6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F5CC38-B3AF-487E-AB31-1E3DDB1DDD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293835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620AD2-48B3-4C66-BBE8-23BD8948B9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293835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6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5BACDE-2307-4CE9-B15A-7DBFDFABCA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290402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4276D8-E87C-4112-9186-FA002C120C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290402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6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752995-8C84-4B52-B14B-50599E2034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286969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F0B5F5-200D-477F-BA33-BC151056A6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286969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6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6F8538-B998-4D87-A6AD-A0601B7F65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283535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E467E3-94B8-42E4-A829-70FA0C21A5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283535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6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FD57F9-5DCC-4B79-AABB-84D2EF24C4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280102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ADE153-1C71-492C-8E53-8B8D519065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280102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6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8D1BAE-A4F5-4AD2-B67F-F75099FFF7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276669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F4ADDC-40A6-4C5B-9905-3BEF2EAF91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276669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6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1B0FB4-DE8A-467C-913E-B270E71F30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273235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F70B55-852C-426F-A5F3-13133A037F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273235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6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27BB1D-DAD5-46D9-B54E-99BC293134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263933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26FDCD-234A-45EF-8E03-CBDBA48C2B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263933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6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3F864D-9825-42DF-87FE-DE1D886F6C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258492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2D89FB-E2AB-455E-846C-21E366E5EF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258492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6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2D2B3D-1579-4353-BA28-ECA7415B76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254631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24E031-75CD-45A5-A8E6-EEE286D329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254631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6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2D2AF8-4D4E-42D6-B0CD-1420BEC48C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251637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4AAB1E-75A9-4925-BFCD-132A20B59A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251637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6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D3F15F-2395-434C-8347-11CE755FDB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249190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D26A1B-0CEB-4B56-8A46-738732F09D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249190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6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4C7D6E-2F61-4ABF-910C-239550DC0A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247122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3F0539-3C54-424D-82C4-166A02956B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247122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6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01FFCA-5FA8-49F4-B8EC-B41535B2FC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245330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2218AB-E669-4567-B6E9-1422D7F314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245330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6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3B5AFB-B6F8-4473-80DB-28C366872F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243749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200F18-FFC9-4409-8EEA-3DEF5B5B5D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243749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6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D6E14C-6165-4FA2-918F-DDA236DC91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242335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D78937-8600-409B-A59F-F40CEFD948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242335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6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5DF974-764B-4AB9-B1A0-48B63049E6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233033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1E41D3-A20D-4589-AFEF-211BB37452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233033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6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11BB12-F1AA-479F-8E99-2300C2B673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227592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43CDEC-CF5E-459E-BBAE-BD93A073E2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227592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6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5685D6-F209-4D32-8EAB-D9435D56F3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223731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E21E0B-A480-4458-899F-FB047D7E76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223731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6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F6810C-012C-46E0-A41A-B42B12362D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220737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979012-48FA-4410-BD0B-604F9CCA89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220737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6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128150-920C-4688-AA95-90E1EB4A86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218290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B86242-0BA0-4FF9-84AD-1F8811D239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218290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7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2A3EB0-9DA3-4200-9E94-292078E3D3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216221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73F80E-B0E1-437E-A19D-6D72219695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216221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7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5B266F-3B83-4828-822B-FC0666A8B8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214429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4FF45C-4541-441F-A8B9-CDF4ACDD53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214429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7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9C767F-79D3-4FB4-BBBF-00564650AE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212849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4FF565-636E-4B36-82CD-A0E8CB3470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212849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7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DE2215-C5D1-46C8-A044-1A77FCC7CD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211435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C0CF04-2747-45F5-B81C-98AB298E3C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211435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7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F9E1E9-317D-4254-B553-6A8D20F147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202133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DCA9BC-7503-418E-B15C-134B5A7CEB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202133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7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72C727-920D-4EA7-83A0-B3919EE714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196692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BC17AC-713F-465F-B9EF-5E81B3B5A3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196692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7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56DF48-495A-487F-8F31-B512D25601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192831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B3EE86-97EE-4483-90AC-4501066D3A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192831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7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5518A9-069E-4553-BB1C-5F5E4C9D3F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189837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E1FD13-D577-480A-886D-708FD896AA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189837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7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4A988A-6637-4251-A522-98B4F98FD4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187390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117ABD-5C1F-415F-AADC-FFAF92DC7F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3779" y="187390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4719" name="Text C">
            <a:extLst xmlns:a="http://schemas.openxmlformats.org/drawingml/2006/main">
              <a:ext uri="{FF2B5EF4-FFF2-40B4-BE49-F238E27FC236}">
                <a16:creationId xmlns:a16="http://schemas.microsoft.com/office/drawing/2014/main" id="{CCFF60AD-0391-47D6-A4C6-86731BE289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86733" y="2582725"/>
            <a:ext cx="76562" cy="59471"/>
          </a:xfrm>
          <a:custGeom xmlns:a="http://schemas.openxmlformats.org/drawingml/2006/main">
            <a:pathLst>
              <a:path w="76562" h="59471">
                <a:moveTo>
                  <a:pt x="7014" y="0"/>
                </a:moveTo>
                <a:lnTo>
                  <a:pt x="17585" y="0"/>
                </a:lnTo>
                <a:cubicBezTo>
                  <a:pt x="14440" y="3359"/>
                  <a:pt x="12089" y="6940"/>
                  <a:pt x="10533" y="10743"/>
                </a:cubicBezTo>
                <a:cubicBezTo>
                  <a:pt x="8978" y="14547"/>
                  <a:pt x="8200" y="18589"/>
                  <a:pt x="8200" y="22870"/>
                </a:cubicBezTo>
                <a:cubicBezTo>
                  <a:pt x="8200" y="31300"/>
                  <a:pt x="10778" y="37754"/>
                  <a:pt x="15936" y="42233"/>
                </a:cubicBezTo>
                <a:cubicBezTo>
                  <a:pt x="21094" y="46711"/>
                  <a:pt x="28550" y="48950"/>
                  <a:pt x="38306" y="48950"/>
                </a:cubicBezTo>
                <a:cubicBezTo>
                  <a:pt x="48028" y="48950"/>
                  <a:pt x="55468" y="46711"/>
                  <a:pt x="60626" y="42233"/>
                </a:cubicBezTo>
                <a:cubicBezTo>
                  <a:pt x="65784" y="37754"/>
                  <a:pt x="68362" y="31300"/>
                  <a:pt x="68362" y="22870"/>
                </a:cubicBezTo>
                <a:cubicBezTo>
                  <a:pt x="68362" y="18589"/>
                  <a:pt x="67584" y="14547"/>
                  <a:pt x="66029" y="10743"/>
                </a:cubicBezTo>
                <a:cubicBezTo>
                  <a:pt x="64473" y="6940"/>
                  <a:pt x="62122" y="3359"/>
                  <a:pt x="58977" y="0"/>
                </a:cubicBezTo>
                <a:lnTo>
                  <a:pt x="69449" y="0"/>
                </a:lnTo>
                <a:cubicBezTo>
                  <a:pt x="71820" y="3491"/>
                  <a:pt x="73598" y="7187"/>
                  <a:pt x="74784" y="11089"/>
                </a:cubicBezTo>
                <a:cubicBezTo>
                  <a:pt x="75969" y="14991"/>
                  <a:pt x="76562" y="19116"/>
                  <a:pt x="76562" y="23463"/>
                </a:cubicBezTo>
                <a:cubicBezTo>
                  <a:pt x="76562" y="34626"/>
                  <a:pt x="73143" y="43418"/>
                  <a:pt x="66306" y="49839"/>
                </a:cubicBezTo>
                <a:cubicBezTo>
                  <a:pt x="59468" y="56261"/>
                  <a:pt x="50135" y="59471"/>
                  <a:pt x="38306" y="59471"/>
                </a:cubicBezTo>
                <a:cubicBezTo>
                  <a:pt x="26444" y="59471"/>
                  <a:pt x="17094" y="56261"/>
                  <a:pt x="10257" y="49839"/>
                </a:cubicBezTo>
                <a:cubicBezTo>
                  <a:pt x="3419" y="43418"/>
                  <a:pt x="0" y="34626"/>
                  <a:pt x="0" y="23463"/>
                </a:cubicBezTo>
                <a:cubicBezTo>
                  <a:pt x="0" y="19050"/>
                  <a:pt x="585" y="14893"/>
                  <a:pt x="1754" y="10990"/>
                </a:cubicBezTo>
                <a:cubicBezTo>
                  <a:pt x="2923" y="7088"/>
                  <a:pt x="4676" y="3425"/>
                  <a:pt x="7014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20" name="Text O">
            <a:extLst xmlns:a="http://schemas.openxmlformats.org/drawingml/2006/main">
              <a:ext uri="{FF2B5EF4-FFF2-40B4-BE49-F238E27FC236}">
                <a16:creationId xmlns:a16="http://schemas.microsoft.com/office/drawing/2014/main" id="{E1E6D70E-531F-4A29-978B-46D7009831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86733" y="2503323"/>
            <a:ext cx="76562" cy="68264"/>
          </a:xfrm>
          <a:custGeom xmlns:a="http://schemas.openxmlformats.org/drawingml/2006/main">
            <a:pathLst>
              <a:path w="76562" h="68264">
                <a:moveTo>
                  <a:pt x="8101" y="34082"/>
                </a:moveTo>
                <a:cubicBezTo>
                  <a:pt x="8101" y="41327"/>
                  <a:pt x="10804" y="47082"/>
                  <a:pt x="16209" y="51346"/>
                </a:cubicBezTo>
                <a:cubicBezTo>
                  <a:pt x="21614" y="55610"/>
                  <a:pt x="28979" y="57743"/>
                  <a:pt x="38306" y="57743"/>
                </a:cubicBezTo>
                <a:cubicBezTo>
                  <a:pt x="47599" y="57743"/>
                  <a:pt x="54949" y="55610"/>
                  <a:pt x="60354" y="51346"/>
                </a:cubicBezTo>
                <a:cubicBezTo>
                  <a:pt x="65759" y="47082"/>
                  <a:pt x="68461" y="41327"/>
                  <a:pt x="68461" y="34082"/>
                </a:cubicBezTo>
                <a:cubicBezTo>
                  <a:pt x="68461" y="26838"/>
                  <a:pt x="65759" y="21100"/>
                  <a:pt x="60354" y="16868"/>
                </a:cubicBezTo>
                <a:cubicBezTo>
                  <a:pt x="54949" y="12637"/>
                  <a:pt x="47599" y="10521"/>
                  <a:pt x="38306" y="10521"/>
                </a:cubicBezTo>
                <a:cubicBezTo>
                  <a:pt x="28979" y="10521"/>
                  <a:pt x="21614" y="12637"/>
                  <a:pt x="16209" y="16868"/>
                </a:cubicBezTo>
                <a:cubicBezTo>
                  <a:pt x="10804" y="21100"/>
                  <a:pt x="8101" y="26838"/>
                  <a:pt x="8101" y="34082"/>
                </a:cubicBezTo>
                <a:moveTo>
                  <a:pt x="0" y="34082"/>
                </a:moveTo>
                <a:cubicBezTo>
                  <a:pt x="0" y="23742"/>
                  <a:pt x="3468" y="15477"/>
                  <a:pt x="10405" y="9286"/>
                </a:cubicBezTo>
                <a:cubicBezTo>
                  <a:pt x="17341" y="3095"/>
                  <a:pt x="26641" y="0"/>
                  <a:pt x="38306" y="0"/>
                </a:cubicBezTo>
                <a:cubicBezTo>
                  <a:pt x="49937" y="0"/>
                  <a:pt x="59221" y="3095"/>
                  <a:pt x="66158" y="9286"/>
                </a:cubicBezTo>
                <a:cubicBezTo>
                  <a:pt x="73094" y="15477"/>
                  <a:pt x="76562" y="23742"/>
                  <a:pt x="76562" y="34082"/>
                </a:cubicBezTo>
                <a:cubicBezTo>
                  <a:pt x="76562" y="44455"/>
                  <a:pt x="73102" y="52745"/>
                  <a:pt x="66183" y="58953"/>
                </a:cubicBezTo>
                <a:cubicBezTo>
                  <a:pt x="59262" y="65160"/>
                  <a:pt x="49970" y="68264"/>
                  <a:pt x="38306" y="68264"/>
                </a:cubicBezTo>
                <a:cubicBezTo>
                  <a:pt x="26641" y="68264"/>
                  <a:pt x="17341" y="65160"/>
                  <a:pt x="10405" y="58953"/>
                </a:cubicBezTo>
                <a:cubicBezTo>
                  <a:pt x="3468" y="52745"/>
                  <a:pt x="0" y="44455"/>
                  <a:pt x="0" y="34082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21" name="Text R">
            <a:extLst xmlns:a="http://schemas.openxmlformats.org/drawingml/2006/main">
              <a:ext uri="{FF2B5EF4-FFF2-40B4-BE49-F238E27FC236}">
                <a16:creationId xmlns:a16="http://schemas.microsoft.com/office/drawing/2014/main" id="{740B0440-6CFA-4D20-8BCC-9BF1ABC7CC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88018" y="2430279"/>
            <a:ext cx="73796" cy="57446"/>
          </a:xfrm>
          <a:custGeom xmlns:a="http://schemas.openxmlformats.org/drawingml/2006/main">
            <a:pathLst>
              <a:path w="73796" h="57446">
                <a:moveTo>
                  <a:pt x="39170" y="22475"/>
                </a:moveTo>
                <a:cubicBezTo>
                  <a:pt x="39896" y="20334"/>
                  <a:pt x="41445" y="18251"/>
                  <a:pt x="43819" y="16226"/>
                </a:cubicBezTo>
                <a:cubicBezTo>
                  <a:pt x="46192" y="14201"/>
                  <a:pt x="49456" y="12168"/>
                  <a:pt x="53610" y="10126"/>
                </a:cubicBezTo>
                <a:lnTo>
                  <a:pt x="73796" y="0"/>
                </a:lnTo>
                <a:lnTo>
                  <a:pt x="73796" y="10719"/>
                </a:lnTo>
                <a:lnTo>
                  <a:pt x="54848" y="20153"/>
                </a:lnTo>
                <a:cubicBezTo>
                  <a:pt x="49901" y="22590"/>
                  <a:pt x="46619" y="24953"/>
                  <a:pt x="45003" y="27241"/>
                </a:cubicBezTo>
                <a:cubicBezTo>
                  <a:pt x="43387" y="29530"/>
                  <a:pt x="42578" y="32650"/>
                  <a:pt x="42578" y="36602"/>
                </a:cubicBezTo>
                <a:lnTo>
                  <a:pt x="42578" y="47468"/>
                </a:lnTo>
                <a:lnTo>
                  <a:pt x="73796" y="47468"/>
                </a:lnTo>
                <a:lnTo>
                  <a:pt x="73796" y="57446"/>
                </a:lnTo>
                <a:lnTo>
                  <a:pt x="0" y="57446"/>
                </a:lnTo>
                <a:lnTo>
                  <a:pt x="0" y="34922"/>
                </a:lnTo>
                <a:cubicBezTo>
                  <a:pt x="0" y="26492"/>
                  <a:pt x="1762" y="20202"/>
                  <a:pt x="5285" y="16053"/>
                </a:cubicBezTo>
                <a:cubicBezTo>
                  <a:pt x="8809" y="11904"/>
                  <a:pt x="14127" y="9830"/>
                  <a:pt x="21240" y="9830"/>
                </a:cubicBezTo>
                <a:cubicBezTo>
                  <a:pt x="25883" y="9830"/>
                  <a:pt x="29736" y="10908"/>
                  <a:pt x="32798" y="13065"/>
                </a:cubicBezTo>
                <a:cubicBezTo>
                  <a:pt x="35861" y="15222"/>
                  <a:pt x="37985" y="18358"/>
                  <a:pt x="39170" y="22475"/>
                </a:cubicBezTo>
                <a:moveTo>
                  <a:pt x="8200" y="47468"/>
                </a:moveTo>
                <a:lnTo>
                  <a:pt x="34379" y="47468"/>
                </a:lnTo>
                <a:lnTo>
                  <a:pt x="34379" y="34922"/>
                </a:lnTo>
                <a:cubicBezTo>
                  <a:pt x="34379" y="30114"/>
                  <a:pt x="33267" y="26484"/>
                  <a:pt x="31045" y="24031"/>
                </a:cubicBezTo>
                <a:cubicBezTo>
                  <a:pt x="28822" y="21577"/>
                  <a:pt x="25554" y="20351"/>
                  <a:pt x="21240" y="20351"/>
                </a:cubicBezTo>
                <a:cubicBezTo>
                  <a:pt x="16926" y="20351"/>
                  <a:pt x="13674" y="21577"/>
                  <a:pt x="11484" y="24031"/>
                </a:cubicBezTo>
                <a:cubicBezTo>
                  <a:pt x="9294" y="26484"/>
                  <a:pt x="8200" y="30114"/>
                  <a:pt x="8200" y="34922"/>
                </a:cubicBezTo>
                <a:lnTo>
                  <a:pt x="8200" y="47468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22" name="Text A">
            <a:extLst xmlns:a="http://schemas.openxmlformats.org/drawingml/2006/main">
              <a:ext uri="{FF2B5EF4-FFF2-40B4-BE49-F238E27FC236}">
                <a16:creationId xmlns:a16="http://schemas.microsoft.com/office/drawing/2014/main" id="{E1D69C5C-F967-486A-9E5B-C02AD36CD2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88018" y="2358985"/>
            <a:ext cx="73796" cy="67572"/>
          </a:xfrm>
          <a:custGeom xmlns:a="http://schemas.openxmlformats.org/drawingml/2006/main">
            <a:pathLst>
              <a:path w="73796" h="67572">
                <a:moveTo>
                  <a:pt x="9830" y="33786"/>
                </a:moveTo>
                <a:lnTo>
                  <a:pt x="46530" y="47320"/>
                </a:lnTo>
                <a:lnTo>
                  <a:pt x="46530" y="20202"/>
                </a:lnTo>
                <a:lnTo>
                  <a:pt x="9830" y="33786"/>
                </a:lnTo>
                <a:moveTo>
                  <a:pt x="0" y="39417"/>
                </a:moveTo>
                <a:lnTo>
                  <a:pt x="0" y="28106"/>
                </a:lnTo>
                <a:lnTo>
                  <a:pt x="73796" y="0"/>
                </a:lnTo>
                <a:lnTo>
                  <a:pt x="73796" y="10373"/>
                </a:lnTo>
                <a:lnTo>
                  <a:pt x="54828" y="17091"/>
                </a:lnTo>
                <a:lnTo>
                  <a:pt x="54828" y="50333"/>
                </a:lnTo>
                <a:lnTo>
                  <a:pt x="73796" y="57051"/>
                </a:lnTo>
                <a:lnTo>
                  <a:pt x="73796" y="67572"/>
                </a:lnTo>
                <a:lnTo>
                  <a:pt x="0" y="39417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23" name="Text L">
            <a:extLst xmlns:a="http://schemas.openxmlformats.org/drawingml/2006/main">
              <a:ext uri="{FF2B5EF4-FFF2-40B4-BE49-F238E27FC236}">
                <a16:creationId xmlns:a16="http://schemas.microsoft.com/office/drawing/2014/main" id="{C6D016C9-2534-4EF1-8B2C-8EB0774DEC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88018" y="2302337"/>
            <a:ext cx="73796" cy="45888"/>
          </a:xfrm>
          <a:custGeom xmlns:a="http://schemas.openxmlformats.org/drawingml/2006/main">
            <a:pathLst>
              <a:path w="73796" h="45888">
                <a:moveTo>
                  <a:pt x="0" y="45888"/>
                </a:moveTo>
                <a:lnTo>
                  <a:pt x="0" y="35910"/>
                </a:lnTo>
                <a:lnTo>
                  <a:pt x="65399" y="35910"/>
                </a:lnTo>
                <a:lnTo>
                  <a:pt x="65399" y="0"/>
                </a:lnTo>
                <a:lnTo>
                  <a:pt x="73796" y="0"/>
                </a:lnTo>
                <a:lnTo>
                  <a:pt x="73796" y="45888"/>
                </a:lnTo>
                <a:lnTo>
                  <a:pt x="0" y="45888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EB8956-1DF8-44D2-934F-4FC5DB257D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68231" y="1873903"/>
            <a:ext cx="1612790" cy="1201788"/>
          </a:xfrm>
          <a:custGeom xmlns:a="http://schemas.openxmlformats.org/drawingml/2006/main">
            <a:pathLst>
              <a:path w="1612790" h="1201788" fill="none">
                <a:moveTo>
                  <a:pt x="0" y="1201788"/>
                </a:moveTo>
                <a:lnTo>
                  <a:pt x="1612790" y="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sq">
            <a:solidFill>
              <a:srgbClr val="000000"/>
            </a:solidFill>
            <a:round/>
          </a:ln>
        </p:spPr>
      </p:sp>
      <p:sp>
        <p:nvSpPr>
          <p:cNvPr id="47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8BE83C-58FF-4D62-9D00-9D50DC08E9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68231" y="1873903"/>
            <a:ext cx="10" cy="1201788"/>
          </a:xfrm>
          <a:custGeom xmlns:a="http://schemas.openxmlformats.org/drawingml/2006/main">
            <a:pathLst>
              <a:path w="1" h="1201788" fill="none">
                <a:moveTo>
                  <a:pt x="0" y="1201788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47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967DBB-B8E5-42CB-A27C-00E12CA779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81021" y="1873903"/>
            <a:ext cx="10" cy="1201788"/>
          </a:xfrm>
          <a:custGeom xmlns:a="http://schemas.openxmlformats.org/drawingml/2006/main">
            <a:pathLst>
              <a:path w="1" h="1201788" fill="none">
                <a:moveTo>
                  <a:pt x="0" y="1201788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47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503C94-A8FD-4E40-96DE-8A8C66587E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68231" y="3075692"/>
            <a:ext cx="1612790" cy="10"/>
          </a:xfrm>
          <a:custGeom xmlns:a="http://schemas.openxmlformats.org/drawingml/2006/main">
            <a:pathLst>
              <a:path w="1612790" h="1" fill="none">
                <a:moveTo>
                  <a:pt x="0" y="0"/>
                </a:moveTo>
                <a:lnTo>
                  <a:pt x="161279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47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4B005B-383D-4EF1-87E0-ED4F436ACA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68231" y="1873903"/>
            <a:ext cx="1612790" cy="10"/>
          </a:xfrm>
          <a:custGeom xmlns:a="http://schemas.openxmlformats.org/drawingml/2006/main">
            <a:pathLst>
              <a:path w="1612790" h="1" fill="none">
                <a:moveTo>
                  <a:pt x="0" y="0"/>
                </a:moveTo>
                <a:lnTo>
                  <a:pt x="161279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4729" name="Text 64">
            <a:extLst xmlns:a="http://schemas.openxmlformats.org/drawingml/2006/main">
              <a:ext uri="{FF2B5EF4-FFF2-40B4-BE49-F238E27FC236}">
                <a16:creationId xmlns:a16="http://schemas.microsoft.com/office/drawing/2014/main" id="{B6C63BA4-963D-470C-9274-E6FF59BEEF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90516" y="2253571"/>
            <a:ext cx="248477" cy="164061"/>
          </a:xfrm>
          <a:custGeom xmlns:a="http://schemas.openxmlformats.org/drawingml/2006/main">
            <a:pathLst>
              <a:path w="248477" h="164061">
                <a:moveTo>
                  <a:pt x="56416" y="73457"/>
                </a:moveTo>
                <a:cubicBezTo>
                  <a:pt x="46819" y="73457"/>
                  <a:pt x="39216" y="76738"/>
                  <a:pt x="33606" y="83301"/>
                </a:cubicBezTo>
                <a:cubicBezTo>
                  <a:pt x="27996" y="89863"/>
                  <a:pt x="25191" y="98860"/>
                  <a:pt x="25191" y="110292"/>
                </a:cubicBezTo>
                <a:cubicBezTo>
                  <a:pt x="25191" y="121652"/>
                  <a:pt x="27996" y="130632"/>
                  <a:pt x="33606" y="137229"/>
                </a:cubicBezTo>
                <a:cubicBezTo>
                  <a:pt x="39216" y="143827"/>
                  <a:pt x="46819" y="147126"/>
                  <a:pt x="56416" y="147126"/>
                </a:cubicBezTo>
                <a:cubicBezTo>
                  <a:pt x="66013" y="147126"/>
                  <a:pt x="73616" y="143827"/>
                  <a:pt x="79226" y="137229"/>
                </a:cubicBezTo>
                <a:cubicBezTo>
                  <a:pt x="84836" y="130632"/>
                  <a:pt x="87641" y="121652"/>
                  <a:pt x="87641" y="110292"/>
                </a:cubicBezTo>
                <a:cubicBezTo>
                  <a:pt x="87641" y="98860"/>
                  <a:pt x="84836" y="89863"/>
                  <a:pt x="79226" y="83301"/>
                </a:cubicBezTo>
                <a:cubicBezTo>
                  <a:pt x="73616" y="76738"/>
                  <a:pt x="66013" y="73457"/>
                  <a:pt x="56416" y="73457"/>
                </a:cubicBezTo>
                <a:moveTo>
                  <a:pt x="98860" y="6351"/>
                </a:moveTo>
                <a:lnTo>
                  <a:pt x="98860" y="25826"/>
                </a:lnTo>
                <a:cubicBezTo>
                  <a:pt x="93497" y="23286"/>
                  <a:pt x="88082" y="21346"/>
                  <a:pt x="82613" y="20005"/>
                </a:cubicBezTo>
                <a:cubicBezTo>
                  <a:pt x="77144" y="18664"/>
                  <a:pt x="71728" y="17994"/>
                  <a:pt x="66366" y="17994"/>
                </a:cubicBezTo>
                <a:cubicBezTo>
                  <a:pt x="52253" y="17994"/>
                  <a:pt x="41474" y="22766"/>
                  <a:pt x="34030" y="32310"/>
                </a:cubicBezTo>
                <a:cubicBezTo>
                  <a:pt x="26585" y="41853"/>
                  <a:pt x="22334" y="56275"/>
                  <a:pt x="21275" y="75574"/>
                </a:cubicBezTo>
                <a:cubicBezTo>
                  <a:pt x="25438" y="69435"/>
                  <a:pt x="30660" y="64725"/>
                  <a:pt x="36940" y="61444"/>
                </a:cubicBezTo>
                <a:cubicBezTo>
                  <a:pt x="43220" y="58162"/>
                  <a:pt x="50136" y="56522"/>
                  <a:pt x="57686" y="56522"/>
                </a:cubicBezTo>
                <a:cubicBezTo>
                  <a:pt x="73563" y="56522"/>
                  <a:pt x="86106" y="61338"/>
                  <a:pt x="95314" y="70970"/>
                </a:cubicBezTo>
                <a:cubicBezTo>
                  <a:pt x="104523" y="80602"/>
                  <a:pt x="109127" y="93709"/>
                  <a:pt x="109127" y="110292"/>
                </a:cubicBezTo>
                <a:cubicBezTo>
                  <a:pt x="109127" y="126521"/>
                  <a:pt x="104329" y="139540"/>
                  <a:pt x="94732" y="149349"/>
                </a:cubicBezTo>
                <a:cubicBezTo>
                  <a:pt x="85136" y="159157"/>
                  <a:pt x="72363" y="164061"/>
                  <a:pt x="56416" y="164061"/>
                </a:cubicBezTo>
                <a:cubicBezTo>
                  <a:pt x="38140" y="164061"/>
                  <a:pt x="24168" y="157054"/>
                  <a:pt x="14501" y="143038"/>
                </a:cubicBezTo>
                <a:cubicBezTo>
                  <a:pt x="4834" y="129022"/>
                  <a:pt x="0" y="108704"/>
                  <a:pt x="0" y="82084"/>
                </a:cubicBezTo>
                <a:cubicBezTo>
                  <a:pt x="0" y="57089"/>
                  <a:pt x="5927" y="37160"/>
                  <a:pt x="17782" y="22297"/>
                </a:cubicBezTo>
                <a:cubicBezTo>
                  <a:pt x="29637" y="7432"/>
                  <a:pt x="45549" y="0"/>
                  <a:pt x="65519" y="0"/>
                </a:cubicBezTo>
                <a:cubicBezTo>
                  <a:pt x="70882" y="0"/>
                  <a:pt x="76297" y="529"/>
                  <a:pt x="81766" y="1588"/>
                </a:cubicBezTo>
                <a:cubicBezTo>
                  <a:pt x="87235" y="2646"/>
                  <a:pt x="92933" y="4234"/>
                  <a:pt x="98860" y="6351"/>
                </a:cubicBezTo>
                <a:close/>
                <a:moveTo>
                  <a:pt x="204657" y="21401"/>
                </a:moveTo>
                <a:lnTo>
                  <a:pt x="150675" y="105846"/>
                </a:lnTo>
                <a:lnTo>
                  <a:pt x="204657" y="105846"/>
                </a:lnTo>
                <a:lnTo>
                  <a:pt x="204657" y="21401"/>
                </a:lnTo>
                <a:moveTo>
                  <a:pt x="199047" y="2752"/>
                </a:moveTo>
                <a:lnTo>
                  <a:pt x="225932" y="2752"/>
                </a:lnTo>
                <a:lnTo>
                  <a:pt x="225932" y="105846"/>
                </a:lnTo>
                <a:lnTo>
                  <a:pt x="248477" y="105846"/>
                </a:lnTo>
                <a:lnTo>
                  <a:pt x="248477" y="123628"/>
                </a:lnTo>
                <a:lnTo>
                  <a:pt x="225932" y="123628"/>
                </a:lnTo>
                <a:lnTo>
                  <a:pt x="225932" y="160886"/>
                </a:lnTo>
                <a:lnTo>
                  <a:pt x="204657" y="160886"/>
                </a:lnTo>
                <a:lnTo>
                  <a:pt x="204657" y="123628"/>
                </a:lnTo>
                <a:lnTo>
                  <a:pt x="133316" y="123628"/>
                </a:lnTo>
                <a:lnTo>
                  <a:pt x="133316" y="102972"/>
                </a:lnTo>
                <a:lnTo>
                  <a:pt x="199047" y="2752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30" name="Text 3">
            <a:extLst xmlns:a="http://schemas.openxmlformats.org/drawingml/2006/main">
              <a:ext uri="{FF2B5EF4-FFF2-40B4-BE49-F238E27FC236}">
                <a16:creationId xmlns:a16="http://schemas.microsoft.com/office/drawing/2014/main" id="{CA1653BD-638F-4189-8C1D-3724FA7D57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83433" y="2493929"/>
            <a:ext cx="104047" cy="164061"/>
          </a:xfrm>
          <a:custGeom xmlns:a="http://schemas.openxmlformats.org/drawingml/2006/main">
            <a:pathLst>
              <a:path w="104047" h="164061">
                <a:moveTo>
                  <a:pt x="71446" y="75574"/>
                </a:moveTo>
                <a:cubicBezTo>
                  <a:pt x="81678" y="77766"/>
                  <a:pt x="89669" y="82328"/>
                  <a:pt x="95420" y="89261"/>
                </a:cubicBezTo>
                <a:cubicBezTo>
                  <a:pt x="101171" y="96192"/>
                  <a:pt x="104047" y="104750"/>
                  <a:pt x="104047" y="114936"/>
                </a:cubicBezTo>
                <a:cubicBezTo>
                  <a:pt x="104047" y="130568"/>
                  <a:pt x="98684" y="142664"/>
                  <a:pt x="87958" y="151224"/>
                </a:cubicBezTo>
                <a:cubicBezTo>
                  <a:pt x="77232" y="159782"/>
                  <a:pt x="61991" y="164061"/>
                  <a:pt x="42233" y="164061"/>
                </a:cubicBezTo>
                <a:cubicBezTo>
                  <a:pt x="35600" y="164061"/>
                  <a:pt x="28772" y="163409"/>
                  <a:pt x="21751" y="162103"/>
                </a:cubicBezTo>
                <a:cubicBezTo>
                  <a:pt x="14730" y="160798"/>
                  <a:pt x="7480" y="158840"/>
                  <a:pt x="0" y="156229"/>
                </a:cubicBezTo>
                <a:lnTo>
                  <a:pt x="0" y="135483"/>
                </a:lnTo>
                <a:cubicBezTo>
                  <a:pt x="5927" y="138976"/>
                  <a:pt x="12419" y="141613"/>
                  <a:pt x="19476" y="143395"/>
                </a:cubicBezTo>
                <a:cubicBezTo>
                  <a:pt x="26532" y="145177"/>
                  <a:pt x="33906" y="146068"/>
                  <a:pt x="41598" y="146068"/>
                </a:cubicBezTo>
                <a:cubicBezTo>
                  <a:pt x="55005" y="146068"/>
                  <a:pt x="65219" y="143413"/>
                  <a:pt x="72240" y="138103"/>
                </a:cubicBezTo>
                <a:cubicBezTo>
                  <a:pt x="79261" y="132791"/>
                  <a:pt x="82772" y="125071"/>
                  <a:pt x="82772" y="114946"/>
                </a:cubicBezTo>
                <a:cubicBezTo>
                  <a:pt x="82772" y="105600"/>
                  <a:pt x="79508" y="98290"/>
                  <a:pt x="72981" y="93016"/>
                </a:cubicBezTo>
                <a:cubicBezTo>
                  <a:pt x="66454" y="87739"/>
                  <a:pt x="57369" y="85100"/>
                  <a:pt x="45726" y="85100"/>
                </a:cubicBezTo>
                <a:lnTo>
                  <a:pt x="27308" y="85100"/>
                </a:lnTo>
                <a:lnTo>
                  <a:pt x="27308" y="67530"/>
                </a:lnTo>
                <a:lnTo>
                  <a:pt x="46572" y="67530"/>
                </a:lnTo>
                <a:cubicBezTo>
                  <a:pt x="57086" y="67530"/>
                  <a:pt x="65131" y="65435"/>
                  <a:pt x="70705" y="61245"/>
                </a:cubicBezTo>
                <a:cubicBezTo>
                  <a:pt x="76280" y="57055"/>
                  <a:pt x="79067" y="51018"/>
                  <a:pt x="79067" y="43132"/>
                </a:cubicBezTo>
                <a:cubicBezTo>
                  <a:pt x="79067" y="35035"/>
                  <a:pt x="76192" y="28821"/>
                  <a:pt x="70441" y="24490"/>
                </a:cubicBezTo>
                <a:cubicBezTo>
                  <a:pt x="64690" y="20159"/>
                  <a:pt x="56451" y="17994"/>
                  <a:pt x="45726" y="17994"/>
                </a:cubicBezTo>
                <a:cubicBezTo>
                  <a:pt x="39869" y="17994"/>
                  <a:pt x="33588" y="18629"/>
                  <a:pt x="26885" y="19899"/>
                </a:cubicBezTo>
                <a:cubicBezTo>
                  <a:pt x="20181" y="21169"/>
                  <a:pt x="12807" y="23145"/>
                  <a:pt x="4763" y="25826"/>
                </a:cubicBezTo>
                <a:lnTo>
                  <a:pt x="4763" y="6774"/>
                </a:lnTo>
                <a:cubicBezTo>
                  <a:pt x="12878" y="4516"/>
                  <a:pt x="20481" y="2823"/>
                  <a:pt x="27573" y="1694"/>
                </a:cubicBezTo>
                <a:cubicBezTo>
                  <a:pt x="34665" y="565"/>
                  <a:pt x="41351" y="0"/>
                  <a:pt x="47631" y="0"/>
                </a:cubicBezTo>
                <a:cubicBezTo>
                  <a:pt x="63860" y="0"/>
                  <a:pt x="76703" y="3683"/>
                  <a:pt x="86159" y="11048"/>
                </a:cubicBezTo>
                <a:cubicBezTo>
                  <a:pt x="95614" y="18411"/>
                  <a:pt x="100342" y="28363"/>
                  <a:pt x="100342" y="40906"/>
                </a:cubicBezTo>
                <a:cubicBezTo>
                  <a:pt x="100342" y="49643"/>
                  <a:pt x="97837" y="57023"/>
                  <a:pt x="92827" y="63048"/>
                </a:cubicBezTo>
                <a:cubicBezTo>
                  <a:pt x="87817" y="69072"/>
                  <a:pt x="80690" y="73248"/>
                  <a:pt x="71446" y="75574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31" name="Text 8.16Xspeedup">
            <a:extLst xmlns:a="http://schemas.openxmlformats.org/drawingml/2006/main">
              <a:ext uri="{FF2B5EF4-FFF2-40B4-BE49-F238E27FC236}">
                <a16:creationId xmlns:a16="http://schemas.microsoft.com/office/drawing/2014/main" id="{D3D985F3-A5D4-466B-9D1D-27CE4BDB21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47628" y="1742711"/>
            <a:ext cx="855091" cy="111886"/>
          </a:xfrm>
          <a:custGeom xmlns:a="http://schemas.openxmlformats.org/drawingml/2006/main">
            <a:pathLst>
              <a:path w="855091" h="111886">
                <a:moveTo>
                  <a:pt x="28903" y="47871"/>
                </a:moveTo>
                <a:cubicBezTo>
                  <a:pt x="23484" y="47871"/>
                  <a:pt x="19222" y="49320"/>
                  <a:pt x="16117" y="52217"/>
                </a:cubicBezTo>
                <a:cubicBezTo>
                  <a:pt x="13012" y="55115"/>
                  <a:pt x="11460" y="59104"/>
                  <a:pt x="11460" y="64185"/>
                </a:cubicBezTo>
                <a:cubicBezTo>
                  <a:pt x="11460" y="69266"/>
                  <a:pt x="13012" y="73255"/>
                  <a:pt x="16117" y="76153"/>
                </a:cubicBezTo>
                <a:cubicBezTo>
                  <a:pt x="19222" y="79051"/>
                  <a:pt x="23484" y="80499"/>
                  <a:pt x="28903" y="80499"/>
                </a:cubicBezTo>
                <a:cubicBezTo>
                  <a:pt x="34322" y="80499"/>
                  <a:pt x="38594" y="79041"/>
                  <a:pt x="41717" y="76125"/>
                </a:cubicBezTo>
                <a:cubicBezTo>
                  <a:pt x="44841" y="73208"/>
                  <a:pt x="46403" y="69228"/>
                  <a:pt x="46403" y="64185"/>
                </a:cubicBezTo>
                <a:cubicBezTo>
                  <a:pt x="46403" y="59104"/>
                  <a:pt x="44851" y="55115"/>
                  <a:pt x="41746" y="52217"/>
                </a:cubicBezTo>
                <a:cubicBezTo>
                  <a:pt x="38641" y="49320"/>
                  <a:pt x="34360" y="47871"/>
                  <a:pt x="28903" y="47871"/>
                </a:cubicBezTo>
                <a:moveTo>
                  <a:pt x="17500" y="42986"/>
                </a:moveTo>
                <a:cubicBezTo>
                  <a:pt x="12607" y="41780"/>
                  <a:pt x="8797" y="39502"/>
                  <a:pt x="6069" y="36152"/>
                </a:cubicBezTo>
                <a:cubicBezTo>
                  <a:pt x="3340" y="32800"/>
                  <a:pt x="1976" y="28714"/>
                  <a:pt x="1976" y="23893"/>
                </a:cubicBezTo>
                <a:cubicBezTo>
                  <a:pt x="1976" y="17152"/>
                  <a:pt x="4375" y="11823"/>
                  <a:pt x="9173" y="7907"/>
                </a:cubicBezTo>
                <a:cubicBezTo>
                  <a:pt x="13972" y="3990"/>
                  <a:pt x="20548" y="2032"/>
                  <a:pt x="28903" y="2032"/>
                </a:cubicBezTo>
                <a:cubicBezTo>
                  <a:pt x="37295" y="2032"/>
                  <a:pt x="43881" y="3990"/>
                  <a:pt x="48661" y="7907"/>
                </a:cubicBezTo>
                <a:cubicBezTo>
                  <a:pt x="53441" y="11823"/>
                  <a:pt x="55830" y="17152"/>
                  <a:pt x="55830" y="23893"/>
                </a:cubicBezTo>
                <a:cubicBezTo>
                  <a:pt x="55830" y="28714"/>
                  <a:pt x="54466" y="32800"/>
                  <a:pt x="51738" y="36152"/>
                </a:cubicBezTo>
                <a:cubicBezTo>
                  <a:pt x="49009" y="39502"/>
                  <a:pt x="45217" y="41780"/>
                  <a:pt x="40363" y="42986"/>
                </a:cubicBezTo>
                <a:cubicBezTo>
                  <a:pt x="45857" y="44267"/>
                  <a:pt x="50138" y="46771"/>
                  <a:pt x="53205" y="50499"/>
                </a:cubicBezTo>
                <a:cubicBezTo>
                  <a:pt x="56272" y="54227"/>
                  <a:pt x="57806" y="58784"/>
                  <a:pt x="57806" y="64169"/>
                </a:cubicBezTo>
                <a:cubicBezTo>
                  <a:pt x="57806" y="72341"/>
                  <a:pt x="55313" y="78611"/>
                  <a:pt x="50326" y="82980"/>
                </a:cubicBezTo>
                <a:cubicBezTo>
                  <a:pt x="45340" y="87348"/>
                  <a:pt x="38199" y="89532"/>
                  <a:pt x="28903" y="89532"/>
                </a:cubicBezTo>
                <a:cubicBezTo>
                  <a:pt x="19607" y="89532"/>
                  <a:pt x="12466" y="87348"/>
                  <a:pt x="7480" y="82980"/>
                </a:cubicBezTo>
                <a:cubicBezTo>
                  <a:pt x="2493" y="78611"/>
                  <a:pt x="0" y="72341"/>
                  <a:pt x="0" y="64169"/>
                </a:cubicBezTo>
                <a:cubicBezTo>
                  <a:pt x="0" y="58784"/>
                  <a:pt x="1543" y="54227"/>
                  <a:pt x="4629" y="50499"/>
                </a:cubicBezTo>
                <a:cubicBezTo>
                  <a:pt x="7715" y="46771"/>
                  <a:pt x="12005" y="44267"/>
                  <a:pt x="17500" y="42986"/>
                </a:cubicBezTo>
                <a:moveTo>
                  <a:pt x="13322" y="24951"/>
                </a:moveTo>
                <a:cubicBezTo>
                  <a:pt x="13322" y="29317"/>
                  <a:pt x="14687" y="32723"/>
                  <a:pt x="17415" y="35169"/>
                </a:cubicBezTo>
                <a:cubicBezTo>
                  <a:pt x="20144" y="37615"/>
                  <a:pt x="23973" y="38838"/>
                  <a:pt x="28903" y="38838"/>
                </a:cubicBezTo>
                <a:cubicBezTo>
                  <a:pt x="33795" y="38838"/>
                  <a:pt x="37625" y="37615"/>
                  <a:pt x="40391" y="35169"/>
                </a:cubicBezTo>
                <a:cubicBezTo>
                  <a:pt x="43157" y="32723"/>
                  <a:pt x="44540" y="29317"/>
                  <a:pt x="44540" y="24951"/>
                </a:cubicBezTo>
                <a:cubicBezTo>
                  <a:pt x="44540" y="20586"/>
                  <a:pt x="43157" y="17180"/>
                  <a:pt x="40391" y="14734"/>
                </a:cubicBezTo>
                <a:cubicBezTo>
                  <a:pt x="37625" y="12288"/>
                  <a:pt x="33795" y="11064"/>
                  <a:pt x="28903" y="11064"/>
                </a:cubicBezTo>
                <a:cubicBezTo>
                  <a:pt x="23973" y="11064"/>
                  <a:pt x="20144" y="12288"/>
                  <a:pt x="17415" y="14734"/>
                </a:cubicBezTo>
                <a:cubicBezTo>
                  <a:pt x="14687" y="17180"/>
                  <a:pt x="13322" y="20586"/>
                  <a:pt x="13322" y="24951"/>
                </a:cubicBezTo>
                <a:close/>
                <a:moveTo>
                  <a:pt x="78046" y="73500"/>
                </a:moveTo>
                <a:lnTo>
                  <a:pt x="89957" y="73500"/>
                </a:lnTo>
                <a:lnTo>
                  <a:pt x="89957" y="87838"/>
                </a:lnTo>
                <a:lnTo>
                  <a:pt x="78046" y="87838"/>
                </a:lnTo>
                <a:lnTo>
                  <a:pt x="78046" y="73500"/>
                </a:lnTo>
                <a:close/>
                <a:moveTo>
                  <a:pt x="116786" y="78241"/>
                </a:moveTo>
                <a:lnTo>
                  <a:pt x="135415" y="78241"/>
                </a:lnTo>
                <a:lnTo>
                  <a:pt x="135415" y="13887"/>
                </a:lnTo>
                <a:lnTo>
                  <a:pt x="115149" y="17951"/>
                </a:lnTo>
                <a:lnTo>
                  <a:pt x="115149" y="7564"/>
                </a:lnTo>
                <a:lnTo>
                  <a:pt x="135302" y="3500"/>
                </a:lnTo>
                <a:lnTo>
                  <a:pt x="146705" y="3500"/>
                </a:lnTo>
                <a:lnTo>
                  <a:pt x="146705" y="78241"/>
                </a:lnTo>
                <a:lnTo>
                  <a:pt x="165334" y="78241"/>
                </a:lnTo>
                <a:lnTo>
                  <a:pt x="165334" y="87838"/>
                </a:lnTo>
                <a:lnTo>
                  <a:pt x="116786" y="87838"/>
                </a:lnTo>
                <a:lnTo>
                  <a:pt x="116786" y="78241"/>
                </a:lnTo>
                <a:close/>
                <a:moveTo>
                  <a:pt x="214138" y="41209"/>
                </a:moveTo>
                <a:cubicBezTo>
                  <a:pt x="209020" y="41209"/>
                  <a:pt x="204965" y="42959"/>
                  <a:pt x="201973" y="46459"/>
                </a:cubicBezTo>
                <a:cubicBezTo>
                  <a:pt x="198981" y="49959"/>
                  <a:pt x="197485" y="54758"/>
                  <a:pt x="197485" y="60854"/>
                </a:cubicBezTo>
                <a:cubicBezTo>
                  <a:pt x="197485" y="66914"/>
                  <a:pt x="198981" y="71702"/>
                  <a:pt x="201973" y="75221"/>
                </a:cubicBezTo>
                <a:cubicBezTo>
                  <a:pt x="204965" y="78740"/>
                  <a:pt x="209020" y="80499"/>
                  <a:pt x="214138" y="80499"/>
                </a:cubicBezTo>
                <a:cubicBezTo>
                  <a:pt x="219256" y="80499"/>
                  <a:pt x="223311" y="78740"/>
                  <a:pt x="226303" y="75221"/>
                </a:cubicBezTo>
                <a:cubicBezTo>
                  <a:pt x="229295" y="71702"/>
                  <a:pt x="230791" y="66914"/>
                  <a:pt x="230791" y="60854"/>
                </a:cubicBezTo>
                <a:cubicBezTo>
                  <a:pt x="230791" y="54758"/>
                  <a:pt x="229295" y="49959"/>
                  <a:pt x="226303" y="46459"/>
                </a:cubicBezTo>
                <a:cubicBezTo>
                  <a:pt x="223311" y="42959"/>
                  <a:pt x="219256" y="41209"/>
                  <a:pt x="214138" y="41209"/>
                </a:cubicBezTo>
                <a:moveTo>
                  <a:pt x="236775" y="5419"/>
                </a:moveTo>
                <a:lnTo>
                  <a:pt x="236775" y="15806"/>
                </a:lnTo>
                <a:cubicBezTo>
                  <a:pt x="233915" y="14452"/>
                  <a:pt x="231026" y="13417"/>
                  <a:pt x="228110" y="12702"/>
                </a:cubicBezTo>
                <a:cubicBezTo>
                  <a:pt x="225193" y="11986"/>
                  <a:pt x="222304" y="11629"/>
                  <a:pt x="219444" y="11629"/>
                </a:cubicBezTo>
                <a:cubicBezTo>
                  <a:pt x="211917" y="11629"/>
                  <a:pt x="206169" y="14174"/>
                  <a:pt x="202198" y="19264"/>
                </a:cubicBezTo>
                <a:cubicBezTo>
                  <a:pt x="198228" y="24354"/>
                  <a:pt x="195961" y="32045"/>
                  <a:pt x="195396" y="42338"/>
                </a:cubicBezTo>
                <a:cubicBezTo>
                  <a:pt x="197616" y="39064"/>
                  <a:pt x="200401" y="36552"/>
                  <a:pt x="203751" y="34802"/>
                </a:cubicBezTo>
                <a:cubicBezTo>
                  <a:pt x="207100" y="33052"/>
                  <a:pt x="210788" y="32177"/>
                  <a:pt x="214815" y="32177"/>
                </a:cubicBezTo>
                <a:cubicBezTo>
                  <a:pt x="223283" y="32177"/>
                  <a:pt x="229972" y="34746"/>
                  <a:pt x="234884" y="39883"/>
                </a:cubicBezTo>
                <a:cubicBezTo>
                  <a:pt x="239795" y="45020"/>
                  <a:pt x="242251" y="52010"/>
                  <a:pt x="242251" y="60854"/>
                </a:cubicBezTo>
                <a:cubicBezTo>
                  <a:pt x="242251" y="69510"/>
                  <a:pt x="239691" y="76454"/>
                  <a:pt x="234573" y="81685"/>
                </a:cubicBezTo>
                <a:cubicBezTo>
                  <a:pt x="229455" y="86916"/>
                  <a:pt x="222643" y="89532"/>
                  <a:pt x="214138" y="89532"/>
                </a:cubicBezTo>
                <a:cubicBezTo>
                  <a:pt x="204391" y="89532"/>
                  <a:pt x="196939" y="85794"/>
                  <a:pt x="191783" y="78319"/>
                </a:cubicBezTo>
                <a:cubicBezTo>
                  <a:pt x="186627" y="70844"/>
                  <a:pt x="184049" y="60008"/>
                  <a:pt x="184049" y="45810"/>
                </a:cubicBezTo>
                <a:cubicBezTo>
                  <a:pt x="184049" y="32479"/>
                  <a:pt x="187211" y="21851"/>
                  <a:pt x="193533" y="13924"/>
                </a:cubicBezTo>
                <a:cubicBezTo>
                  <a:pt x="199856" y="5996"/>
                  <a:pt x="208342" y="2032"/>
                  <a:pt x="218993" y="2032"/>
                </a:cubicBezTo>
                <a:cubicBezTo>
                  <a:pt x="221853" y="2032"/>
                  <a:pt x="224741" y="2314"/>
                  <a:pt x="227658" y="2879"/>
                </a:cubicBezTo>
                <a:cubicBezTo>
                  <a:pt x="230575" y="3444"/>
                  <a:pt x="233614" y="4290"/>
                  <a:pt x="236775" y="5419"/>
                </a:cubicBezTo>
                <a:close/>
                <a:moveTo>
                  <a:pt x="256788" y="3500"/>
                </a:moveTo>
                <a:lnTo>
                  <a:pt x="269038" y="3500"/>
                </a:lnTo>
                <a:lnTo>
                  <a:pt x="289981" y="34830"/>
                </a:lnTo>
                <a:lnTo>
                  <a:pt x="311038" y="3500"/>
                </a:lnTo>
                <a:lnTo>
                  <a:pt x="323288" y="3500"/>
                </a:lnTo>
                <a:lnTo>
                  <a:pt x="296191" y="44002"/>
                </a:lnTo>
                <a:lnTo>
                  <a:pt x="325094" y="87838"/>
                </a:lnTo>
                <a:lnTo>
                  <a:pt x="312844" y="87838"/>
                </a:lnTo>
                <a:lnTo>
                  <a:pt x="289135" y="51992"/>
                </a:lnTo>
                <a:lnTo>
                  <a:pt x="265256" y="87838"/>
                </a:lnTo>
                <a:lnTo>
                  <a:pt x="252949" y="87838"/>
                </a:lnTo>
                <a:lnTo>
                  <a:pt x="283038" y="42817"/>
                </a:lnTo>
                <a:lnTo>
                  <a:pt x="256788" y="3500"/>
                </a:lnTo>
                <a:close/>
                <a:moveTo>
                  <a:pt x="416667" y="26419"/>
                </a:moveTo>
                <a:lnTo>
                  <a:pt x="416667" y="36242"/>
                </a:lnTo>
                <a:cubicBezTo>
                  <a:pt x="413731" y="34736"/>
                  <a:pt x="410683" y="33607"/>
                  <a:pt x="407522" y="32855"/>
                </a:cubicBezTo>
                <a:cubicBezTo>
                  <a:pt x="404360" y="32102"/>
                  <a:pt x="401086" y="31726"/>
                  <a:pt x="397699" y="31726"/>
                </a:cubicBezTo>
                <a:cubicBezTo>
                  <a:pt x="392543" y="31726"/>
                  <a:pt x="388676" y="32518"/>
                  <a:pt x="386098" y="34102"/>
                </a:cubicBezTo>
                <a:cubicBezTo>
                  <a:pt x="383520" y="35686"/>
                  <a:pt x="382231" y="38062"/>
                  <a:pt x="382231" y="41231"/>
                </a:cubicBezTo>
                <a:cubicBezTo>
                  <a:pt x="382231" y="43644"/>
                  <a:pt x="383153" y="45539"/>
                  <a:pt x="384997" y="46916"/>
                </a:cubicBezTo>
                <a:cubicBezTo>
                  <a:pt x="386842" y="48293"/>
                  <a:pt x="390549" y="49604"/>
                  <a:pt x="396118" y="50848"/>
                </a:cubicBezTo>
                <a:lnTo>
                  <a:pt x="399675" y="51642"/>
                </a:lnTo>
                <a:cubicBezTo>
                  <a:pt x="407051" y="53225"/>
                  <a:pt x="412292" y="55459"/>
                  <a:pt x="415396" y="58344"/>
                </a:cubicBezTo>
                <a:cubicBezTo>
                  <a:pt x="418501" y="61228"/>
                  <a:pt x="420054" y="65252"/>
                  <a:pt x="420054" y="70418"/>
                </a:cubicBezTo>
                <a:cubicBezTo>
                  <a:pt x="420054" y="76299"/>
                  <a:pt x="417730" y="80955"/>
                  <a:pt x="413082" y="84386"/>
                </a:cubicBezTo>
                <a:cubicBezTo>
                  <a:pt x="408434" y="87816"/>
                  <a:pt x="402046" y="89532"/>
                  <a:pt x="393917" y="89532"/>
                </a:cubicBezTo>
                <a:cubicBezTo>
                  <a:pt x="390530" y="89532"/>
                  <a:pt x="387002" y="89202"/>
                  <a:pt x="383332" y="88544"/>
                </a:cubicBezTo>
                <a:cubicBezTo>
                  <a:pt x="379663" y="87885"/>
                  <a:pt x="375796" y="86897"/>
                  <a:pt x="371731" y="85580"/>
                </a:cubicBezTo>
                <a:lnTo>
                  <a:pt x="371731" y="74854"/>
                </a:lnTo>
                <a:cubicBezTo>
                  <a:pt x="375570" y="76849"/>
                  <a:pt x="379352" y="78345"/>
                  <a:pt x="383078" y="79342"/>
                </a:cubicBezTo>
                <a:cubicBezTo>
                  <a:pt x="386804" y="80340"/>
                  <a:pt x="390492" y="80838"/>
                  <a:pt x="394143" y="80838"/>
                </a:cubicBezTo>
                <a:cubicBezTo>
                  <a:pt x="399035" y="80838"/>
                  <a:pt x="402798" y="79999"/>
                  <a:pt x="405433" y="78321"/>
                </a:cubicBezTo>
                <a:cubicBezTo>
                  <a:pt x="408067" y="76643"/>
                  <a:pt x="409384" y="74276"/>
                  <a:pt x="409384" y="71222"/>
                </a:cubicBezTo>
                <a:cubicBezTo>
                  <a:pt x="409384" y="68394"/>
                  <a:pt x="408434" y="66225"/>
                  <a:pt x="406534" y="64716"/>
                </a:cubicBezTo>
                <a:cubicBezTo>
                  <a:pt x="404633" y="63207"/>
                  <a:pt x="400465" y="61755"/>
                  <a:pt x="394030" y="60360"/>
                </a:cubicBezTo>
                <a:lnTo>
                  <a:pt x="390417" y="59512"/>
                </a:lnTo>
                <a:cubicBezTo>
                  <a:pt x="383981" y="58155"/>
                  <a:pt x="379334" y="56072"/>
                  <a:pt x="376473" y="53264"/>
                </a:cubicBezTo>
                <a:cubicBezTo>
                  <a:pt x="373613" y="50454"/>
                  <a:pt x="372183" y="46598"/>
                  <a:pt x="372183" y="41696"/>
                </a:cubicBezTo>
                <a:cubicBezTo>
                  <a:pt x="372183" y="35738"/>
                  <a:pt x="374291" y="31138"/>
                  <a:pt x="378506" y="27896"/>
                </a:cubicBezTo>
                <a:cubicBezTo>
                  <a:pt x="382721" y="24653"/>
                  <a:pt x="388704" y="23032"/>
                  <a:pt x="396457" y="23032"/>
                </a:cubicBezTo>
                <a:cubicBezTo>
                  <a:pt x="400296" y="23032"/>
                  <a:pt x="403909" y="23314"/>
                  <a:pt x="407296" y="23879"/>
                </a:cubicBezTo>
                <a:cubicBezTo>
                  <a:pt x="410683" y="24443"/>
                  <a:pt x="413806" y="25290"/>
                  <a:pt x="416667" y="26419"/>
                </a:cubicBezTo>
                <a:close/>
                <a:moveTo>
                  <a:pt x="446642" y="78354"/>
                </a:moveTo>
                <a:lnTo>
                  <a:pt x="446642" y="111886"/>
                </a:lnTo>
                <a:lnTo>
                  <a:pt x="436199" y="111886"/>
                </a:lnTo>
                <a:lnTo>
                  <a:pt x="436199" y="24613"/>
                </a:lnTo>
                <a:lnTo>
                  <a:pt x="446642" y="24613"/>
                </a:lnTo>
                <a:lnTo>
                  <a:pt x="446642" y="34209"/>
                </a:lnTo>
                <a:cubicBezTo>
                  <a:pt x="448825" y="30427"/>
                  <a:pt x="451582" y="27619"/>
                  <a:pt x="454912" y="25784"/>
                </a:cubicBezTo>
                <a:cubicBezTo>
                  <a:pt x="458243" y="23949"/>
                  <a:pt x="462223" y="23032"/>
                  <a:pt x="466852" y="23032"/>
                </a:cubicBezTo>
                <a:cubicBezTo>
                  <a:pt x="474529" y="23032"/>
                  <a:pt x="480767" y="26086"/>
                  <a:pt x="485565" y="32193"/>
                </a:cubicBezTo>
                <a:cubicBezTo>
                  <a:pt x="490364" y="38300"/>
                  <a:pt x="492763" y="46330"/>
                  <a:pt x="492763" y="56282"/>
                </a:cubicBezTo>
                <a:cubicBezTo>
                  <a:pt x="492763" y="66234"/>
                  <a:pt x="490364" y="74263"/>
                  <a:pt x="485565" y="80371"/>
                </a:cubicBezTo>
                <a:cubicBezTo>
                  <a:pt x="480767" y="86478"/>
                  <a:pt x="474529" y="89532"/>
                  <a:pt x="466852" y="89532"/>
                </a:cubicBezTo>
                <a:cubicBezTo>
                  <a:pt x="462223" y="89532"/>
                  <a:pt x="458243" y="88614"/>
                  <a:pt x="454912" y="86780"/>
                </a:cubicBezTo>
                <a:cubicBezTo>
                  <a:pt x="451582" y="84945"/>
                  <a:pt x="448825" y="82137"/>
                  <a:pt x="446642" y="78354"/>
                </a:cubicBezTo>
                <a:moveTo>
                  <a:pt x="481981" y="56282"/>
                </a:moveTo>
                <a:cubicBezTo>
                  <a:pt x="481981" y="48625"/>
                  <a:pt x="480410" y="42618"/>
                  <a:pt x="477267" y="38262"/>
                </a:cubicBezTo>
                <a:cubicBezTo>
                  <a:pt x="474125" y="33904"/>
                  <a:pt x="469806" y="31726"/>
                  <a:pt x="464312" y="31726"/>
                </a:cubicBezTo>
                <a:cubicBezTo>
                  <a:pt x="458817" y="31726"/>
                  <a:pt x="454498" y="33904"/>
                  <a:pt x="451356" y="38262"/>
                </a:cubicBezTo>
                <a:cubicBezTo>
                  <a:pt x="448214" y="42618"/>
                  <a:pt x="446642" y="48625"/>
                  <a:pt x="446642" y="56282"/>
                </a:cubicBezTo>
                <a:cubicBezTo>
                  <a:pt x="446642" y="63939"/>
                  <a:pt x="448214" y="69947"/>
                  <a:pt x="451356" y="74304"/>
                </a:cubicBezTo>
                <a:cubicBezTo>
                  <a:pt x="454498" y="78660"/>
                  <a:pt x="458817" y="80838"/>
                  <a:pt x="464312" y="80838"/>
                </a:cubicBezTo>
                <a:cubicBezTo>
                  <a:pt x="469806" y="80838"/>
                  <a:pt x="474125" y="78660"/>
                  <a:pt x="477267" y="74304"/>
                </a:cubicBezTo>
                <a:cubicBezTo>
                  <a:pt x="480410" y="69947"/>
                  <a:pt x="481981" y="63939"/>
                  <a:pt x="481981" y="56282"/>
                </a:cubicBezTo>
                <a:close/>
                <a:moveTo>
                  <a:pt x="564088" y="53629"/>
                </a:moveTo>
                <a:lnTo>
                  <a:pt x="564088" y="58709"/>
                </a:lnTo>
                <a:lnTo>
                  <a:pt x="516331" y="58709"/>
                </a:lnTo>
                <a:cubicBezTo>
                  <a:pt x="516782" y="65879"/>
                  <a:pt x="518937" y="71340"/>
                  <a:pt x="522794" y="75094"/>
                </a:cubicBezTo>
                <a:cubicBezTo>
                  <a:pt x="526652" y="78848"/>
                  <a:pt x="532024" y="80725"/>
                  <a:pt x="538911" y="80725"/>
                </a:cubicBezTo>
                <a:cubicBezTo>
                  <a:pt x="542900" y="80725"/>
                  <a:pt x="546767" y="80236"/>
                  <a:pt x="550512" y="79258"/>
                </a:cubicBezTo>
                <a:cubicBezTo>
                  <a:pt x="554256" y="78279"/>
                  <a:pt x="557973" y="76811"/>
                  <a:pt x="561661" y="74854"/>
                </a:cubicBezTo>
                <a:lnTo>
                  <a:pt x="561661" y="84677"/>
                </a:lnTo>
                <a:cubicBezTo>
                  <a:pt x="557935" y="86258"/>
                  <a:pt x="554115" y="87462"/>
                  <a:pt x="550201" y="88290"/>
                </a:cubicBezTo>
                <a:cubicBezTo>
                  <a:pt x="546287" y="89118"/>
                  <a:pt x="542317" y="89532"/>
                  <a:pt x="538290" y="89532"/>
                </a:cubicBezTo>
                <a:cubicBezTo>
                  <a:pt x="528204" y="89532"/>
                  <a:pt x="520216" y="86592"/>
                  <a:pt x="514327" y="80711"/>
                </a:cubicBezTo>
                <a:cubicBezTo>
                  <a:pt x="508437" y="74830"/>
                  <a:pt x="505492" y="66875"/>
                  <a:pt x="505492" y="56848"/>
                </a:cubicBezTo>
                <a:cubicBezTo>
                  <a:pt x="505492" y="46481"/>
                  <a:pt x="508286" y="38253"/>
                  <a:pt x="513875" y="32165"/>
                </a:cubicBezTo>
                <a:cubicBezTo>
                  <a:pt x="519464" y="26076"/>
                  <a:pt x="527000" y="23032"/>
                  <a:pt x="536484" y="23032"/>
                </a:cubicBezTo>
                <a:cubicBezTo>
                  <a:pt x="544989" y="23032"/>
                  <a:pt x="551716" y="25775"/>
                  <a:pt x="556665" y="31262"/>
                </a:cubicBezTo>
                <a:cubicBezTo>
                  <a:pt x="561614" y="36747"/>
                  <a:pt x="564088" y="44203"/>
                  <a:pt x="564088" y="53629"/>
                </a:cubicBezTo>
                <a:moveTo>
                  <a:pt x="553701" y="50580"/>
                </a:moveTo>
                <a:cubicBezTo>
                  <a:pt x="553626" y="44880"/>
                  <a:pt x="552036" y="40331"/>
                  <a:pt x="548931" y="36935"/>
                </a:cubicBezTo>
                <a:cubicBezTo>
                  <a:pt x="545826" y="33537"/>
                  <a:pt x="541715" y="31839"/>
                  <a:pt x="536597" y="31839"/>
                </a:cubicBezTo>
                <a:cubicBezTo>
                  <a:pt x="530801" y="31839"/>
                  <a:pt x="526162" y="33481"/>
                  <a:pt x="522681" y="36766"/>
                </a:cubicBezTo>
                <a:cubicBezTo>
                  <a:pt x="519200" y="40049"/>
                  <a:pt x="517196" y="44673"/>
                  <a:pt x="516669" y="50637"/>
                </a:cubicBezTo>
                <a:lnTo>
                  <a:pt x="553701" y="50580"/>
                </a:lnTo>
                <a:close/>
                <a:moveTo>
                  <a:pt x="635189" y="53629"/>
                </a:moveTo>
                <a:lnTo>
                  <a:pt x="635189" y="58709"/>
                </a:lnTo>
                <a:lnTo>
                  <a:pt x="587432" y="58709"/>
                </a:lnTo>
                <a:cubicBezTo>
                  <a:pt x="587883" y="65879"/>
                  <a:pt x="590038" y="71340"/>
                  <a:pt x="593895" y="75094"/>
                </a:cubicBezTo>
                <a:cubicBezTo>
                  <a:pt x="597753" y="78848"/>
                  <a:pt x="603125" y="80725"/>
                  <a:pt x="610012" y="80725"/>
                </a:cubicBezTo>
                <a:cubicBezTo>
                  <a:pt x="614001" y="80725"/>
                  <a:pt x="617868" y="80236"/>
                  <a:pt x="621613" y="79258"/>
                </a:cubicBezTo>
                <a:cubicBezTo>
                  <a:pt x="625358" y="78279"/>
                  <a:pt x="629074" y="76811"/>
                  <a:pt x="632762" y="74854"/>
                </a:cubicBezTo>
                <a:lnTo>
                  <a:pt x="632762" y="84677"/>
                </a:lnTo>
                <a:cubicBezTo>
                  <a:pt x="629036" y="86258"/>
                  <a:pt x="625216" y="87462"/>
                  <a:pt x="621302" y="88290"/>
                </a:cubicBezTo>
                <a:cubicBezTo>
                  <a:pt x="617389" y="89118"/>
                  <a:pt x="613418" y="89532"/>
                  <a:pt x="609391" y="89532"/>
                </a:cubicBezTo>
                <a:cubicBezTo>
                  <a:pt x="599305" y="89532"/>
                  <a:pt x="591317" y="86592"/>
                  <a:pt x="585428" y="80711"/>
                </a:cubicBezTo>
                <a:cubicBezTo>
                  <a:pt x="579538" y="74830"/>
                  <a:pt x="576593" y="66875"/>
                  <a:pt x="576593" y="56848"/>
                </a:cubicBezTo>
                <a:cubicBezTo>
                  <a:pt x="576593" y="46481"/>
                  <a:pt x="579387" y="38253"/>
                  <a:pt x="584976" y="32165"/>
                </a:cubicBezTo>
                <a:cubicBezTo>
                  <a:pt x="590565" y="26076"/>
                  <a:pt x="598101" y="23032"/>
                  <a:pt x="607585" y="23032"/>
                </a:cubicBezTo>
                <a:cubicBezTo>
                  <a:pt x="616090" y="23032"/>
                  <a:pt x="622817" y="25775"/>
                  <a:pt x="627766" y="31262"/>
                </a:cubicBezTo>
                <a:cubicBezTo>
                  <a:pt x="632715" y="36747"/>
                  <a:pt x="635189" y="44203"/>
                  <a:pt x="635189" y="53629"/>
                </a:cubicBezTo>
                <a:moveTo>
                  <a:pt x="624802" y="50580"/>
                </a:moveTo>
                <a:cubicBezTo>
                  <a:pt x="624727" y="44880"/>
                  <a:pt x="623137" y="40331"/>
                  <a:pt x="620032" y="36935"/>
                </a:cubicBezTo>
                <a:cubicBezTo>
                  <a:pt x="616928" y="33537"/>
                  <a:pt x="612816" y="31839"/>
                  <a:pt x="607698" y="31839"/>
                </a:cubicBezTo>
                <a:cubicBezTo>
                  <a:pt x="601902" y="31839"/>
                  <a:pt x="597264" y="33481"/>
                  <a:pt x="593782" y="36766"/>
                </a:cubicBezTo>
                <a:cubicBezTo>
                  <a:pt x="590301" y="40049"/>
                  <a:pt x="588297" y="44673"/>
                  <a:pt x="587770" y="50637"/>
                </a:cubicBezTo>
                <a:lnTo>
                  <a:pt x="624802" y="50580"/>
                </a:lnTo>
                <a:close/>
                <a:moveTo>
                  <a:pt x="693816" y="34209"/>
                </a:moveTo>
                <a:lnTo>
                  <a:pt x="693816" y="0"/>
                </a:lnTo>
                <a:lnTo>
                  <a:pt x="704203" y="0"/>
                </a:lnTo>
                <a:lnTo>
                  <a:pt x="704203" y="87838"/>
                </a:lnTo>
                <a:lnTo>
                  <a:pt x="693816" y="87838"/>
                </a:lnTo>
                <a:lnTo>
                  <a:pt x="693816" y="78354"/>
                </a:lnTo>
                <a:cubicBezTo>
                  <a:pt x="691633" y="82137"/>
                  <a:pt x="688876" y="84945"/>
                  <a:pt x="685545" y="86780"/>
                </a:cubicBezTo>
                <a:cubicBezTo>
                  <a:pt x="682215" y="88614"/>
                  <a:pt x="678216" y="89532"/>
                  <a:pt x="673550" y="89532"/>
                </a:cubicBezTo>
                <a:cubicBezTo>
                  <a:pt x="665910" y="89532"/>
                  <a:pt x="659691" y="86478"/>
                  <a:pt x="654892" y="80371"/>
                </a:cubicBezTo>
                <a:cubicBezTo>
                  <a:pt x="650094" y="74263"/>
                  <a:pt x="647695" y="66234"/>
                  <a:pt x="647695" y="56282"/>
                </a:cubicBezTo>
                <a:cubicBezTo>
                  <a:pt x="647695" y="46330"/>
                  <a:pt x="650094" y="38300"/>
                  <a:pt x="654892" y="32193"/>
                </a:cubicBezTo>
                <a:cubicBezTo>
                  <a:pt x="659691" y="26086"/>
                  <a:pt x="665910" y="23032"/>
                  <a:pt x="673550" y="23032"/>
                </a:cubicBezTo>
                <a:cubicBezTo>
                  <a:pt x="678216" y="23032"/>
                  <a:pt x="682215" y="23949"/>
                  <a:pt x="685545" y="25784"/>
                </a:cubicBezTo>
                <a:cubicBezTo>
                  <a:pt x="688876" y="27619"/>
                  <a:pt x="691633" y="30427"/>
                  <a:pt x="693816" y="34209"/>
                </a:cubicBezTo>
                <a:moveTo>
                  <a:pt x="658421" y="56282"/>
                </a:moveTo>
                <a:cubicBezTo>
                  <a:pt x="658421" y="63939"/>
                  <a:pt x="659992" y="69947"/>
                  <a:pt x="663134" y="74304"/>
                </a:cubicBezTo>
                <a:cubicBezTo>
                  <a:pt x="666277" y="78660"/>
                  <a:pt x="670595" y="80838"/>
                  <a:pt x="676090" y="80838"/>
                </a:cubicBezTo>
                <a:cubicBezTo>
                  <a:pt x="681584" y="80838"/>
                  <a:pt x="685912" y="78660"/>
                  <a:pt x="689074" y="74304"/>
                </a:cubicBezTo>
                <a:cubicBezTo>
                  <a:pt x="692235" y="69947"/>
                  <a:pt x="693816" y="63939"/>
                  <a:pt x="693816" y="56282"/>
                </a:cubicBezTo>
                <a:cubicBezTo>
                  <a:pt x="693816" y="48625"/>
                  <a:pt x="692235" y="42618"/>
                  <a:pt x="689074" y="38262"/>
                </a:cubicBezTo>
                <a:cubicBezTo>
                  <a:pt x="685912" y="33904"/>
                  <a:pt x="681584" y="31726"/>
                  <a:pt x="676090" y="31726"/>
                </a:cubicBezTo>
                <a:cubicBezTo>
                  <a:pt x="670595" y="31726"/>
                  <a:pt x="666277" y="33904"/>
                  <a:pt x="663134" y="38262"/>
                </a:cubicBezTo>
                <a:cubicBezTo>
                  <a:pt x="659992" y="42618"/>
                  <a:pt x="658421" y="48625"/>
                  <a:pt x="658421" y="56282"/>
                </a:cubicBezTo>
                <a:close/>
                <a:moveTo>
                  <a:pt x="724552" y="62887"/>
                </a:moveTo>
                <a:lnTo>
                  <a:pt x="724552" y="24613"/>
                </a:lnTo>
                <a:lnTo>
                  <a:pt x="734939" y="24613"/>
                </a:lnTo>
                <a:lnTo>
                  <a:pt x="734939" y="62492"/>
                </a:lnTo>
                <a:cubicBezTo>
                  <a:pt x="734939" y="68494"/>
                  <a:pt x="736106" y="72996"/>
                  <a:pt x="738439" y="75997"/>
                </a:cubicBezTo>
                <a:cubicBezTo>
                  <a:pt x="740772" y="78999"/>
                  <a:pt x="744272" y="80499"/>
                  <a:pt x="748939" y="80499"/>
                </a:cubicBezTo>
                <a:cubicBezTo>
                  <a:pt x="754546" y="80499"/>
                  <a:pt x="758978" y="78707"/>
                  <a:pt x="762233" y="75123"/>
                </a:cubicBezTo>
                <a:cubicBezTo>
                  <a:pt x="765488" y="71537"/>
                  <a:pt x="767116" y="66649"/>
                  <a:pt x="767116" y="60459"/>
                </a:cubicBezTo>
                <a:lnTo>
                  <a:pt x="767116" y="24613"/>
                </a:lnTo>
                <a:lnTo>
                  <a:pt x="777503" y="24613"/>
                </a:lnTo>
                <a:lnTo>
                  <a:pt x="777503" y="87838"/>
                </a:lnTo>
                <a:lnTo>
                  <a:pt x="767116" y="87838"/>
                </a:lnTo>
                <a:lnTo>
                  <a:pt x="767116" y="78129"/>
                </a:lnTo>
                <a:cubicBezTo>
                  <a:pt x="764595" y="81986"/>
                  <a:pt x="761669" y="84851"/>
                  <a:pt x="758338" y="86723"/>
                </a:cubicBezTo>
                <a:cubicBezTo>
                  <a:pt x="755007" y="88596"/>
                  <a:pt x="751140" y="89532"/>
                  <a:pt x="746737" y="89532"/>
                </a:cubicBezTo>
                <a:cubicBezTo>
                  <a:pt x="739474" y="89532"/>
                  <a:pt x="733960" y="87269"/>
                  <a:pt x="730197" y="82743"/>
                </a:cubicBezTo>
                <a:cubicBezTo>
                  <a:pt x="726434" y="78218"/>
                  <a:pt x="724552" y="71599"/>
                  <a:pt x="724552" y="62887"/>
                </a:cubicBezTo>
                <a:moveTo>
                  <a:pt x="750689" y="23032"/>
                </a:moveTo>
                <a:lnTo>
                  <a:pt x="750689" y="23032"/>
                </a:lnTo>
                <a:close/>
                <a:moveTo>
                  <a:pt x="808971" y="78354"/>
                </a:moveTo>
                <a:lnTo>
                  <a:pt x="808971" y="111886"/>
                </a:lnTo>
                <a:lnTo>
                  <a:pt x="798527" y="111886"/>
                </a:lnTo>
                <a:lnTo>
                  <a:pt x="798527" y="24613"/>
                </a:lnTo>
                <a:lnTo>
                  <a:pt x="808971" y="24613"/>
                </a:lnTo>
                <a:lnTo>
                  <a:pt x="808971" y="34209"/>
                </a:lnTo>
                <a:cubicBezTo>
                  <a:pt x="811154" y="30427"/>
                  <a:pt x="813910" y="27619"/>
                  <a:pt x="817241" y="25784"/>
                </a:cubicBezTo>
                <a:cubicBezTo>
                  <a:pt x="820571" y="23949"/>
                  <a:pt x="824551" y="23032"/>
                  <a:pt x="829180" y="23032"/>
                </a:cubicBezTo>
                <a:cubicBezTo>
                  <a:pt x="836858" y="23032"/>
                  <a:pt x="843096" y="26086"/>
                  <a:pt x="847894" y="32193"/>
                </a:cubicBezTo>
                <a:cubicBezTo>
                  <a:pt x="852692" y="38300"/>
                  <a:pt x="855091" y="46330"/>
                  <a:pt x="855091" y="56282"/>
                </a:cubicBezTo>
                <a:cubicBezTo>
                  <a:pt x="855091" y="66234"/>
                  <a:pt x="852692" y="74263"/>
                  <a:pt x="847894" y="80371"/>
                </a:cubicBezTo>
                <a:cubicBezTo>
                  <a:pt x="843096" y="86478"/>
                  <a:pt x="836858" y="89532"/>
                  <a:pt x="829180" y="89532"/>
                </a:cubicBezTo>
                <a:cubicBezTo>
                  <a:pt x="824551" y="89532"/>
                  <a:pt x="820571" y="88614"/>
                  <a:pt x="817241" y="86780"/>
                </a:cubicBezTo>
                <a:cubicBezTo>
                  <a:pt x="813910" y="84945"/>
                  <a:pt x="811154" y="82137"/>
                  <a:pt x="808971" y="78354"/>
                </a:cubicBezTo>
                <a:moveTo>
                  <a:pt x="844309" y="56282"/>
                </a:moveTo>
                <a:cubicBezTo>
                  <a:pt x="844309" y="48625"/>
                  <a:pt x="842738" y="42618"/>
                  <a:pt x="839596" y="38262"/>
                </a:cubicBezTo>
                <a:cubicBezTo>
                  <a:pt x="836453" y="33904"/>
                  <a:pt x="832135" y="31726"/>
                  <a:pt x="826640" y="31726"/>
                </a:cubicBezTo>
                <a:cubicBezTo>
                  <a:pt x="821145" y="31726"/>
                  <a:pt x="816827" y="33904"/>
                  <a:pt x="813684" y="38262"/>
                </a:cubicBezTo>
                <a:cubicBezTo>
                  <a:pt x="810542" y="42618"/>
                  <a:pt x="808971" y="48625"/>
                  <a:pt x="808971" y="56282"/>
                </a:cubicBezTo>
                <a:cubicBezTo>
                  <a:pt x="808971" y="63939"/>
                  <a:pt x="810542" y="69947"/>
                  <a:pt x="813684" y="74304"/>
                </a:cubicBezTo>
                <a:cubicBezTo>
                  <a:pt x="816827" y="78660"/>
                  <a:pt x="821145" y="80838"/>
                  <a:pt x="826640" y="80838"/>
                </a:cubicBezTo>
                <a:cubicBezTo>
                  <a:pt x="832135" y="80838"/>
                  <a:pt x="836453" y="78660"/>
                  <a:pt x="839596" y="74304"/>
                </a:cubicBezTo>
                <a:cubicBezTo>
                  <a:pt x="842738" y="69947"/>
                  <a:pt x="844309" y="63939"/>
                  <a:pt x="844309" y="56282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E03F8E-9408-4EF4-AA70-A7FC699C40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67607" y="1873903"/>
            <a:ext cx="1612790" cy="1201788"/>
          </a:xfrm>
          <a:custGeom xmlns:a="http://schemas.openxmlformats.org/drawingml/2006/main">
            <a:pathLst>
              <a:path w="1612790" h="1201788">
                <a:moveTo>
                  <a:pt x="0" y="1201788"/>
                </a:moveTo>
                <a:lnTo>
                  <a:pt x="1612790" y="1201788"/>
                </a:lnTo>
                <a:lnTo>
                  <a:pt x="1612790" y="0"/>
                </a:lnTo>
                <a:lnTo>
                  <a:pt x="0" y="0"/>
                </a:lnTo>
                <a:lnTo>
                  <a:pt x="0" y="1201788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80A7B3-2C19-4078-A350-25ABF40363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7247" y="226436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E9AAA9-FF29-4348-A494-00E164A483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7247" y="226436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7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57124E-0BA0-48A5-AF6B-812BCED54A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28016" y="226624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E1186A-27DC-4E8D-A4B4-ED7EF891F1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28016" y="226624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7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6A6B66-4C6F-4414-9573-6FAF6F3B53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1496" y="226604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393909-4EF9-4561-AF02-2235C979D6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1496" y="226604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7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31C1EB-E175-4886-A8BD-4C616597A2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4123" y="226750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14E69B-5243-4E02-A67E-950DEFE971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4123" y="226750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7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A5600C-C0D7-46A2-9E79-7832E92583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6689" y="226322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1F5C2C-5425-47E1-81B8-17AA95CD54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6689" y="226322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7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609A5A-EAE6-4FC6-A829-21ABA5EEDD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2252" y="226434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350446-DF69-4C62-AB37-F625348718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2252" y="226434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7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E4DAB1-214F-4520-9B35-AC3A742349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28789" y="226629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05E19E-4208-4A67-B361-50169337E5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28789" y="226629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7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7AD844-EC0B-4067-B629-DC7747832A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0837" y="226718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936723-24EA-4817-9178-C014F12BEF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0837" y="226718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7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037AEA-C181-4FBF-8EB2-DC248B4CBA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1052" y="226099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3E7BC4-A79C-4129-817D-8443FBCAA2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1052" y="226099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7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A2669E-6403-4C92-B439-EF19F4B6F1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0232" y="226757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760A2C-968F-4A8F-8BD3-B62657025A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0232" y="226757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7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EBC842-EA92-468A-8D74-54010C31D5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0195" y="226229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FA7EE9-B6D6-40F9-B2BF-F9FA49D0F0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0195" y="226229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7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1F5691-C059-4A52-801D-1790025E8F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1160" y="226209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2EC4C8-E5D2-423E-B57A-CE7329ECCD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1160" y="226209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7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85B8EC-0A7E-4E6B-8FC8-48C2DD8C49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25214" y="226872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E391E8-B3CE-4598-8D28-8BCA5B8D75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25214" y="226872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7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81D6F4-9400-40BE-B453-714E1736CE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1310" y="226746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26EA9E-946C-47DD-A6FA-5000B5070F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1310" y="226746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7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C6409D-99CA-449B-8807-2C7D6878B7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0330" y="226357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02A4BF-076E-42C4-967C-FE6B5422D0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0330" y="226357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7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7F215E-4576-4E2D-99AE-52F3A90893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1766" y="226559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0407F5-96AF-4124-A53D-129A7CD5E4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1766" y="226559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7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43EA75-5453-4E2A-B10D-ABFC523BCB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7549" y="226650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562721-98DC-4AF8-8D6B-51DC701341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7549" y="226650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7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FD985F-7E0E-4E17-8734-AFB146DCE9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1224" y="226503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82D55D-F772-458A-89F8-6998B0B3B7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1224" y="226503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7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12F4E6-C013-4430-B5D7-5035636671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9712" y="226667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26B73A-29C4-4BBC-8B1F-D1E17AABF5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9712" y="226667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7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29CF64-5137-49B7-AF6E-2538F34B26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7900" y="226457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9AE3CD-F60F-4779-BEA5-0D17716778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7900" y="226457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7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6E29B4-3323-4BB5-9BD3-5C5BC9114E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29557" y="226757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813895-9ADE-4537-9A5E-FD0CC847FC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29557" y="226757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7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84EF5D-B569-415D-A756-E7A0FCC72B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2526" y="226301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C7D459-A9CB-4DC4-B995-C0698B8148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2526" y="226301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7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CC86D0-032B-43D7-BDD9-6CEFA5545B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25281" y="226525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B422C8-1E4F-43FE-8919-42FA52D34E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25281" y="226525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7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715321-B59F-4290-A001-50A558DF5D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2574" y="226647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A676FB-0DB4-4739-9F98-B31514642A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2574" y="226647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7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EBECC1-9868-436F-952B-B519AA50D0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2697" y="226325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623631-EBF0-4932-8592-FE9157348B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2697" y="226325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7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B77CFB-E9C9-4AA8-BE21-2848610E09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6530" y="226582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74707E-81A7-4C22-B5B1-F9F10A242F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6530" y="226582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7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39B398-C516-4BFB-8692-6B4AD49E7A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5314" y="226534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812018-23A0-45C1-97EE-1961E736AC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5314" y="226534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7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B6820E-6A23-4171-88C3-2DF16262FD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72318" y="2263877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6F4AE7-D0C6-407F-9C92-620CBDF125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72318" y="2263877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7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19C75C-2AE3-4566-A45D-D552E396FD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4494" y="226698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983AFD-07DC-4BCE-AAA9-A668376E86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4494" y="226698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7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A231BB-4836-414B-8684-0ADDEE0BD8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8073" y="226354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5D67FE-57A6-4B27-814E-4D2F392710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8073" y="226354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7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84352A-D799-41FD-BBB5-62BDB07C0F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3021" y="226326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6365D9-6927-4BAC-B557-FAD59DE4A3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3021" y="226326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7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6A9F99-6D73-45CA-8D36-8B1E790BAE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7707" y="226413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3AF9AF-64BD-477D-83CE-73D0A30D87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7707" y="226413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7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CF4A65-B898-4297-981C-3C6549A120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5357" y="226657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EA8903-22B6-4109-B30A-BD55751B66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5357" y="226657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7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2EC856-E07C-4800-B603-601F9BD5A1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8438" y="226549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B5FB46-1C2B-486F-BD34-0D33BD8C81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8438" y="226549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8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281A24-A7CD-4FD8-820B-9FBE694905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3740" y="226170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BD3868-2C5C-48D8-94AD-4E1E5088C1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3740" y="226170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8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585AAF-814E-465A-BBD3-3B96AAB9E4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1218" y="226513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B8721C-0F34-474B-A540-E240751C4D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1218" y="226513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8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D8FD6D-0A70-4DAB-B275-846154B008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5149" y="226390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B2D068-BB00-46C4-B12A-37329A9E12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5149" y="226390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8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EA3672-E709-4319-BD3B-5B9B55080E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6139" y="228329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2B8D1E-59A7-455F-9C39-2415ACB36C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6139" y="228329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8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7DDBDC-152F-45F3-BA09-91CF957CCD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7900" y="228377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A6059E-641F-46B8-B433-35E4234D90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7900" y="228377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8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AEFFEE-179E-4DF8-B0D6-BF1ED9B0C3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2066" y="228555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880DF2-BDC2-489B-8226-F9E827B920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2066" y="228555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8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2FBE94-6E5E-4022-B8F5-CDFD13EF17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1804" y="228036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3BC83B-6BB4-41F6-B977-13C01B3571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1804" y="228036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8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4B85C7-1740-4E9C-BA52-E6A8D9F529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1120" y="228344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555281-44AC-4617-9D2D-F6DEBB8C72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1120" y="228344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8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B70B1D-90CC-4D14-A198-5D0B8548D2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6528" y="226423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D794C7-B3FA-40E6-95D3-05CF4D5EBC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6528" y="226423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8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A589E8-F65C-4281-A850-6E077B27E5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5782" y="226397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7C15F1-FFA5-4307-A3E0-819AA692CD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5782" y="226397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8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571A5D-7642-47D0-A1E8-A36FC5B036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8563" y="226376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0C586F-1E18-4E7A-A710-2F5AEE39E3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8563" y="226376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8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EEEBB0-2938-4816-A2C9-5A57006F63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3679" y="227912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ECE810-B972-4CEC-8D0F-08E39208AE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3679" y="227912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8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AA4083-0070-4361-B408-F1F09B8630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5563" y="226524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93345F-CD80-4D1D-9ECE-0056106012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5563" y="226524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8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D5CCA6-8B3B-4392-A85A-15480FC2E9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8948" y="226357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69D152-E4B7-4D57-996E-085EA65C14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8948" y="226357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8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C6C449-3690-47E3-942D-586E583EA2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4851" y="226679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938AE1-197B-4A70-A8DF-0A37B6210C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4851" y="226679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8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866DD8-92BF-4031-A3AC-D4543868A6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72180" y="220616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210923-62A1-4FB1-9849-9FFC73A6B3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72180" y="220616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8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39D58F-BD02-4C4A-A29D-43CBDC4F00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26297" y="222621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E1D23A-99C8-464D-97AB-02D7D944F1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26297" y="222621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8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B6CA6D-E433-4273-8A58-3398EE20C0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4170" y="220798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E69428-12BC-4F51-9B6B-49577D2FC9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4170" y="220798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8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FD750D-EA39-4D96-B83C-91DFB6C73C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92370" y="223315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6BAC3E-910E-4FA9-B8C7-02722B09E8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92370" y="223315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8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38BD37-0AFD-4DDA-90E7-2296923F7A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54889" y="222180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A5F6E2-8835-4632-9DD3-CB4F103FF1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54889" y="222180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8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463064-9D5F-4736-9447-E8B5D1AF40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43296" y="222911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B7F606-7085-4652-BE28-8BB559BFF3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43296" y="222911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8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AD84A5-C2DB-4603-944B-8F10D13E01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24980" y="223771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7A7902-0EE3-4477-B1E0-0D223CCC81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24980" y="223771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8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F7E98E-CD8A-4743-B98E-D979031C77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30809" y="213550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9FD157-B739-4CD4-8D86-E839498345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30809" y="213550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8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461D4F-3514-4296-9547-227779E3E6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3919" y="226278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DB67AD-1CE7-4DDA-83AE-C5E129DA26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3919" y="226278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8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780B82-A291-435F-8B14-2903B5899D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82297" y="212543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93C9D3-20BB-4D8C-9248-555163D849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82297" y="212543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8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6ED925-1DDF-4D6B-BBEC-2D88128FA5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72318" y="1942045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5E7CF0-528A-4740-A38E-C1C3A91E49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72318" y="1942045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8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8A056B-8556-4E4D-81E9-39D82FF00D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72318" y="1873903"/>
            <a:ext cx="8079" cy="8079"/>
          </a:xfrm>
          <a:custGeom xmlns:a="http://schemas.openxmlformats.org/drawingml/2006/main">
            <a:pathLst>
              <a:path w="8079" h="8079">
                <a:moveTo>
                  <a:pt x="4" y="267"/>
                </a:moveTo>
                <a:lnTo>
                  <a:pt x="18" y="534"/>
                </a:lnTo>
                <a:lnTo>
                  <a:pt x="40" y="798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865F9B-4CEA-47AA-923D-4CADA6C2DA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72318" y="1873903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8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8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73BAF5-D823-4B6E-B9EE-592D33D58F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72962" y="224249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5B46D3-969C-4A18-9AD0-41F6ADE9AE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72962" y="224249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8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975559-0393-4016-ADD0-1135BA7AA0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29676" y="223703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56A251-CD95-4E22-BC8D-5A98773533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29676" y="223703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8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81D664-3422-496A-808F-F2942951B2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1897" y="223837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B9FB0A-F535-4E98-BB39-5AC1C4D045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1897" y="223837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8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BA593D-8047-4EB9-8F43-ECB8BCD457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80466" y="221562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82434B-0AF8-4465-9604-5085BC5834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80466" y="221562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8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6927CB-6C46-45EB-B0BC-B5CB7B37D7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47529" y="221240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EE22A0-2158-4247-A534-4726CAB2D4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47529" y="221240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8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7C944B-E1E7-4522-8A5A-1513901EF2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40697" y="224767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FE2FD0-BC83-4F82-A9C6-64888799ED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40697" y="224767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8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673A67-4A84-4514-A370-A3CE18714D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1645" y="226286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1A30A6-86BD-42A3-A0C7-C9C6ADB998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1645" y="226286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8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50E469-05D8-4F71-9682-6173E5D000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3581" y="225756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E1A437-EE7D-41F0-A1EB-AEC0C3FF2C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3581" y="225756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8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524D89-E211-4AB7-914E-4355B1876E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6038" y="223749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F6C310-A928-4B4E-A008-35C0D64126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6038" y="223749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8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E60AE4-E35B-4A50-AAFA-5A3F7D3C10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68405" y="222906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AD4E8C-8A96-41BF-925D-5246438568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68405" y="222906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8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94AD8E-15BA-4A30-AA0E-35222AFD80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8529" y="225084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191D8F-900C-4F74-857E-EF33E85FE4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8529" y="225084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8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A47D3D-0C11-4CBD-B75E-538C13C577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9678" y="223355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41B710-2E83-4099-A5F9-C967FD00DF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9678" y="223355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8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EA671A-C647-4907-91BF-B51FB389A8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9795" y="225759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AE8AF3-4668-42BD-9FC6-984712ACD4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9795" y="225759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8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E8FAAA-F168-48AE-A440-7DD6E17D65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6292" y="221493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4DD1A1-3EC8-4E0D-99E1-7863D73010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6292" y="221493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8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6E85EE-ABF6-4DB9-BA10-2E64E1A8CF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2931" y="223023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896250-2A04-4C6E-A76D-6D92DEAE26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2931" y="223023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8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342530-FBFB-4B54-990B-E6A31A7AAA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7992" y="224286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BBC864-F1AA-484F-8686-EFA9F36C36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7992" y="224286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8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F70FDC-6EDF-4EC8-A079-C6BFE92602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8324" y="224468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593CFB-B69D-4402-BD3B-676078D04F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8324" y="224468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8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499C1D-529F-4567-9C71-4FECD278CA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2734" y="220780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A4E736-8BBB-4FD8-9D21-95F108CF07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2734" y="220780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8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3164D9-54E3-4178-8A67-189F5F97DC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72318" y="1873903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9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30116D-29C9-410E-87C3-0F150A2D2B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72318" y="1873903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9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8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38A5F5-AF1F-4469-BB41-1506C27D74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72318" y="1873903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9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978F0C-1781-4167-AACA-C8C24BDF5A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72318" y="1873903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9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8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743C6B-4C50-4D1C-95B7-1D18D61383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72318" y="2112389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7D52FA-63AE-464D-BDB3-559D0F802B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72318" y="2112389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8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D49957-350E-4182-9A59-C3560AE4AE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72318" y="1873903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9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F460EF-26BE-49F2-9043-5C708E07DF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72318" y="1873903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9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8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5350F4-ACAA-47B5-A245-DC1208FD54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65883" y="219663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3AA0FD-0CC8-4E0D-B530-F040BBF7D5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65883" y="219663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9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961580-C98E-406E-837A-55E2EABACA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17300" y="223214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7BD39D-884A-4CF9-A532-CCC6F000AA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17300" y="223214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9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58A198-2A66-442A-B328-B621958674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6366" y="224317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E269EC-1AAC-41F8-B961-9DDB4084AE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6366" y="224317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9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7268C8-9F9B-4BAC-B638-63956B5D1B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70656" y="216823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4BDE8C-9FD5-4C5B-8027-1BE61A534B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70656" y="216823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9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890E67-30B3-4A47-8C64-076AF2D667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50858" y="219303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B96712-E830-4976-B7A0-1F6DD73828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50858" y="219303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9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C8F1C3-7874-46A5-BE0D-B6ED561557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17544" y="220420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0554C4-B4C4-4F48-A273-3A7A4EBA18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17544" y="220420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9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3A9283-FD00-4E9C-91F5-4D73D886D2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64883" y="220286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B952EB-FB06-4D15-867C-7A586D4EDD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64883" y="220286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9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CC6490-2F06-4078-BBCA-F83680FE4B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14990" y="219821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00EEE1-AF6D-4CF3-8414-8EA747786C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14990" y="219821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9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1A4A96-5393-449C-92B9-A5B8E52EA5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0361" y="223610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07CFCF-43BD-4ED0-B757-2112FB772E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0361" y="223610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9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5708B8-854F-45F0-8B0B-342640E818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76995" y="222933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959A62-CF07-4E45-BF21-4D390CFB19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76995" y="222933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9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82414E-6085-4236-A615-9760148BF3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58855" y="218489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256C93-6A0F-46FB-922B-B24D5CEFEB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58855" y="218489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9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3867BB-1926-4272-B064-7DDD9887F6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46006" y="213611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DBAEE0-D2F6-4E0A-93E7-5AEF057800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46006" y="213611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9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2648BA-4D98-40EB-AEF4-EAF1F06F07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7485" y="224752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F9DC2F-FE66-4653-A519-62776C5BFF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7485" y="224752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9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035528-2C6E-40F6-A75E-C46F8572AA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72319" y="2248203"/>
            <a:ext cx="8078" cy="16157"/>
          </a:xfrm>
          <a:custGeom xmlns:a="http://schemas.openxmlformats.org/drawingml/2006/main">
            <a:pathLst>
              <a:path w="8078" h="16157">
                <a:moveTo>
                  <a:pt x="7811" y="4"/>
                </a:move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  <a:lnTo>
                  <a:pt x="8078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D9C3F7-2B12-4ED3-8196-4332DA15DF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72319" y="2248203"/>
            <a:ext cx="8078" cy="16157"/>
          </a:xfrm>
          <a:custGeom xmlns:a="http://schemas.openxmlformats.org/drawingml/2006/main">
            <a:pathLst>
              <a:path w="8078" h="16157" fill="none">
                <a:moveTo>
                  <a:pt x="8078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9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C96E6F-F9D6-4DEC-B20F-A5518D048B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72319" y="2221081"/>
            <a:ext cx="8078" cy="16157"/>
          </a:xfrm>
          <a:custGeom xmlns:a="http://schemas.openxmlformats.org/drawingml/2006/main">
            <a:pathLst>
              <a:path w="8078" h="16157">
                <a:moveTo>
                  <a:pt x="7811" y="4"/>
                </a:move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  <a:lnTo>
                  <a:pt x="8078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EC8D46-13F7-4431-9534-C5FB3449FE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72319" y="2221081"/>
            <a:ext cx="8078" cy="16157"/>
          </a:xfrm>
          <a:custGeom xmlns:a="http://schemas.openxmlformats.org/drawingml/2006/main">
            <a:pathLst>
              <a:path w="8078" h="16157" fill="none">
                <a:moveTo>
                  <a:pt x="8078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9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0FAB47-2F50-40D3-8F1C-E5A8E1CF01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8527" y="221565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822BE2-57A0-4491-A670-03A01C9FE9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8527" y="221565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9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01C97B-4190-44FD-B4BE-824D670415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3663" y="225757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112760-DECA-46DC-8732-D6041D61DE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3663" y="225757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9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03EBC2-6B55-4E85-A3AE-676B0E7D3D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4955" y="224347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30ACCE-DF75-45D2-9DFE-BA65A1AA99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4955" y="224347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9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B16DFC-AAC7-4073-AFFF-BAF369F471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3954" y="224303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BAE733-7707-4187-8FC2-3D560291DD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3954" y="224303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9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EC639C-257A-412A-BDF8-BC674CBE42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0058" y="222272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AAAF44-C8F4-4DA7-9E6F-C664660D05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0058" y="222272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9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53BE3F-1253-4FB4-94A8-E7C9D745CA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6046" y="220754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D39747-A73E-458B-BCC4-2941ACD8EB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6046" y="220754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9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99B4C3-5FD4-474B-948F-5B7735F9A4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72319" y="1873903"/>
            <a:ext cx="8078" cy="8078"/>
          </a:xfrm>
          <a:custGeom xmlns:a="http://schemas.openxmlformats.org/drawingml/2006/main">
            <a:pathLst>
              <a:path w="8078" h="8078">
                <a:moveTo>
                  <a:pt x="4" y="266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8" y="8078"/>
                </a:lnTo>
                <a:lnTo>
                  <a:pt x="8078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3BAED9-7E7C-482E-B6CC-BB62249F8E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72319" y="1873903"/>
            <a:ext cx="8078" cy="8078"/>
          </a:xfrm>
          <a:custGeom xmlns:a="http://schemas.openxmlformats.org/drawingml/2006/main">
            <a:pathLst>
              <a:path w="8078" h="8078" fill="none">
                <a:moveTo>
                  <a:pt x="0" y="0"/>
                </a:moveTo>
                <a:lnTo>
                  <a:pt x="4" y="266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8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9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44EA78-7922-471B-9FEF-FA3CEF36EE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72319" y="1873903"/>
            <a:ext cx="8078" cy="8078"/>
          </a:xfrm>
          <a:custGeom xmlns:a="http://schemas.openxmlformats.org/drawingml/2006/main">
            <a:pathLst>
              <a:path w="8078" h="8078">
                <a:moveTo>
                  <a:pt x="4" y="266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8" y="8078"/>
                </a:lnTo>
                <a:lnTo>
                  <a:pt x="8078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CD3113-9BF0-45AB-BC6C-248F05308F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72319" y="1873903"/>
            <a:ext cx="8078" cy="8078"/>
          </a:xfrm>
          <a:custGeom xmlns:a="http://schemas.openxmlformats.org/drawingml/2006/main">
            <a:pathLst>
              <a:path w="8078" h="8078" fill="none">
                <a:moveTo>
                  <a:pt x="0" y="0"/>
                </a:moveTo>
                <a:lnTo>
                  <a:pt x="4" y="266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8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9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437851-0E90-4724-ACFB-DEF6658B10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72319" y="1873903"/>
            <a:ext cx="8078" cy="8078"/>
          </a:xfrm>
          <a:custGeom xmlns:a="http://schemas.openxmlformats.org/drawingml/2006/main">
            <a:pathLst>
              <a:path w="8078" h="8078">
                <a:moveTo>
                  <a:pt x="4" y="266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8" y="8078"/>
                </a:lnTo>
                <a:lnTo>
                  <a:pt x="8078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71219E-9244-4A4D-B821-56ABE482B8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72319" y="1873903"/>
            <a:ext cx="8078" cy="8078"/>
          </a:xfrm>
          <a:custGeom xmlns:a="http://schemas.openxmlformats.org/drawingml/2006/main">
            <a:pathLst>
              <a:path w="8078" h="8078" fill="none">
                <a:moveTo>
                  <a:pt x="0" y="0"/>
                </a:moveTo>
                <a:lnTo>
                  <a:pt x="4" y="266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8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9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EA77C0-04E0-4064-BF17-50453BA032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72319" y="1873903"/>
            <a:ext cx="8078" cy="8078"/>
          </a:xfrm>
          <a:custGeom xmlns:a="http://schemas.openxmlformats.org/drawingml/2006/main">
            <a:pathLst>
              <a:path w="8078" h="8078">
                <a:moveTo>
                  <a:pt x="4" y="266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8" y="8078"/>
                </a:lnTo>
                <a:lnTo>
                  <a:pt x="8078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9DC481-F5BF-4313-A5DE-941B52EE83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72319" y="1873903"/>
            <a:ext cx="8078" cy="8078"/>
          </a:xfrm>
          <a:custGeom xmlns:a="http://schemas.openxmlformats.org/drawingml/2006/main">
            <a:pathLst>
              <a:path w="8078" h="8078" fill="none">
                <a:moveTo>
                  <a:pt x="0" y="0"/>
                </a:moveTo>
                <a:lnTo>
                  <a:pt x="4" y="266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8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9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5BACE8-0A6A-4864-AB56-82AD341128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72319" y="1873903"/>
            <a:ext cx="8078" cy="8078"/>
          </a:xfrm>
          <a:custGeom xmlns:a="http://schemas.openxmlformats.org/drawingml/2006/main">
            <a:pathLst>
              <a:path w="8078" h="8078">
                <a:moveTo>
                  <a:pt x="4" y="266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8" y="8078"/>
                </a:lnTo>
                <a:lnTo>
                  <a:pt x="8078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E7E00F-35E3-4D46-8C3E-BCCCDA0F49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72319" y="1873903"/>
            <a:ext cx="8078" cy="8078"/>
          </a:xfrm>
          <a:custGeom xmlns:a="http://schemas.openxmlformats.org/drawingml/2006/main">
            <a:pathLst>
              <a:path w="8078" h="8078" fill="none">
                <a:moveTo>
                  <a:pt x="0" y="0"/>
                </a:moveTo>
                <a:lnTo>
                  <a:pt x="4" y="266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8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9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4B3519-93EC-4E32-9153-12E662E2B8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72319" y="1873903"/>
            <a:ext cx="8078" cy="8078"/>
          </a:xfrm>
          <a:custGeom xmlns:a="http://schemas.openxmlformats.org/drawingml/2006/main">
            <a:pathLst>
              <a:path w="8078" h="8078">
                <a:moveTo>
                  <a:pt x="4" y="266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8" y="8078"/>
                </a:lnTo>
                <a:lnTo>
                  <a:pt x="8078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4EE2B1-CCC6-4C64-9AA4-174C62FE9E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72319" y="1873903"/>
            <a:ext cx="8078" cy="8078"/>
          </a:xfrm>
          <a:custGeom xmlns:a="http://schemas.openxmlformats.org/drawingml/2006/main">
            <a:pathLst>
              <a:path w="8078" h="8078" fill="none">
                <a:moveTo>
                  <a:pt x="0" y="0"/>
                </a:moveTo>
                <a:lnTo>
                  <a:pt x="4" y="266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8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9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DB9D36-EF3E-4BC0-BF9D-71C87B2349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72319" y="1873903"/>
            <a:ext cx="8078" cy="8078"/>
          </a:xfrm>
          <a:custGeom xmlns:a="http://schemas.openxmlformats.org/drawingml/2006/main">
            <a:pathLst>
              <a:path w="8078" h="8078">
                <a:moveTo>
                  <a:pt x="4" y="266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8" y="8078"/>
                </a:lnTo>
                <a:lnTo>
                  <a:pt x="8078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BA1BDD-0300-4539-965A-03BA1CA31E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72319" y="1873903"/>
            <a:ext cx="8078" cy="8078"/>
          </a:xfrm>
          <a:custGeom xmlns:a="http://schemas.openxmlformats.org/drawingml/2006/main">
            <a:pathLst>
              <a:path w="8078" h="8078" fill="none">
                <a:moveTo>
                  <a:pt x="0" y="0"/>
                </a:moveTo>
                <a:lnTo>
                  <a:pt x="4" y="266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8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9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CE81C4-89C7-43C7-B07C-E4D8F3E5F6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72319" y="1873903"/>
            <a:ext cx="8078" cy="8078"/>
          </a:xfrm>
          <a:custGeom xmlns:a="http://schemas.openxmlformats.org/drawingml/2006/main">
            <a:pathLst>
              <a:path w="8078" h="8078">
                <a:moveTo>
                  <a:pt x="4" y="266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8" y="8078"/>
                </a:lnTo>
                <a:lnTo>
                  <a:pt x="8078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295FA0-45FC-4922-8BEB-85F970CA51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72319" y="1873903"/>
            <a:ext cx="8078" cy="8078"/>
          </a:xfrm>
          <a:custGeom xmlns:a="http://schemas.openxmlformats.org/drawingml/2006/main">
            <a:pathLst>
              <a:path w="8078" h="8078" fill="none">
                <a:moveTo>
                  <a:pt x="0" y="0"/>
                </a:moveTo>
                <a:lnTo>
                  <a:pt x="4" y="266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8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9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71537A-B62C-43C6-8EFB-21341AAACA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72319" y="1873903"/>
            <a:ext cx="8078" cy="8078"/>
          </a:xfrm>
          <a:custGeom xmlns:a="http://schemas.openxmlformats.org/drawingml/2006/main">
            <a:pathLst>
              <a:path w="8078" h="8078">
                <a:moveTo>
                  <a:pt x="4" y="266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8" y="8078"/>
                </a:lnTo>
                <a:lnTo>
                  <a:pt x="8078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20A87A-5C71-49A5-92E7-E135A0795B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72319" y="1873903"/>
            <a:ext cx="8078" cy="8078"/>
          </a:xfrm>
          <a:custGeom xmlns:a="http://schemas.openxmlformats.org/drawingml/2006/main">
            <a:pathLst>
              <a:path w="8078" h="8078" fill="none">
                <a:moveTo>
                  <a:pt x="0" y="0"/>
                </a:moveTo>
                <a:lnTo>
                  <a:pt x="4" y="266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8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9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2D7E33-C35C-4C49-8FBE-B134DDB57D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72319" y="2167107"/>
            <a:ext cx="8078" cy="16157"/>
          </a:xfrm>
          <a:custGeom xmlns:a="http://schemas.openxmlformats.org/drawingml/2006/main">
            <a:pathLst>
              <a:path w="8078" h="16157">
                <a:moveTo>
                  <a:pt x="7811" y="4"/>
                </a:move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  <a:lnTo>
                  <a:pt x="8078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E01D75-0739-4555-B6DD-BA26EFA37E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72319" y="2167107"/>
            <a:ext cx="8078" cy="16157"/>
          </a:xfrm>
          <a:custGeom xmlns:a="http://schemas.openxmlformats.org/drawingml/2006/main">
            <a:pathLst>
              <a:path w="8078" h="16157" fill="none">
                <a:moveTo>
                  <a:pt x="8078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9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5C9331-6C86-4490-97CD-87D9E9E59D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72319" y="1873903"/>
            <a:ext cx="8078" cy="8078"/>
          </a:xfrm>
          <a:custGeom xmlns:a="http://schemas.openxmlformats.org/drawingml/2006/main">
            <a:pathLst>
              <a:path w="8078" h="8078">
                <a:moveTo>
                  <a:pt x="4" y="266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8" y="8078"/>
                </a:lnTo>
                <a:lnTo>
                  <a:pt x="8078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C8ABF8-4F45-4094-969D-68E8393024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72319" y="1873903"/>
            <a:ext cx="8078" cy="8078"/>
          </a:xfrm>
          <a:custGeom xmlns:a="http://schemas.openxmlformats.org/drawingml/2006/main">
            <a:pathLst>
              <a:path w="8078" h="8078" fill="none">
                <a:moveTo>
                  <a:pt x="0" y="0"/>
                </a:moveTo>
                <a:lnTo>
                  <a:pt x="4" y="266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8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9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1D66BA-B2AF-4033-84AC-F651BED40F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72319" y="1873903"/>
            <a:ext cx="8078" cy="8078"/>
          </a:xfrm>
          <a:custGeom xmlns:a="http://schemas.openxmlformats.org/drawingml/2006/main">
            <a:pathLst>
              <a:path w="8078" h="8078">
                <a:moveTo>
                  <a:pt x="4" y="266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8" y="8078"/>
                </a:lnTo>
                <a:lnTo>
                  <a:pt x="8078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B4442A-2D83-4779-B36D-97216D69BA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72319" y="1873903"/>
            <a:ext cx="8078" cy="8078"/>
          </a:xfrm>
          <a:custGeom xmlns:a="http://schemas.openxmlformats.org/drawingml/2006/main">
            <a:pathLst>
              <a:path w="8078" h="8078" fill="none">
                <a:moveTo>
                  <a:pt x="0" y="0"/>
                </a:moveTo>
                <a:lnTo>
                  <a:pt x="4" y="266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8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9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578368-6375-4A8A-8570-81EBF601AB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72319" y="2113944"/>
            <a:ext cx="8078" cy="16157"/>
          </a:xfrm>
          <a:custGeom xmlns:a="http://schemas.openxmlformats.org/drawingml/2006/main">
            <a:pathLst>
              <a:path w="8078" h="16157">
                <a:moveTo>
                  <a:pt x="7811" y="4"/>
                </a:move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  <a:lnTo>
                  <a:pt x="8078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29A69A-7DF1-48AF-B381-2835C26052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72319" y="2113944"/>
            <a:ext cx="8078" cy="16157"/>
          </a:xfrm>
          <a:custGeom xmlns:a="http://schemas.openxmlformats.org/drawingml/2006/main">
            <a:pathLst>
              <a:path w="8078" h="16157" fill="none">
                <a:moveTo>
                  <a:pt x="8078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9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FD5A88-DC35-4B82-AEAC-79E94AF348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72319" y="1873903"/>
            <a:ext cx="8078" cy="8078"/>
          </a:xfrm>
          <a:custGeom xmlns:a="http://schemas.openxmlformats.org/drawingml/2006/main">
            <a:pathLst>
              <a:path w="8078" h="8078">
                <a:moveTo>
                  <a:pt x="4" y="266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8" y="8078"/>
                </a:lnTo>
                <a:lnTo>
                  <a:pt x="8078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B54E31-7951-495E-B867-C4416C1E50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72319" y="1873903"/>
            <a:ext cx="8078" cy="8078"/>
          </a:xfrm>
          <a:custGeom xmlns:a="http://schemas.openxmlformats.org/drawingml/2006/main">
            <a:pathLst>
              <a:path w="8078" h="8078" fill="none">
                <a:moveTo>
                  <a:pt x="0" y="0"/>
                </a:moveTo>
                <a:lnTo>
                  <a:pt x="4" y="266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8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9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35F19D-B44F-45D3-ABF0-48E2034E9A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9602" y="223395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EA2046-87C9-4E3D-9EB9-47E8B8B728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9602" y="223395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9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B50B3E-17F8-4A47-AD7F-7C34BD7B0E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77189" y="220223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9A9792-DB4C-42B2-A363-8C1AEA6060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77189" y="220223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9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96834C-95F2-405E-802E-E91565291B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72319" y="1873903"/>
            <a:ext cx="8078" cy="8078"/>
          </a:xfrm>
          <a:custGeom xmlns:a="http://schemas.openxmlformats.org/drawingml/2006/main">
            <a:pathLst>
              <a:path w="8078" h="8078">
                <a:moveTo>
                  <a:pt x="4" y="266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8" y="8078"/>
                </a:lnTo>
                <a:lnTo>
                  <a:pt x="8078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DB2171-45B0-4E0D-BCC6-E32ED9A460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72319" y="1873903"/>
            <a:ext cx="8078" cy="8078"/>
          </a:xfrm>
          <a:custGeom xmlns:a="http://schemas.openxmlformats.org/drawingml/2006/main">
            <a:pathLst>
              <a:path w="8078" h="8078" fill="none">
                <a:moveTo>
                  <a:pt x="0" y="0"/>
                </a:moveTo>
                <a:lnTo>
                  <a:pt x="4" y="266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8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9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7F55C3-FDE8-404F-B25E-C83D5B265C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72319" y="1873903"/>
            <a:ext cx="8078" cy="8078"/>
          </a:xfrm>
          <a:custGeom xmlns:a="http://schemas.openxmlformats.org/drawingml/2006/main">
            <a:pathLst>
              <a:path w="8078" h="8078">
                <a:moveTo>
                  <a:pt x="4" y="266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8" y="8078"/>
                </a:lnTo>
                <a:lnTo>
                  <a:pt x="8078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235DC1-6350-4F75-9B20-FE2502BF16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72319" y="1873903"/>
            <a:ext cx="8078" cy="8078"/>
          </a:xfrm>
          <a:custGeom xmlns:a="http://schemas.openxmlformats.org/drawingml/2006/main">
            <a:pathLst>
              <a:path w="8078" h="8078" fill="none">
                <a:moveTo>
                  <a:pt x="0" y="0"/>
                </a:moveTo>
                <a:lnTo>
                  <a:pt x="4" y="266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8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9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A601C4-6386-4721-87A9-1F9788A5CC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6268" y="225260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0A4383-ABBF-47F8-A5A9-0BD28A5A1C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6268" y="225260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9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FB2079-FBEC-4E7C-96D7-F222985BE1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4167" y="224048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30555E-0319-4A67-8A91-BC54C8C14D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4167" y="224048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9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6B81EA-8236-4667-B1FA-EFF83C778A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4273" y="224578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5B3E88-8B4A-46E0-9BED-7ED1FD4B1B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4273" y="224578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9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BE1DFE-7DE1-412D-9E8F-642157F3B6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95522" y="225711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13FE19-1643-4941-A5D4-99527327F9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95522" y="225711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9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27BD26-D7EA-4B4B-8704-20922B02D7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89906" y="225929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40D6D9-7E39-42BB-95A4-7087268A30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89906" y="225929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9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095117-3CBA-4701-8CC6-7CF108CE44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29334" y="225146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BBE867-108A-46FC-9D63-1BE2412EBA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29334" y="225146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9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BA62FF-15E5-4ECD-ACBD-BE359DD7F2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82861" y="219823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B43FB0-7F52-4668-81AC-07B80718F2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82861" y="219823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9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40E793-9D09-459E-82EB-B030935F89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62760" y="222589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735A54-900B-4177-BD85-EED0BCD10F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62760" y="222589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9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2EF141-EC56-4286-AF44-AB6262F198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72692" y="224822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CB68EF-F624-44D2-BECD-D6D7676E77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72692" y="224822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9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B15106-A8F7-4EF3-9EC1-F09E6E49AF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65914" y="223281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3A8CF6-2E3E-4622-B527-5EDD6079F3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65914" y="223281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9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075839-1202-4E7C-8746-E1633D42B2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86816" y="220143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79D55E-6625-4C60-B9EB-64E90E6FA3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86816" y="220143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49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600AD6-AE65-4FDA-A9AE-A54438C85B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84000" y="221099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AA871D-7C7A-428A-BF2E-C1E40015B3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84000" y="221099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0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86DE1A-EB3E-4E05-851A-EF9D6EEB28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67607" y="3075692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05122B-21E7-4541-97D9-B34AC3F707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67607" y="3075692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5003" name="Text 0">
            <a:extLst xmlns:a="http://schemas.openxmlformats.org/drawingml/2006/main">
              <a:ext uri="{FF2B5EF4-FFF2-40B4-BE49-F238E27FC236}">
                <a16:creationId xmlns:a16="http://schemas.microsoft.com/office/drawing/2014/main" id="{29DDC957-2A0B-47C5-B5F8-E72198DE8F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44420" y="3123563"/>
            <a:ext cx="43693" cy="65625"/>
          </a:xfrm>
          <a:custGeom xmlns:a="http://schemas.openxmlformats.org/drawingml/2006/main">
            <a:pathLst>
              <a:path w="43693" h="65625">
                <a:moveTo>
                  <a:pt x="21847" y="6774"/>
                </a:moveTo>
                <a:cubicBezTo>
                  <a:pt x="17443" y="6774"/>
                  <a:pt x="14134" y="8942"/>
                  <a:pt x="11918" y="13278"/>
                </a:cubicBezTo>
                <a:cubicBezTo>
                  <a:pt x="9703" y="17615"/>
                  <a:pt x="8595" y="24133"/>
                  <a:pt x="8595" y="32833"/>
                </a:cubicBezTo>
                <a:cubicBezTo>
                  <a:pt x="8595" y="41506"/>
                  <a:pt x="9703" y="48010"/>
                  <a:pt x="11918" y="52346"/>
                </a:cubicBezTo>
                <a:cubicBezTo>
                  <a:pt x="14134" y="56682"/>
                  <a:pt x="17443" y="58850"/>
                  <a:pt x="21847" y="58850"/>
                </a:cubicBezTo>
                <a:cubicBezTo>
                  <a:pt x="26278" y="58850"/>
                  <a:pt x="29602" y="56682"/>
                  <a:pt x="31817" y="52346"/>
                </a:cubicBezTo>
                <a:cubicBezTo>
                  <a:pt x="34033" y="48010"/>
                  <a:pt x="35141" y="41506"/>
                  <a:pt x="35141" y="32833"/>
                </a:cubicBezTo>
                <a:cubicBezTo>
                  <a:pt x="35141" y="24133"/>
                  <a:pt x="34033" y="17615"/>
                  <a:pt x="31817" y="13278"/>
                </a:cubicBezTo>
                <a:cubicBezTo>
                  <a:pt x="29602" y="8942"/>
                  <a:pt x="26278" y="6774"/>
                  <a:pt x="21847" y="6774"/>
                </a:cubicBezTo>
                <a:moveTo>
                  <a:pt x="21847" y="0"/>
                </a:moveTo>
                <a:cubicBezTo>
                  <a:pt x="28931" y="0"/>
                  <a:pt x="34344" y="2803"/>
                  <a:pt x="38083" y="8409"/>
                </a:cubicBezTo>
                <a:cubicBezTo>
                  <a:pt x="41823" y="14016"/>
                  <a:pt x="43693" y="22157"/>
                  <a:pt x="43693" y="32833"/>
                </a:cubicBezTo>
                <a:cubicBezTo>
                  <a:pt x="43693" y="43482"/>
                  <a:pt x="41823" y="51609"/>
                  <a:pt x="38083" y="57215"/>
                </a:cubicBezTo>
                <a:cubicBezTo>
                  <a:pt x="34344" y="62821"/>
                  <a:pt x="28931" y="65625"/>
                  <a:pt x="21847" y="65625"/>
                </a:cubicBezTo>
                <a:cubicBezTo>
                  <a:pt x="14762" y="65625"/>
                  <a:pt x="9350" y="62821"/>
                  <a:pt x="5610" y="57215"/>
                </a:cubicBezTo>
                <a:cubicBezTo>
                  <a:pt x="1870" y="51609"/>
                  <a:pt x="0" y="43482"/>
                  <a:pt x="0" y="32833"/>
                </a:cubicBezTo>
                <a:cubicBezTo>
                  <a:pt x="0" y="22157"/>
                  <a:pt x="1870" y="14016"/>
                  <a:pt x="5610" y="8409"/>
                </a:cubicBezTo>
                <a:cubicBezTo>
                  <a:pt x="9350" y="2803"/>
                  <a:pt x="14762" y="0"/>
                  <a:pt x="21847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01F59F-433E-4B01-AA8C-617C9B1330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28360" y="3075692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A9B42B-29E2-4DFF-920B-258040F0F4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28360" y="3075692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5006" name="Text 10">
            <a:extLst xmlns:a="http://schemas.openxmlformats.org/drawingml/2006/main">
              <a:ext uri="{FF2B5EF4-FFF2-40B4-BE49-F238E27FC236}">
                <a16:creationId xmlns:a16="http://schemas.microsoft.com/office/drawing/2014/main" id="{86568909-8DF7-4F6A-9E17-765415C3FF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33113" y="3124917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07" name="Text −1">
            <a:extLst xmlns:a="http://schemas.openxmlformats.org/drawingml/2006/main">
              <a:ext uri="{FF2B5EF4-FFF2-40B4-BE49-F238E27FC236}">
                <a16:creationId xmlns:a16="http://schemas.microsoft.com/office/drawing/2014/main" id="{06FED070-0192-4F56-8EA6-35E731F390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41181" y="3111801"/>
            <a:ext cx="77441" cy="44278"/>
          </a:xfrm>
          <a:custGeom xmlns:a="http://schemas.openxmlformats.org/drawingml/2006/main">
            <a:pathLst>
              <a:path w="77441" h="44278">
                <a:moveTo>
                  <a:pt x="0" y="22702"/>
                </a:moveTo>
                <a:lnTo>
                  <a:pt x="37995" y="22702"/>
                </a:lnTo>
                <a:lnTo>
                  <a:pt x="37995" y="27740"/>
                </a:lnTo>
                <a:lnTo>
                  <a:pt x="0" y="27740"/>
                </a:lnTo>
                <a:lnTo>
                  <a:pt x="0" y="22702"/>
                </a:lnTo>
                <a:close/>
                <a:moveTo>
                  <a:pt x="51953" y="39239"/>
                </a:moveTo>
                <a:lnTo>
                  <a:pt x="61734" y="39239"/>
                </a:lnTo>
                <a:lnTo>
                  <a:pt x="61734" y="5453"/>
                </a:lnTo>
                <a:lnTo>
                  <a:pt x="51094" y="7587"/>
                </a:lnTo>
                <a:lnTo>
                  <a:pt x="51094" y="2134"/>
                </a:lnTo>
                <a:lnTo>
                  <a:pt x="61674" y="0"/>
                </a:lnTo>
                <a:lnTo>
                  <a:pt x="67661" y="0"/>
                </a:lnTo>
                <a:lnTo>
                  <a:pt x="67661" y="39239"/>
                </a:lnTo>
                <a:lnTo>
                  <a:pt x="77441" y="39239"/>
                </a:lnTo>
                <a:lnTo>
                  <a:pt x="77441" y="44278"/>
                </a:lnTo>
                <a:lnTo>
                  <a:pt x="51953" y="44278"/>
                </a:lnTo>
                <a:lnTo>
                  <a:pt x="51953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C21A36-F3C1-4F89-9DDB-E82B0DB3D6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43038" y="3075692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CB37AB-6139-45CA-A031-7BA4CBB98F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43038" y="3075692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5010" name="Text 10">
            <a:extLst xmlns:a="http://schemas.openxmlformats.org/drawingml/2006/main">
              <a:ext uri="{FF2B5EF4-FFF2-40B4-BE49-F238E27FC236}">
                <a16:creationId xmlns:a16="http://schemas.microsoft.com/office/drawing/2014/main" id="{42D52F54-FC7A-4BD6-9814-E44671C223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73080" y="3125708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11" name="Text 0">
            <a:extLst xmlns:a="http://schemas.openxmlformats.org/drawingml/2006/main">
              <a:ext uri="{FF2B5EF4-FFF2-40B4-BE49-F238E27FC236}">
                <a16:creationId xmlns:a16="http://schemas.microsoft.com/office/drawing/2014/main" id="{ED117401-130F-4F7A-82F2-EBBA7F4481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78719" y="3111820"/>
            <a:ext cx="30585" cy="45937"/>
          </a:xfrm>
          <a:custGeom xmlns:a="http://schemas.openxmlformats.org/drawingml/2006/main">
            <a:pathLst>
              <a:path w="30585" h="45937">
                <a:moveTo>
                  <a:pt x="15293" y="4742"/>
                </a:moveTo>
                <a:cubicBezTo>
                  <a:pt x="12210" y="4742"/>
                  <a:pt x="9894" y="6260"/>
                  <a:pt x="8343" y="9295"/>
                </a:cubicBezTo>
                <a:cubicBezTo>
                  <a:pt x="6792" y="12330"/>
                  <a:pt x="6016" y="16893"/>
                  <a:pt x="6016" y="22983"/>
                </a:cubicBezTo>
                <a:cubicBezTo>
                  <a:pt x="6016" y="29054"/>
                  <a:pt x="6792" y="33607"/>
                  <a:pt x="8343" y="36642"/>
                </a:cubicBezTo>
                <a:cubicBezTo>
                  <a:pt x="9894" y="39678"/>
                  <a:pt x="12210" y="41195"/>
                  <a:pt x="15293" y="41195"/>
                </a:cubicBezTo>
                <a:cubicBezTo>
                  <a:pt x="18395" y="41195"/>
                  <a:pt x="20721" y="39678"/>
                  <a:pt x="22272" y="36642"/>
                </a:cubicBezTo>
                <a:cubicBezTo>
                  <a:pt x="23823" y="33607"/>
                  <a:pt x="24599" y="29054"/>
                  <a:pt x="24599" y="22983"/>
                </a:cubicBezTo>
                <a:cubicBezTo>
                  <a:pt x="24599" y="16893"/>
                  <a:pt x="23823" y="12330"/>
                  <a:pt x="22272" y="9295"/>
                </a:cubicBezTo>
                <a:cubicBezTo>
                  <a:pt x="20721" y="6260"/>
                  <a:pt x="18395" y="4742"/>
                  <a:pt x="15293" y="4742"/>
                </a:cubicBezTo>
                <a:moveTo>
                  <a:pt x="15293" y="0"/>
                </a:moveTo>
                <a:cubicBezTo>
                  <a:pt x="20252" y="0"/>
                  <a:pt x="24040" y="1962"/>
                  <a:pt x="26658" y="5887"/>
                </a:cubicBezTo>
                <a:cubicBezTo>
                  <a:pt x="29276" y="9811"/>
                  <a:pt x="30585" y="15510"/>
                  <a:pt x="30585" y="22983"/>
                </a:cubicBezTo>
                <a:cubicBezTo>
                  <a:pt x="30585" y="30437"/>
                  <a:pt x="29276" y="36126"/>
                  <a:pt x="26658" y="40051"/>
                </a:cubicBezTo>
                <a:cubicBezTo>
                  <a:pt x="24040" y="43975"/>
                  <a:pt x="20252" y="45937"/>
                  <a:pt x="15293" y="45937"/>
                </a:cubicBezTo>
                <a:cubicBezTo>
                  <a:pt x="10333" y="45937"/>
                  <a:pt x="6545" y="43975"/>
                  <a:pt x="3927" y="40051"/>
                </a:cubicBezTo>
                <a:cubicBezTo>
                  <a:pt x="1309" y="36126"/>
                  <a:pt x="0" y="30437"/>
                  <a:pt x="0" y="22983"/>
                </a:cubicBezTo>
                <a:cubicBezTo>
                  <a:pt x="0" y="15510"/>
                  <a:pt x="1309" y="9811"/>
                  <a:pt x="3927" y="5887"/>
                </a:cubicBezTo>
                <a:cubicBezTo>
                  <a:pt x="6545" y="1962"/>
                  <a:pt x="10333" y="0"/>
                  <a:pt x="1529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0BDC7D-F7A9-49FF-B9C9-847166FB65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57715" y="3075692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71F9D6-E6CB-447D-B417-9DF69E0422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57715" y="3075692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5014" name="Text 10">
            <a:extLst xmlns:a="http://schemas.openxmlformats.org/drawingml/2006/main">
              <a:ext uri="{FF2B5EF4-FFF2-40B4-BE49-F238E27FC236}">
                <a16:creationId xmlns:a16="http://schemas.microsoft.com/office/drawing/2014/main" id="{6C4405C5-44C6-4EF8-8E8B-38F84B5186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87758" y="3124917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1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1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8" y="41506"/>
                  <a:pt x="86498" y="32833"/>
                </a:cubicBezTo>
                <a:cubicBezTo>
                  <a:pt x="86498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9" y="65625"/>
                  <a:pt x="60706" y="62821"/>
                  <a:pt x="56967" y="57215"/>
                </a:cubicBezTo>
                <a:cubicBezTo>
                  <a:pt x="53227" y="51609"/>
                  <a:pt x="51357" y="43482"/>
                  <a:pt x="51357" y="32833"/>
                </a:cubicBezTo>
                <a:cubicBezTo>
                  <a:pt x="51357" y="22157"/>
                  <a:pt x="53227" y="14016"/>
                  <a:pt x="56967" y="8409"/>
                </a:cubicBezTo>
                <a:cubicBezTo>
                  <a:pt x="60706" y="2803"/>
                  <a:pt x="66119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15" name="Text 1">
            <a:extLst xmlns:a="http://schemas.openxmlformats.org/drawingml/2006/main">
              <a:ext uri="{FF2B5EF4-FFF2-40B4-BE49-F238E27FC236}">
                <a16:creationId xmlns:a16="http://schemas.microsoft.com/office/drawing/2014/main" id="{F50C7551-0357-4F89-9590-C963DCE153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96064" y="3111801"/>
            <a:ext cx="26347" cy="44278"/>
          </a:xfrm>
          <a:custGeom xmlns:a="http://schemas.openxmlformats.org/drawingml/2006/main">
            <a:pathLst>
              <a:path w="26347" h="44278">
                <a:moveTo>
                  <a:pt x="859" y="39239"/>
                </a:moveTo>
                <a:lnTo>
                  <a:pt x="10640" y="39239"/>
                </a:lnTo>
                <a:lnTo>
                  <a:pt x="10640" y="5453"/>
                </a:lnTo>
                <a:lnTo>
                  <a:pt x="0" y="7587"/>
                </a:lnTo>
                <a:lnTo>
                  <a:pt x="0" y="2134"/>
                </a:lnTo>
                <a:lnTo>
                  <a:pt x="10580" y="0"/>
                </a:lnTo>
                <a:lnTo>
                  <a:pt x="16567" y="0"/>
                </a:lnTo>
                <a:lnTo>
                  <a:pt x="16567" y="39239"/>
                </a:lnTo>
                <a:lnTo>
                  <a:pt x="26347" y="39239"/>
                </a:lnTo>
                <a:lnTo>
                  <a:pt x="26347" y="44278"/>
                </a:lnTo>
                <a:lnTo>
                  <a:pt x="859" y="44278"/>
                </a:lnTo>
                <a:lnTo>
                  <a:pt x="859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FB0205-4CA5-49A5-B1D1-F9A1260215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2215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33B895-E14C-4876-A7B1-D877FD0BDB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2215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0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F65199-0C24-4BEE-975C-1DAE0C4683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6822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0508F2-99E6-43DC-8C4A-053798C41D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6822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0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47A6CF-B07C-4A3F-AA1B-891CC55CD6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81430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F0B04C-D62F-4664-9F3E-80E718903F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81430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0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022783-7364-4DE3-A0AC-91CC632514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86038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570007-14C6-4BE8-B10F-19AEF31B91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86038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0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2CF89A-8A29-480A-905D-1AB96641ED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90645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63838B-716C-49AB-9499-AE2CD45A7F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90645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0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35CD45-EE73-4665-9768-55CC83A3A1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95253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D6D494-CFB1-4F0B-8D85-BC62C3A094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95253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0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4BE6F2-EB48-4274-9D1D-5B0A280ADB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99860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38404F-632A-44F2-BD2E-2DB8FC295E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99860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0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A9348F-6CDD-4F37-9D6E-154A413ACE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04468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818F86-AF1D-491D-A1AE-964F36CF3F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04468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0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C648C1-5123-4DB1-8662-BA1F87243F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09075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FB181C-1424-43E9-8DE8-81E30C77E7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09075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0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ADFEB2-8EB8-4915-B606-7671774DD0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13683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3325E2-2208-4F08-9BDB-EFA12E0515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13683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0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6DE2D9-D6F8-40A3-B45F-3F476158F6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9758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CA5506-2440-41D6-B63F-E92D4D852D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9758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0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3BEB10-6E65-43CF-AC20-10559DC054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05833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C0EC1F-2C5E-4499-8502-C2B51B5F80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05833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0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F64E66-D313-42B2-A9B7-00AB62840F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51909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E8A80C-B91F-46F2-8A57-D03D2CA2B0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51909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0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B43C56-9243-40EE-9E51-80DE8EB013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97984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BD57CB-7ED5-4DE5-B81D-56402B7470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97984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0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C67DDF-1A48-44A7-AFCE-AF1C88865C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44059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57DF06-E335-4B86-BEF8-CD4062A4AE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44059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0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52B509-63B3-4E08-AB4A-62B33B1DE8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90134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42D966-7CEB-4929-A7CA-4A7D948A73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90134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0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A6823C-AA8D-466B-85D2-C37F91D8DA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36210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F1AA11-2BD9-48D2-9128-E3F54BFBDC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36210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0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288B77-E24E-4543-9634-A8C0D0CC5E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82285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97CD95-D52B-4C70-AD90-76F696C760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82285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0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08D48C-685B-453E-A267-F0934C9C26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28360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ADEC08-287B-4FC4-AA56-5C222CFD81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28360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0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AD5170-1533-4417-ABD6-EBF39B89EF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53191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6FE5D2-1B8E-4CC1-AA01-37B09DB488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53191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0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F5C48C-475B-4F24-92F7-BB6AC37E08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26212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F4D6F1-72FC-4FBE-9613-382757BE27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26212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0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4DA030-9CA5-4BB3-96BE-FAAA739997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78021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320C38-E579-4930-9AF8-C8E482F95A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78021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0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365E10-4FEC-4CFD-B3AA-F623BCEB26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18207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C319AD-2384-438B-93FA-F710518E37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18207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0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8D88EF-CD00-4C78-837C-EBCCF55C3B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51042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D08AF9-80FC-4AEF-8E4B-032E150AC7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51042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0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7C91A5-D526-47C7-BB9B-0736961518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78803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A48C0B-BB05-4767-BF9D-F08E90D32D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78803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0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797786-90E0-4309-8EFE-FB5DE321D3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02851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467E93-7CE6-41D1-BF17-CC19AC6BDF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02851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0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98BC61-1A0B-4703-90DA-161C2D08C4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24063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6D2FF2-62C9-49E1-87E6-AEA68B907F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24063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0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A6CC73-E52C-4749-ABAA-B52D80A344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43038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310585-3F76-45E2-9D8A-2226D752F2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43038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0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7C4CB0-0B6B-4CA6-A593-F29F609438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67868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4E3109-1CDE-4A50-A206-03AF7CBB87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67868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0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C72B94-84EB-44DC-95C6-E5714DB456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40889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749D4B-869F-4311-95A1-70D6122BED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40889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0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9E6CE4-CFA8-4945-9052-410607811C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2699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B8733C-2197-42A0-B385-12F2C32F5F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2699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0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160A2E-0219-4729-9949-C16B0F5E25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32885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45AEF4-19D0-415F-898B-63750F3B6E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32885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0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BEEFDC-8AFE-4B79-83CE-2461C79365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65720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D73B00-8C57-4632-B11C-686958A837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65720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0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9687B7-25D8-4B31-B4D1-C89BFC547C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93481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CDB28A-6155-4916-B2B1-7B29C0188D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93481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0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4318E1-6454-4574-B2BF-BA5DDD5918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17529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07C470-130D-43D4-97CA-8606749D05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17529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0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11AC3D-3DE9-4D2A-BCA8-8BADBFBCE4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38741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AD641F-82B2-46D7-A6E2-673AE746EE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38741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0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5CECDF-B364-42A1-A017-2A9444A73A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57715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F5B579-E766-450B-B192-8FF5DECFDB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57715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0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E4148E-C6CE-40C8-9285-BC09E247F2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82546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579C46-917F-42A7-A2A6-F8A681BF3E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82546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0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C88DCB-3BD1-47E3-A643-3FB44284B1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55567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AAD440-2BC9-473A-85E7-ECD28FBC39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55567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0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A070D2-DA25-4892-AE12-D71FF6B72F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07376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EDAF19-B01E-4E58-B228-9D887A90E3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07376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0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FCAB27-0E1A-4348-A3FE-33297D1B77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47562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157C0B-0685-4F0A-BC66-7193CD4211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47562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0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231A6D-3848-481B-A6EF-3F0501D792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80397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548B2D-C108-414B-A608-F4796B17D1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80397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100" name="Text QSF">
            <a:extLst xmlns:a="http://schemas.openxmlformats.org/drawingml/2006/main">
              <a:ext uri="{FF2B5EF4-FFF2-40B4-BE49-F238E27FC236}">
                <a16:creationId xmlns:a16="http://schemas.microsoft.com/office/drawing/2014/main" id="{C7982557-AF29-4AE3-AA33-567D78D25A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78691" y="3240078"/>
            <a:ext cx="190479" cy="88120"/>
          </a:xfrm>
          <a:custGeom xmlns:a="http://schemas.openxmlformats.org/drawingml/2006/main">
            <a:pathLst>
              <a:path w="190479" h="88120">
                <a:moveTo>
                  <a:pt x="34181" y="8101"/>
                </a:moveTo>
                <a:cubicBezTo>
                  <a:pt x="26937" y="8101"/>
                  <a:pt x="21182" y="10804"/>
                  <a:pt x="16918" y="16209"/>
                </a:cubicBezTo>
                <a:cubicBezTo>
                  <a:pt x="12653" y="21614"/>
                  <a:pt x="10521" y="28979"/>
                  <a:pt x="10521" y="38306"/>
                </a:cubicBezTo>
                <a:cubicBezTo>
                  <a:pt x="10521" y="47599"/>
                  <a:pt x="12653" y="54949"/>
                  <a:pt x="16918" y="60354"/>
                </a:cubicBezTo>
                <a:cubicBezTo>
                  <a:pt x="21182" y="65759"/>
                  <a:pt x="26937" y="68461"/>
                  <a:pt x="34181" y="68461"/>
                </a:cubicBezTo>
                <a:cubicBezTo>
                  <a:pt x="41426" y="68461"/>
                  <a:pt x="47164" y="65759"/>
                  <a:pt x="51395" y="60354"/>
                </a:cubicBezTo>
                <a:cubicBezTo>
                  <a:pt x="55627" y="54949"/>
                  <a:pt x="57743" y="47599"/>
                  <a:pt x="57743" y="38306"/>
                </a:cubicBezTo>
                <a:cubicBezTo>
                  <a:pt x="57743" y="28979"/>
                  <a:pt x="55627" y="21614"/>
                  <a:pt x="51395" y="16209"/>
                </a:cubicBezTo>
                <a:cubicBezTo>
                  <a:pt x="47164" y="10804"/>
                  <a:pt x="41426" y="8101"/>
                  <a:pt x="34181" y="8101"/>
                </a:cubicBezTo>
                <a:moveTo>
                  <a:pt x="48160" y="73796"/>
                </a:moveTo>
                <a:lnTo>
                  <a:pt x="61299" y="88120"/>
                </a:lnTo>
                <a:lnTo>
                  <a:pt x="49247" y="88120"/>
                </a:lnTo>
                <a:lnTo>
                  <a:pt x="38330" y="76358"/>
                </a:lnTo>
                <a:cubicBezTo>
                  <a:pt x="37244" y="76426"/>
                  <a:pt x="36412" y="76477"/>
                  <a:pt x="35836" y="76511"/>
                </a:cubicBezTo>
                <a:cubicBezTo>
                  <a:pt x="35260" y="76545"/>
                  <a:pt x="34708" y="76562"/>
                  <a:pt x="34181" y="76562"/>
                </a:cubicBezTo>
                <a:cubicBezTo>
                  <a:pt x="23808" y="76562"/>
                  <a:pt x="15518" y="73094"/>
                  <a:pt x="9311" y="66158"/>
                </a:cubicBezTo>
                <a:cubicBezTo>
                  <a:pt x="3104" y="59221"/>
                  <a:pt x="0" y="49937"/>
                  <a:pt x="0" y="38306"/>
                </a:cubicBezTo>
                <a:cubicBezTo>
                  <a:pt x="0" y="26641"/>
                  <a:pt x="3104" y="17341"/>
                  <a:pt x="9311" y="10405"/>
                </a:cubicBezTo>
                <a:cubicBezTo>
                  <a:pt x="15518" y="3468"/>
                  <a:pt x="23808" y="0"/>
                  <a:pt x="34181" y="0"/>
                </a:cubicBezTo>
                <a:cubicBezTo>
                  <a:pt x="44521" y="0"/>
                  <a:pt x="52787" y="3468"/>
                  <a:pt x="58977" y="10405"/>
                </a:cubicBezTo>
                <a:cubicBezTo>
                  <a:pt x="65168" y="17341"/>
                  <a:pt x="68264" y="26642"/>
                  <a:pt x="68264" y="38307"/>
                </a:cubicBezTo>
                <a:cubicBezTo>
                  <a:pt x="68264" y="46874"/>
                  <a:pt x="66543" y="54206"/>
                  <a:pt x="63102" y="60302"/>
                </a:cubicBezTo>
                <a:cubicBezTo>
                  <a:pt x="59661" y="66398"/>
                  <a:pt x="54680" y="70896"/>
                  <a:pt x="48160" y="73796"/>
                </a:cubicBezTo>
                <a:close/>
                <a:moveTo>
                  <a:pt x="128070" y="3754"/>
                </a:moveTo>
                <a:lnTo>
                  <a:pt x="128070" y="13534"/>
                </a:lnTo>
                <a:cubicBezTo>
                  <a:pt x="124283" y="11707"/>
                  <a:pt x="120710" y="10344"/>
                  <a:pt x="117351" y="9447"/>
                </a:cubicBezTo>
                <a:cubicBezTo>
                  <a:pt x="113992" y="8549"/>
                  <a:pt x="110749" y="8101"/>
                  <a:pt x="107620" y="8101"/>
                </a:cubicBezTo>
                <a:cubicBezTo>
                  <a:pt x="102187" y="8101"/>
                  <a:pt x="97996" y="9156"/>
                  <a:pt x="95049" y="11267"/>
                </a:cubicBezTo>
                <a:cubicBezTo>
                  <a:pt x="92102" y="13376"/>
                  <a:pt x="90628" y="16376"/>
                  <a:pt x="90628" y="20267"/>
                </a:cubicBezTo>
                <a:cubicBezTo>
                  <a:pt x="90628" y="23532"/>
                  <a:pt x="91608" y="25997"/>
                  <a:pt x="93567" y="27663"/>
                </a:cubicBezTo>
                <a:cubicBezTo>
                  <a:pt x="95527" y="29328"/>
                  <a:pt x="99240" y="30671"/>
                  <a:pt x="104706" y="31693"/>
                </a:cubicBezTo>
                <a:lnTo>
                  <a:pt x="110732" y="32926"/>
                </a:lnTo>
                <a:cubicBezTo>
                  <a:pt x="118174" y="34343"/>
                  <a:pt x="123665" y="36839"/>
                  <a:pt x="127205" y="40414"/>
                </a:cubicBezTo>
                <a:cubicBezTo>
                  <a:pt x="130745" y="43988"/>
                  <a:pt x="132515" y="48773"/>
                  <a:pt x="132515" y="54770"/>
                </a:cubicBezTo>
                <a:cubicBezTo>
                  <a:pt x="132515" y="61918"/>
                  <a:pt x="130120" y="67338"/>
                  <a:pt x="125328" y="71028"/>
                </a:cubicBezTo>
                <a:cubicBezTo>
                  <a:pt x="120537" y="74717"/>
                  <a:pt x="113515" y="76562"/>
                  <a:pt x="104261" y="76562"/>
                </a:cubicBezTo>
                <a:cubicBezTo>
                  <a:pt x="100771" y="76562"/>
                  <a:pt x="97058" y="76163"/>
                  <a:pt x="93123" y="75364"/>
                </a:cubicBezTo>
                <a:cubicBezTo>
                  <a:pt x="89188" y="74566"/>
                  <a:pt x="85113" y="73384"/>
                  <a:pt x="80898" y="71820"/>
                </a:cubicBezTo>
                <a:lnTo>
                  <a:pt x="80898" y="61546"/>
                </a:lnTo>
                <a:cubicBezTo>
                  <a:pt x="84948" y="63835"/>
                  <a:pt x="88916" y="65559"/>
                  <a:pt x="92802" y="66720"/>
                </a:cubicBezTo>
                <a:cubicBezTo>
                  <a:pt x="96688" y="67881"/>
                  <a:pt x="100507" y="68461"/>
                  <a:pt x="104261" y="68461"/>
                </a:cubicBezTo>
                <a:cubicBezTo>
                  <a:pt x="109958" y="68461"/>
                  <a:pt x="114354" y="67341"/>
                  <a:pt x="117450" y="65099"/>
                </a:cubicBezTo>
                <a:cubicBezTo>
                  <a:pt x="120545" y="62857"/>
                  <a:pt x="122093" y="59659"/>
                  <a:pt x="122093" y="55506"/>
                </a:cubicBezTo>
                <a:cubicBezTo>
                  <a:pt x="122093" y="51880"/>
                  <a:pt x="120982" y="49044"/>
                  <a:pt x="118759" y="47001"/>
                </a:cubicBezTo>
                <a:cubicBezTo>
                  <a:pt x="116536" y="44956"/>
                  <a:pt x="112889" y="43423"/>
                  <a:pt x="107818" y="42401"/>
                </a:cubicBezTo>
                <a:lnTo>
                  <a:pt x="101742" y="41217"/>
                </a:lnTo>
                <a:cubicBezTo>
                  <a:pt x="94300" y="39734"/>
                  <a:pt x="88916" y="37411"/>
                  <a:pt x="85590" y="34249"/>
                </a:cubicBezTo>
                <a:cubicBezTo>
                  <a:pt x="82264" y="31086"/>
                  <a:pt x="80601" y="26687"/>
                  <a:pt x="80601" y="21053"/>
                </a:cubicBezTo>
                <a:cubicBezTo>
                  <a:pt x="80601" y="14530"/>
                  <a:pt x="82898" y="9390"/>
                  <a:pt x="87492" y="5634"/>
                </a:cubicBezTo>
                <a:cubicBezTo>
                  <a:pt x="92086" y="1878"/>
                  <a:pt x="98416" y="0"/>
                  <a:pt x="106484" y="0"/>
                </a:cubicBezTo>
                <a:cubicBezTo>
                  <a:pt x="109942" y="0"/>
                  <a:pt x="113465" y="313"/>
                  <a:pt x="117055" y="938"/>
                </a:cubicBezTo>
                <a:cubicBezTo>
                  <a:pt x="120644" y="1564"/>
                  <a:pt x="124316" y="2503"/>
                  <a:pt x="128070" y="3754"/>
                </a:cubicBezTo>
                <a:close/>
                <a:moveTo>
                  <a:pt x="148098" y="1284"/>
                </a:moveTo>
                <a:lnTo>
                  <a:pt x="190479" y="1284"/>
                </a:lnTo>
                <a:lnTo>
                  <a:pt x="190479" y="9681"/>
                </a:lnTo>
                <a:lnTo>
                  <a:pt x="158076" y="9681"/>
                </a:lnTo>
                <a:lnTo>
                  <a:pt x="158076" y="31415"/>
                </a:lnTo>
                <a:lnTo>
                  <a:pt x="187318" y="31415"/>
                </a:lnTo>
                <a:lnTo>
                  <a:pt x="187318" y="39812"/>
                </a:lnTo>
                <a:lnTo>
                  <a:pt x="158076" y="39812"/>
                </a:lnTo>
                <a:lnTo>
                  <a:pt x="158076" y="75080"/>
                </a:lnTo>
                <a:lnTo>
                  <a:pt x="148098" y="75080"/>
                </a:lnTo>
                <a:lnTo>
                  <a:pt x="148098" y="1284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5DAD42-FA89-449C-86C6-1CFD1091B1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45930" y="3075692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4D119F-3E66-4E26-8BEA-81F2625554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45930" y="3075692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5103" name="Text 0">
            <a:extLst xmlns:a="http://schemas.openxmlformats.org/drawingml/2006/main">
              <a:ext uri="{FF2B5EF4-FFF2-40B4-BE49-F238E27FC236}">
                <a16:creationId xmlns:a16="http://schemas.microsoft.com/office/drawing/2014/main" id="{71EDC7E6-9283-48BA-9095-B8DBD2D18C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68549" y="3043627"/>
            <a:ext cx="43693" cy="65625"/>
          </a:xfrm>
          <a:custGeom xmlns:a="http://schemas.openxmlformats.org/drawingml/2006/main">
            <a:pathLst>
              <a:path w="43693" h="65625">
                <a:moveTo>
                  <a:pt x="21847" y="6774"/>
                </a:moveTo>
                <a:cubicBezTo>
                  <a:pt x="17443" y="6774"/>
                  <a:pt x="14134" y="8942"/>
                  <a:pt x="11918" y="13278"/>
                </a:cubicBezTo>
                <a:cubicBezTo>
                  <a:pt x="9703" y="17615"/>
                  <a:pt x="8595" y="24133"/>
                  <a:pt x="8595" y="32833"/>
                </a:cubicBezTo>
                <a:cubicBezTo>
                  <a:pt x="8595" y="41506"/>
                  <a:pt x="9703" y="48010"/>
                  <a:pt x="11918" y="52346"/>
                </a:cubicBezTo>
                <a:cubicBezTo>
                  <a:pt x="14134" y="56682"/>
                  <a:pt x="17443" y="58850"/>
                  <a:pt x="21847" y="58850"/>
                </a:cubicBezTo>
                <a:cubicBezTo>
                  <a:pt x="26278" y="58850"/>
                  <a:pt x="29602" y="56682"/>
                  <a:pt x="31817" y="52346"/>
                </a:cubicBezTo>
                <a:cubicBezTo>
                  <a:pt x="34033" y="48010"/>
                  <a:pt x="35141" y="41506"/>
                  <a:pt x="35141" y="32833"/>
                </a:cubicBezTo>
                <a:cubicBezTo>
                  <a:pt x="35141" y="24133"/>
                  <a:pt x="34033" y="17615"/>
                  <a:pt x="31817" y="13278"/>
                </a:cubicBezTo>
                <a:cubicBezTo>
                  <a:pt x="29602" y="8942"/>
                  <a:pt x="26278" y="6774"/>
                  <a:pt x="21847" y="6774"/>
                </a:cubicBezTo>
                <a:moveTo>
                  <a:pt x="21847" y="0"/>
                </a:moveTo>
                <a:cubicBezTo>
                  <a:pt x="28931" y="0"/>
                  <a:pt x="34344" y="2803"/>
                  <a:pt x="38083" y="8409"/>
                </a:cubicBezTo>
                <a:cubicBezTo>
                  <a:pt x="41823" y="14016"/>
                  <a:pt x="43693" y="22157"/>
                  <a:pt x="43693" y="32833"/>
                </a:cubicBezTo>
                <a:cubicBezTo>
                  <a:pt x="43693" y="43482"/>
                  <a:pt x="41823" y="51609"/>
                  <a:pt x="38083" y="57215"/>
                </a:cubicBezTo>
                <a:cubicBezTo>
                  <a:pt x="34344" y="62821"/>
                  <a:pt x="28931" y="65625"/>
                  <a:pt x="21847" y="65625"/>
                </a:cubicBezTo>
                <a:cubicBezTo>
                  <a:pt x="14762" y="65625"/>
                  <a:pt x="9350" y="62821"/>
                  <a:pt x="5610" y="57215"/>
                </a:cubicBezTo>
                <a:cubicBezTo>
                  <a:pt x="1870" y="51609"/>
                  <a:pt x="0" y="43482"/>
                  <a:pt x="0" y="32833"/>
                </a:cubicBezTo>
                <a:cubicBezTo>
                  <a:pt x="0" y="22157"/>
                  <a:pt x="1870" y="14016"/>
                  <a:pt x="5610" y="8409"/>
                </a:cubicBezTo>
                <a:cubicBezTo>
                  <a:pt x="9350" y="2803"/>
                  <a:pt x="14762" y="0"/>
                  <a:pt x="21847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E10E6C-8036-4EBF-A980-31E91FE13A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45930" y="2732357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7CF5F8-E2FA-44BB-8F26-A6C3CB4ECE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45930" y="2732357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5106" name="Text 10">
            <a:extLst xmlns:a="http://schemas.openxmlformats.org/drawingml/2006/main">
              <a:ext uri="{FF2B5EF4-FFF2-40B4-BE49-F238E27FC236}">
                <a16:creationId xmlns:a16="http://schemas.microsoft.com/office/drawing/2014/main" id="{C74636F6-CA6F-44D7-AF46-E8D1ADDD7D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20619" y="2700292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07" name="Text −1">
            <a:extLst xmlns:a="http://schemas.openxmlformats.org/drawingml/2006/main">
              <a:ext uri="{FF2B5EF4-FFF2-40B4-BE49-F238E27FC236}">
                <a16:creationId xmlns:a16="http://schemas.microsoft.com/office/drawing/2014/main" id="{3CFA0175-B13E-42C5-A843-A910925271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28688" y="2687176"/>
            <a:ext cx="77441" cy="44278"/>
          </a:xfrm>
          <a:custGeom xmlns:a="http://schemas.openxmlformats.org/drawingml/2006/main">
            <a:pathLst>
              <a:path w="77441" h="44278">
                <a:moveTo>
                  <a:pt x="0" y="22702"/>
                </a:moveTo>
                <a:lnTo>
                  <a:pt x="37995" y="22702"/>
                </a:lnTo>
                <a:lnTo>
                  <a:pt x="37995" y="27740"/>
                </a:lnTo>
                <a:lnTo>
                  <a:pt x="0" y="27740"/>
                </a:lnTo>
                <a:lnTo>
                  <a:pt x="0" y="22702"/>
                </a:lnTo>
                <a:close/>
                <a:moveTo>
                  <a:pt x="51953" y="39239"/>
                </a:moveTo>
                <a:lnTo>
                  <a:pt x="61734" y="39239"/>
                </a:lnTo>
                <a:lnTo>
                  <a:pt x="61734" y="5453"/>
                </a:lnTo>
                <a:lnTo>
                  <a:pt x="51094" y="7587"/>
                </a:lnTo>
                <a:lnTo>
                  <a:pt x="51094" y="2134"/>
                </a:lnTo>
                <a:lnTo>
                  <a:pt x="61674" y="0"/>
                </a:lnTo>
                <a:lnTo>
                  <a:pt x="67661" y="0"/>
                </a:lnTo>
                <a:lnTo>
                  <a:pt x="67661" y="39239"/>
                </a:lnTo>
                <a:lnTo>
                  <a:pt x="77441" y="39239"/>
                </a:lnTo>
                <a:lnTo>
                  <a:pt x="77441" y="44278"/>
                </a:lnTo>
                <a:lnTo>
                  <a:pt x="51953" y="44278"/>
                </a:lnTo>
                <a:lnTo>
                  <a:pt x="51953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BA7803-8EAD-4A91-9695-D6E3177FE6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45930" y="2423355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A19A14-C6E3-482C-9350-77ACF12EAE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45930" y="2423355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5110" name="Text 10">
            <a:extLst xmlns:a="http://schemas.openxmlformats.org/drawingml/2006/main">
              <a:ext uri="{FF2B5EF4-FFF2-40B4-BE49-F238E27FC236}">
                <a16:creationId xmlns:a16="http://schemas.microsoft.com/office/drawing/2014/main" id="{B8032F42-7D57-41EC-8FBA-6ADDEC4602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71199" y="2392081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1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1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8" y="41506"/>
                  <a:pt x="86498" y="32833"/>
                </a:cubicBezTo>
                <a:cubicBezTo>
                  <a:pt x="86498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9" y="65625"/>
                  <a:pt x="60706" y="62821"/>
                  <a:pt x="56967" y="57215"/>
                </a:cubicBezTo>
                <a:cubicBezTo>
                  <a:pt x="53227" y="51609"/>
                  <a:pt x="51357" y="43482"/>
                  <a:pt x="51357" y="32833"/>
                </a:cubicBezTo>
                <a:cubicBezTo>
                  <a:pt x="51357" y="22157"/>
                  <a:pt x="53227" y="14016"/>
                  <a:pt x="56967" y="8409"/>
                </a:cubicBezTo>
                <a:cubicBezTo>
                  <a:pt x="60706" y="2803"/>
                  <a:pt x="66119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11" name="Text 0">
            <a:extLst xmlns:a="http://schemas.openxmlformats.org/drawingml/2006/main">
              <a:ext uri="{FF2B5EF4-FFF2-40B4-BE49-F238E27FC236}">
                <a16:creationId xmlns:a16="http://schemas.microsoft.com/office/drawing/2014/main" id="{2401707F-9492-49E4-A4F4-AEC56B46FF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76838" y="2378194"/>
            <a:ext cx="30585" cy="45937"/>
          </a:xfrm>
          <a:custGeom xmlns:a="http://schemas.openxmlformats.org/drawingml/2006/main">
            <a:pathLst>
              <a:path w="30585" h="45937">
                <a:moveTo>
                  <a:pt x="15293" y="4742"/>
                </a:moveTo>
                <a:cubicBezTo>
                  <a:pt x="12210" y="4742"/>
                  <a:pt x="9894" y="6260"/>
                  <a:pt x="8343" y="9295"/>
                </a:cubicBezTo>
                <a:cubicBezTo>
                  <a:pt x="6792" y="12330"/>
                  <a:pt x="6016" y="16893"/>
                  <a:pt x="6016" y="22983"/>
                </a:cubicBezTo>
                <a:cubicBezTo>
                  <a:pt x="6016" y="29054"/>
                  <a:pt x="6792" y="33607"/>
                  <a:pt x="8343" y="36642"/>
                </a:cubicBezTo>
                <a:cubicBezTo>
                  <a:pt x="9894" y="39678"/>
                  <a:pt x="12210" y="41195"/>
                  <a:pt x="15293" y="41195"/>
                </a:cubicBezTo>
                <a:cubicBezTo>
                  <a:pt x="18395" y="41195"/>
                  <a:pt x="20721" y="39678"/>
                  <a:pt x="22272" y="36642"/>
                </a:cubicBezTo>
                <a:cubicBezTo>
                  <a:pt x="23823" y="33607"/>
                  <a:pt x="24599" y="29054"/>
                  <a:pt x="24599" y="22983"/>
                </a:cubicBezTo>
                <a:cubicBezTo>
                  <a:pt x="24599" y="16893"/>
                  <a:pt x="23823" y="12330"/>
                  <a:pt x="22272" y="9295"/>
                </a:cubicBezTo>
                <a:cubicBezTo>
                  <a:pt x="20721" y="6260"/>
                  <a:pt x="18395" y="4742"/>
                  <a:pt x="15293" y="4742"/>
                </a:cubicBezTo>
                <a:moveTo>
                  <a:pt x="15293" y="0"/>
                </a:moveTo>
                <a:cubicBezTo>
                  <a:pt x="20252" y="0"/>
                  <a:pt x="24040" y="1962"/>
                  <a:pt x="26658" y="5887"/>
                </a:cubicBezTo>
                <a:cubicBezTo>
                  <a:pt x="29276" y="9811"/>
                  <a:pt x="30585" y="15510"/>
                  <a:pt x="30585" y="22983"/>
                </a:cubicBezTo>
                <a:cubicBezTo>
                  <a:pt x="30585" y="30437"/>
                  <a:pt x="29276" y="36126"/>
                  <a:pt x="26658" y="40051"/>
                </a:cubicBezTo>
                <a:cubicBezTo>
                  <a:pt x="24040" y="43975"/>
                  <a:pt x="20252" y="45937"/>
                  <a:pt x="15293" y="45937"/>
                </a:cubicBezTo>
                <a:cubicBezTo>
                  <a:pt x="10333" y="45937"/>
                  <a:pt x="6545" y="43975"/>
                  <a:pt x="3927" y="40051"/>
                </a:cubicBezTo>
                <a:cubicBezTo>
                  <a:pt x="1309" y="36126"/>
                  <a:pt x="0" y="30437"/>
                  <a:pt x="0" y="22983"/>
                </a:cubicBezTo>
                <a:cubicBezTo>
                  <a:pt x="0" y="15510"/>
                  <a:pt x="1309" y="9811"/>
                  <a:pt x="3927" y="5887"/>
                </a:cubicBezTo>
                <a:cubicBezTo>
                  <a:pt x="6545" y="1962"/>
                  <a:pt x="10333" y="0"/>
                  <a:pt x="1529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05CBCD-8C50-4F6F-826C-EF9B458BF2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45930" y="2114353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26D0E4-AF91-44AB-B4C1-5FCB4198A1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45930" y="2114353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5114" name="Text 10">
            <a:extLst xmlns:a="http://schemas.openxmlformats.org/drawingml/2006/main">
              <a:ext uri="{FF2B5EF4-FFF2-40B4-BE49-F238E27FC236}">
                <a16:creationId xmlns:a16="http://schemas.microsoft.com/office/drawing/2014/main" id="{F48507AE-649A-40AF-84A3-A40CCD87C8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71199" y="2082289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1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1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8" y="41506"/>
                  <a:pt x="86498" y="32833"/>
                </a:cubicBezTo>
                <a:cubicBezTo>
                  <a:pt x="86498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9" y="65625"/>
                  <a:pt x="60706" y="62821"/>
                  <a:pt x="56967" y="57215"/>
                </a:cubicBezTo>
                <a:cubicBezTo>
                  <a:pt x="53227" y="51609"/>
                  <a:pt x="51357" y="43482"/>
                  <a:pt x="51357" y="32833"/>
                </a:cubicBezTo>
                <a:cubicBezTo>
                  <a:pt x="51357" y="22157"/>
                  <a:pt x="53227" y="14016"/>
                  <a:pt x="56967" y="8409"/>
                </a:cubicBezTo>
                <a:cubicBezTo>
                  <a:pt x="60706" y="2803"/>
                  <a:pt x="66119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15" name="Text 1">
            <a:extLst xmlns:a="http://schemas.openxmlformats.org/drawingml/2006/main">
              <a:ext uri="{FF2B5EF4-FFF2-40B4-BE49-F238E27FC236}">
                <a16:creationId xmlns:a16="http://schemas.microsoft.com/office/drawing/2014/main" id="{A10374B8-816C-4213-9A7E-50DF129753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79505" y="2069173"/>
            <a:ext cx="26347" cy="44278"/>
          </a:xfrm>
          <a:custGeom xmlns:a="http://schemas.openxmlformats.org/drawingml/2006/main">
            <a:pathLst>
              <a:path w="26347" h="44278">
                <a:moveTo>
                  <a:pt x="859" y="39239"/>
                </a:moveTo>
                <a:lnTo>
                  <a:pt x="10640" y="39239"/>
                </a:lnTo>
                <a:lnTo>
                  <a:pt x="10640" y="5453"/>
                </a:lnTo>
                <a:lnTo>
                  <a:pt x="0" y="7587"/>
                </a:lnTo>
                <a:lnTo>
                  <a:pt x="0" y="2134"/>
                </a:lnTo>
                <a:lnTo>
                  <a:pt x="10580" y="0"/>
                </a:lnTo>
                <a:lnTo>
                  <a:pt x="16567" y="0"/>
                </a:lnTo>
                <a:lnTo>
                  <a:pt x="16567" y="39239"/>
                </a:lnTo>
                <a:lnTo>
                  <a:pt x="26347" y="39239"/>
                </a:lnTo>
                <a:lnTo>
                  <a:pt x="26347" y="44278"/>
                </a:lnTo>
                <a:lnTo>
                  <a:pt x="859" y="44278"/>
                </a:lnTo>
                <a:lnTo>
                  <a:pt x="859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50BCD4-2585-407F-8D1D-E54C88B0BF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307225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09BFC5-F543-4D4A-96ED-19A9A3519B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307225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1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57C11C-C829-44FD-BA57-BCD2215AF5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306882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9FD142-9002-4A07-BBC2-1CAD10C90D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306882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1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D03CE2-C6FE-453F-809A-89062D826E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306539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8A5A0D-8061-41D5-970B-5EFBCF91AB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306539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1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5C20A1-F6C1-4E44-B59C-4C0078B694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306195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3529EB-8046-4596-83F1-4DAF99B224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306195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1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5D5CC0-A9A0-46C1-B6B8-AD824FE680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305852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87A990-A1D3-40E7-BF98-E88875BDF2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305852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1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4A1B3C-D83D-4BD3-9507-4AFBEAF4F5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305509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2DA1D4-D059-4494-924A-444C0B4804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305509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1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34A416-9D43-4603-8213-62FE8130DA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305165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3036FC-277B-4929-B997-8604AFC657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305165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1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7C85E6-0C25-48BA-ACB0-3E129F4595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304822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0A4965-25C2-4816-AD93-40A3963E88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304822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1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6A0C50-B71B-4BB3-B637-FCC1550058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304479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5FAD7B-63D8-4D45-9DF3-B2257CF592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304479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1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E101FC-D41C-43B3-B8B3-51F203E684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304135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48DD9D-D175-4B52-9D04-0802C3CEFB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304135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1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688601-54CC-474D-A939-A4CA121591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300702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53BE99-AEBE-4A1A-81D5-1ABF655785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300702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1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DC55A5-53FC-4CF4-83E9-2DD35AD0D8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297269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6CAFFD-2887-4DA2-A829-6F752C8AE6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297269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1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AA0F2A-76B3-465B-8700-727BEF3037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293835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684345-400F-40CE-AEF4-7D05C3AB9D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293835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1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613C72-BDD7-4A9C-A8CA-0719F1B7E9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290402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D0A30A-6DBB-4660-AEF1-7FAE93F1EB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290402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1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F809BB-2C77-4437-BBBD-DD1BAAFF10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286969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378C80-FB5E-4E46-B48C-FA20A37AB9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286969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1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99E7AD-1A7C-402D-9A71-CC0714327E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283535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6FC61B-09CF-4BA1-A148-BA7E73CFA6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283535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1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7C5436-BF53-42F2-9E3B-381E396A67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280102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28844D-DC7C-43F0-B3A7-2EACB0A236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280102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1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E98915-62B9-4809-AFBC-33A0705986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276669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7A1DEF-294D-46D1-AC40-59F21FBDD5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276669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1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6585D9-6CA2-49CB-8607-1A72D20710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273235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5A9AE3-11A1-4102-97E9-EDA01E5128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273235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1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2AEC87-9AB0-4719-8BEA-D246326B83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263933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878B52-868C-4324-A2DB-CE6469B11F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263933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1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80AE77-9D3D-458A-A528-398EB3E7D5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258492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C63641-FCDD-46B3-99A3-3E175AAC1C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258492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1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311F69-1B62-4E48-8ADC-16EC3CE2CA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254631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404C58-21B1-4808-A037-E664A20C34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254631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1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711891-A005-4379-9CAE-A20FA168EC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251637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D46676-73B3-4085-B54D-845877FA5F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251637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1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8D18AF-69A2-43DA-BC6E-46FA925958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249190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95C2A5-1EA7-47B9-BFFD-619548E730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249190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1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7F2679-5A0E-4AEE-8889-B1D0C244E3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247122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D60E73-0935-4FCE-A180-E3902651E7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247122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1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491E0C-7732-4DB8-9632-DBF662016A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245330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FF1677-0E5E-481C-A36F-C5F09E7256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245330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1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2CED27-8BBA-4C60-B961-F9CC004244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243749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16C67F-B4B0-452C-8717-F955526A53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243749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1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141AA0-BB76-4636-82EE-A39EB51626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242335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A3D1FC-9538-4CE4-BB1A-B462723197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242335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1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F2BBCF-0586-4C3C-84C6-4331A02D60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233033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33AE3C-7A9B-4E26-B418-84A8BC24AA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233033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1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2004E3-8FF5-41F9-B7B0-480628C820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227592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2AD613-4B3E-4F31-A5A9-1362DEDF76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227592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1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8739A9-6D62-48C5-A88F-6193E99ACB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223731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47C3F8-2380-4A5E-BB52-375F9D3C5E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223731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1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3E0AA8-3C1A-4DDA-8E39-55FFA9FBEC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220737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7B8726-27E2-4AFF-AB60-AEEEA76ED9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220737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1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CBC5D7-9EE3-472F-B60C-78840BE856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218290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DCA39B-8949-4E11-8B86-95733380F6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218290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1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F8BABF-E330-488E-939D-7B4C577C14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216221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197927-5493-448B-B4D1-68BDD0BBFA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216221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1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C09FD9-498E-498C-91FB-FB6CAAC91C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214429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9F68BD-EA49-42A9-82A6-C1A5CD37B9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214429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1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CE31C5-269E-431E-AE98-C02E90FC64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212849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E6DEE7-827D-4C3B-B5E6-C44B4266E7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212849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1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414A37-CE05-4267-A868-1B6349FDD4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211435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C69C36-DA72-4F71-9F88-A5320FB52F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211435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1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1524BA-5E6A-4863-9D6E-DAB28F169A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202133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FDC969-2FDA-4078-BAA9-E33B60F98F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202133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1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E64A62-E72B-465A-9199-584E47F8D8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196692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CD1B17-11B4-4AC4-9D10-17136DDD69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196692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1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D46534-E6BF-4132-B654-3C186527AF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192831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9C74CA-43D3-43F9-80A1-1A61FA575E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192831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1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583E9B-D00C-45AA-A031-117533524B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189837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61E0F2-4EE1-4CA2-A283-C08855DBE4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189837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1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B7AB91-9BEE-45F2-A276-AE1A3D5C70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187390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EFE3ED-0C2F-4BB8-83E2-561034EE6E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156" y="187390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200" name="Text X">
            <a:extLst xmlns:a="http://schemas.openxmlformats.org/drawingml/2006/main">
              <a:ext uri="{FF2B5EF4-FFF2-40B4-BE49-F238E27FC236}">
                <a16:creationId xmlns:a16="http://schemas.microsoft.com/office/drawing/2014/main" id="{D7F11E97-BA70-44D5-B80B-CAC7DFD041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87394" y="2526246"/>
            <a:ext cx="73796" cy="63127"/>
          </a:xfrm>
          <a:custGeom xmlns:a="http://schemas.openxmlformats.org/drawingml/2006/main">
            <a:pathLst>
              <a:path w="73796" h="63127">
                <a:moveTo>
                  <a:pt x="0" y="59768"/>
                </a:moveTo>
                <a:lnTo>
                  <a:pt x="0" y="49049"/>
                </a:lnTo>
                <a:lnTo>
                  <a:pt x="27414" y="30724"/>
                </a:lnTo>
                <a:lnTo>
                  <a:pt x="0" y="12299"/>
                </a:lnTo>
                <a:lnTo>
                  <a:pt x="0" y="1581"/>
                </a:lnTo>
                <a:lnTo>
                  <a:pt x="35439" y="25290"/>
                </a:lnTo>
                <a:lnTo>
                  <a:pt x="73796" y="0"/>
                </a:lnTo>
                <a:lnTo>
                  <a:pt x="73796" y="10719"/>
                </a:lnTo>
                <a:lnTo>
                  <a:pt x="42430" y="31465"/>
                </a:lnTo>
                <a:lnTo>
                  <a:pt x="73796" y="52359"/>
                </a:lnTo>
                <a:lnTo>
                  <a:pt x="73796" y="63127"/>
                </a:lnTo>
                <a:lnTo>
                  <a:pt x="34402" y="36799"/>
                </a:lnTo>
                <a:lnTo>
                  <a:pt x="0" y="59768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01" name="Text S">
            <a:extLst xmlns:a="http://schemas.openxmlformats.org/drawingml/2006/main">
              <a:ext uri="{FF2B5EF4-FFF2-40B4-BE49-F238E27FC236}">
                <a16:creationId xmlns:a16="http://schemas.microsoft.com/office/drawing/2014/main" id="{5135DA41-CC22-47E2-B439-880646B027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86110" y="2464508"/>
            <a:ext cx="76562" cy="51914"/>
          </a:xfrm>
          <a:custGeom xmlns:a="http://schemas.openxmlformats.org/drawingml/2006/main">
            <a:pathLst>
              <a:path w="76562" h="51914">
                <a:moveTo>
                  <a:pt x="3754" y="4446"/>
                </a:moveTo>
                <a:lnTo>
                  <a:pt x="13534" y="4446"/>
                </a:lnTo>
                <a:cubicBezTo>
                  <a:pt x="11707" y="8232"/>
                  <a:pt x="10344" y="11805"/>
                  <a:pt x="9447" y="15164"/>
                </a:cubicBezTo>
                <a:cubicBezTo>
                  <a:pt x="8549" y="18523"/>
                  <a:pt x="8101" y="21767"/>
                  <a:pt x="8101" y="24895"/>
                </a:cubicBezTo>
                <a:cubicBezTo>
                  <a:pt x="8101" y="30328"/>
                  <a:pt x="9156" y="34519"/>
                  <a:pt x="11267" y="37466"/>
                </a:cubicBezTo>
                <a:cubicBezTo>
                  <a:pt x="13376" y="40413"/>
                  <a:pt x="16376" y="41887"/>
                  <a:pt x="20267" y="41887"/>
                </a:cubicBezTo>
                <a:cubicBezTo>
                  <a:pt x="23532" y="41887"/>
                  <a:pt x="25997" y="40907"/>
                  <a:pt x="27663" y="38948"/>
                </a:cubicBezTo>
                <a:cubicBezTo>
                  <a:pt x="29328" y="36989"/>
                  <a:pt x="30671" y="33276"/>
                  <a:pt x="31693" y="27809"/>
                </a:cubicBezTo>
                <a:lnTo>
                  <a:pt x="32926" y="21783"/>
                </a:lnTo>
                <a:cubicBezTo>
                  <a:pt x="34343" y="14341"/>
                  <a:pt x="36839" y="8850"/>
                  <a:pt x="40414" y="5310"/>
                </a:cubicBezTo>
                <a:cubicBezTo>
                  <a:pt x="43988" y="1770"/>
                  <a:pt x="48773" y="0"/>
                  <a:pt x="54770" y="0"/>
                </a:cubicBezTo>
                <a:cubicBezTo>
                  <a:pt x="61918" y="0"/>
                  <a:pt x="67338" y="2396"/>
                  <a:pt x="71028" y="7187"/>
                </a:cubicBezTo>
                <a:cubicBezTo>
                  <a:pt x="74717" y="11978"/>
                  <a:pt x="76562" y="19001"/>
                  <a:pt x="76562" y="28254"/>
                </a:cubicBezTo>
                <a:cubicBezTo>
                  <a:pt x="76562" y="31744"/>
                  <a:pt x="76163" y="35457"/>
                  <a:pt x="75364" y="39392"/>
                </a:cubicBezTo>
                <a:cubicBezTo>
                  <a:pt x="74566" y="43328"/>
                  <a:pt x="73384" y="47403"/>
                  <a:pt x="71820" y="51618"/>
                </a:cubicBezTo>
                <a:lnTo>
                  <a:pt x="61546" y="51618"/>
                </a:lnTo>
                <a:cubicBezTo>
                  <a:pt x="63835" y="47567"/>
                  <a:pt x="65559" y="43599"/>
                  <a:pt x="66720" y="39713"/>
                </a:cubicBezTo>
                <a:cubicBezTo>
                  <a:pt x="67881" y="35828"/>
                  <a:pt x="68461" y="32008"/>
                  <a:pt x="68461" y="28254"/>
                </a:cubicBezTo>
                <a:cubicBezTo>
                  <a:pt x="68461" y="22557"/>
                  <a:pt x="67341" y="18161"/>
                  <a:pt x="65099" y="15065"/>
                </a:cubicBezTo>
                <a:cubicBezTo>
                  <a:pt x="62857" y="11970"/>
                  <a:pt x="59659" y="10422"/>
                  <a:pt x="55506" y="10422"/>
                </a:cubicBezTo>
                <a:cubicBezTo>
                  <a:pt x="51880" y="10422"/>
                  <a:pt x="49044" y="11534"/>
                  <a:pt x="47001" y="13756"/>
                </a:cubicBezTo>
                <a:cubicBezTo>
                  <a:pt x="44956" y="15979"/>
                  <a:pt x="43423" y="19626"/>
                  <a:pt x="42401" y="24697"/>
                </a:cubicBezTo>
                <a:lnTo>
                  <a:pt x="41217" y="30773"/>
                </a:lnTo>
                <a:cubicBezTo>
                  <a:pt x="39734" y="38215"/>
                  <a:pt x="37411" y="43599"/>
                  <a:pt x="34249" y="46925"/>
                </a:cubicBezTo>
                <a:cubicBezTo>
                  <a:pt x="31086" y="50251"/>
                  <a:pt x="26687" y="51914"/>
                  <a:pt x="21053" y="51914"/>
                </a:cubicBezTo>
                <a:cubicBezTo>
                  <a:pt x="14530" y="51914"/>
                  <a:pt x="9390" y="49617"/>
                  <a:pt x="5634" y="45023"/>
                </a:cubicBezTo>
                <a:cubicBezTo>
                  <a:pt x="1878" y="40430"/>
                  <a:pt x="0" y="34099"/>
                  <a:pt x="0" y="26031"/>
                </a:cubicBezTo>
                <a:cubicBezTo>
                  <a:pt x="0" y="22573"/>
                  <a:pt x="313" y="19050"/>
                  <a:pt x="938" y="15461"/>
                </a:cubicBezTo>
                <a:cubicBezTo>
                  <a:pt x="1564" y="11871"/>
                  <a:pt x="2503" y="8200"/>
                  <a:pt x="3754" y="4446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02" name="Text a">
            <a:extLst xmlns:a="http://schemas.openxmlformats.org/drawingml/2006/main">
              <a:ext uri="{FF2B5EF4-FFF2-40B4-BE49-F238E27FC236}">
                <a16:creationId xmlns:a16="http://schemas.microsoft.com/office/drawing/2014/main" id="{742E1F95-C79F-498F-B40B-FA60A0FC83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04484" y="2406051"/>
            <a:ext cx="58187" cy="46728"/>
          </a:xfrm>
          <a:custGeom xmlns:a="http://schemas.openxmlformats.org/drawingml/2006/main">
            <a:pathLst>
              <a:path w="58187" h="46728">
                <a:moveTo>
                  <a:pt x="28847" y="18128"/>
                </a:moveTo>
                <a:cubicBezTo>
                  <a:pt x="28847" y="25471"/>
                  <a:pt x="29690" y="30559"/>
                  <a:pt x="31378" y="33391"/>
                </a:cubicBezTo>
                <a:cubicBezTo>
                  <a:pt x="33065" y="36223"/>
                  <a:pt x="35942" y="37639"/>
                  <a:pt x="40011" y="37639"/>
                </a:cubicBezTo>
                <a:cubicBezTo>
                  <a:pt x="43253" y="37639"/>
                  <a:pt x="45825" y="36577"/>
                  <a:pt x="47728" y="34453"/>
                </a:cubicBezTo>
                <a:cubicBezTo>
                  <a:pt x="49629" y="32329"/>
                  <a:pt x="50580" y="29439"/>
                  <a:pt x="50580" y="25784"/>
                </a:cubicBezTo>
                <a:cubicBezTo>
                  <a:pt x="50580" y="20746"/>
                  <a:pt x="48786" y="16704"/>
                  <a:pt x="45196" y="13658"/>
                </a:cubicBezTo>
                <a:cubicBezTo>
                  <a:pt x="41606" y="10612"/>
                  <a:pt x="36833" y="9089"/>
                  <a:pt x="30876" y="9089"/>
                </a:cubicBezTo>
                <a:lnTo>
                  <a:pt x="28847" y="9089"/>
                </a:lnTo>
                <a:lnTo>
                  <a:pt x="28847" y="18128"/>
                </a:lnTo>
                <a:moveTo>
                  <a:pt x="25093" y="0"/>
                </a:moveTo>
                <a:lnTo>
                  <a:pt x="56705" y="0"/>
                </a:lnTo>
                <a:lnTo>
                  <a:pt x="56705" y="9089"/>
                </a:lnTo>
                <a:lnTo>
                  <a:pt x="48308" y="9089"/>
                </a:lnTo>
                <a:cubicBezTo>
                  <a:pt x="51683" y="11163"/>
                  <a:pt x="54174" y="13748"/>
                  <a:pt x="55779" y="16844"/>
                </a:cubicBezTo>
                <a:cubicBezTo>
                  <a:pt x="57384" y="19939"/>
                  <a:pt x="58187" y="23726"/>
                  <a:pt x="58187" y="28204"/>
                </a:cubicBezTo>
                <a:cubicBezTo>
                  <a:pt x="58187" y="33868"/>
                  <a:pt x="56594" y="38372"/>
                  <a:pt x="53408" y="41714"/>
                </a:cubicBezTo>
                <a:cubicBezTo>
                  <a:pt x="50221" y="45056"/>
                  <a:pt x="45953" y="46728"/>
                  <a:pt x="40604" y="46728"/>
                </a:cubicBezTo>
                <a:cubicBezTo>
                  <a:pt x="34364" y="46728"/>
                  <a:pt x="29659" y="44645"/>
                  <a:pt x="26490" y="40479"/>
                </a:cubicBezTo>
                <a:cubicBezTo>
                  <a:pt x="23319" y="36313"/>
                  <a:pt x="21734" y="30098"/>
                  <a:pt x="21734" y="21833"/>
                </a:cubicBezTo>
                <a:lnTo>
                  <a:pt x="21734" y="9089"/>
                </a:lnTo>
                <a:lnTo>
                  <a:pt x="20845" y="9089"/>
                </a:lnTo>
                <a:cubicBezTo>
                  <a:pt x="16663" y="9089"/>
                  <a:pt x="13427" y="10463"/>
                  <a:pt x="11139" y="13213"/>
                </a:cubicBezTo>
                <a:cubicBezTo>
                  <a:pt x="8850" y="15963"/>
                  <a:pt x="7706" y="19824"/>
                  <a:pt x="7706" y="24796"/>
                </a:cubicBezTo>
                <a:cubicBezTo>
                  <a:pt x="7706" y="27957"/>
                  <a:pt x="8084" y="31036"/>
                  <a:pt x="8842" y="34033"/>
                </a:cubicBezTo>
                <a:cubicBezTo>
                  <a:pt x="9599" y="37030"/>
                  <a:pt x="10735" y="39911"/>
                  <a:pt x="12250" y="42677"/>
                </a:cubicBezTo>
                <a:lnTo>
                  <a:pt x="3853" y="42677"/>
                </a:lnTo>
                <a:cubicBezTo>
                  <a:pt x="2569" y="39351"/>
                  <a:pt x="1605" y="36124"/>
                  <a:pt x="963" y="32996"/>
                </a:cubicBezTo>
                <a:cubicBezTo>
                  <a:pt x="321" y="29867"/>
                  <a:pt x="0" y="26821"/>
                  <a:pt x="0" y="23858"/>
                </a:cubicBezTo>
                <a:cubicBezTo>
                  <a:pt x="0" y="15856"/>
                  <a:pt x="2075" y="9879"/>
                  <a:pt x="6224" y="5927"/>
                </a:cubicBezTo>
                <a:cubicBezTo>
                  <a:pt x="10373" y="1976"/>
                  <a:pt x="16663" y="0"/>
                  <a:pt x="2509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03" name="Text t">
            <a:extLst xmlns:a="http://schemas.openxmlformats.org/drawingml/2006/main">
              <a:ext uri="{FF2B5EF4-FFF2-40B4-BE49-F238E27FC236}">
                <a16:creationId xmlns:a16="http://schemas.microsoft.com/office/drawing/2014/main" id="{C41D8EBB-F8F4-445A-9430-3FADF0C503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90160" y="2359598"/>
            <a:ext cx="71030" cy="34527"/>
          </a:xfrm>
          <a:custGeom xmlns:a="http://schemas.openxmlformats.org/drawingml/2006/main">
            <a:pathLst>
              <a:path w="71030" h="34527">
                <a:moveTo>
                  <a:pt x="0" y="18721"/>
                </a:moveTo>
                <a:lnTo>
                  <a:pt x="15708" y="18721"/>
                </a:lnTo>
                <a:lnTo>
                  <a:pt x="15708" y="0"/>
                </a:lnTo>
                <a:lnTo>
                  <a:pt x="22820" y="0"/>
                </a:lnTo>
                <a:lnTo>
                  <a:pt x="22820" y="18721"/>
                </a:lnTo>
                <a:lnTo>
                  <a:pt x="52815" y="18721"/>
                </a:lnTo>
                <a:cubicBezTo>
                  <a:pt x="57322" y="18721"/>
                  <a:pt x="60216" y="18103"/>
                  <a:pt x="61500" y="16868"/>
                </a:cubicBezTo>
                <a:cubicBezTo>
                  <a:pt x="62782" y="15633"/>
                  <a:pt x="63423" y="13123"/>
                  <a:pt x="63423" y="9336"/>
                </a:cubicBezTo>
                <a:lnTo>
                  <a:pt x="63423" y="0"/>
                </a:lnTo>
                <a:lnTo>
                  <a:pt x="71030" y="0"/>
                </a:lnTo>
                <a:lnTo>
                  <a:pt x="71030" y="9336"/>
                </a:lnTo>
                <a:cubicBezTo>
                  <a:pt x="71030" y="16350"/>
                  <a:pt x="69722" y="21190"/>
                  <a:pt x="67106" y="23858"/>
                </a:cubicBezTo>
                <a:cubicBezTo>
                  <a:pt x="64489" y="26525"/>
                  <a:pt x="59726" y="27859"/>
                  <a:pt x="52815" y="27859"/>
                </a:cubicBezTo>
                <a:lnTo>
                  <a:pt x="22820" y="27859"/>
                </a:lnTo>
                <a:lnTo>
                  <a:pt x="22820" y="34527"/>
                </a:lnTo>
                <a:lnTo>
                  <a:pt x="15708" y="34527"/>
                </a:lnTo>
                <a:lnTo>
                  <a:pt x="15708" y="27859"/>
                </a:lnTo>
                <a:lnTo>
                  <a:pt x="0" y="27859"/>
                </a:lnTo>
                <a:lnTo>
                  <a:pt x="0" y="18721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FEB2D7-32A5-41A2-BFBE-D4E4EDEA11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67607" y="1873903"/>
            <a:ext cx="1612790" cy="1201788"/>
          </a:xfrm>
          <a:custGeom xmlns:a="http://schemas.openxmlformats.org/drawingml/2006/main">
            <a:pathLst>
              <a:path w="1612790" h="1201788" fill="none">
                <a:moveTo>
                  <a:pt x="0" y="1201788"/>
                </a:moveTo>
                <a:lnTo>
                  <a:pt x="1612790" y="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sq">
            <a:solidFill>
              <a:srgbClr val="000000"/>
            </a:solidFill>
            <a:round/>
          </a:ln>
        </p:spPr>
      </p:sp>
      <p:sp>
        <p:nvSpPr>
          <p:cNvPr id="52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C28600-6505-421E-B68D-3B6D8A52B9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67607" y="1873903"/>
            <a:ext cx="10" cy="1201788"/>
          </a:xfrm>
          <a:custGeom xmlns:a="http://schemas.openxmlformats.org/drawingml/2006/main">
            <a:pathLst>
              <a:path w="1" h="1201788" fill="none">
                <a:moveTo>
                  <a:pt x="0" y="1201788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52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244E44-0C59-47F9-8647-FF798D1486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80397" y="1873903"/>
            <a:ext cx="10" cy="1201788"/>
          </a:xfrm>
          <a:custGeom xmlns:a="http://schemas.openxmlformats.org/drawingml/2006/main">
            <a:pathLst>
              <a:path w="1" h="1201788" fill="none">
                <a:moveTo>
                  <a:pt x="0" y="1201788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52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A31915-BE51-4465-9CF1-082CF6320B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67607" y="3075692"/>
            <a:ext cx="1612790" cy="10"/>
          </a:xfrm>
          <a:custGeom xmlns:a="http://schemas.openxmlformats.org/drawingml/2006/main">
            <a:pathLst>
              <a:path w="1612790" h="1" fill="none">
                <a:moveTo>
                  <a:pt x="0" y="0"/>
                </a:moveTo>
                <a:lnTo>
                  <a:pt x="161279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52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714D61-DF96-4B30-8612-A1DBD54A0A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67607" y="1873903"/>
            <a:ext cx="1612790" cy="10"/>
          </a:xfrm>
          <a:custGeom xmlns:a="http://schemas.openxmlformats.org/drawingml/2006/main">
            <a:pathLst>
              <a:path w="1612790" h="1" fill="none">
                <a:moveTo>
                  <a:pt x="0" y="0"/>
                </a:moveTo>
                <a:lnTo>
                  <a:pt x="161279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5209" name="Text 105">
            <a:extLst xmlns:a="http://schemas.openxmlformats.org/drawingml/2006/main">
              <a:ext uri="{FF2B5EF4-FFF2-40B4-BE49-F238E27FC236}">
                <a16:creationId xmlns:a16="http://schemas.microsoft.com/office/drawing/2014/main" id="{57FAE0BF-5E85-448F-94F7-E476671ECF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29588" y="2253571"/>
            <a:ext cx="370891" cy="164061"/>
          </a:xfrm>
          <a:custGeom xmlns:a="http://schemas.openxmlformats.org/drawingml/2006/main">
            <a:pathLst>
              <a:path w="370891" h="164061">
                <a:moveTo>
                  <a:pt x="3070" y="142892"/>
                </a:moveTo>
                <a:lnTo>
                  <a:pt x="37999" y="142892"/>
                </a:lnTo>
                <a:lnTo>
                  <a:pt x="37999" y="22228"/>
                </a:lnTo>
                <a:lnTo>
                  <a:pt x="0" y="29849"/>
                </a:lnTo>
                <a:lnTo>
                  <a:pt x="0" y="10373"/>
                </a:lnTo>
                <a:lnTo>
                  <a:pt x="37787" y="2752"/>
                </a:lnTo>
                <a:lnTo>
                  <a:pt x="59168" y="2752"/>
                </a:lnTo>
                <a:lnTo>
                  <a:pt x="59168" y="142892"/>
                </a:lnTo>
                <a:lnTo>
                  <a:pt x="94097" y="142892"/>
                </a:lnTo>
                <a:lnTo>
                  <a:pt x="94097" y="160886"/>
                </a:lnTo>
                <a:lnTo>
                  <a:pt x="3070" y="160886"/>
                </a:lnTo>
                <a:lnTo>
                  <a:pt x="3070" y="142892"/>
                </a:lnTo>
                <a:close/>
                <a:moveTo>
                  <a:pt x="182958" y="16935"/>
                </a:moveTo>
                <a:cubicBezTo>
                  <a:pt x="171950" y="16935"/>
                  <a:pt x="163677" y="22356"/>
                  <a:pt x="158137" y="33196"/>
                </a:cubicBezTo>
                <a:cubicBezTo>
                  <a:pt x="152598" y="44036"/>
                  <a:pt x="149828" y="60332"/>
                  <a:pt x="149828" y="82084"/>
                </a:cubicBezTo>
                <a:cubicBezTo>
                  <a:pt x="149828" y="103764"/>
                  <a:pt x="152598" y="120025"/>
                  <a:pt x="158137" y="130865"/>
                </a:cubicBezTo>
                <a:cubicBezTo>
                  <a:pt x="163677" y="141706"/>
                  <a:pt x="171950" y="147126"/>
                  <a:pt x="182958" y="147126"/>
                </a:cubicBezTo>
                <a:cubicBezTo>
                  <a:pt x="194037" y="147126"/>
                  <a:pt x="202346" y="141706"/>
                  <a:pt x="207885" y="130865"/>
                </a:cubicBezTo>
                <a:cubicBezTo>
                  <a:pt x="213424" y="120025"/>
                  <a:pt x="216194" y="103764"/>
                  <a:pt x="216194" y="82084"/>
                </a:cubicBezTo>
                <a:cubicBezTo>
                  <a:pt x="216194" y="60332"/>
                  <a:pt x="213424" y="44036"/>
                  <a:pt x="207885" y="33196"/>
                </a:cubicBezTo>
                <a:cubicBezTo>
                  <a:pt x="202346" y="22356"/>
                  <a:pt x="194037" y="16935"/>
                  <a:pt x="182958" y="16935"/>
                </a:cubicBezTo>
                <a:moveTo>
                  <a:pt x="182958" y="0"/>
                </a:moveTo>
                <a:cubicBezTo>
                  <a:pt x="200670" y="0"/>
                  <a:pt x="214200" y="7008"/>
                  <a:pt x="223550" y="21024"/>
                </a:cubicBezTo>
                <a:cubicBezTo>
                  <a:pt x="232900" y="35039"/>
                  <a:pt x="237575" y="55393"/>
                  <a:pt x="237575" y="82084"/>
                </a:cubicBezTo>
                <a:cubicBezTo>
                  <a:pt x="237575" y="108704"/>
                  <a:pt x="232900" y="129022"/>
                  <a:pt x="223550" y="143038"/>
                </a:cubicBezTo>
                <a:cubicBezTo>
                  <a:pt x="214200" y="157054"/>
                  <a:pt x="200670" y="164061"/>
                  <a:pt x="182958" y="164061"/>
                </a:cubicBezTo>
                <a:cubicBezTo>
                  <a:pt x="165247" y="164061"/>
                  <a:pt x="151716" y="157054"/>
                  <a:pt x="142366" y="143038"/>
                </a:cubicBezTo>
                <a:cubicBezTo>
                  <a:pt x="133017" y="129022"/>
                  <a:pt x="128342" y="108704"/>
                  <a:pt x="128342" y="82084"/>
                </a:cubicBezTo>
                <a:cubicBezTo>
                  <a:pt x="128342" y="55393"/>
                  <a:pt x="133017" y="35039"/>
                  <a:pt x="142366" y="21024"/>
                </a:cubicBezTo>
                <a:cubicBezTo>
                  <a:pt x="151716" y="7008"/>
                  <a:pt x="165247" y="0"/>
                  <a:pt x="182958" y="0"/>
                </a:cubicBezTo>
                <a:close/>
                <a:moveTo>
                  <a:pt x="275312" y="2752"/>
                </a:moveTo>
                <a:lnTo>
                  <a:pt x="359248" y="2752"/>
                </a:lnTo>
                <a:lnTo>
                  <a:pt x="359248" y="20746"/>
                </a:lnTo>
                <a:lnTo>
                  <a:pt x="294893" y="20746"/>
                </a:lnTo>
                <a:lnTo>
                  <a:pt x="294893" y="59486"/>
                </a:lnTo>
                <a:cubicBezTo>
                  <a:pt x="297998" y="58427"/>
                  <a:pt x="301103" y="57633"/>
                  <a:pt x="304208" y="57104"/>
                </a:cubicBezTo>
                <a:cubicBezTo>
                  <a:pt x="307312" y="56575"/>
                  <a:pt x="310417" y="56310"/>
                  <a:pt x="313522" y="56310"/>
                </a:cubicBezTo>
                <a:cubicBezTo>
                  <a:pt x="331163" y="56310"/>
                  <a:pt x="345135" y="61154"/>
                  <a:pt x="355437" y="70841"/>
                </a:cubicBezTo>
                <a:cubicBezTo>
                  <a:pt x="365739" y="80526"/>
                  <a:pt x="370891" y="93641"/>
                  <a:pt x="370891" y="110186"/>
                </a:cubicBezTo>
                <a:cubicBezTo>
                  <a:pt x="370891" y="127225"/>
                  <a:pt x="365598" y="140464"/>
                  <a:pt x="355014" y="149905"/>
                </a:cubicBezTo>
                <a:cubicBezTo>
                  <a:pt x="344429" y="159342"/>
                  <a:pt x="329505" y="164061"/>
                  <a:pt x="310241" y="164061"/>
                </a:cubicBezTo>
                <a:cubicBezTo>
                  <a:pt x="303608" y="164061"/>
                  <a:pt x="296851" y="163497"/>
                  <a:pt x="289971" y="162368"/>
                </a:cubicBezTo>
                <a:cubicBezTo>
                  <a:pt x="283091" y="161239"/>
                  <a:pt x="275982" y="159545"/>
                  <a:pt x="268643" y="157287"/>
                </a:cubicBezTo>
                <a:lnTo>
                  <a:pt x="268643" y="135695"/>
                </a:lnTo>
                <a:cubicBezTo>
                  <a:pt x="274994" y="139188"/>
                  <a:pt x="281557" y="141790"/>
                  <a:pt x="288331" y="143501"/>
                </a:cubicBezTo>
                <a:cubicBezTo>
                  <a:pt x="295105" y="145212"/>
                  <a:pt x="302267" y="146068"/>
                  <a:pt x="309817" y="146068"/>
                </a:cubicBezTo>
                <a:cubicBezTo>
                  <a:pt x="322025" y="146068"/>
                  <a:pt x="331692" y="142848"/>
                  <a:pt x="338819" y="136409"/>
                </a:cubicBezTo>
                <a:cubicBezTo>
                  <a:pt x="345946" y="129968"/>
                  <a:pt x="349510" y="121227"/>
                  <a:pt x="349510" y="110186"/>
                </a:cubicBezTo>
                <a:cubicBezTo>
                  <a:pt x="349510" y="99145"/>
                  <a:pt x="345946" y="90405"/>
                  <a:pt x="338819" y="83966"/>
                </a:cubicBezTo>
                <a:cubicBezTo>
                  <a:pt x="331692" y="77525"/>
                  <a:pt x="322025" y="74304"/>
                  <a:pt x="309817" y="74304"/>
                </a:cubicBezTo>
                <a:cubicBezTo>
                  <a:pt x="304102" y="74304"/>
                  <a:pt x="298404" y="74939"/>
                  <a:pt x="292723" y="76209"/>
                </a:cubicBezTo>
                <a:cubicBezTo>
                  <a:pt x="287043" y="77479"/>
                  <a:pt x="281239" y="79455"/>
                  <a:pt x="275312" y="82137"/>
                </a:cubicBezTo>
                <a:lnTo>
                  <a:pt x="275312" y="2752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10" name="Text 7">
            <a:extLst xmlns:a="http://schemas.openxmlformats.org/drawingml/2006/main">
              <a:ext uri="{FF2B5EF4-FFF2-40B4-BE49-F238E27FC236}">
                <a16:creationId xmlns:a16="http://schemas.microsoft.com/office/drawing/2014/main" id="{F25BA7C0-5113-4094-A51A-7E7353E473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84080" y="2496681"/>
            <a:ext cx="101612" cy="158134"/>
          </a:xfrm>
          <a:custGeom xmlns:a="http://schemas.openxmlformats.org/drawingml/2006/main">
            <a:pathLst>
              <a:path w="101612" h="158134">
                <a:moveTo>
                  <a:pt x="0" y="0"/>
                </a:moveTo>
                <a:lnTo>
                  <a:pt x="101612" y="0"/>
                </a:lnTo>
                <a:lnTo>
                  <a:pt x="101612" y="9109"/>
                </a:lnTo>
                <a:lnTo>
                  <a:pt x="44244" y="158134"/>
                </a:lnTo>
                <a:lnTo>
                  <a:pt x="21910" y="158134"/>
                </a:lnTo>
                <a:lnTo>
                  <a:pt x="75892" y="17994"/>
                </a:lnTo>
                <a:lnTo>
                  <a:pt x="0" y="1799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11" name="Text 7.18Xspeedup">
            <a:extLst xmlns:a="http://schemas.openxmlformats.org/drawingml/2006/main">
              <a:ext uri="{FF2B5EF4-FFF2-40B4-BE49-F238E27FC236}">
                <a16:creationId xmlns:a16="http://schemas.microsoft.com/office/drawing/2014/main" id="{CA5DB6C1-0D9C-457C-B80A-B9B2AECD6C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48642" y="1742711"/>
            <a:ext cx="853454" cy="111886"/>
          </a:xfrm>
          <a:custGeom xmlns:a="http://schemas.openxmlformats.org/drawingml/2006/main">
            <a:pathLst>
              <a:path w="853454" h="111886">
                <a:moveTo>
                  <a:pt x="0" y="3500"/>
                </a:moveTo>
                <a:lnTo>
                  <a:pt x="54193" y="3500"/>
                </a:lnTo>
                <a:lnTo>
                  <a:pt x="54193" y="8358"/>
                </a:lnTo>
                <a:lnTo>
                  <a:pt x="23597" y="87838"/>
                </a:lnTo>
                <a:lnTo>
                  <a:pt x="11685" y="87838"/>
                </a:lnTo>
                <a:lnTo>
                  <a:pt x="40476" y="13097"/>
                </a:lnTo>
                <a:lnTo>
                  <a:pt x="0" y="13097"/>
                </a:lnTo>
                <a:lnTo>
                  <a:pt x="0" y="3500"/>
                </a:lnTo>
                <a:close/>
                <a:moveTo>
                  <a:pt x="76408" y="73500"/>
                </a:moveTo>
                <a:lnTo>
                  <a:pt x="88320" y="73500"/>
                </a:lnTo>
                <a:lnTo>
                  <a:pt x="88320" y="87838"/>
                </a:lnTo>
                <a:lnTo>
                  <a:pt x="76408" y="87838"/>
                </a:lnTo>
                <a:lnTo>
                  <a:pt x="76408" y="73500"/>
                </a:lnTo>
                <a:close/>
                <a:moveTo>
                  <a:pt x="115149" y="78241"/>
                </a:moveTo>
                <a:lnTo>
                  <a:pt x="133778" y="78241"/>
                </a:lnTo>
                <a:lnTo>
                  <a:pt x="133778" y="13887"/>
                </a:lnTo>
                <a:lnTo>
                  <a:pt x="113512" y="17951"/>
                </a:lnTo>
                <a:lnTo>
                  <a:pt x="113512" y="7564"/>
                </a:lnTo>
                <a:lnTo>
                  <a:pt x="133665" y="3500"/>
                </a:lnTo>
                <a:lnTo>
                  <a:pt x="145068" y="3500"/>
                </a:lnTo>
                <a:lnTo>
                  <a:pt x="145068" y="78241"/>
                </a:lnTo>
                <a:lnTo>
                  <a:pt x="163697" y="78241"/>
                </a:lnTo>
                <a:lnTo>
                  <a:pt x="163697" y="87838"/>
                </a:lnTo>
                <a:lnTo>
                  <a:pt x="115149" y="87838"/>
                </a:lnTo>
                <a:lnTo>
                  <a:pt x="115149" y="78241"/>
                </a:lnTo>
                <a:close/>
                <a:moveTo>
                  <a:pt x="211089" y="47871"/>
                </a:moveTo>
                <a:cubicBezTo>
                  <a:pt x="205670" y="47871"/>
                  <a:pt x="201408" y="49320"/>
                  <a:pt x="198303" y="52217"/>
                </a:cubicBezTo>
                <a:cubicBezTo>
                  <a:pt x="195198" y="55115"/>
                  <a:pt x="193646" y="59104"/>
                  <a:pt x="193646" y="64185"/>
                </a:cubicBezTo>
                <a:cubicBezTo>
                  <a:pt x="193646" y="69266"/>
                  <a:pt x="195198" y="73255"/>
                  <a:pt x="198303" y="76153"/>
                </a:cubicBezTo>
                <a:cubicBezTo>
                  <a:pt x="201408" y="79051"/>
                  <a:pt x="205670" y="80499"/>
                  <a:pt x="211089" y="80499"/>
                </a:cubicBezTo>
                <a:cubicBezTo>
                  <a:pt x="216509" y="80499"/>
                  <a:pt x="220780" y="79041"/>
                  <a:pt x="223904" y="76125"/>
                </a:cubicBezTo>
                <a:cubicBezTo>
                  <a:pt x="227027" y="73208"/>
                  <a:pt x="228589" y="69228"/>
                  <a:pt x="228589" y="64185"/>
                </a:cubicBezTo>
                <a:cubicBezTo>
                  <a:pt x="228589" y="59104"/>
                  <a:pt x="227037" y="55115"/>
                  <a:pt x="223932" y="52217"/>
                </a:cubicBezTo>
                <a:cubicBezTo>
                  <a:pt x="220827" y="49320"/>
                  <a:pt x="216546" y="47871"/>
                  <a:pt x="211089" y="47871"/>
                </a:cubicBezTo>
                <a:moveTo>
                  <a:pt x="199686" y="42986"/>
                </a:moveTo>
                <a:cubicBezTo>
                  <a:pt x="194794" y="41780"/>
                  <a:pt x="190983" y="39502"/>
                  <a:pt x="188255" y="36152"/>
                </a:cubicBezTo>
                <a:cubicBezTo>
                  <a:pt x="185526" y="32800"/>
                  <a:pt x="184162" y="28714"/>
                  <a:pt x="184162" y="23893"/>
                </a:cubicBezTo>
                <a:cubicBezTo>
                  <a:pt x="184162" y="17152"/>
                  <a:pt x="186561" y="11823"/>
                  <a:pt x="191360" y="7907"/>
                </a:cubicBezTo>
                <a:cubicBezTo>
                  <a:pt x="196158" y="3990"/>
                  <a:pt x="202734" y="2032"/>
                  <a:pt x="211089" y="2032"/>
                </a:cubicBezTo>
                <a:cubicBezTo>
                  <a:pt x="219482" y="2032"/>
                  <a:pt x="226068" y="3990"/>
                  <a:pt x="230847" y="7907"/>
                </a:cubicBezTo>
                <a:cubicBezTo>
                  <a:pt x="235627" y="11823"/>
                  <a:pt x="238016" y="17152"/>
                  <a:pt x="238016" y="23893"/>
                </a:cubicBezTo>
                <a:cubicBezTo>
                  <a:pt x="238016" y="28714"/>
                  <a:pt x="236652" y="32800"/>
                  <a:pt x="233924" y="36152"/>
                </a:cubicBezTo>
                <a:cubicBezTo>
                  <a:pt x="231195" y="39502"/>
                  <a:pt x="227404" y="41780"/>
                  <a:pt x="222549" y="42986"/>
                </a:cubicBezTo>
                <a:cubicBezTo>
                  <a:pt x="228043" y="44267"/>
                  <a:pt x="232324" y="46771"/>
                  <a:pt x="235391" y="50499"/>
                </a:cubicBezTo>
                <a:cubicBezTo>
                  <a:pt x="238459" y="54227"/>
                  <a:pt x="239992" y="58784"/>
                  <a:pt x="239992" y="64169"/>
                </a:cubicBezTo>
                <a:cubicBezTo>
                  <a:pt x="239992" y="72341"/>
                  <a:pt x="237499" y="78611"/>
                  <a:pt x="232512" y="82980"/>
                </a:cubicBezTo>
                <a:cubicBezTo>
                  <a:pt x="227526" y="87348"/>
                  <a:pt x="220385" y="89532"/>
                  <a:pt x="211089" y="89532"/>
                </a:cubicBezTo>
                <a:cubicBezTo>
                  <a:pt x="201794" y="89532"/>
                  <a:pt x="194652" y="87348"/>
                  <a:pt x="189666" y="82980"/>
                </a:cubicBezTo>
                <a:cubicBezTo>
                  <a:pt x="184679" y="78611"/>
                  <a:pt x="182186" y="72341"/>
                  <a:pt x="182186" y="64169"/>
                </a:cubicBezTo>
                <a:cubicBezTo>
                  <a:pt x="182186" y="58784"/>
                  <a:pt x="183729" y="54227"/>
                  <a:pt x="186815" y="50499"/>
                </a:cubicBezTo>
                <a:cubicBezTo>
                  <a:pt x="189901" y="46771"/>
                  <a:pt x="194191" y="44267"/>
                  <a:pt x="199686" y="42986"/>
                </a:cubicBezTo>
                <a:moveTo>
                  <a:pt x="195509" y="24951"/>
                </a:moveTo>
                <a:cubicBezTo>
                  <a:pt x="195509" y="29317"/>
                  <a:pt x="196873" y="32723"/>
                  <a:pt x="199601" y="35169"/>
                </a:cubicBezTo>
                <a:cubicBezTo>
                  <a:pt x="202330" y="37615"/>
                  <a:pt x="206159" y="38838"/>
                  <a:pt x="211089" y="38838"/>
                </a:cubicBezTo>
                <a:cubicBezTo>
                  <a:pt x="215982" y="38838"/>
                  <a:pt x="219811" y="37615"/>
                  <a:pt x="222577" y="35169"/>
                </a:cubicBezTo>
                <a:cubicBezTo>
                  <a:pt x="225343" y="32723"/>
                  <a:pt x="226726" y="29317"/>
                  <a:pt x="226726" y="24951"/>
                </a:cubicBezTo>
                <a:cubicBezTo>
                  <a:pt x="226726" y="20586"/>
                  <a:pt x="225343" y="17180"/>
                  <a:pt x="222577" y="14734"/>
                </a:cubicBezTo>
                <a:cubicBezTo>
                  <a:pt x="219811" y="12288"/>
                  <a:pt x="215982" y="11064"/>
                  <a:pt x="211089" y="11064"/>
                </a:cubicBezTo>
                <a:cubicBezTo>
                  <a:pt x="206159" y="11064"/>
                  <a:pt x="202330" y="12288"/>
                  <a:pt x="199601" y="14734"/>
                </a:cubicBezTo>
                <a:cubicBezTo>
                  <a:pt x="196873" y="17180"/>
                  <a:pt x="195509" y="20586"/>
                  <a:pt x="195509" y="24951"/>
                </a:cubicBezTo>
                <a:close/>
                <a:moveTo>
                  <a:pt x="255151" y="3500"/>
                </a:moveTo>
                <a:lnTo>
                  <a:pt x="267401" y="3500"/>
                </a:lnTo>
                <a:lnTo>
                  <a:pt x="288344" y="34830"/>
                </a:lnTo>
                <a:lnTo>
                  <a:pt x="309401" y="3500"/>
                </a:lnTo>
                <a:lnTo>
                  <a:pt x="321650" y="3500"/>
                </a:lnTo>
                <a:lnTo>
                  <a:pt x="294554" y="44002"/>
                </a:lnTo>
                <a:lnTo>
                  <a:pt x="323457" y="87838"/>
                </a:lnTo>
                <a:lnTo>
                  <a:pt x="311207" y="87838"/>
                </a:lnTo>
                <a:lnTo>
                  <a:pt x="287497" y="51992"/>
                </a:lnTo>
                <a:lnTo>
                  <a:pt x="263619" y="87838"/>
                </a:lnTo>
                <a:lnTo>
                  <a:pt x="251312" y="87838"/>
                </a:lnTo>
                <a:lnTo>
                  <a:pt x="281401" y="42817"/>
                </a:lnTo>
                <a:lnTo>
                  <a:pt x="255151" y="3500"/>
                </a:lnTo>
                <a:close/>
                <a:moveTo>
                  <a:pt x="415029" y="26419"/>
                </a:moveTo>
                <a:lnTo>
                  <a:pt x="415029" y="36242"/>
                </a:lnTo>
                <a:cubicBezTo>
                  <a:pt x="412094" y="34736"/>
                  <a:pt x="409045" y="33607"/>
                  <a:pt x="405884" y="32855"/>
                </a:cubicBezTo>
                <a:cubicBezTo>
                  <a:pt x="402723" y="32102"/>
                  <a:pt x="399449" y="31726"/>
                  <a:pt x="396062" y="31726"/>
                </a:cubicBezTo>
                <a:cubicBezTo>
                  <a:pt x="390906" y="31726"/>
                  <a:pt x="387039" y="32518"/>
                  <a:pt x="384461" y="34102"/>
                </a:cubicBezTo>
                <a:cubicBezTo>
                  <a:pt x="381883" y="35686"/>
                  <a:pt x="380594" y="38062"/>
                  <a:pt x="380594" y="41231"/>
                </a:cubicBezTo>
                <a:cubicBezTo>
                  <a:pt x="380594" y="43644"/>
                  <a:pt x="381516" y="45539"/>
                  <a:pt x="383360" y="46916"/>
                </a:cubicBezTo>
                <a:cubicBezTo>
                  <a:pt x="385204" y="48293"/>
                  <a:pt x="388911" y="49604"/>
                  <a:pt x="394481" y="50848"/>
                </a:cubicBezTo>
                <a:lnTo>
                  <a:pt x="398037" y="51642"/>
                </a:lnTo>
                <a:cubicBezTo>
                  <a:pt x="405414" y="53225"/>
                  <a:pt x="410654" y="55459"/>
                  <a:pt x="413759" y="58344"/>
                </a:cubicBezTo>
                <a:cubicBezTo>
                  <a:pt x="416864" y="61228"/>
                  <a:pt x="418416" y="65252"/>
                  <a:pt x="418416" y="70418"/>
                </a:cubicBezTo>
                <a:cubicBezTo>
                  <a:pt x="418416" y="76299"/>
                  <a:pt x="416092" y="80955"/>
                  <a:pt x="411445" y="84386"/>
                </a:cubicBezTo>
                <a:cubicBezTo>
                  <a:pt x="406797" y="87816"/>
                  <a:pt x="400408" y="89532"/>
                  <a:pt x="392279" y="89532"/>
                </a:cubicBezTo>
                <a:cubicBezTo>
                  <a:pt x="388892" y="89532"/>
                  <a:pt x="385364" y="89202"/>
                  <a:pt x="381695" y="88544"/>
                </a:cubicBezTo>
                <a:cubicBezTo>
                  <a:pt x="378025" y="87885"/>
                  <a:pt x="374159" y="86897"/>
                  <a:pt x="370094" y="85580"/>
                </a:cubicBezTo>
                <a:lnTo>
                  <a:pt x="370094" y="74854"/>
                </a:lnTo>
                <a:cubicBezTo>
                  <a:pt x="373933" y="76849"/>
                  <a:pt x="377715" y="78345"/>
                  <a:pt x="381441" y="79342"/>
                </a:cubicBezTo>
                <a:cubicBezTo>
                  <a:pt x="385167" y="80340"/>
                  <a:pt x="388855" y="80838"/>
                  <a:pt x="392505" y="80838"/>
                </a:cubicBezTo>
                <a:cubicBezTo>
                  <a:pt x="397398" y="80838"/>
                  <a:pt x="401161" y="79999"/>
                  <a:pt x="403795" y="78321"/>
                </a:cubicBezTo>
                <a:cubicBezTo>
                  <a:pt x="406430" y="76643"/>
                  <a:pt x="407747" y="74276"/>
                  <a:pt x="407747" y="71222"/>
                </a:cubicBezTo>
                <a:cubicBezTo>
                  <a:pt x="407747" y="68394"/>
                  <a:pt x="406797" y="66225"/>
                  <a:pt x="404896" y="64716"/>
                </a:cubicBezTo>
                <a:cubicBezTo>
                  <a:pt x="402996" y="63207"/>
                  <a:pt x="398828" y="61755"/>
                  <a:pt x="392392" y="60360"/>
                </a:cubicBezTo>
                <a:lnTo>
                  <a:pt x="388779" y="59512"/>
                </a:lnTo>
                <a:cubicBezTo>
                  <a:pt x="382344" y="58155"/>
                  <a:pt x="377696" y="56072"/>
                  <a:pt x="374836" y="53264"/>
                </a:cubicBezTo>
                <a:cubicBezTo>
                  <a:pt x="371976" y="50454"/>
                  <a:pt x="370546" y="46598"/>
                  <a:pt x="370546" y="41696"/>
                </a:cubicBezTo>
                <a:cubicBezTo>
                  <a:pt x="370546" y="35738"/>
                  <a:pt x="372653" y="31138"/>
                  <a:pt x="376868" y="27896"/>
                </a:cubicBezTo>
                <a:cubicBezTo>
                  <a:pt x="381083" y="24653"/>
                  <a:pt x="387067" y="23032"/>
                  <a:pt x="394820" y="23032"/>
                </a:cubicBezTo>
                <a:cubicBezTo>
                  <a:pt x="398658" y="23032"/>
                  <a:pt x="402271" y="23314"/>
                  <a:pt x="405658" y="23879"/>
                </a:cubicBezTo>
                <a:cubicBezTo>
                  <a:pt x="409045" y="24443"/>
                  <a:pt x="412169" y="25290"/>
                  <a:pt x="415029" y="26419"/>
                </a:cubicBezTo>
                <a:close/>
                <a:moveTo>
                  <a:pt x="445005" y="78354"/>
                </a:moveTo>
                <a:lnTo>
                  <a:pt x="445005" y="111886"/>
                </a:lnTo>
                <a:lnTo>
                  <a:pt x="434561" y="111886"/>
                </a:lnTo>
                <a:lnTo>
                  <a:pt x="434561" y="24613"/>
                </a:lnTo>
                <a:lnTo>
                  <a:pt x="445005" y="24613"/>
                </a:lnTo>
                <a:lnTo>
                  <a:pt x="445005" y="34209"/>
                </a:lnTo>
                <a:cubicBezTo>
                  <a:pt x="447188" y="30427"/>
                  <a:pt x="449944" y="27619"/>
                  <a:pt x="453275" y="25784"/>
                </a:cubicBezTo>
                <a:cubicBezTo>
                  <a:pt x="456606" y="23949"/>
                  <a:pt x="460585" y="23032"/>
                  <a:pt x="465214" y="23032"/>
                </a:cubicBezTo>
                <a:cubicBezTo>
                  <a:pt x="472892" y="23032"/>
                  <a:pt x="479130" y="26086"/>
                  <a:pt x="483928" y="32193"/>
                </a:cubicBezTo>
                <a:cubicBezTo>
                  <a:pt x="488726" y="38300"/>
                  <a:pt x="491126" y="46330"/>
                  <a:pt x="491126" y="56282"/>
                </a:cubicBezTo>
                <a:cubicBezTo>
                  <a:pt x="491126" y="66234"/>
                  <a:pt x="488726" y="74263"/>
                  <a:pt x="483928" y="80371"/>
                </a:cubicBezTo>
                <a:cubicBezTo>
                  <a:pt x="479130" y="86478"/>
                  <a:pt x="472892" y="89532"/>
                  <a:pt x="465214" y="89532"/>
                </a:cubicBezTo>
                <a:cubicBezTo>
                  <a:pt x="460585" y="89532"/>
                  <a:pt x="456606" y="88614"/>
                  <a:pt x="453275" y="86780"/>
                </a:cubicBezTo>
                <a:cubicBezTo>
                  <a:pt x="449944" y="84945"/>
                  <a:pt x="447188" y="82137"/>
                  <a:pt x="445005" y="78354"/>
                </a:cubicBezTo>
                <a:moveTo>
                  <a:pt x="480343" y="56282"/>
                </a:moveTo>
                <a:cubicBezTo>
                  <a:pt x="480343" y="48625"/>
                  <a:pt x="478772" y="42618"/>
                  <a:pt x="475630" y="38262"/>
                </a:cubicBezTo>
                <a:cubicBezTo>
                  <a:pt x="472487" y="33904"/>
                  <a:pt x="468169" y="31726"/>
                  <a:pt x="462674" y="31726"/>
                </a:cubicBezTo>
                <a:cubicBezTo>
                  <a:pt x="457180" y="31726"/>
                  <a:pt x="452861" y="33904"/>
                  <a:pt x="449719" y="38262"/>
                </a:cubicBezTo>
                <a:cubicBezTo>
                  <a:pt x="446576" y="42618"/>
                  <a:pt x="445005" y="48625"/>
                  <a:pt x="445005" y="56282"/>
                </a:cubicBezTo>
                <a:cubicBezTo>
                  <a:pt x="445005" y="63939"/>
                  <a:pt x="446576" y="69947"/>
                  <a:pt x="449719" y="74304"/>
                </a:cubicBezTo>
                <a:cubicBezTo>
                  <a:pt x="452861" y="78660"/>
                  <a:pt x="457180" y="80838"/>
                  <a:pt x="462674" y="80838"/>
                </a:cubicBezTo>
                <a:cubicBezTo>
                  <a:pt x="468169" y="80838"/>
                  <a:pt x="472487" y="78660"/>
                  <a:pt x="475630" y="74304"/>
                </a:cubicBezTo>
                <a:cubicBezTo>
                  <a:pt x="478772" y="69947"/>
                  <a:pt x="480343" y="63939"/>
                  <a:pt x="480343" y="56282"/>
                </a:cubicBezTo>
                <a:close/>
                <a:moveTo>
                  <a:pt x="562451" y="53629"/>
                </a:moveTo>
                <a:lnTo>
                  <a:pt x="562451" y="58709"/>
                </a:lnTo>
                <a:lnTo>
                  <a:pt x="514693" y="58709"/>
                </a:lnTo>
                <a:cubicBezTo>
                  <a:pt x="515145" y="65879"/>
                  <a:pt x="517299" y="71340"/>
                  <a:pt x="521157" y="75094"/>
                </a:cubicBezTo>
                <a:cubicBezTo>
                  <a:pt x="525014" y="78848"/>
                  <a:pt x="530387" y="80725"/>
                  <a:pt x="537274" y="80725"/>
                </a:cubicBezTo>
                <a:cubicBezTo>
                  <a:pt x="541263" y="80725"/>
                  <a:pt x="545130" y="80236"/>
                  <a:pt x="548874" y="79258"/>
                </a:cubicBezTo>
                <a:cubicBezTo>
                  <a:pt x="552619" y="78279"/>
                  <a:pt x="556335" y="76811"/>
                  <a:pt x="560024" y="74854"/>
                </a:cubicBezTo>
                <a:lnTo>
                  <a:pt x="560024" y="84677"/>
                </a:lnTo>
                <a:cubicBezTo>
                  <a:pt x="556298" y="86258"/>
                  <a:pt x="552478" y="87462"/>
                  <a:pt x="548564" y="88290"/>
                </a:cubicBezTo>
                <a:cubicBezTo>
                  <a:pt x="544650" y="89118"/>
                  <a:pt x="540680" y="89532"/>
                  <a:pt x="536653" y="89532"/>
                </a:cubicBezTo>
                <a:cubicBezTo>
                  <a:pt x="526567" y="89532"/>
                  <a:pt x="518579" y="86592"/>
                  <a:pt x="512689" y="80711"/>
                </a:cubicBezTo>
                <a:cubicBezTo>
                  <a:pt x="506799" y="74830"/>
                  <a:pt x="503855" y="66875"/>
                  <a:pt x="503855" y="56848"/>
                </a:cubicBezTo>
                <a:cubicBezTo>
                  <a:pt x="503855" y="46481"/>
                  <a:pt x="506649" y="38253"/>
                  <a:pt x="512238" y="32165"/>
                </a:cubicBezTo>
                <a:cubicBezTo>
                  <a:pt x="517826" y="26076"/>
                  <a:pt x="525362" y="23032"/>
                  <a:pt x="534846" y="23032"/>
                </a:cubicBezTo>
                <a:cubicBezTo>
                  <a:pt x="543352" y="23032"/>
                  <a:pt x="550079" y="25775"/>
                  <a:pt x="555028" y="31262"/>
                </a:cubicBezTo>
                <a:cubicBezTo>
                  <a:pt x="559976" y="36747"/>
                  <a:pt x="562451" y="44203"/>
                  <a:pt x="562451" y="53629"/>
                </a:cubicBezTo>
                <a:moveTo>
                  <a:pt x="552064" y="50580"/>
                </a:moveTo>
                <a:cubicBezTo>
                  <a:pt x="551989" y="44880"/>
                  <a:pt x="550399" y="40331"/>
                  <a:pt x="547294" y="36935"/>
                </a:cubicBezTo>
                <a:cubicBezTo>
                  <a:pt x="544189" y="33537"/>
                  <a:pt x="540077" y="31839"/>
                  <a:pt x="534959" y="31839"/>
                </a:cubicBezTo>
                <a:cubicBezTo>
                  <a:pt x="529164" y="31839"/>
                  <a:pt x="524525" y="33481"/>
                  <a:pt x="521044" y="36766"/>
                </a:cubicBezTo>
                <a:cubicBezTo>
                  <a:pt x="517563" y="40049"/>
                  <a:pt x="515559" y="44673"/>
                  <a:pt x="515032" y="50637"/>
                </a:cubicBezTo>
                <a:lnTo>
                  <a:pt x="552064" y="50580"/>
                </a:lnTo>
                <a:close/>
                <a:moveTo>
                  <a:pt x="633552" y="53629"/>
                </a:moveTo>
                <a:lnTo>
                  <a:pt x="633552" y="58709"/>
                </a:lnTo>
                <a:lnTo>
                  <a:pt x="585795" y="58709"/>
                </a:lnTo>
                <a:cubicBezTo>
                  <a:pt x="586246" y="65879"/>
                  <a:pt x="588401" y="71340"/>
                  <a:pt x="592258" y="75094"/>
                </a:cubicBezTo>
                <a:cubicBezTo>
                  <a:pt x="596116" y="78848"/>
                  <a:pt x="601488" y="80725"/>
                  <a:pt x="608375" y="80725"/>
                </a:cubicBezTo>
                <a:cubicBezTo>
                  <a:pt x="612364" y="80725"/>
                  <a:pt x="616231" y="80236"/>
                  <a:pt x="619976" y="79258"/>
                </a:cubicBezTo>
                <a:cubicBezTo>
                  <a:pt x="623720" y="78279"/>
                  <a:pt x="627437" y="76811"/>
                  <a:pt x="631125" y="74854"/>
                </a:cubicBezTo>
                <a:lnTo>
                  <a:pt x="631125" y="84677"/>
                </a:lnTo>
                <a:cubicBezTo>
                  <a:pt x="627399" y="86258"/>
                  <a:pt x="623579" y="87462"/>
                  <a:pt x="619665" y="88290"/>
                </a:cubicBezTo>
                <a:cubicBezTo>
                  <a:pt x="615751" y="89118"/>
                  <a:pt x="611781" y="89532"/>
                  <a:pt x="607754" y="89532"/>
                </a:cubicBezTo>
                <a:cubicBezTo>
                  <a:pt x="597668" y="89532"/>
                  <a:pt x="589680" y="86592"/>
                  <a:pt x="583791" y="80711"/>
                </a:cubicBezTo>
                <a:cubicBezTo>
                  <a:pt x="577901" y="74830"/>
                  <a:pt x="574956" y="66875"/>
                  <a:pt x="574956" y="56848"/>
                </a:cubicBezTo>
                <a:cubicBezTo>
                  <a:pt x="574956" y="46481"/>
                  <a:pt x="577750" y="38253"/>
                  <a:pt x="583339" y="32165"/>
                </a:cubicBezTo>
                <a:cubicBezTo>
                  <a:pt x="588928" y="26076"/>
                  <a:pt x="596464" y="23032"/>
                  <a:pt x="605948" y="23032"/>
                </a:cubicBezTo>
                <a:cubicBezTo>
                  <a:pt x="614453" y="23032"/>
                  <a:pt x="621180" y="25775"/>
                  <a:pt x="626129" y="31262"/>
                </a:cubicBezTo>
                <a:cubicBezTo>
                  <a:pt x="631078" y="36747"/>
                  <a:pt x="633552" y="44203"/>
                  <a:pt x="633552" y="53629"/>
                </a:cubicBezTo>
                <a:moveTo>
                  <a:pt x="623165" y="50580"/>
                </a:moveTo>
                <a:cubicBezTo>
                  <a:pt x="623090" y="44880"/>
                  <a:pt x="621500" y="40331"/>
                  <a:pt x="618395" y="36935"/>
                </a:cubicBezTo>
                <a:cubicBezTo>
                  <a:pt x="615290" y="33537"/>
                  <a:pt x="611179" y="31839"/>
                  <a:pt x="606061" y="31839"/>
                </a:cubicBezTo>
                <a:cubicBezTo>
                  <a:pt x="600265" y="31839"/>
                  <a:pt x="595627" y="33481"/>
                  <a:pt x="592145" y="36766"/>
                </a:cubicBezTo>
                <a:cubicBezTo>
                  <a:pt x="588664" y="40049"/>
                  <a:pt x="586660" y="44673"/>
                  <a:pt x="586133" y="50637"/>
                </a:cubicBezTo>
                <a:lnTo>
                  <a:pt x="623165" y="50580"/>
                </a:lnTo>
                <a:close/>
                <a:moveTo>
                  <a:pt x="692178" y="34209"/>
                </a:moveTo>
                <a:lnTo>
                  <a:pt x="692178" y="0"/>
                </a:lnTo>
                <a:lnTo>
                  <a:pt x="702565" y="0"/>
                </a:lnTo>
                <a:lnTo>
                  <a:pt x="702565" y="87838"/>
                </a:lnTo>
                <a:lnTo>
                  <a:pt x="692178" y="87838"/>
                </a:lnTo>
                <a:lnTo>
                  <a:pt x="692178" y="78354"/>
                </a:lnTo>
                <a:cubicBezTo>
                  <a:pt x="689996" y="82137"/>
                  <a:pt x="687239" y="84945"/>
                  <a:pt x="683908" y="86780"/>
                </a:cubicBezTo>
                <a:cubicBezTo>
                  <a:pt x="680578" y="88614"/>
                  <a:pt x="676579" y="89532"/>
                  <a:pt x="671912" y="89532"/>
                </a:cubicBezTo>
                <a:cubicBezTo>
                  <a:pt x="664273" y="89532"/>
                  <a:pt x="658054" y="86478"/>
                  <a:pt x="653255" y="80371"/>
                </a:cubicBezTo>
                <a:cubicBezTo>
                  <a:pt x="648457" y="74263"/>
                  <a:pt x="646058" y="66234"/>
                  <a:pt x="646058" y="56282"/>
                </a:cubicBezTo>
                <a:cubicBezTo>
                  <a:pt x="646058" y="46330"/>
                  <a:pt x="648457" y="38300"/>
                  <a:pt x="653255" y="32193"/>
                </a:cubicBezTo>
                <a:cubicBezTo>
                  <a:pt x="658054" y="26086"/>
                  <a:pt x="664273" y="23032"/>
                  <a:pt x="671912" y="23032"/>
                </a:cubicBezTo>
                <a:cubicBezTo>
                  <a:pt x="676579" y="23032"/>
                  <a:pt x="680578" y="23949"/>
                  <a:pt x="683908" y="25784"/>
                </a:cubicBezTo>
                <a:cubicBezTo>
                  <a:pt x="687239" y="27619"/>
                  <a:pt x="689996" y="30427"/>
                  <a:pt x="692178" y="34209"/>
                </a:cubicBezTo>
                <a:moveTo>
                  <a:pt x="656783" y="56282"/>
                </a:moveTo>
                <a:cubicBezTo>
                  <a:pt x="656783" y="63939"/>
                  <a:pt x="658355" y="69947"/>
                  <a:pt x="661497" y="74304"/>
                </a:cubicBezTo>
                <a:cubicBezTo>
                  <a:pt x="664640" y="78660"/>
                  <a:pt x="668958" y="80838"/>
                  <a:pt x="674453" y="80838"/>
                </a:cubicBezTo>
                <a:cubicBezTo>
                  <a:pt x="679947" y="80838"/>
                  <a:pt x="684275" y="78660"/>
                  <a:pt x="687437" y="74304"/>
                </a:cubicBezTo>
                <a:cubicBezTo>
                  <a:pt x="690598" y="69947"/>
                  <a:pt x="692178" y="63939"/>
                  <a:pt x="692178" y="56282"/>
                </a:cubicBezTo>
                <a:cubicBezTo>
                  <a:pt x="692178" y="48625"/>
                  <a:pt x="690598" y="42618"/>
                  <a:pt x="687437" y="38262"/>
                </a:cubicBezTo>
                <a:cubicBezTo>
                  <a:pt x="684275" y="33904"/>
                  <a:pt x="679947" y="31726"/>
                  <a:pt x="674453" y="31726"/>
                </a:cubicBezTo>
                <a:cubicBezTo>
                  <a:pt x="668958" y="31726"/>
                  <a:pt x="664640" y="33904"/>
                  <a:pt x="661497" y="38262"/>
                </a:cubicBezTo>
                <a:cubicBezTo>
                  <a:pt x="658355" y="42618"/>
                  <a:pt x="656783" y="48625"/>
                  <a:pt x="656783" y="56282"/>
                </a:cubicBezTo>
                <a:close/>
                <a:moveTo>
                  <a:pt x="722915" y="62887"/>
                </a:moveTo>
                <a:lnTo>
                  <a:pt x="722915" y="24613"/>
                </a:lnTo>
                <a:lnTo>
                  <a:pt x="733302" y="24613"/>
                </a:lnTo>
                <a:lnTo>
                  <a:pt x="733302" y="62492"/>
                </a:lnTo>
                <a:cubicBezTo>
                  <a:pt x="733302" y="68494"/>
                  <a:pt x="734468" y="72996"/>
                  <a:pt x="736802" y="75997"/>
                </a:cubicBezTo>
                <a:cubicBezTo>
                  <a:pt x="739135" y="78999"/>
                  <a:pt x="742635" y="80499"/>
                  <a:pt x="747302" y="80499"/>
                </a:cubicBezTo>
                <a:cubicBezTo>
                  <a:pt x="752909" y="80499"/>
                  <a:pt x="757341" y="78707"/>
                  <a:pt x="760596" y="75123"/>
                </a:cubicBezTo>
                <a:cubicBezTo>
                  <a:pt x="763851" y="71537"/>
                  <a:pt x="765479" y="66649"/>
                  <a:pt x="765479" y="60459"/>
                </a:cubicBezTo>
                <a:lnTo>
                  <a:pt x="765479" y="24613"/>
                </a:lnTo>
                <a:lnTo>
                  <a:pt x="775866" y="24613"/>
                </a:lnTo>
                <a:lnTo>
                  <a:pt x="775866" y="87838"/>
                </a:lnTo>
                <a:lnTo>
                  <a:pt x="765479" y="87838"/>
                </a:lnTo>
                <a:lnTo>
                  <a:pt x="765479" y="78129"/>
                </a:lnTo>
                <a:cubicBezTo>
                  <a:pt x="762957" y="81986"/>
                  <a:pt x="760031" y="84851"/>
                  <a:pt x="756701" y="86723"/>
                </a:cubicBezTo>
                <a:cubicBezTo>
                  <a:pt x="753370" y="88596"/>
                  <a:pt x="749503" y="89532"/>
                  <a:pt x="745100" y="89532"/>
                </a:cubicBezTo>
                <a:cubicBezTo>
                  <a:pt x="737837" y="89532"/>
                  <a:pt x="732323" y="87269"/>
                  <a:pt x="728560" y="82743"/>
                </a:cubicBezTo>
                <a:cubicBezTo>
                  <a:pt x="724796" y="78218"/>
                  <a:pt x="722915" y="71599"/>
                  <a:pt x="722915" y="62887"/>
                </a:cubicBezTo>
                <a:moveTo>
                  <a:pt x="749052" y="23032"/>
                </a:moveTo>
                <a:lnTo>
                  <a:pt x="749052" y="23032"/>
                </a:lnTo>
                <a:close/>
                <a:moveTo>
                  <a:pt x="807334" y="78354"/>
                </a:moveTo>
                <a:lnTo>
                  <a:pt x="807334" y="111886"/>
                </a:lnTo>
                <a:lnTo>
                  <a:pt x="796890" y="111886"/>
                </a:lnTo>
                <a:lnTo>
                  <a:pt x="796890" y="24613"/>
                </a:lnTo>
                <a:lnTo>
                  <a:pt x="807334" y="24613"/>
                </a:lnTo>
                <a:lnTo>
                  <a:pt x="807334" y="34209"/>
                </a:lnTo>
                <a:cubicBezTo>
                  <a:pt x="809516" y="30427"/>
                  <a:pt x="812273" y="27619"/>
                  <a:pt x="815604" y="25784"/>
                </a:cubicBezTo>
                <a:cubicBezTo>
                  <a:pt x="818934" y="23949"/>
                  <a:pt x="822914" y="23032"/>
                  <a:pt x="827543" y="23032"/>
                </a:cubicBezTo>
                <a:cubicBezTo>
                  <a:pt x="835221" y="23032"/>
                  <a:pt x="841458" y="26086"/>
                  <a:pt x="846257" y="32193"/>
                </a:cubicBezTo>
                <a:cubicBezTo>
                  <a:pt x="851055" y="38300"/>
                  <a:pt x="853454" y="46330"/>
                  <a:pt x="853454" y="56282"/>
                </a:cubicBezTo>
                <a:cubicBezTo>
                  <a:pt x="853454" y="66234"/>
                  <a:pt x="851055" y="74263"/>
                  <a:pt x="846257" y="80371"/>
                </a:cubicBezTo>
                <a:cubicBezTo>
                  <a:pt x="841458" y="86478"/>
                  <a:pt x="835221" y="89532"/>
                  <a:pt x="827543" y="89532"/>
                </a:cubicBezTo>
                <a:cubicBezTo>
                  <a:pt x="822914" y="89532"/>
                  <a:pt x="818934" y="88614"/>
                  <a:pt x="815604" y="86780"/>
                </a:cubicBezTo>
                <a:cubicBezTo>
                  <a:pt x="812273" y="84945"/>
                  <a:pt x="809516" y="82137"/>
                  <a:pt x="807334" y="78354"/>
                </a:cubicBezTo>
                <a:moveTo>
                  <a:pt x="842672" y="56282"/>
                </a:moveTo>
                <a:cubicBezTo>
                  <a:pt x="842672" y="48625"/>
                  <a:pt x="841101" y="42618"/>
                  <a:pt x="837958" y="38262"/>
                </a:cubicBezTo>
                <a:cubicBezTo>
                  <a:pt x="834816" y="33904"/>
                  <a:pt x="830497" y="31726"/>
                  <a:pt x="825003" y="31726"/>
                </a:cubicBezTo>
                <a:cubicBezTo>
                  <a:pt x="819508" y="31726"/>
                  <a:pt x="815190" y="33904"/>
                  <a:pt x="812047" y="38262"/>
                </a:cubicBezTo>
                <a:cubicBezTo>
                  <a:pt x="808905" y="42618"/>
                  <a:pt x="807334" y="48625"/>
                  <a:pt x="807334" y="56282"/>
                </a:cubicBezTo>
                <a:cubicBezTo>
                  <a:pt x="807334" y="63939"/>
                  <a:pt x="808905" y="69947"/>
                  <a:pt x="812047" y="74304"/>
                </a:cubicBezTo>
                <a:cubicBezTo>
                  <a:pt x="815190" y="78660"/>
                  <a:pt x="819508" y="80838"/>
                  <a:pt x="825003" y="80838"/>
                </a:cubicBezTo>
                <a:cubicBezTo>
                  <a:pt x="830497" y="80838"/>
                  <a:pt x="834816" y="78660"/>
                  <a:pt x="837958" y="74304"/>
                </a:cubicBezTo>
                <a:cubicBezTo>
                  <a:pt x="841101" y="69947"/>
                  <a:pt x="842672" y="63939"/>
                  <a:pt x="842672" y="56282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1F13A5-5ECB-46BA-851E-F36B2072E3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67013" y="1873903"/>
            <a:ext cx="1612790" cy="1201788"/>
          </a:xfrm>
          <a:custGeom xmlns:a="http://schemas.openxmlformats.org/drawingml/2006/main">
            <a:pathLst>
              <a:path w="1612790" h="1201788">
                <a:moveTo>
                  <a:pt x="0" y="1201788"/>
                </a:moveTo>
                <a:lnTo>
                  <a:pt x="1612790" y="1201788"/>
                </a:lnTo>
                <a:lnTo>
                  <a:pt x="1612790" y="0"/>
                </a:lnTo>
                <a:lnTo>
                  <a:pt x="0" y="0"/>
                </a:lnTo>
                <a:lnTo>
                  <a:pt x="0" y="1201788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30255E-3EB7-479C-AD9D-7339DBA365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3429" y="301822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F7AE83-05DC-4B78-9C8F-480874DD02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3429" y="301822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2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8885A8-30BE-4F0F-B20A-6CFBC78EE7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54697" y="1873903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8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0C9415-7339-4EBE-B4D3-118B17B561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54697" y="1873903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8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2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702A19-D214-46F0-8857-8C5CDC43A0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9007" y="1873903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8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D6A7E7-A990-4F90-96D7-9A7A3C06D2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9007" y="1873903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8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2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D97D1D-C270-4D69-9A08-36542A341F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23" y="1873903"/>
            <a:ext cx="8079" cy="8079"/>
          </a:xfrm>
          <a:custGeom xmlns:a="http://schemas.openxmlformats.org/drawingml/2006/main">
            <a:pathLst>
              <a:path w="8079" h="8079">
                <a:moveTo>
                  <a:pt x="4" y="267"/>
                </a:moveTo>
                <a:lnTo>
                  <a:pt x="18" y="534"/>
                </a:lnTo>
                <a:lnTo>
                  <a:pt x="40" y="798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6AB33D-1A46-417C-8907-890A01C0C7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23" y="1873903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8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2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A33197-7B35-43C5-ACBC-F2219F527E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23" y="1873903"/>
            <a:ext cx="8079" cy="8079"/>
          </a:xfrm>
          <a:custGeom xmlns:a="http://schemas.openxmlformats.org/drawingml/2006/main">
            <a:pathLst>
              <a:path w="8079" h="8079">
                <a:moveTo>
                  <a:pt x="4" y="267"/>
                </a:moveTo>
                <a:lnTo>
                  <a:pt x="18" y="534"/>
                </a:lnTo>
                <a:lnTo>
                  <a:pt x="40" y="798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3B1C59-6D24-4258-86FC-6687A3B6FB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23" y="1873903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8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2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838FCD-AFE2-47A3-BF48-A8B418FF28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5873" y="301563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3E720B-176E-4B4F-8D25-BADBF9560F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5873" y="301563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2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C85CF2-8AFD-49A2-9441-71BF70F2F5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23" y="1873903"/>
            <a:ext cx="8079" cy="8079"/>
          </a:xfrm>
          <a:custGeom xmlns:a="http://schemas.openxmlformats.org/drawingml/2006/main">
            <a:pathLst>
              <a:path w="8079" h="8079">
                <a:moveTo>
                  <a:pt x="4" y="267"/>
                </a:moveTo>
                <a:lnTo>
                  <a:pt x="18" y="534"/>
                </a:lnTo>
                <a:lnTo>
                  <a:pt x="40" y="798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DC74FC-2BEE-4BE6-B3BB-1225C8B5D2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23" y="1873903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8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2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01287F-A698-4D6D-BDBE-5E7146EB2B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4448" y="301787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3990E7-5E47-4281-AC51-84A9C5A5A2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4448" y="301787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2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CA91B6-1C45-4610-999D-40E9BDDE29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7681" y="301990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0E68A0-A077-4143-8995-294489647B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7681" y="301990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2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7BCD4B-EB08-4C69-975E-7B3557CA0D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7199" y="302432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D5FB93-3774-4CFA-854F-B6196AE544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7199" y="302432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2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374174-3956-4F58-82AC-A21A3188D2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50322" y="1873903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8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F9682F-9A08-40B8-B58F-6C5389A21D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50322" y="1873903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8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2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98C3C9-E65A-4EE8-957A-9AA0EE2901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22" y="1873903"/>
            <a:ext cx="8080" cy="8079"/>
          </a:xfrm>
          <a:custGeom xmlns:a="http://schemas.openxmlformats.org/drawingml/2006/main">
            <a:pathLst>
              <a:path w="8080" h="8079">
                <a:moveTo>
                  <a:pt x="4" y="267"/>
                </a:moveTo>
                <a:lnTo>
                  <a:pt x="18" y="534"/>
                </a:lnTo>
                <a:lnTo>
                  <a:pt x="40" y="798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0" y="8079"/>
                </a:lnTo>
                <a:lnTo>
                  <a:pt x="8080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21C797-4BFD-4529-A953-88F5157DC8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22" y="1873903"/>
            <a:ext cx="8080" cy="8079"/>
          </a:xfrm>
          <a:custGeom xmlns:a="http://schemas.openxmlformats.org/drawingml/2006/main">
            <a:pathLst>
              <a:path w="8080" h="8079" fill="none">
                <a:moveTo>
                  <a:pt x="8079" y="8079"/>
                </a:moveTo>
                <a:lnTo>
                  <a:pt x="8080" y="8079"/>
                </a:lnTo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8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2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3AD1CE-D74C-42D1-9AF8-FD91C0C367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22" y="1873903"/>
            <a:ext cx="8080" cy="8079"/>
          </a:xfrm>
          <a:custGeom xmlns:a="http://schemas.openxmlformats.org/drawingml/2006/main">
            <a:pathLst>
              <a:path w="8080" h="8079">
                <a:moveTo>
                  <a:pt x="4" y="267"/>
                </a:moveTo>
                <a:lnTo>
                  <a:pt x="18" y="534"/>
                </a:lnTo>
                <a:lnTo>
                  <a:pt x="40" y="798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0" y="8079"/>
                </a:lnTo>
                <a:lnTo>
                  <a:pt x="8080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C58664-7D21-4A3E-BF55-5AD15E9273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22" y="1873903"/>
            <a:ext cx="8080" cy="8079"/>
          </a:xfrm>
          <a:custGeom xmlns:a="http://schemas.openxmlformats.org/drawingml/2006/main">
            <a:pathLst>
              <a:path w="8080" h="8079" fill="none">
                <a:moveTo>
                  <a:pt x="8079" y="8079"/>
                </a:moveTo>
                <a:lnTo>
                  <a:pt x="8080" y="8079"/>
                </a:lnTo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8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2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1AEC87-D355-4782-B4BB-61D9B64A7E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6867" y="302889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466F69-C201-4FB9-B5CC-1283D44FA5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6867" y="302889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2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8A1A3E-EBA7-4E3F-AC7E-48CEA994AB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9304" y="301884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AA3CE9-1875-47B3-B4F1-E59A6101AF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9304" y="301884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2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23B42A-1177-4635-B20E-C7A0211AC4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57285" y="1873903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8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89F042-A1DC-4705-B52B-91DFB6A851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57285" y="1873903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8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2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353D89-F8C9-44E7-A9F4-5F6E1AF01C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51896" y="1873903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8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FBC9AB-07A7-4F4D-8E23-438F0B6CF2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51896" y="1873903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8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2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E479F2-12FE-4733-A51C-FCD47E82E9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4115" y="301875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345D97-0A36-4DD0-9FBD-BDA948ABC6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4115" y="301875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2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938F86-723C-4CB5-A5FA-88F05F404B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9549" y="302286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D5A51A-52B8-4531-99BB-DDC588FD3C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9549" y="302286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2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06C856-367E-43A7-9F08-A413528DC5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55422" y="1873903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8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EF892A-D0AD-4EEC-8DA2-81208F6A2D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55422" y="1873903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8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2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85BF9A-1790-4E33-9037-85C48468B6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28663" y="1873903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8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178809-C8D4-4438-A4EA-9E356E1409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28663" y="1873903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8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2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BAC7A1-ED37-4733-813F-B7565ECB1A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22" y="1873903"/>
            <a:ext cx="8081" cy="8079"/>
          </a:xfrm>
          <a:custGeom xmlns:a="http://schemas.openxmlformats.org/drawingml/2006/main">
            <a:pathLst>
              <a:path w="8081" h="8079">
                <a:moveTo>
                  <a:pt x="4" y="267"/>
                </a:moveTo>
                <a:lnTo>
                  <a:pt x="18" y="534"/>
                </a:lnTo>
                <a:lnTo>
                  <a:pt x="40" y="798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81" y="8079"/>
                </a:lnTo>
                <a:lnTo>
                  <a:pt x="8081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E41CF3-12BC-4723-B891-0B46634AA0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22" y="1873903"/>
            <a:ext cx="8081" cy="8079"/>
          </a:xfrm>
          <a:custGeom xmlns:a="http://schemas.openxmlformats.org/drawingml/2006/main">
            <a:pathLst>
              <a:path w="8081" h="8079" fill="none">
                <a:moveTo>
                  <a:pt x="8079" y="8079"/>
                </a:moveTo>
                <a:lnTo>
                  <a:pt x="8081" y="8079"/>
                </a:lnTo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8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2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258180-4AB6-4E6A-A0C3-59B5DD6BB1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50340" y="1873903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8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DA68FA-DD2B-4F01-BCC2-859CEB8866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50340" y="1873903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8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2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BA0352-E754-4383-B566-BEAAE82933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3514" y="300328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43A3D2-8D34-4067-8161-5AB0D7FE28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3514" y="300328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2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9301A6-F98A-45B4-9667-5C205D8A22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7581" y="1873903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8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BA6E46-65FC-4F2D-93F7-B6F6867B96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7581" y="1873903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8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2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C9E1F1-D34D-4BD4-9063-F2EE4982D3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9914" y="301657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967C3A-BD90-462E-96CA-F729448CC4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9914" y="301657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2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58B252-1225-4750-8EF8-1E74919F7E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6650" y="195626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0B05EE-B44E-4F3B-922A-D699E85F50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6650" y="195626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2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1BB5B2-13B2-4C36-BD89-02197AEFBB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8694" y="301629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17B0A5-B2CA-4C2F-A76C-2450D60303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8694" y="301629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2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5F6105-542C-46A4-AD4D-A3325772EF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27418" y="302165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ADF12B-4728-4699-A9EF-141C72A435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27418" y="302165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2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9201E2-9644-4E73-8BA8-5366FE1556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0899" y="188454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6B3C62-4D65-4063-8FEF-1616393595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0899" y="188454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2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EE0D17-A73B-4C57-ACE6-0C7F704B58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8743" y="301466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98958A-9125-400F-A5ED-116EDBB2C6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8743" y="301466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2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39EB51-E95F-4197-AE9A-BE43BFA381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3525" y="195751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2A45ED-4CD7-45C8-A823-312C89C042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3525" y="195751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2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2A6399-EB9F-4F0C-8E06-8E6F34B306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0645" y="195919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2C419E-E8AF-496A-82BC-A4D0A4D5BC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0645" y="195919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2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47CD5E-96E0-49C7-89FD-92233F2DCD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6091" y="301982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03D197-9B49-446F-9540-E1197C7B60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6091" y="301982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2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8C8670-C123-452E-A133-1DAB143C98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2848" y="302161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E529DF-20D9-40DB-871D-75ADDF2737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2848" y="302161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2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1799A7-7EB5-4AEF-8E24-F93F6EC8B9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1653" y="195732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39975E-84F6-4499-8A5A-C41024DD19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1653" y="195732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2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A228A3-9AE1-45B9-A3F2-057F32E6C3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28190" y="195668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7FE3CC-F978-4B2A-AE08-7D0A60AC59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28190" y="195668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2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860F55-94A1-4492-9AFA-0EF1388E9A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0239" y="301728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2A08D2-8A77-4A7E-840B-B767548B16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0239" y="301728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2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3E7B15-D66A-4B55-9B0A-E1802EBC02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7629" y="301247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70E261-6746-4FCA-8513-762114492D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7629" y="301247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2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02A4E9-0ABB-4968-B1F1-9E746AB298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9633" y="301314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F7881B-D36F-46EB-AED5-B94D4CFFA9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9633" y="301314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2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9269AC-8A94-46F8-AFA3-E6EA00BA76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9596" y="300902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BE2DBF-62F8-4800-B4DD-8B03F8A067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9596" y="300902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2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3EF5DE-CDAE-4D08-BDA4-ACE2428493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24616" y="195810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861E5B-4853-49AF-ADE3-232A495BF1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24616" y="195810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2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1F7840-1680-4ACE-93F9-7E0078B9DF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0710" y="188522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232E0B-106E-4980-A409-35DCED07AE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0710" y="188522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2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85E872-D132-4826-8DE0-E1190D451B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3089" y="193024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81AEEF-4C48-4A6F-A3A6-E7F7D56B34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3089" y="193024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3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95A376-D6AE-40FB-A2B4-80A43FB40D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29731" y="195815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A6A13D-9127-474A-8FC5-BD6B8FE0B8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29731" y="195815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3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C249A2-8566-4ED7-A8C7-B0CEE66F33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0123" y="302070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DD7BF2-0265-42F0-9021-15EE3F4DB7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0123" y="302070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3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427ED2-9BDE-4AAB-8866-FA35DB6208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3647" y="301342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02AD5B-C3F9-4D37-8D5B-84160A0224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3647" y="301342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3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2E0C4F-CDC1-4461-B962-166314E012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5199" y="302258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78B06B-99EC-4327-874E-7D1907F30B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5199" y="302258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3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816E30-F893-4CC1-86FE-C40D9679DB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5923" y="301905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317C0C-74CD-43A8-906D-EF75169A98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5923" y="301905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3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45EA71-708D-4068-BF36-6947DE4DC8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6951" y="302011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0CC746-9382-46FF-91DE-85D3C14110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6951" y="302011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3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6BA562-8FD7-4639-9867-53252596FB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0625" y="301974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CF37AF-7A1B-479A-BCC7-67F20140E0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0625" y="301974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3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122FB6-8BF1-4C45-8CE7-BDF97BF029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6140" y="301902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3BAC15-F354-43A2-B718-5D931CDA33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6140" y="301902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3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625FD5-BDF6-4FD0-A8E8-1BDFD61291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9113" y="196013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A93037-8021-4014-85F4-557C9B9C1A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9113" y="196013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3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B4EB04-5309-4994-8D1A-44715AD229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4943" y="1873903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F09231-2037-4EBF-B8F2-E9F918AAEA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4943" y="1873903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3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F97D55-B9CD-451E-9B6E-120D41B42F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0535" y="301710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76A1F6-5276-460F-A99E-88B1C3D7BF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0535" y="301710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3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B0BF17-23EA-4091-9DA4-9DC373BE31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7301" y="301928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DE8696-F133-4ABC-B3AA-E4836F948C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7301" y="301928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3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9DD8B2-2C94-4A91-8AB0-B8CDCE9734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7540" y="1873903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625376-8CAA-45AA-B442-A1B4016198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7540" y="1873903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3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72271C-C39E-401D-9FAC-E8CAEB23BD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7422" y="195624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142FD1-E133-4830-9292-D6642D254C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7422" y="195624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3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589BF3-9955-432A-8014-EB4FFCDD29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28959" y="301690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575CC2-3F5F-4CFE-91C8-F13D45950C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28959" y="301690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3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66C8B9-B534-4E1E-809D-FE66577632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1928" y="195851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E91347-E261-4BE0-8F86-C71B93A36F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1928" y="195851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3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1C3A6A-1025-4DA0-A105-7A4E8AED9C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24683" y="188596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9166BB-E86A-494E-9E98-9F57A2749A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24683" y="188596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3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F529C0-6A15-4395-9D2D-209E91B3C1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52802" y="302104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BBF92E-BCAA-45EB-A459-BDE2B1B6D1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52802" y="302104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3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ED4B09-4539-4244-A1FD-808A3FC20A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7276" y="188046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59E543-7E27-464C-AB14-736884F729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7276" y="188046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3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60FADC-47AF-4ABC-B5E3-72531BE7EB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1975" y="301912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6D71D3-9005-477C-A4E6-723B32B071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1975" y="301912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3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0F0F8B-5492-463C-8861-63AAB7D5AE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2099" y="301857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481AC7-6F42-405B-AA3F-C031B0692D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2099" y="301857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3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F58448-E962-4B90-829F-CBAEF9C547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5931" y="301465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4385F4-388D-402E-A80D-D0D4CADE94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5931" y="301465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3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73D978-72C7-4DDE-8529-4E5EB48A23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4716" y="302552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F15A34-0E9E-47F7-9A3D-388607448B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4716" y="302552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3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992F26-27F0-439D-87A7-9B04412249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7528" y="193416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755C75-0235-4587-A950-147722E714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7528" y="193416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3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695853-BD73-41C9-8F8E-BD323C8606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7843" y="193446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D520FF-9B95-442D-87EE-A8F81F60DD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7843" y="193446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3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7852AF-0159-4405-A209-DB80D55C04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3895" y="302584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8E0624-8C96-4C07-A715-9AFD47E821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3895" y="302584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3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32BEDC-44C1-487A-BF0D-29BBE8EF8A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7926" y="1873903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8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ABA47B-5FCC-412D-B85C-C885E888DF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7926" y="1873903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8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3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5CE4AC-797D-42CB-BA94-2B6FC9863C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3908" y="302730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F565FB-B8FF-4E30-AF16-3A0DF4EA33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3908" y="302730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3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0E9760-4DFF-471D-977F-59E3022F9C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6681" y="301881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243F79-3E88-4D2B-AA9A-2CA8FB5A14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6681" y="301881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3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6A39C2-D3B8-4352-85BA-9240908041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1302" y="1873903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8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FF9695-033B-4AFE-BA15-DDC7375703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1302" y="1873903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8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3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BA22F7-7ACE-4643-943F-FC37FA0A1D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7474" y="195871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A3AC9B-3423-4597-AE53-F4D59D04E7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7474" y="195871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3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2B773A-BF87-47DD-AC7C-62DAC9A1EB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2421" y="303011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AE0095-E918-45F2-B044-2E1D06BB01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2421" y="303011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3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D8DCA5-4C35-411E-8023-5393F5F80B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7107" y="188465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D85D56-A06F-4AC6-8FC9-8E66807003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7107" y="188465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3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E33E64-E48F-4142-ADEF-4F58A6DB1E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0551" y="193596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194FE6-BC84-4045-B1D8-8604BB6C85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0551" y="193596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3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075EBA-5CF6-4028-BE07-2AF53438A5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25778" y="195913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659751-227A-416F-941F-1734752D58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25778" y="195913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3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A24C1D-B931-475D-AF31-11379B335F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0270" y="302410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F09CE8-2053-4F1E-86CF-92BFEEDEAA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0270" y="302410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3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98D4DE-CFEF-42A1-AAE5-015F304F71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6984" y="195595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91EBED-3D59-4FFB-9644-05D7B137DF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6984" y="195595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3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BFFC2B-FA6F-4E8F-A912-BF458C0DF1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6047" y="195652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5D128C-1B87-4FE7-8787-1DA3FF6575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6047" y="195652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3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41966D-3194-4D0C-AF63-54DB0C90C9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3831" y="188369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9CB8F9-2FFC-4F96-B771-593EC20908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3831" y="188369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3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39259C-563B-45E1-817B-11EE3FB7E0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3205" y="301766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0B9839-2C56-4EAC-92BE-CA62191D3F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3205" y="301766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3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1BEFF7-0E65-4219-BBFF-5769517231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1278" y="195845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DC8CBA-E67E-4719-B50D-C0C4CEDA7F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1278" y="195845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3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699DE8-8A73-4F14-B730-EC6E8409A1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3052" y="188348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09992E-F21C-4969-B373-2D2D0BF9DA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3052" y="188348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3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F69137-4E63-4ECC-B5DB-9645274F38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7839" y="195570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D89586-C338-4603-AD54-6520DD1D34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7839" y="195570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3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F4D81B-8075-4BBB-859C-6FB256FDB0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2927" y="188371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53BFD6-520F-4494-9450-DD23B090B5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2927" y="188371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3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37B496-5991-44D7-9967-AE48C8102F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2829" y="302315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86DD80-09AF-46C7-8B86-46A07A1469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2829" y="302315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3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8C7584-E67C-476C-972D-50778905B7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0619" y="195645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600D31-262B-4811-830B-875D1F0DC1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0619" y="195645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3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611CD0-7B68-470D-8840-1AC1005655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5473" y="188437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CE56FA-2707-4E1D-8E88-037F6768CC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5473" y="188437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3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2B0375-BA01-48A4-A352-61CEF14DBC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4550" y="195663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FDEFE4-F3CE-4D62-91A9-28CED1D97D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4550" y="195663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3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ADF489-FEB5-4FCE-91E0-FC5D4335C5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5540" y="302510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3A0F50-526B-415C-9CE1-5534928513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5540" y="302510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3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547929-9F9D-461D-AD4A-C33622B4ED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7300" y="302984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7EB56B-FB3C-4354-95BF-507CE1983B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7300" y="302984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4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E94936-018B-4863-AB93-8E2A26FD66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1466" y="302974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AD6EC1-CD61-401C-BB8D-BB9716C0CF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1466" y="302974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4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C74EBD-108F-41B1-B4D5-ABAEADD3CC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1205" y="302736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BFE654-3BF3-43F4-A119-923BC4449C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1205" y="302736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4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9F03A7-2FC7-445F-AEC4-8E26B84A06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0521" y="302707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837098-FD70-4D9A-B0BE-5876E91CB7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0521" y="302707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4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AE5ED6-F906-44E7-BB0E-6FF5C07BE0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5928" y="195933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26D696-CBAB-4561-8C17-6F33F40351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5928" y="195933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4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F8FA63-A5A7-4A71-A3E5-9020DEDE51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5182" y="188532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7C7449-51DA-4834-BD0B-6FB16BD1C1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5182" y="188532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4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6C0CD7-EF2B-421B-B49F-0AC2FBDD09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3676" y="1873903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2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3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1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lnTo>
                  <a:pt x="0" y="0"/>
                </a:ln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CDC4C4-15A8-480E-8D44-889ED8A75A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3676" y="1873903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2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3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1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4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51EB3A-E166-48F4-8C5F-6D535A1886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7963" y="195640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B7FB85-40F2-4656-B81B-AD01158631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7963" y="195640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4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1F2EC4-60D7-4A08-AD83-6D993D3178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3080" y="302875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16C025-ED6D-40D6-904A-8D58C13FC3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3080" y="302875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4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698A01-79F3-46F8-9BB2-2974D40773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4963" y="195582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043365-7EB6-4B8A-BDED-F5E0851EE7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4963" y="195582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4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1463B1-877F-41E1-A944-E9B528BC60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8349" y="196002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698190-CF92-4994-A3D5-6998394B55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8349" y="196002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4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ADFADA-0677-42BD-A275-C5C7401501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4251" y="195730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03551A-6BDC-4BF3-A272-5568EB9094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4251" y="195730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4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963760-2FC3-4987-8100-FA3592F560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7720" y="302221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99D5CF-153D-40E9-8E65-D21C8BE29F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7720" y="302221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4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1AE647-8677-4CD1-A4C0-B9EBBE0643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8541" y="1873903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0724E6-CEAE-4054-B505-7767284704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8541" y="1873903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4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AF5F25-D276-41F2-846D-D3D95F5D35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71581" y="1873903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AFA648-59D7-42B2-A1E1-027214C866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71581" y="1873903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4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3ABB25-2654-4D2C-829F-DE5741875D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25698" y="1873903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221530-63DD-44A6-A937-F080FBA656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25698" y="1873903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4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F73648-EAF0-45DF-86D5-BD39BDA710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3571" y="215691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C987D1-7791-4159-A970-190E715D27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3571" y="215691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4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490AF5-7A5F-47BB-B5B7-5294CC64AF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91772" y="1873903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40FCF8-8EFD-488F-9493-9A8B6035FB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91772" y="1873903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4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A523CE-AA73-4D62-8237-687EAC671A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54290" y="1873903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9B9775-D0D9-4E87-8BFE-18D9B6F916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54290" y="1873903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4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223E83-C4C2-439A-A413-3572A65F58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42697" y="1873903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B823AF-3AA1-4C68-A555-FAF8E64FFD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42697" y="1873903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4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B70C0F-10C5-42C6-B349-EF007BC968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24380" y="1873903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1EB545-A8BD-4C69-A86D-4CF4975380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24380" y="1873903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4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14C6D2-E39E-4327-88B6-9D9C02D363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30209" y="1873903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9FDFE1-9702-4595-BBCD-11DBFDC5F2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30209" y="1873903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4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10BE8E-49B4-45CB-BBE9-38E05ACF89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81698" y="1873903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320D70-910C-435D-B39A-339F180223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81698" y="1873903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4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E04939-6516-4153-8113-98B51FD726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9" y="1873903"/>
            <a:ext cx="8084" cy="8079"/>
          </a:xfrm>
          <a:custGeom xmlns:a="http://schemas.openxmlformats.org/drawingml/2006/main">
            <a:pathLst>
              <a:path w="8084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84" y="8079"/>
                </a:lnTo>
                <a:lnTo>
                  <a:pt x="8084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3814ED-DC5F-484C-BFB4-5EB9299829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9" y="1873903"/>
            <a:ext cx="8084" cy="8079"/>
          </a:xfrm>
          <a:custGeom xmlns:a="http://schemas.openxmlformats.org/drawingml/2006/main">
            <a:pathLst>
              <a:path w="8084" h="8079" fill="none">
                <a:moveTo>
                  <a:pt x="8079" y="8079"/>
                </a:moveTo>
                <a:lnTo>
                  <a:pt x="8084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4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7B6A28-3DF9-4DA4-AECA-C229F644C5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9" y="1873903"/>
            <a:ext cx="8084" cy="8079"/>
          </a:xfrm>
          <a:custGeom xmlns:a="http://schemas.openxmlformats.org/drawingml/2006/main">
            <a:pathLst>
              <a:path w="8084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084" y="8079"/>
                </a:lnTo>
                <a:lnTo>
                  <a:pt x="8084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BF7E80-246B-4809-8F8E-79023EEA17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9" y="1873903"/>
            <a:ext cx="8084" cy="8079"/>
          </a:xfrm>
          <a:custGeom xmlns:a="http://schemas.openxmlformats.org/drawingml/2006/main">
            <a:pathLst>
              <a:path w="8084" h="8079" fill="none">
                <a:moveTo>
                  <a:pt x="8079" y="8079"/>
                </a:moveTo>
                <a:lnTo>
                  <a:pt x="8084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4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B67DC1-E31A-4EC9-806E-5CC58A214B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72363" y="1873903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7C0BE0-64C2-4056-955E-41B3C03051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72363" y="1873903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4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937B4B-8E14-4D3B-8DA5-FA1F07D099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29077" y="1873903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C96AC3-DD38-4799-8822-F783321C9A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29077" y="1873903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4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DDC6CB-5860-4F56-B586-105C1B3F52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1298" y="1873903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FA8775-9DF9-4C54-80FF-A6D52243BC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1298" y="1873903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4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35E767-079A-4F76-8139-A65EE1F515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79867" y="1873903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4F2182-32C7-4387-ADE8-58A386922D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79867" y="1873903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4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E37732-BD82-41FC-8537-EF1131C62D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46931" y="1873903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D08274-F3E9-4D43-A804-BB1352686C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46931" y="1873903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4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C469F4-378B-48AB-B422-5BEA66942D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40099" y="1873903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BCA2BE-9467-41B9-B4FE-ACC735B32A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40099" y="1873903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4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296260-9704-48AE-B452-89978016FC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1047" y="1873903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9285C3-BE21-4414-A4E0-84967D7973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1047" y="1873903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4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0382FD-C6BE-4855-8C0E-3AF0F68B7D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2982" y="302864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10A751-DF6E-42BC-BF0D-CB1A329608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2982" y="302864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4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C57BDB-3934-46AC-8E34-C2F0BD4C7E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5441" y="204559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BB7E6E-E98B-4CFC-9D48-C3BA9F0B40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5441" y="204559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4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DB91BE-50E1-42EF-9D9A-E6E91EBCA9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67807" y="1873903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5BEB8E-A7C5-44D7-A772-9934DE57A7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67807" y="1873903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4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D055FE-6620-4B7B-BE45-9F9859E74F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7930" y="206329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B90136-F31E-484C-A3D0-CA50332440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7930" y="206329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4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28396D-5C00-4329-9951-5EDE8A304D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59079" y="197038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CB6805-42BE-4A5E-968B-40E1A7A064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59079" y="197038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4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8AD735-0E07-488F-990F-CDFD8DBC58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9198" y="202341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9BE781-1B1C-4488-A7FB-B1B530129C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9198" y="202341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4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F124EC-AE94-4EA0-A5D8-7C03A64B12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5694" y="205945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AAD56A-8A3B-425A-BADE-D3E027EE7B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5694" y="205945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4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C6E6A2-18C9-414C-A82F-F36535C384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2332" y="1873903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2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3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1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lnTo>
                  <a:pt x="0" y="0"/>
                </a:ln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E4F8DD-BBE6-4B03-9789-6B294C3ED5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2332" y="1873903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2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3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1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4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B44FEA-669F-4E45-879F-17189A3FD1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7394" y="302222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A8D64E-5453-483C-AB58-E422A05E69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7394" y="302222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4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81F766-264A-4E10-ABAF-97BA2E26C2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57726" y="282917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45AC69-FD09-496B-8AA3-B14B0DD179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57726" y="282917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4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A4B780-C227-4395-AD2F-270DCF22D0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2136" y="198390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DF601D-F36A-464E-BF89-FBA42ECD8D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2136" y="198390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4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C2425D-D5F7-4442-B758-3B1CA05756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20" y="1873903"/>
            <a:ext cx="8082" cy="8080"/>
          </a:xfrm>
          <a:custGeom xmlns:a="http://schemas.openxmlformats.org/drawingml/2006/main">
            <a:pathLst>
              <a:path w="8082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82" y="8079"/>
                </a:lnTo>
                <a:lnTo>
                  <a:pt x="8082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3EE213-5F51-4E6C-A252-F4EB4CFD7A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20" y="1873903"/>
            <a:ext cx="8082" cy="8080"/>
          </a:xfrm>
          <a:custGeom xmlns:a="http://schemas.openxmlformats.org/drawingml/2006/main">
            <a:pathLst>
              <a:path w="8082" h="8080" fill="none">
                <a:moveTo>
                  <a:pt x="8079" y="8080"/>
                </a:moveTo>
                <a:lnTo>
                  <a:pt x="8082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4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4273D5-43B9-4F7C-A76B-D899254CD1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20" y="1873903"/>
            <a:ext cx="8082" cy="8080"/>
          </a:xfrm>
          <a:custGeom xmlns:a="http://schemas.openxmlformats.org/drawingml/2006/main">
            <a:pathLst>
              <a:path w="8082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82" y="8079"/>
                </a:lnTo>
                <a:lnTo>
                  <a:pt x="8082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5F9FC3-27C1-4FBF-A43B-7E3CB80806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20" y="1873903"/>
            <a:ext cx="8082" cy="8080"/>
          </a:xfrm>
          <a:custGeom xmlns:a="http://schemas.openxmlformats.org/drawingml/2006/main">
            <a:pathLst>
              <a:path w="8082" h="8080" fill="none">
                <a:moveTo>
                  <a:pt x="8079" y="8080"/>
                </a:moveTo>
                <a:lnTo>
                  <a:pt x="8082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4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92DABC-1028-4A99-B9B2-0A10411B25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20" y="1873903"/>
            <a:ext cx="8082" cy="8080"/>
          </a:xfrm>
          <a:custGeom xmlns:a="http://schemas.openxmlformats.org/drawingml/2006/main">
            <a:pathLst>
              <a:path w="8082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82" y="8079"/>
                </a:lnTo>
                <a:lnTo>
                  <a:pt x="8082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9186E2-7BC9-46BF-926A-C9E401EF66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20" y="1873903"/>
            <a:ext cx="8082" cy="8080"/>
          </a:xfrm>
          <a:custGeom xmlns:a="http://schemas.openxmlformats.org/drawingml/2006/main">
            <a:pathLst>
              <a:path w="8082" h="8080" fill="none">
                <a:moveTo>
                  <a:pt x="8079" y="8080"/>
                </a:moveTo>
                <a:lnTo>
                  <a:pt x="8082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4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0C05A4-97CE-4975-8A37-9A6633B7B0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20" y="1873903"/>
            <a:ext cx="8082" cy="8080"/>
          </a:xfrm>
          <a:custGeom xmlns:a="http://schemas.openxmlformats.org/drawingml/2006/main">
            <a:pathLst>
              <a:path w="8082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82" y="8079"/>
                </a:lnTo>
                <a:lnTo>
                  <a:pt x="8082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99B4A8-FDC4-422D-958C-DD0F46A194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20" y="1873903"/>
            <a:ext cx="8082" cy="8080"/>
          </a:xfrm>
          <a:custGeom xmlns:a="http://schemas.openxmlformats.org/drawingml/2006/main">
            <a:pathLst>
              <a:path w="8082" h="8080" fill="none">
                <a:moveTo>
                  <a:pt x="8079" y="8080"/>
                </a:moveTo>
                <a:lnTo>
                  <a:pt x="8082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4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363641-47B4-4163-BA1D-548C052D37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20" y="1873903"/>
            <a:ext cx="8082" cy="8080"/>
          </a:xfrm>
          <a:custGeom xmlns:a="http://schemas.openxmlformats.org/drawingml/2006/main">
            <a:pathLst>
              <a:path w="8082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82" y="8079"/>
                </a:lnTo>
                <a:lnTo>
                  <a:pt x="8082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35E508-CB56-4B8D-AEF6-E6E05BD456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20" y="1873903"/>
            <a:ext cx="8082" cy="8080"/>
          </a:xfrm>
          <a:custGeom xmlns:a="http://schemas.openxmlformats.org/drawingml/2006/main">
            <a:pathLst>
              <a:path w="8082" h="8080" fill="none">
                <a:moveTo>
                  <a:pt x="8079" y="8080"/>
                </a:moveTo>
                <a:lnTo>
                  <a:pt x="8082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4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644F58-44C3-45FB-A9EA-CDC14BA7AB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20" y="1873903"/>
            <a:ext cx="8082" cy="8080"/>
          </a:xfrm>
          <a:custGeom xmlns:a="http://schemas.openxmlformats.org/drawingml/2006/main">
            <a:pathLst>
              <a:path w="8082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82" y="8079"/>
                </a:lnTo>
                <a:lnTo>
                  <a:pt x="8082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0788A6-9CF6-4381-8F3E-8AB32BEE22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20" y="1873903"/>
            <a:ext cx="8082" cy="8080"/>
          </a:xfrm>
          <a:custGeom xmlns:a="http://schemas.openxmlformats.org/drawingml/2006/main">
            <a:pathLst>
              <a:path w="8082" h="8080" fill="none">
                <a:moveTo>
                  <a:pt x="8079" y="8080"/>
                </a:moveTo>
                <a:lnTo>
                  <a:pt x="8082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4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1BBCC0-8CAD-45A0-9B24-EB896071A7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20" y="1873903"/>
            <a:ext cx="8082" cy="8080"/>
          </a:xfrm>
          <a:custGeom xmlns:a="http://schemas.openxmlformats.org/drawingml/2006/main">
            <a:pathLst>
              <a:path w="8082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82" y="8079"/>
                </a:lnTo>
                <a:lnTo>
                  <a:pt x="8082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90AA55-25D9-47BF-8397-602C1823BA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20" y="1873903"/>
            <a:ext cx="8082" cy="8080"/>
          </a:xfrm>
          <a:custGeom xmlns:a="http://schemas.openxmlformats.org/drawingml/2006/main">
            <a:pathLst>
              <a:path w="8082" h="8080" fill="none">
                <a:moveTo>
                  <a:pt x="8079" y="8080"/>
                </a:moveTo>
                <a:lnTo>
                  <a:pt x="8082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4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50B34E-F5E1-4CDB-BF96-79966F5CB7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65285" y="1873903"/>
            <a:ext cx="16157" cy="8080"/>
          </a:xfrm>
          <a:custGeom xmlns:a="http://schemas.openxmlformats.org/drawingml/2006/main">
            <a:pathLst>
              <a:path w="16157" h="8080">
                <a:moveTo>
                  <a:pt x="8612" y="8062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3"/>
                </a:lnTo>
                <a:lnTo>
                  <a:pt x="9920" y="7867"/>
                </a:lnTo>
                <a:lnTo>
                  <a:pt x="10175" y="7803"/>
                </a:lnTo>
                <a:lnTo>
                  <a:pt x="10428" y="7730"/>
                </a:lnTo>
                <a:lnTo>
                  <a:pt x="10678" y="7650"/>
                </a:lnTo>
                <a:lnTo>
                  <a:pt x="10926" y="7561"/>
                </a:lnTo>
                <a:lnTo>
                  <a:pt x="11170" y="7465"/>
                </a:lnTo>
                <a:lnTo>
                  <a:pt x="11411" y="7360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5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4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1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3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lnTo>
                  <a:pt x="0" y="0"/>
                </a:ln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346" y="8075"/>
                </a:lnTo>
                <a:lnTo>
                  <a:pt x="8612" y="806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D53572-9210-4C68-854D-C18858E626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65285" y="1873903"/>
            <a:ext cx="16157" cy="8080"/>
          </a:xfrm>
          <a:custGeom xmlns:a="http://schemas.openxmlformats.org/drawingml/2006/main">
            <a:pathLst>
              <a:path w="16157" h="8080" fill="none">
                <a:moveTo>
                  <a:pt x="8079" y="8080"/>
                </a:moveTo>
                <a:lnTo>
                  <a:pt x="8346" y="8075"/>
                </a:lnTo>
                <a:lnTo>
                  <a:pt x="8612" y="8062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3"/>
                </a:lnTo>
                <a:lnTo>
                  <a:pt x="9920" y="7867"/>
                </a:lnTo>
                <a:lnTo>
                  <a:pt x="10175" y="7803"/>
                </a:lnTo>
                <a:lnTo>
                  <a:pt x="10428" y="7730"/>
                </a:lnTo>
                <a:lnTo>
                  <a:pt x="10678" y="7650"/>
                </a:lnTo>
                <a:lnTo>
                  <a:pt x="10926" y="7561"/>
                </a:lnTo>
                <a:lnTo>
                  <a:pt x="11170" y="7465"/>
                </a:lnTo>
                <a:lnTo>
                  <a:pt x="11411" y="7360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5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4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1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3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5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4334A4-5155-4AF8-B229-7DE784AC1E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16701" y="1873903"/>
            <a:ext cx="16157" cy="8080"/>
          </a:xfrm>
          <a:custGeom xmlns:a="http://schemas.openxmlformats.org/drawingml/2006/main">
            <a:pathLst>
              <a:path w="16157" h="8080">
                <a:moveTo>
                  <a:pt x="8612" y="8062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3"/>
                </a:lnTo>
                <a:lnTo>
                  <a:pt x="9920" y="7867"/>
                </a:lnTo>
                <a:lnTo>
                  <a:pt x="10175" y="7803"/>
                </a:lnTo>
                <a:lnTo>
                  <a:pt x="10428" y="7730"/>
                </a:lnTo>
                <a:lnTo>
                  <a:pt x="10678" y="7650"/>
                </a:lnTo>
                <a:lnTo>
                  <a:pt x="10926" y="7561"/>
                </a:lnTo>
                <a:lnTo>
                  <a:pt x="11170" y="7465"/>
                </a:lnTo>
                <a:lnTo>
                  <a:pt x="11411" y="7360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5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4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1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3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lnTo>
                  <a:pt x="0" y="0"/>
                </a:ln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346" y="8075"/>
                </a:lnTo>
                <a:lnTo>
                  <a:pt x="8612" y="806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4936EF-0D9C-47C1-9ED0-D52144BF18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16701" y="1873903"/>
            <a:ext cx="16157" cy="8080"/>
          </a:xfrm>
          <a:custGeom xmlns:a="http://schemas.openxmlformats.org/drawingml/2006/main">
            <a:pathLst>
              <a:path w="16157" h="8080" fill="none">
                <a:moveTo>
                  <a:pt x="8079" y="8080"/>
                </a:moveTo>
                <a:lnTo>
                  <a:pt x="8346" y="8075"/>
                </a:lnTo>
                <a:lnTo>
                  <a:pt x="8612" y="8062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3"/>
                </a:lnTo>
                <a:lnTo>
                  <a:pt x="9920" y="7867"/>
                </a:lnTo>
                <a:lnTo>
                  <a:pt x="10175" y="7803"/>
                </a:lnTo>
                <a:lnTo>
                  <a:pt x="10428" y="7730"/>
                </a:lnTo>
                <a:lnTo>
                  <a:pt x="10678" y="7650"/>
                </a:lnTo>
                <a:lnTo>
                  <a:pt x="10926" y="7561"/>
                </a:lnTo>
                <a:lnTo>
                  <a:pt x="11170" y="7465"/>
                </a:lnTo>
                <a:lnTo>
                  <a:pt x="11411" y="7360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5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4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1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3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5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451823-0D78-413A-B769-40EB57D861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55768" y="1873903"/>
            <a:ext cx="16157" cy="8080"/>
          </a:xfrm>
          <a:custGeom xmlns:a="http://schemas.openxmlformats.org/drawingml/2006/main">
            <a:pathLst>
              <a:path w="16157" h="8080">
                <a:moveTo>
                  <a:pt x="8612" y="8062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3"/>
                </a:lnTo>
                <a:lnTo>
                  <a:pt x="9920" y="7867"/>
                </a:lnTo>
                <a:lnTo>
                  <a:pt x="10175" y="7803"/>
                </a:lnTo>
                <a:lnTo>
                  <a:pt x="10428" y="7730"/>
                </a:lnTo>
                <a:lnTo>
                  <a:pt x="10678" y="7650"/>
                </a:lnTo>
                <a:lnTo>
                  <a:pt x="10926" y="7561"/>
                </a:lnTo>
                <a:lnTo>
                  <a:pt x="11170" y="7465"/>
                </a:lnTo>
                <a:lnTo>
                  <a:pt x="11411" y="7360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5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4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1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3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lnTo>
                  <a:pt x="0" y="0"/>
                </a:ln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346" y="8075"/>
                </a:lnTo>
                <a:lnTo>
                  <a:pt x="8612" y="806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93E76D-87DC-4F71-846A-14B305AA5A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55768" y="1873903"/>
            <a:ext cx="16157" cy="8080"/>
          </a:xfrm>
          <a:custGeom xmlns:a="http://schemas.openxmlformats.org/drawingml/2006/main">
            <a:pathLst>
              <a:path w="16157" h="8080" fill="none">
                <a:moveTo>
                  <a:pt x="8079" y="8080"/>
                </a:moveTo>
                <a:lnTo>
                  <a:pt x="8346" y="8075"/>
                </a:lnTo>
                <a:lnTo>
                  <a:pt x="8612" y="8062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3"/>
                </a:lnTo>
                <a:lnTo>
                  <a:pt x="9920" y="7867"/>
                </a:lnTo>
                <a:lnTo>
                  <a:pt x="10175" y="7803"/>
                </a:lnTo>
                <a:lnTo>
                  <a:pt x="10428" y="7730"/>
                </a:lnTo>
                <a:lnTo>
                  <a:pt x="10678" y="7650"/>
                </a:lnTo>
                <a:lnTo>
                  <a:pt x="10926" y="7561"/>
                </a:lnTo>
                <a:lnTo>
                  <a:pt x="11170" y="7465"/>
                </a:lnTo>
                <a:lnTo>
                  <a:pt x="11411" y="7360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5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4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1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3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5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365E51-5BC0-4A1E-8057-2F851F7213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70058" y="1873903"/>
            <a:ext cx="16157" cy="8080"/>
          </a:xfrm>
          <a:custGeom xmlns:a="http://schemas.openxmlformats.org/drawingml/2006/main">
            <a:pathLst>
              <a:path w="16157" h="8080">
                <a:moveTo>
                  <a:pt x="8612" y="8062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3"/>
                </a:lnTo>
                <a:lnTo>
                  <a:pt x="9920" y="7867"/>
                </a:lnTo>
                <a:lnTo>
                  <a:pt x="10175" y="7803"/>
                </a:lnTo>
                <a:lnTo>
                  <a:pt x="10428" y="7730"/>
                </a:lnTo>
                <a:lnTo>
                  <a:pt x="10678" y="7650"/>
                </a:lnTo>
                <a:lnTo>
                  <a:pt x="10926" y="7561"/>
                </a:lnTo>
                <a:lnTo>
                  <a:pt x="11170" y="7465"/>
                </a:lnTo>
                <a:lnTo>
                  <a:pt x="11411" y="7360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5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4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1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3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lnTo>
                  <a:pt x="0" y="0"/>
                </a:ln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346" y="8075"/>
                </a:lnTo>
                <a:lnTo>
                  <a:pt x="8612" y="806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89824A-6137-4283-9592-808B092842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70058" y="1873903"/>
            <a:ext cx="16157" cy="8080"/>
          </a:xfrm>
          <a:custGeom xmlns:a="http://schemas.openxmlformats.org/drawingml/2006/main">
            <a:pathLst>
              <a:path w="16157" h="8080" fill="none">
                <a:moveTo>
                  <a:pt x="8079" y="8080"/>
                </a:moveTo>
                <a:lnTo>
                  <a:pt x="8346" y="8075"/>
                </a:lnTo>
                <a:lnTo>
                  <a:pt x="8612" y="8062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3"/>
                </a:lnTo>
                <a:lnTo>
                  <a:pt x="9920" y="7867"/>
                </a:lnTo>
                <a:lnTo>
                  <a:pt x="10175" y="7803"/>
                </a:lnTo>
                <a:lnTo>
                  <a:pt x="10428" y="7730"/>
                </a:lnTo>
                <a:lnTo>
                  <a:pt x="10678" y="7650"/>
                </a:lnTo>
                <a:lnTo>
                  <a:pt x="10926" y="7561"/>
                </a:lnTo>
                <a:lnTo>
                  <a:pt x="11170" y="7465"/>
                </a:lnTo>
                <a:lnTo>
                  <a:pt x="11411" y="7360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5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4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1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3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5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FDFDBB-F45B-4B80-AEF3-5E09FE26AA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50259" y="1873903"/>
            <a:ext cx="16157" cy="8080"/>
          </a:xfrm>
          <a:custGeom xmlns:a="http://schemas.openxmlformats.org/drawingml/2006/main">
            <a:pathLst>
              <a:path w="16157" h="8080">
                <a:moveTo>
                  <a:pt x="8612" y="8062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3"/>
                </a:lnTo>
                <a:lnTo>
                  <a:pt x="9920" y="7867"/>
                </a:lnTo>
                <a:lnTo>
                  <a:pt x="10175" y="7803"/>
                </a:lnTo>
                <a:lnTo>
                  <a:pt x="10428" y="7730"/>
                </a:lnTo>
                <a:lnTo>
                  <a:pt x="10678" y="7650"/>
                </a:lnTo>
                <a:lnTo>
                  <a:pt x="10926" y="7561"/>
                </a:lnTo>
                <a:lnTo>
                  <a:pt x="11170" y="7465"/>
                </a:lnTo>
                <a:lnTo>
                  <a:pt x="11411" y="7360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5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4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1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3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lnTo>
                  <a:pt x="0" y="0"/>
                </a:ln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346" y="8075"/>
                </a:lnTo>
                <a:lnTo>
                  <a:pt x="8612" y="806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B26648-9E2A-406F-BA35-E567001058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50259" y="1873903"/>
            <a:ext cx="16157" cy="8080"/>
          </a:xfrm>
          <a:custGeom xmlns:a="http://schemas.openxmlformats.org/drawingml/2006/main">
            <a:pathLst>
              <a:path w="16157" h="8080" fill="none">
                <a:moveTo>
                  <a:pt x="8079" y="8080"/>
                </a:moveTo>
                <a:lnTo>
                  <a:pt x="8346" y="8075"/>
                </a:lnTo>
                <a:lnTo>
                  <a:pt x="8612" y="8062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3"/>
                </a:lnTo>
                <a:lnTo>
                  <a:pt x="9920" y="7867"/>
                </a:lnTo>
                <a:lnTo>
                  <a:pt x="10175" y="7803"/>
                </a:lnTo>
                <a:lnTo>
                  <a:pt x="10428" y="7730"/>
                </a:lnTo>
                <a:lnTo>
                  <a:pt x="10678" y="7650"/>
                </a:lnTo>
                <a:lnTo>
                  <a:pt x="10926" y="7561"/>
                </a:lnTo>
                <a:lnTo>
                  <a:pt x="11170" y="7465"/>
                </a:lnTo>
                <a:lnTo>
                  <a:pt x="11411" y="7360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5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4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1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3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5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C9909D-B972-45AA-825D-DAE8A45634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16946" y="1873903"/>
            <a:ext cx="16157" cy="8080"/>
          </a:xfrm>
          <a:custGeom xmlns:a="http://schemas.openxmlformats.org/drawingml/2006/main">
            <a:pathLst>
              <a:path w="16157" h="8080">
                <a:moveTo>
                  <a:pt x="8612" y="8062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3"/>
                </a:lnTo>
                <a:lnTo>
                  <a:pt x="9920" y="7867"/>
                </a:lnTo>
                <a:lnTo>
                  <a:pt x="10175" y="7803"/>
                </a:lnTo>
                <a:lnTo>
                  <a:pt x="10428" y="7730"/>
                </a:lnTo>
                <a:lnTo>
                  <a:pt x="10678" y="7650"/>
                </a:lnTo>
                <a:lnTo>
                  <a:pt x="10926" y="7561"/>
                </a:lnTo>
                <a:lnTo>
                  <a:pt x="11170" y="7465"/>
                </a:lnTo>
                <a:lnTo>
                  <a:pt x="11411" y="7360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5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4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1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3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lnTo>
                  <a:pt x="0" y="0"/>
                </a:ln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346" y="8075"/>
                </a:lnTo>
                <a:lnTo>
                  <a:pt x="8612" y="806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95445A-9073-485E-96BA-2EBA4558FB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16946" y="1873903"/>
            <a:ext cx="16157" cy="8080"/>
          </a:xfrm>
          <a:custGeom xmlns:a="http://schemas.openxmlformats.org/drawingml/2006/main">
            <a:pathLst>
              <a:path w="16157" h="8080" fill="none">
                <a:moveTo>
                  <a:pt x="8079" y="8080"/>
                </a:moveTo>
                <a:lnTo>
                  <a:pt x="8346" y="8075"/>
                </a:lnTo>
                <a:lnTo>
                  <a:pt x="8612" y="8062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3"/>
                </a:lnTo>
                <a:lnTo>
                  <a:pt x="9920" y="7867"/>
                </a:lnTo>
                <a:lnTo>
                  <a:pt x="10175" y="7803"/>
                </a:lnTo>
                <a:lnTo>
                  <a:pt x="10428" y="7730"/>
                </a:lnTo>
                <a:lnTo>
                  <a:pt x="10678" y="7650"/>
                </a:lnTo>
                <a:lnTo>
                  <a:pt x="10926" y="7561"/>
                </a:lnTo>
                <a:lnTo>
                  <a:pt x="11170" y="7465"/>
                </a:lnTo>
                <a:lnTo>
                  <a:pt x="11411" y="7360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5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4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1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3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5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CBDC72-5846-4DF5-8259-FE4C88545F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64285" y="1873903"/>
            <a:ext cx="16157" cy="8080"/>
          </a:xfrm>
          <a:custGeom xmlns:a="http://schemas.openxmlformats.org/drawingml/2006/main">
            <a:pathLst>
              <a:path w="16157" h="8080">
                <a:moveTo>
                  <a:pt x="8612" y="8062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3"/>
                </a:lnTo>
                <a:lnTo>
                  <a:pt x="9920" y="7867"/>
                </a:lnTo>
                <a:lnTo>
                  <a:pt x="10175" y="7803"/>
                </a:lnTo>
                <a:lnTo>
                  <a:pt x="10428" y="7730"/>
                </a:lnTo>
                <a:lnTo>
                  <a:pt x="10678" y="7650"/>
                </a:lnTo>
                <a:lnTo>
                  <a:pt x="10926" y="7561"/>
                </a:lnTo>
                <a:lnTo>
                  <a:pt x="11170" y="7465"/>
                </a:lnTo>
                <a:lnTo>
                  <a:pt x="11411" y="7360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5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4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1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3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lnTo>
                  <a:pt x="0" y="0"/>
                </a:ln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346" y="8075"/>
                </a:lnTo>
                <a:lnTo>
                  <a:pt x="8612" y="806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E9052F-B4F1-4844-88EB-594DA2E32F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64285" y="1873903"/>
            <a:ext cx="16157" cy="8080"/>
          </a:xfrm>
          <a:custGeom xmlns:a="http://schemas.openxmlformats.org/drawingml/2006/main">
            <a:pathLst>
              <a:path w="16157" h="8080" fill="none">
                <a:moveTo>
                  <a:pt x="8079" y="8080"/>
                </a:moveTo>
                <a:lnTo>
                  <a:pt x="8346" y="8075"/>
                </a:lnTo>
                <a:lnTo>
                  <a:pt x="8612" y="8062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3"/>
                </a:lnTo>
                <a:lnTo>
                  <a:pt x="9920" y="7867"/>
                </a:lnTo>
                <a:lnTo>
                  <a:pt x="10175" y="7803"/>
                </a:lnTo>
                <a:lnTo>
                  <a:pt x="10428" y="7730"/>
                </a:lnTo>
                <a:lnTo>
                  <a:pt x="10678" y="7650"/>
                </a:lnTo>
                <a:lnTo>
                  <a:pt x="10926" y="7561"/>
                </a:lnTo>
                <a:lnTo>
                  <a:pt x="11170" y="7465"/>
                </a:lnTo>
                <a:lnTo>
                  <a:pt x="11411" y="7360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5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4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1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3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5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9B4737-8E2E-4C0A-8E66-1EE1DD6DBF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14391" y="1873903"/>
            <a:ext cx="16157" cy="8080"/>
          </a:xfrm>
          <a:custGeom xmlns:a="http://schemas.openxmlformats.org/drawingml/2006/main">
            <a:pathLst>
              <a:path w="16157" h="8080">
                <a:moveTo>
                  <a:pt x="8612" y="8062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3"/>
                </a:lnTo>
                <a:lnTo>
                  <a:pt x="9920" y="7867"/>
                </a:lnTo>
                <a:lnTo>
                  <a:pt x="10175" y="7803"/>
                </a:lnTo>
                <a:lnTo>
                  <a:pt x="10428" y="7730"/>
                </a:lnTo>
                <a:lnTo>
                  <a:pt x="10678" y="7650"/>
                </a:lnTo>
                <a:lnTo>
                  <a:pt x="10926" y="7561"/>
                </a:lnTo>
                <a:lnTo>
                  <a:pt x="11170" y="7465"/>
                </a:lnTo>
                <a:lnTo>
                  <a:pt x="11411" y="7360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5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4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1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3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lnTo>
                  <a:pt x="0" y="0"/>
                </a:ln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346" y="8075"/>
                </a:lnTo>
                <a:lnTo>
                  <a:pt x="8612" y="806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B2861D-6DEF-49B8-B55B-AAB287AC86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14391" y="1873903"/>
            <a:ext cx="16157" cy="8080"/>
          </a:xfrm>
          <a:custGeom xmlns:a="http://schemas.openxmlformats.org/drawingml/2006/main">
            <a:pathLst>
              <a:path w="16157" h="8080" fill="none">
                <a:moveTo>
                  <a:pt x="8079" y="8080"/>
                </a:moveTo>
                <a:lnTo>
                  <a:pt x="8346" y="8075"/>
                </a:lnTo>
                <a:lnTo>
                  <a:pt x="8612" y="8062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3"/>
                </a:lnTo>
                <a:lnTo>
                  <a:pt x="9920" y="7867"/>
                </a:lnTo>
                <a:lnTo>
                  <a:pt x="10175" y="7803"/>
                </a:lnTo>
                <a:lnTo>
                  <a:pt x="10428" y="7730"/>
                </a:lnTo>
                <a:lnTo>
                  <a:pt x="10678" y="7650"/>
                </a:lnTo>
                <a:lnTo>
                  <a:pt x="10926" y="7561"/>
                </a:lnTo>
                <a:lnTo>
                  <a:pt x="11170" y="7465"/>
                </a:lnTo>
                <a:lnTo>
                  <a:pt x="11411" y="7360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5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4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1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3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5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65C335-5837-4920-B54C-FE13DB2AE6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9762" y="1873903"/>
            <a:ext cx="16157" cy="8080"/>
          </a:xfrm>
          <a:custGeom xmlns:a="http://schemas.openxmlformats.org/drawingml/2006/main">
            <a:pathLst>
              <a:path w="16157" h="8080">
                <a:moveTo>
                  <a:pt x="8612" y="8062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3"/>
                </a:lnTo>
                <a:lnTo>
                  <a:pt x="9920" y="7867"/>
                </a:lnTo>
                <a:lnTo>
                  <a:pt x="10175" y="7803"/>
                </a:lnTo>
                <a:lnTo>
                  <a:pt x="10428" y="7730"/>
                </a:lnTo>
                <a:lnTo>
                  <a:pt x="10678" y="7650"/>
                </a:lnTo>
                <a:lnTo>
                  <a:pt x="10926" y="7561"/>
                </a:lnTo>
                <a:lnTo>
                  <a:pt x="11170" y="7465"/>
                </a:lnTo>
                <a:lnTo>
                  <a:pt x="11411" y="7360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5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4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1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3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lnTo>
                  <a:pt x="0" y="0"/>
                </a:ln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346" y="8075"/>
                </a:lnTo>
                <a:lnTo>
                  <a:pt x="8612" y="806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E90A8B-34CD-4D94-A5A1-B924A61197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9762" y="1873903"/>
            <a:ext cx="16157" cy="8080"/>
          </a:xfrm>
          <a:custGeom xmlns:a="http://schemas.openxmlformats.org/drawingml/2006/main">
            <a:pathLst>
              <a:path w="16157" h="8080" fill="none">
                <a:moveTo>
                  <a:pt x="8079" y="8080"/>
                </a:moveTo>
                <a:lnTo>
                  <a:pt x="8346" y="8075"/>
                </a:lnTo>
                <a:lnTo>
                  <a:pt x="8612" y="8062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3"/>
                </a:lnTo>
                <a:lnTo>
                  <a:pt x="9920" y="7867"/>
                </a:lnTo>
                <a:lnTo>
                  <a:pt x="10175" y="7803"/>
                </a:lnTo>
                <a:lnTo>
                  <a:pt x="10428" y="7730"/>
                </a:lnTo>
                <a:lnTo>
                  <a:pt x="10678" y="7650"/>
                </a:lnTo>
                <a:lnTo>
                  <a:pt x="10926" y="7561"/>
                </a:lnTo>
                <a:lnTo>
                  <a:pt x="11170" y="7465"/>
                </a:lnTo>
                <a:lnTo>
                  <a:pt x="11411" y="7360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5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4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1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3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5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760756-DBE8-4623-A373-ADF076EDC7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76396" y="1873903"/>
            <a:ext cx="16157" cy="8080"/>
          </a:xfrm>
          <a:custGeom xmlns:a="http://schemas.openxmlformats.org/drawingml/2006/main">
            <a:pathLst>
              <a:path w="16157" h="8080">
                <a:moveTo>
                  <a:pt x="8612" y="8062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3"/>
                </a:lnTo>
                <a:lnTo>
                  <a:pt x="9920" y="7867"/>
                </a:lnTo>
                <a:lnTo>
                  <a:pt x="10175" y="7803"/>
                </a:lnTo>
                <a:lnTo>
                  <a:pt x="10428" y="7730"/>
                </a:lnTo>
                <a:lnTo>
                  <a:pt x="10678" y="7650"/>
                </a:lnTo>
                <a:lnTo>
                  <a:pt x="10926" y="7561"/>
                </a:lnTo>
                <a:lnTo>
                  <a:pt x="11170" y="7465"/>
                </a:lnTo>
                <a:lnTo>
                  <a:pt x="11411" y="7360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5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4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1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3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lnTo>
                  <a:pt x="0" y="0"/>
                </a:ln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346" y="8075"/>
                </a:lnTo>
                <a:lnTo>
                  <a:pt x="8612" y="806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E78A58-8BF4-4DED-8FB1-2485108F7F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76396" y="1873903"/>
            <a:ext cx="16157" cy="8080"/>
          </a:xfrm>
          <a:custGeom xmlns:a="http://schemas.openxmlformats.org/drawingml/2006/main">
            <a:pathLst>
              <a:path w="16157" h="8080" fill="none">
                <a:moveTo>
                  <a:pt x="8079" y="8080"/>
                </a:moveTo>
                <a:lnTo>
                  <a:pt x="8346" y="8075"/>
                </a:lnTo>
                <a:lnTo>
                  <a:pt x="8612" y="8062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3"/>
                </a:lnTo>
                <a:lnTo>
                  <a:pt x="9920" y="7867"/>
                </a:lnTo>
                <a:lnTo>
                  <a:pt x="10175" y="7803"/>
                </a:lnTo>
                <a:lnTo>
                  <a:pt x="10428" y="7730"/>
                </a:lnTo>
                <a:lnTo>
                  <a:pt x="10678" y="7650"/>
                </a:lnTo>
                <a:lnTo>
                  <a:pt x="10926" y="7561"/>
                </a:lnTo>
                <a:lnTo>
                  <a:pt x="11170" y="7465"/>
                </a:lnTo>
                <a:lnTo>
                  <a:pt x="11411" y="7360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5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4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1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3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5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8F3F55-0E11-4184-9867-013850E3A9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58256" y="1873903"/>
            <a:ext cx="16157" cy="8080"/>
          </a:xfrm>
          <a:custGeom xmlns:a="http://schemas.openxmlformats.org/drawingml/2006/main">
            <a:pathLst>
              <a:path w="16157" h="8080">
                <a:moveTo>
                  <a:pt x="8612" y="8062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3"/>
                </a:lnTo>
                <a:lnTo>
                  <a:pt x="9920" y="7867"/>
                </a:lnTo>
                <a:lnTo>
                  <a:pt x="10175" y="7803"/>
                </a:lnTo>
                <a:lnTo>
                  <a:pt x="10428" y="7730"/>
                </a:lnTo>
                <a:lnTo>
                  <a:pt x="10678" y="7650"/>
                </a:lnTo>
                <a:lnTo>
                  <a:pt x="10926" y="7561"/>
                </a:lnTo>
                <a:lnTo>
                  <a:pt x="11170" y="7465"/>
                </a:lnTo>
                <a:lnTo>
                  <a:pt x="11411" y="7360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5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4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1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3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lnTo>
                  <a:pt x="0" y="0"/>
                </a:ln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346" y="8075"/>
                </a:lnTo>
                <a:lnTo>
                  <a:pt x="8612" y="806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B5498B-0AB5-4D36-BB96-F77962FEC3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58256" y="1873903"/>
            <a:ext cx="16157" cy="8080"/>
          </a:xfrm>
          <a:custGeom xmlns:a="http://schemas.openxmlformats.org/drawingml/2006/main">
            <a:pathLst>
              <a:path w="16157" h="8080" fill="none">
                <a:moveTo>
                  <a:pt x="8079" y="8080"/>
                </a:moveTo>
                <a:lnTo>
                  <a:pt x="8346" y="8075"/>
                </a:lnTo>
                <a:lnTo>
                  <a:pt x="8612" y="8062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3"/>
                </a:lnTo>
                <a:lnTo>
                  <a:pt x="9920" y="7867"/>
                </a:lnTo>
                <a:lnTo>
                  <a:pt x="10175" y="7803"/>
                </a:lnTo>
                <a:lnTo>
                  <a:pt x="10428" y="7730"/>
                </a:lnTo>
                <a:lnTo>
                  <a:pt x="10678" y="7650"/>
                </a:lnTo>
                <a:lnTo>
                  <a:pt x="10926" y="7561"/>
                </a:lnTo>
                <a:lnTo>
                  <a:pt x="11170" y="7465"/>
                </a:lnTo>
                <a:lnTo>
                  <a:pt x="11411" y="7360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5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4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1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3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5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2A4088-01B4-4108-9DC0-87E2995F77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45407" y="1873903"/>
            <a:ext cx="16157" cy="8080"/>
          </a:xfrm>
          <a:custGeom xmlns:a="http://schemas.openxmlformats.org/drawingml/2006/main">
            <a:pathLst>
              <a:path w="16157" h="8080">
                <a:moveTo>
                  <a:pt x="8612" y="8062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3"/>
                </a:lnTo>
                <a:lnTo>
                  <a:pt x="9920" y="7867"/>
                </a:lnTo>
                <a:lnTo>
                  <a:pt x="10175" y="7803"/>
                </a:lnTo>
                <a:lnTo>
                  <a:pt x="10428" y="7730"/>
                </a:lnTo>
                <a:lnTo>
                  <a:pt x="10678" y="7650"/>
                </a:lnTo>
                <a:lnTo>
                  <a:pt x="10926" y="7561"/>
                </a:lnTo>
                <a:lnTo>
                  <a:pt x="11170" y="7465"/>
                </a:lnTo>
                <a:lnTo>
                  <a:pt x="11411" y="7360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5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4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1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3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lnTo>
                  <a:pt x="0" y="0"/>
                </a:ln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346" y="8075"/>
                </a:lnTo>
                <a:lnTo>
                  <a:pt x="8612" y="806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4266DB-3C03-4314-A145-65A510169C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45407" y="1873903"/>
            <a:ext cx="16157" cy="8080"/>
          </a:xfrm>
          <a:custGeom xmlns:a="http://schemas.openxmlformats.org/drawingml/2006/main">
            <a:pathLst>
              <a:path w="16157" h="8080" fill="none">
                <a:moveTo>
                  <a:pt x="8079" y="8080"/>
                </a:moveTo>
                <a:lnTo>
                  <a:pt x="8346" y="8075"/>
                </a:lnTo>
                <a:lnTo>
                  <a:pt x="8612" y="8062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3"/>
                </a:lnTo>
                <a:lnTo>
                  <a:pt x="9920" y="7867"/>
                </a:lnTo>
                <a:lnTo>
                  <a:pt x="10175" y="7803"/>
                </a:lnTo>
                <a:lnTo>
                  <a:pt x="10428" y="7730"/>
                </a:lnTo>
                <a:lnTo>
                  <a:pt x="10678" y="7650"/>
                </a:lnTo>
                <a:lnTo>
                  <a:pt x="10926" y="7561"/>
                </a:lnTo>
                <a:lnTo>
                  <a:pt x="11170" y="7465"/>
                </a:lnTo>
                <a:lnTo>
                  <a:pt x="11411" y="7360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5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4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1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3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5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44BC9A-4C30-4AF4-98F1-6E081D27A8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20" y="1873903"/>
            <a:ext cx="8082" cy="8080"/>
          </a:xfrm>
          <a:custGeom xmlns:a="http://schemas.openxmlformats.org/drawingml/2006/main">
            <a:pathLst>
              <a:path w="8082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82" y="8079"/>
                </a:lnTo>
                <a:lnTo>
                  <a:pt x="8082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A00295-290B-44B7-B725-D258D00013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20" y="1873903"/>
            <a:ext cx="8082" cy="8080"/>
          </a:xfrm>
          <a:custGeom xmlns:a="http://schemas.openxmlformats.org/drawingml/2006/main">
            <a:pathLst>
              <a:path w="8082" h="8080" fill="none">
                <a:moveTo>
                  <a:pt x="8079" y="8080"/>
                </a:moveTo>
                <a:lnTo>
                  <a:pt x="8082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5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90269F-EDE9-4FDB-8D78-A28BC659A2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20" y="1873903"/>
            <a:ext cx="8082" cy="8080"/>
          </a:xfrm>
          <a:custGeom xmlns:a="http://schemas.openxmlformats.org/drawingml/2006/main">
            <a:pathLst>
              <a:path w="8082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82" y="8079"/>
                </a:lnTo>
                <a:lnTo>
                  <a:pt x="8082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1CC625-E6E2-4766-814A-5A92AC79E8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20" y="1873903"/>
            <a:ext cx="8082" cy="8080"/>
          </a:xfrm>
          <a:custGeom xmlns:a="http://schemas.openxmlformats.org/drawingml/2006/main">
            <a:pathLst>
              <a:path w="8082" h="8080" fill="none">
                <a:moveTo>
                  <a:pt x="8079" y="8080"/>
                </a:moveTo>
                <a:lnTo>
                  <a:pt x="8082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5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1BFC4A-D926-49FC-989B-77C8E4544B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20" y="1873903"/>
            <a:ext cx="8082" cy="8080"/>
          </a:xfrm>
          <a:custGeom xmlns:a="http://schemas.openxmlformats.org/drawingml/2006/main">
            <a:pathLst>
              <a:path w="8082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82" y="8079"/>
                </a:lnTo>
                <a:lnTo>
                  <a:pt x="8082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18E74F-F041-428F-9DC0-16BC84AC11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20" y="1873903"/>
            <a:ext cx="8082" cy="8080"/>
          </a:xfrm>
          <a:custGeom xmlns:a="http://schemas.openxmlformats.org/drawingml/2006/main">
            <a:pathLst>
              <a:path w="8082" h="8080" fill="none">
                <a:moveTo>
                  <a:pt x="8079" y="8080"/>
                </a:moveTo>
                <a:lnTo>
                  <a:pt x="8082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5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E8B2FE-8196-4D45-84AC-C241AF19ED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1418" y="301762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E80CD3-E9A5-4651-8971-3D4032E666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1418" y="301762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5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2E4F73-59C3-4A2B-9BD0-165F9B28F0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20" y="1873903"/>
            <a:ext cx="8082" cy="8080"/>
          </a:xfrm>
          <a:custGeom xmlns:a="http://schemas.openxmlformats.org/drawingml/2006/main">
            <a:pathLst>
              <a:path w="8082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82" y="8079"/>
                </a:lnTo>
                <a:lnTo>
                  <a:pt x="8082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37307F-AE3E-44BE-9FA0-E48141D9F1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20" y="1873903"/>
            <a:ext cx="8082" cy="8080"/>
          </a:xfrm>
          <a:custGeom xmlns:a="http://schemas.openxmlformats.org/drawingml/2006/main">
            <a:pathLst>
              <a:path w="8082" h="8080" fill="none">
                <a:moveTo>
                  <a:pt x="8079" y="8080"/>
                </a:moveTo>
                <a:lnTo>
                  <a:pt x="8082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5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4E882A-401F-46C0-A1CE-C43A9F9CD7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6887" y="223899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BC28A0-8DF2-49B1-B2CD-8676584CFA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6887" y="223899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5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EDB4CC-250E-4E10-A891-9821F52DFA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20" y="1873903"/>
            <a:ext cx="8082" cy="8080"/>
          </a:xfrm>
          <a:custGeom xmlns:a="http://schemas.openxmlformats.org/drawingml/2006/main">
            <a:pathLst>
              <a:path w="8082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82" y="8079"/>
                </a:lnTo>
                <a:lnTo>
                  <a:pt x="8082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8F9A94-4FC9-4368-8D43-309A32913B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20" y="1873903"/>
            <a:ext cx="8082" cy="8080"/>
          </a:xfrm>
          <a:custGeom xmlns:a="http://schemas.openxmlformats.org/drawingml/2006/main">
            <a:pathLst>
              <a:path w="8082" h="8080" fill="none">
                <a:moveTo>
                  <a:pt x="8079" y="8080"/>
                </a:moveTo>
                <a:lnTo>
                  <a:pt x="8082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5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A8854F-BD39-4808-9147-EED348EB6C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7928" y="301617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59AB69-2810-4BBB-A45F-ECCFCF3524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7928" y="301617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5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A015B3-395E-4495-83A3-A5EB5684B8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53064" y="221486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EC21D5-B12D-4F4B-8E2B-91F883B2FC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53064" y="221486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5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858818-28CE-49AF-B56F-EDDC5493D1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54357" y="219110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FCAEE7-2DB3-4DEB-AA6F-F221ADFD19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54357" y="219110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5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9089BD-0B68-4B5E-8BF2-D4D74AFCAC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3355" y="301286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5FFB7F-0400-4429-ABD2-7E5B29ED9B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3355" y="301286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5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A331E2-9991-4A5E-B952-372DBA0A41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9458" y="301560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F9F80C-DEA0-4BF6-8EDB-5A5B4C27C7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9458" y="301560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5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FC6291-1AC7-489E-BDE9-A51FAC4D46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5446" y="301299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6ADFB2-EF1F-40B3-893A-6883BA32AB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5446" y="301299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5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522F24-7E1F-4112-8848-C1B3CB3A8C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2509" y="301034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0A37E7-C843-4CAE-BD3A-375CD62C8B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2509" y="301034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5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E226BA-8E0E-4D99-9DDE-B0DE627744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3082" y="301716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5E80DB-C44B-4C63-A0A4-D2F4576227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3082" y="301716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5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D267D2-A8DB-4B88-9898-872EB70E50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50888" y="301307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20FC21-12F7-42CD-8BC6-4A568758EE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50888" y="301307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5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07D52C-8765-416A-8DF5-E168F3C716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9" y="1873903"/>
            <a:ext cx="8084" cy="8080"/>
          </a:xfrm>
          <a:custGeom xmlns:a="http://schemas.openxmlformats.org/drawingml/2006/main">
            <a:pathLst>
              <a:path w="8084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84" y="8079"/>
                </a:lnTo>
                <a:lnTo>
                  <a:pt x="8084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025D5D-210B-4466-8EB8-C8ABAECEC7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9" y="1873903"/>
            <a:ext cx="8084" cy="8080"/>
          </a:xfrm>
          <a:custGeom xmlns:a="http://schemas.openxmlformats.org/drawingml/2006/main">
            <a:pathLst>
              <a:path w="8084" h="8080" fill="none">
                <a:moveTo>
                  <a:pt x="8079" y="8080"/>
                </a:moveTo>
                <a:lnTo>
                  <a:pt x="8084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5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F743EC-F931-4E1C-9FA0-1A7837D67F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9" y="1873903"/>
            <a:ext cx="8084" cy="8080"/>
          </a:xfrm>
          <a:custGeom xmlns:a="http://schemas.openxmlformats.org/drawingml/2006/main">
            <a:pathLst>
              <a:path w="8084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84" y="8079"/>
                </a:lnTo>
                <a:lnTo>
                  <a:pt x="8084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AF9362-A2E6-49F6-B699-3454D0FD94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9" y="1873903"/>
            <a:ext cx="8084" cy="8080"/>
          </a:xfrm>
          <a:custGeom xmlns:a="http://schemas.openxmlformats.org/drawingml/2006/main">
            <a:pathLst>
              <a:path w="8084" h="8080" fill="none">
                <a:moveTo>
                  <a:pt x="8079" y="8080"/>
                </a:moveTo>
                <a:lnTo>
                  <a:pt x="8084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5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4B79FA-2D46-4BA4-906A-1E19C36CD9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9" y="1873903"/>
            <a:ext cx="8084" cy="8080"/>
          </a:xfrm>
          <a:custGeom xmlns:a="http://schemas.openxmlformats.org/drawingml/2006/main">
            <a:pathLst>
              <a:path w="8084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84" y="8079"/>
                </a:lnTo>
                <a:lnTo>
                  <a:pt x="8084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0BB1BD-6116-4437-88B2-32CA913D23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9" y="1873903"/>
            <a:ext cx="8084" cy="8080"/>
          </a:xfrm>
          <a:custGeom xmlns:a="http://schemas.openxmlformats.org/drawingml/2006/main">
            <a:pathLst>
              <a:path w="8084" h="8080" fill="none">
                <a:moveTo>
                  <a:pt x="8079" y="8080"/>
                </a:moveTo>
                <a:lnTo>
                  <a:pt x="8084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5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8EDC68-ABDD-4FCF-B5C1-5DDAEFD5FC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9" y="1873903"/>
            <a:ext cx="8084" cy="8080"/>
          </a:xfrm>
          <a:custGeom xmlns:a="http://schemas.openxmlformats.org/drawingml/2006/main">
            <a:pathLst>
              <a:path w="8084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84" y="8079"/>
                </a:lnTo>
                <a:lnTo>
                  <a:pt x="8084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E6B63E-7F27-4D28-9E55-483BD5301F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9" y="1873903"/>
            <a:ext cx="8084" cy="8080"/>
          </a:xfrm>
          <a:custGeom xmlns:a="http://schemas.openxmlformats.org/drawingml/2006/main">
            <a:pathLst>
              <a:path w="8084" h="8080" fill="none">
                <a:moveTo>
                  <a:pt x="8079" y="8080"/>
                </a:moveTo>
                <a:lnTo>
                  <a:pt x="8084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5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09A04F-F35E-493F-AABB-D1BBCCEB91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9" y="1873903"/>
            <a:ext cx="8084" cy="8080"/>
          </a:xfrm>
          <a:custGeom xmlns:a="http://schemas.openxmlformats.org/drawingml/2006/main">
            <a:pathLst>
              <a:path w="8084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84" y="8079"/>
                </a:lnTo>
                <a:lnTo>
                  <a:pt x="8084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CA31AD-E0B6-4846-B6F0-8264AC64C1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9" y="1873903"/>
            <a:ext cx="8084" cy="8080"/>
          </a:xfrm>
          <a:custGeom xmlns:a="http://schemas.openxmlformats.org/drawingml/2006/main">
            <a:pathLst>
              <a:path w="8084" h="8080" fill="none">
                <a:moveTo>
                  <a:pt x="8079" y="8080"/>
                </a:moveTo>
                <a:lnTo>
                  <a:pt x="8084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5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4FCA8F-FD4F-4DB3-8D5C-485BD0FA5B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9" y="1873903"/>
            <a:ext cx="8084" cy="8080"/>
          </a:xfrm>
          <a:custGeom xmlns:a="http://schemas.openxmlformats.org/drawingml/2006/main">
            <a:pathLst>
              <a:path w="8084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84" y="8079"/>
                </a:lnTo>
                <a:lnTo>
                  <a:pt x="8084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2E2FE4-30B2-4A9F-9557-EFE0CCAA7F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9" y="1873903"/>
            <a:ext cx="8084" cy="8080"/>
          </a:xfrm>
          <a:custGeom xmlns:a="http://schemas.openxmlformats.org/drawingml/2006/main">
            <a:pathLst>
              <a:path w="8084" h="8080" fill="none">
                <a:moveTo>
                  <a:pt x="8079" y="8080"/>
                </a:moveTo>
                <a:lnTo>
                  <a:pt x="8084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5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A158BA-3C0D-42D6-97E2-4F0F01347C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9" y="1873903"/>
            <a:ext cx="8084" cy="8080"/>
          </a:xfrm>
          <a:custGeom xmlns:a="http://schemas.openxmlformats.org/drawingml/2006/main">
            <a:pathLst>
              <a:path w="8084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84" y="8079"/>
                </a:lnTo>
                <a:lnTo>
                  <a:pt x="8084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EC2D5B-88D6-4FEE-B396-90EBC5BC2E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9" y="1873903"/>
            <a:ext cx="8084" cy="8080"/>
          </a:xfrm>
          <a:custGeom xmlns:a="http://schemas.openxmlformats.org/drawingml/2006/main">
            <a:pathLst>
              <a:path w="8084" h="8080" fill="none">
                <a:moveTo>
                  <a:pt x="8079" y="8080"/>
                </a:moveTo>
                <a:lnTo>
                  <a:pt x="8084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5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EE6809-0A47-4A86-A865-5696504671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9" y="1873903"/>
            <a:ext cx="8084" cy="8080"/>
          </a:xfrm>
          <a:custGeom xmlns:a="http://schemas.openxmlformats.org/drawingml/2006/main">
            <a:pathLst>
              <a:path w="8084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84" y="8079"/>
                </a:lnTo>
                <a:lnTo>
                  <a:pt x="8084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2D0EEA-DFDB-4C5B-98AE-46D2CD735E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9" y="1873903"/>
            <a:ext cx="8084" cy="8080"/>
          </a:xfrm>
          <a:custGeom xmlns:a="http://schemas.openxmlformats.org/drawingml/2006/main">
            <a:pathLst>
              <a:path w="8084" h="8080" fill="none">
                <a:moveTo>
                  <a:pt x="8079" y="8080"/>
                </a:moveTo>
                <a:lnTo>
                  <a:pt x="8084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5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5B6F6C-AA0E-4749-9BDD-EDC32A2509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9" y="1873903"/>
            <a:ext cx="8084" cy="8080"/>
          </a:xfrm>
          <a:custGeom xmlns:a="http://schemas.openxmlformats.org/drawingml/2006/main">
            <a:pathLst>
              <a:path w="8084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84" y="8079"/>
                </a:lnTo>
                <a:lnTo>
                  <a:pt x="8084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022DEA-AA56-47FC-BBF8-E5667CEE48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9" y="1873903"/>
            <a:ext cx="8084" cy="8080"/>
          </a:xfrm>
          <a:custGeom xmlns:a="http://schemas.openxmlformats.org/drawingml/2006/main">
            <a:pathLst>
              <a:path w="8084" h="8080" fill="none">
                <a:moveTo>
                  <a:pt x="8079" y="8080"/>
                </a:moveTo>
                <a:lnTo>
                  <a:pt x="8084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5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AB0B48-BF39-4976-A66D-CD1E9D1D0C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9" y="1873903"/>
            <a:ext cx="8084" cy="8080"/>
          </a:xfrm>
          <a:custGeom xmlns:a="http://schemas.openxmlformats.org/drawingml/2006/main">
            <a:pathLst>
              <a:path w="8084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84" y="8079"/>
                </a:lnTo>
                <a:lnTo>
                  <a:pt x="8084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7F07CD-7B53-4B4A-B64E-E052894B93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9" y="1873903"/>
            <a:ext cx="8084" cy="8080"/>
          </a:xfrm>
          <a:custGeom xmlns:a="http://schemas.openxmlformats.org/drawingml/2006/main">
            <a:pathLst>
              <a:path w="8084" h="8080" fill="none">
                <a:moveTo>
                  <a:pt x="8079" y="8080"/>
                </a:moveTo>
                <a:lnTo>
                  <a:pt x="8084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5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EF18BB-ACB9-45D1-AD08-85F4710332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9" y="1873903"/>
            <a:ext cx="8084" cy="8080"/>
          </a:xfrm>
          <a:custGeom xmlns:a="http://schemas.openxmlformats.org/drawingml/2006/main">
            <a:pathLst>
              <a:path w="8084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84" y="8079"/>
                </a:lnTo>
                <a:lnTo>
                  <a:pt x="8084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FC367A-07CF-4E0F-BEBE-929349C6B1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9" y="1873903"/>
            <a:ext cx="8084" cy="8080"/>
          </a:xfrm>
          <a:custGeom xmlns:a="http://schemas.openxmlformats.org/drawingml/2006/main">
            <a:pathLst>
              <a:path w="8084" h="8080" fill="none">
                <a:moveTo>
                  <a:pt x="8079" y="8080"/>
                </a:moveTo>
                <a:lnTo>
                  <a:pt x="8084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5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F6E11C-4FD1-4F02-B10B-DF912ACA87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9" y="1873903"/>
            <a:ext cx="8084" cy="8080"/>
          </a:xfrm>
          <a:custGeom xmlns:a="http://schemas.openxmlformats.org/drawingml/2006/main">
            <a:pathLst>
              <a:path w="8084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84" y="8079"/>
                </a:lnTo>
                <a:lnTo>
                  <a:pt x="8084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4701E2-C4E4-4B90-AF4B-BD3E95B0AA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9" y="1873903"/>
            <a:ext cx="8084" cy="8080"/>
          </a:xfrm>
          <a:custGeom xmlns:a="http://schemas.openxmlformats.org/drawingml/2006/main">
            <a:pathLst>
              <a:path w="8084" h="8080" fill="none">
                <a:moveTo>
                  <a:pt x="8079" y="8080"/>
                </a:moveTo>
                <a:lnTo>
                  <a:pt x="8084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5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2C91DB-E58B-4C49-A6C1-0C7D9F95D7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9" y="1873903"/>
            <a:ext cx="8084" cy="8080"/>
          </a:xfrm>
          <a:custGeom xmlns:a="http://schemas.openxmlformats.org/drawingml/2006/main">
            <a:pathLst>
              <a:path w="8084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84" y="8079"/>
                </a:lnTo>
                <a:lnTo>
                  <a:pt x="8084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233430-C3A7-4AE2-90D7-DD2930BB14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9" y="1873903"/>
            <a:ext cx="8084" cy="8080"/>
          </a:xfrm>
          <a:custGeom xmlns:a="http://schemas.openxmlformats.org/drawingml/2006/main">
            <a:pathLst>
              <a:path w="8084" h="8080" fill="none">
                <a:moveTo>
                  <a:pt x="8079" y="8080"/>
                </a:moveTo>
                <a:lnTo>
                  <a:pt x="8084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5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3A0FFA-A245-4432-B8CB-0D762742D5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9" y="1873903"/>
            <a:ext cx="8084" cy="8080"/>
          </a:xfrm>
          <a:custGeom xmlns:a="http://schemas.openxmlformats.org/drawingml/2006/main">
            <a:pathLst>
              <a:path w="8084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84" y="8079"/>
                </a:lnTo>
                <a:lnTo>
                  <a:pt x="8084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C66687-2BDD-4D12-8F1C-422EED50E6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9" y="1873903"/>
            <a:ext cx="8084" cy="8080"/>
          </a:xfrm>
          <a:custGeom xmlns:a="http://schemas.openxmlformats.org/drawingml/2006/main">
            <a:pathLst>
              <a:path w="8084" h="8080" fill="none">
                <a:moveTo>
                  <a:pt x="8079" y="8080"/>
                </a:moveTo>
                <a:lnTo>
                  <a:pt x="8084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5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53590C-87A4-41A6-AE31-B0C47FE9AD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9" y="1873903"/>
            <a:ext cx="8084" cy="8080"/>
          </a:xfrm>
          <a:custGeom xmlns:a="http://schemas.openxmlformats.org/drawingml/2006/main">
            <a:pathLst>
              <a:path w="8084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84" y="8079"/>
                </a:lnTo>
                <a:lnTo>
                  <a:pt x="8084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6EDFF4-ADBF-485F-9A24-83E1F9B0D3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9" y="1873903"/>
            <a:ext cx="8084" cy="8080"/>
          </a:xfrm>
          <a:custGeom xmlns:a="http://schemas.openxmlformats.org/drawingml/2006/main">
            <a:pathLst>
              <a:path w="8084" h="8080" fill="none">
                <a:moveTo>
                  <a:pt x="8079" y="8080"/>
                </a:moveTo>
                <a:lnTo>
                  <a:pt x="8084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5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816E19-810E-45A3-9CF8-891859C790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9003" y="302059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28062B-2465-4D3F-A35C-04E0042AEC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9003" y="302059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5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96A884-93FF-442F-A915-0364EC240A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9" y="1873903"/>
            <a:ext cx="8084" cy="8080"/>
          </a:xfrm>
          <a:custGeom xmlns:a="http://schemas.openxmlformats.org/drawingml/2006/main">
            <a:pathLst>
              <a:path w="8084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84" y="8079"/>
                </a:lnTo>
                <a:lnTo>
                  <a:pt x="8084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BDBB28-19F0-4156-953B-76D7B70014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9" y="1873903"/>
            <a:ext cx="8084" cy="8080"/>
          </a:xfrm>
          <a:custGeom xmlns:a="http://schemas.openxmlformats.org/drawingml/2006/main">
            <a:pathLst>
              <a:path w="8084" h="8080" fill="none">
                <a:moveTo>
                  <a:pt x="8079" y="8080"/>
                </a:moveTo>
                <a:lnTo>
                  <a:pt x="8084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5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542BD7-3D4B-4BEB-976C-8225CA07E0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9" y="1873903"/>
            <a:ext cx="8084" cy="8080"/>
          </a:xfrm>
          <a:custGeom xmlns:a="http://schemas.openxmlformats.org/drawingml/2006/main">
            <a:pathLst>
              <a:path w="8084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84" y="8079"/>
                </a:lnTo>
                <a:lnTo>
                  <a:pt x="8084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88A068-DC41-45E0-92FB-E95AC751C7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9" y="1873903"/>
            <a:ext cx="8084" cy="8080"/>
          </a:xfrm>
          <a:custGeom xmlns:a="http://schemas.openxmlformats.org/drawingml/2006/main">
            <a:pathLst>
              <a:path w="8084" h="8080" fill="none">
                <a:moveTo>
                  <a:pt x="8079" y="8080"/>
                </a:moveTo>
                <a:lnTo>
                  <a:pt x="8084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5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8CA639-979E-459C-86AC-0A163B8828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76590" y="1873903"/>
            <a:ext cx="16157" cy="8080"/>
          </a:xfrm>
          <a:custGeom xmlns:a="http://schemas.openxmlformats.org/drawingml/2006/main">
            <a:pathLst>
              <a:path w="16157" h="8080">
                <a:moveTo>
                  <a:pt x="8612" y="8062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3"/>
                </a:lnTo>
                <a:lnTo>
                  <a:pt x="9920" y="7867"/>
                </a:lnTo>
                <a:lnTo>
                  <a:pt x="10175" y="7803"/>
                </a:lnTo>
                <a:lnTo>
                  <a:pt x="10428" y="7730"/>
                </a:lnTo>
                <a:lnTo>
                  <a:pt x="10678" y="7650"/>
                </a:lnTo>
                <a:lnTo>
                  <a:pt x="10926" y="7561"/>
                </a:lnTo>
                <a:lnTo>
                  <a:pt x="11170" y="7465"/>
                </a:lnTo>
                <a:lnTo>
                  <a:pt x="11411" y="7360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5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4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1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3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lnTo>
                  <a:pt x="0" y="0"/>
                </a:ln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346" y="8075"/>
                </a:lnTo>
                <a:lnTo>
                  <a:pt x="8612" y="806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CE209D-2A40-498B-A0CD-D2AA99EAD7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76590" y="1873903"/>
            <a:ext cx="16157" cy="8080"/>
          </a:xfrm>
          <a:custGeom xmlns:a="http://schemas.openxmlformats.org/drawingml/2006/main">
            <a:pathLst>
              <a:path w="16157" h="8080" fill="none">
                <a:moveTo>
                  <a:pt x="8079" y="8080"/>
                </a:moveTo>
                <a:lnTo>
                  <a:pt x="8346" y="8075"/>
                </a:lnTo>
                <a:lnTo>
                  <a:pt x="8612" y="8062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3"/>
                </a:lnTo>
                <a:lnTo>
                  <a:pt x="9920" y="7867"/>
                </a:lnTo>
                <a:lnTo>
                  <a:pt x="10175" y="7803"/>
                </a:lnTo>
                <a:lnTo>
                  <a:pt x="10428" y="7730"/>
                </a:lnTo>
                <a:lnTo>
                  <a:pt x="10678" y="7650"/>
                </a:lnTo>
                <a:lnTo>
                  <a:pt x="10926" y="7561"/>
                </a:lnTo>
                <a:lnTo>
                  <a:pt x="11170" y="7465"/>
                </a:lnTo>
                <a:lnTo>
                  <a:pt x="11411" y="7360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5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4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1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3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5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961DD6-3C0F-4B11-9A1C-F45E62BE39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9" y="1873903"/>
            <a:ext cx="8084" cy="8080"/>
          </a:xfrm>
          <a:custGeom xmlns:a="http://schemas.openxmlformats.org/drawingml/2006/main">
            <a:pathLst>
              <a:path w="8084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84" y="8079"/>
                </a:lnTo>
                <a:lnTo>
                  <a:pt x="8084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50B70A-A475-4323-BD20-CF8F699D5E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9" y="1873903"/>
            <a:ext cx="8084" cy="8080"/>
          </a:xfrm>
          <a:custGeom xmlns:a="http://schemas.openxmlformats.org/drawingml/2006/main">
            <a:pathLst>
              <a:path w="8084" h="8080" fill="none">
                <a:moveTo>
                  <a:pt x="8079" y="8080"/>
                </a:moveTo>
                <a:lnTo>
                  <a:pt x="8084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5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47A941-0BE4-4663-92B9-21BEB0DEB8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9" y="1873903"/>
            <a:ext cx="8084" cy="8080"/>
          </a:xfrm>
          <a:custGeom xmlns:a="http://schemas.openxmlformats.org/drawingml/2006/main">
            <a:pathLst>
              <a:path w="8084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84" y="8079"/>
                </a:lnTo>
                <a:lnTo>
                  <a:pt x="8084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FEB57C-D557-4E05-91BB-EE0951D12C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9" y="1873903"/>
            <a:ext cx="8084" cy="8080"/>
          </a:xfrm>
          <a:custGeom xmlns:a="http://schemas.openxmlformats.org/drawingml/2006/main">
            <a:pathLst>
              <a:path w="8084" h="8080" fill="none">
                <a:moveTo>
                  <a:pt x="8079" y="8080"/>
                </a:moveTo>
                <a:lnTo>
                  <a:pt x="8084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5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4F28EB-8DA0-48CA-9BD1-E757EB2BF9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9" y="1873903"/>
            <a:ext cx="8084" cy="8080"/>
          </a:xfrm>
          <a:custGeom xmlns:a="http://schemas.openxmlformats.org/drawingml/2006/main">
            <a:pathLst>
              <a:path w="8084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84" y="8079"/>
                </a:lnTo>
                <a:lnTo>
                  <a:pt x="8084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D24695-7417-417C-9CA1-EBA9E715E9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9" y="1873903"/>
            <a:ext cx="8084" cy="8080"/>
          </a:xfrm>
          <a:custGeom xmlns:a="http://schemas.openxmlformats.org/drawingml/2006/main">
            <a:pathLst>
              <a:path w="8084" h="8080" fill="none">
                <a:moveTo>
                  <a:pt x="8079" y="8080"/>
                </a:moveTo>
                <a:lnTo>
                  <a:pt x="8084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5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6FC401-BF78-4EF1-AE04-C8ACE1893B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5668" y="302112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0439A7-6CCA-4245-BC82-9ADAE2814B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5668" y="302112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6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0E8E7F-96B2-4396-A55E-6B0E3A0437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1028" y="290346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8C0E84-0203-4BC8-8651-14E23F8F15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1028" y="290346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6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1290FD-3BB1-49B1-8250-2E8940162D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61010" y="290474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94BE32-B38E-4B8C-A24D-D0D604DBC3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61010" y="290474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6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3CC058-D808-46FE-B668-3D3CD2A24D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7154" y="291696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E3C1B2-EAA5-4D77-9A60-3B1EA82A94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7154" y="291696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6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F36991-569B-4471-A32E-E02B62E2E7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53568" y="286566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1DBC72-3DEC-4F89-B7AE-E005D4ED46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53568" y="286566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6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D3515C-1B79-4BFB-A744-E3BCAE8C32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6387" y="289153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BFAD3C-061A-4BBB-88A8-66937259E6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6387" y="289153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6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103676-71E1-4834-B1A9-F3E5D45D36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53673" y="301998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E2F023-C3A6-4FED-A832-29D7C82B44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53673" y="301998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6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623735-3641-4E3D-BBA5-076F6FFE43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0353" y="290230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0B82B6-17C3-4A75-95F5-1B38925102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0353" y="290230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6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BB0C3D-CF19-4EBC-81BE-005E3E44ED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70075" y="282755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504781-3217-47A5-AA4A-8656BE977E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70075" y="282755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6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2C5162-42AD-438F-BB83-D1CA3EDB40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9" y="1873903"/>
            <a:ext cx="8084" cy="8080"/>
          </a:xfrm>
          <a:custGeom xmlns:a="http://schemas.openxmlformats.org/drawingml/2006/main">
            <a:pathLst>
              <a:path w="8084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84" y="8079"/>
                </a:lnTo>
                <a:lnTo>
                  <a:pt x="8084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CB8A67-084C-4E39-9D4F-FA91EA0C58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9" y="1873903"/>
            <a:ext cx="8084" cy="8080"/>
          </a:xfrm>
          <a:custGeom xmlns:a="http://schemas.openxmlformats.org/drawingml/2006/main">
            <a:pathLst>
              <a:path w="8084" h="8080" fill="none">
                <a:moveTo>
                  <a:pt x="8079" y="8080"/>
                </a:moveTo>
                <a:lnTo>
                  <a:pt x="8084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6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BF211D-386F-4529-B0EF-23BD81C65D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94922" y="257631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097D23-D550-44B4-BB07-9D5DBC505D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94922" y="257631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6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DF574F-5412-4300-BA1D-7CF6394135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89306" y="256361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FFF922-7440-4557-8B75-D75CF4D4F5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89306" y="256361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6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288D1D-CF25-4B78-923F-AE6AE1D9CC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78799" y="259422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45B2DF-1F1D-45A5-AC03-4C79F85155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78799" y="259422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6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00FF95-5B91-4D90-BE94-0490D2F6D6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28734" y="303046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75E083-2A03-4781-8759-3B9283E57A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28734" y="303046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6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BA2903-6B5D-42BB-9E71-63A4DF1605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9" y="1873903"/>
            <a:ext cx="8084" cy="8080"/>
          </a:xfrm>
          <a:custGeom xmlns:a="http://schemas.openxmlformats.org/drawingml/2006/main">
            <a:pathLst>
              <a:path w="8084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84" y="8079"/>
                </a:lnTo>
                <a:lnTo>
                  <a:pt x="8084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42A3D0-AF42-4045-9F98-2F7703C12A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9" y="1873903"/>
            <a:ext cx="8084" cy="8080"/>
          </a:xfrm>
          <a:custGeom xmlns:a="http://schemas.openxmlformats.org/drawingml/2006/main">
            <a:pathLst>
              <a:path w="8084" h="8080" fill="none">
                <a:moveTo>
                  <a:pt x="8079" y="8080"/>
                </a:moveTo>
                <a:lnTo>
                  <a:pt x="8084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6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AA023B-9567-4F33-9C1F-6BAD7E3BF5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63537" y="267915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278F8D-CA18-4A9C-AFC5-4C0F728162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63537" y="267915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6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2622CD-CB68-46B5-9B49-531DA96C6B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56943" y="269005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8F8731-DBC8-434F-96EF-4527E0A339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56943" y="269005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6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59AEBC-9673-4940-A441-6B3EACFF05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02703" y="259230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C88153-042B-4E0F-9B2C-D6B0286BF9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02703" y="259230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6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3C4D6C-EF1D-434E-AF42-25DC3C5264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82261" y="258294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EABEC6-944D-423E-91B9-7ABE0667D7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82261" y="258294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6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FF7145-7CB9-441C-BA1E-AF2FD270F1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62160" y="260822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F2048F-3205-4A82-A700-69BFEC696D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62160" y="260822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6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C3EE24-3E65-4EFD-BE89-7D26C2BF20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72091" y="266681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D0151A-DB24-47C0-A97A-31720FC5F2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72091" y="266681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6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34448E-6993-477E-B1C1-FAFD0FC2CF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92827" y="262370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64A483-D942-4C86-B66A-51DC493991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92827" y="262370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6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816563-62DA-4AA6-9B9A-80443F191C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8" y="2605305"/>
            <a:ext cx="8085" cy="16157"/>
          </a:xfrm>
          <a:custGeom xmlns:a="http://schemas.openxmlformats.org/drawingml/2006/main">
            <a:pathLst>
              <a:path w="8085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5" y="16157"/>
                </a:lnTo>
                <a:lnTo>
                  <a:pt x="8085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A50705-A912-44CA-9D4D-DFEDEE09A2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8" y="2605305"/>
            <a:ext cx="8085" cy="16157"/>
          </a:xfrm>
          <a:custGeom xmlns:a="http://schemas.openxmlformats.org/drawingml/2006/main">
            <a:pathLst>
              <a:path w="8085" h="16157" fill="none">
                <a:moveTo>
                  <a:pt x="8079" y="16157"/>
                </a:moveTo>
                <a:lnTo>
                  <a:pt x="8085" y="16157"/>
                </a:lnTo>
                <a:moveTo>
                  <a:pt x="8085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6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A48103-463A-4097-993E-D2AD4E2BE9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58794" y="261096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C8C629-67F8-401D-944F-5EE0CE5826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58794" y="261096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6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165F0E-E83E-46EF-BB98-EEDCA044F0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06248" y="200858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DF0FEE-A988-45AD-85A9-95A58AF7EC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06248" y="200858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6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63FCB3-E028-4421-89D9-0AF1E2130E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7" y="1873903"/>
            <a:ext cx="8085" cy="8080"/>
          </a:xfrm>
          <a:custGeom xmlns:a="http://schemas.openxmlformats.org/drawingml/2006/main">
            <a:pathLst>
              <a:path w="8085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85" y="8079"/>
                </a:lnTo>
                <a:lnTo>
                  <a:pt x="8085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32088E-4407-4CC7-B723-75CA715D91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7" y="1873903"/>
            <a:ext cx="8085" cy="8080"/>
          </a:xfrm>
          <a:custGeom xmlns:a="http://schemas.openxmlformats.org/drawingml/2006/main">
            <a:pathLst>
              <a:path w="8085" h="8080" fill="none">
                <a:moveTo>
                  <a:pt x="8079" y="8080"/>
                </a:moveTo>
                <a:lnTo>
                  <a:pt x="8085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6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691509-306F-4D9A-84B4-EE46FF662F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7" y="2470913"/>
            <a:ext cx="8085" cy="16157"/>
          </a:xfrm>
          <a:custGeom xmlns:a="http://schemas.openxmlformats.org/drawingml/2006/main">
            <a:pathLst>
              <a:path w="8085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5" y="16157"/>
                </a:lnTo>
                <a:lnTo>
                  <a:pt x="8085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F509FA-4434-4342-9CCA-9486B6DEB9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7" y="2470913"/>
            <a:ext cx="8085" cy="16157"/>
          </a:xfrm>
          <a:custGeom xmlns:a="http://schemas.openxmlformats.org/drawingml/2006/main">
            <a:pathLst>
              <a:path w="8085" h="16157" fill="none">
                <a:moveTo>
                  <a:pt x="8079" y="16157"/>
                </a:moveTo>
                <a:lnTo>
                  <a:pt x="8085" y="16157"/>
                </a:lnTo>
                <a:moveTo>
                  <a:pt x="8085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6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AB09E8-78CC-43BE-94AD-834978D232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7" y="1873903"/>
            <a:ext cx="8085" cy="8080"/>
          </a:xfrm>
          <a:custGeom xmlns:a="http://schemas.openxmlformats.org/drawingml/2006/main">
            <a:pathLst>
              <a:path w="8085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85" y="8079"/>
                </a:lnTo>
                <a:lnTo>
                  <a:pt x="8085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A8BB99-FC84-4269-B44D-E3EE2B582C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7" y="1873903"/>
            <a:ext cx="8085" cy="8080"/>
          </a:xfrm>
          <a:custGeom xmlns:a="http://schemas.openxmlformats.org/drawingml/2006/main">
            <a:pathLst>
              <a:path w="8085" h="8080" fill="none">
                <a:moveTo>
                  <a:pt x="8079" y="8080"/>
                </a:moveTo>
                <a:lnTo>
                  <a:pt x="8085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6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7DCFD2-51C3-48A0-BCB0-32F035871B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7" y="1873903"/>
            <a:ext cx="8085" cy="8080"/>
          </a:xfrm>
          <a:custGeom xmlns:a="http://schemas.openxmlformats.org/drawingml/2006/main">
            <a:pathLst>
              <a:path w="8085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85" y="8079"/>
                </a:lnTo>
                <a:lnTo>
                  <a:pt x="8085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1A4660-86C7-44F5-A988-0C8BD2F40D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7" y="1873903"/>
            <a:ext cx="8085" cy="8080"/>
          </a:xfrm>
          <a:custGeom xmlns:a="http://schemas.openxmlformats.org/drawingml/2006/main">
            <a:pathLst>
              <a:path w="8085" h="8080" fill="none">
                <a:moveTo>
                  <a:pt x="8079" y="8080"/>
                </a:moveTo>
                <a:lnTo>
                  <a:pt x="8085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6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198DDE-1C1F-40DB-906C-4134152337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33311" y="271512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1436F0-27B1-4093-BD17-5AE026A4D7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33311" y="271512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6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CF7613-0025-4183-8B85-AA606A45C8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91823" y="239671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CB9335-4DBD-476F-A304-E08A9BE551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91823" y="239671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6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0DED03-E0F4-4F29-8A51-2646B67C2B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55453" y="1873903"/>
            <a:ext cx="16157" cy="8080"/>
          </a:xfrm>
          <a:custGeom xmlns:a="http://schemas.openxmlformats.org/drawingml/2006/main">
            <a:pathLst>
              <a:path w="16157" h="8080">
                <a:moveTo>
                  <a:pt x="8612" y="8062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3"/>
                </a:lnTo>
                <a:lnTo>
                  <a:pt x="9920" y="7867"/>
                </a:lnTo>
                <a:lnTo>
                  <a:pt x="10175" y="7803"/>
                </a:lnTo>
                <a:lnTo>
                  <a:pt x="10428" y="7730"/>
                </a:lnTo>
                <a:lnTo>
                  <a:pt x="10678" y="7650"/>
                </a:lnTo>
                <a:lnTo>
                  <a:pt x="10926" y="7561"/>
                </a:lnTo>
                <a:lnTo>
                  <a:pt x="11170" y="7465"/>
                </a:lnTo>
                <a:lnTo>
                  <a:pt x="11411" y="7360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5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4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1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3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lnTo>
                  <a:pt x="0" y="0"/>
                </a:ln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346" y="8075"/>
                </a:lnTo>
                <a:lnTo>
                  <a:pt x="8612" y="806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194097-E59B-4724-AD82-92D0F98CF6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55453" y="1873903"/>
            <a:ext cx="16157" cy="8080"/>
          </a:xfrm>
          <a:custGeom xmlns:a="http://schemas.openxmlformats.org/drawingml/2006/main">
            <a:pathLst>
              <a:path w="16157" h="8080" fill="none">
                <a:moveTo>
                  <a:pt x="8079" y="8080"/>
                </a:moveTo>
                <a:lnTo>
                  <a:pt x="8346" y="8075"/>
                </a:lnTo>
                <a:lnTo>
                  <a:pt x="8612" y="8062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3"/>
                </a:lnTo>
                <a:lnTo>
                  <a:pt x="9920" y="7867"/>
                </a:lnTo>
                <a:lnTo>
                  <a:pt x="10175" y="7803"/>
                </a:lnTo>
                <a:lnTo>
                  <a:pt x="10428" y="7730"/>
                </a:lnTo>
                <a:lnTo>
                  <a:pt x="10678" y="7650"/>
                </a:lnTo>
                <a:lnTo>
                  <a:pt x="10926" y="7561"/>
                </a:lnTo>
                <a:lnTo>
                  <a:pt x="11170" y="7465"/>
                </a:lnTo>
                <a:lnTo>
                  <a:pt x="11411" y="7360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5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4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1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3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6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8E92E3-61E1-483A-AECA-64F87C3A97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6" y="1873903"/>
            <a:ext cx="8086" cy="8080"/>
          </a:xfrm>
          <a:custGeom xmlns:a="http://schemas.openxmlformats.org/drawingml/2006/main">
            <a:pathLst>
              <a:path w="8086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86" y="8079"/>
                </a:lnTo>
                <a:lnTo>
                  <a:pt x="8086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597E3D-0B98-4E71-8201-0D04D62991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6" y="1873903"/>
            <a:ext cx="8086" cy="8080"/>
          </a:xfrm>
          <a:custGeom xmlns:a="http://schemas.openxmlformats.org/drawingml/2006/main">
            <a:pathLst>
              <a:path w="8086" h="8080" fill="none">
                <a:moveTo>
                  <a:pt x="8079" y="8080"/>
                </a:moveTo>
                <a:lnTo>
                  <a:pt x="8086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6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50A3C5-4460-4EC2-A193-3FB332AF26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6" y="2360688"/>
            <a:ext cx="8086" cy="16157"/>
          </a:xfrm>
          <a:custGeom xmlns:a="http://schemas.openxmlformats.org/drawingml/2006/main">
            <a:pathLst>
              <a:path w="8086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6" y="16157"/>
                </a:lnTo>
                <a:lnTo>
                  <a:pt x="8086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1C1832-FFFF-465D-9C6A-AF4A218294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6" y="2360688"/>
            <a:ext cx="8086" cy="16157"/>
          </a:xfrm>
          <a:custGeom xmlns:a="http://schemas.openxmlformats.org/drawingml/2006/main">
            <a:pathLst>
              <a:path w="8086" h="16157" fill="none">
                <a:moveTo>
                  <a:pt x="8079" y="16157"/>
                </a:moveTo>
                <a:lnTo>
                  <a:pt x="8086" y="16157"/>
                </a:lnTo>
                <a:moveTo>
                  <a:pt x="8086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6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AC9482-BF86-40FA-9732-A523A9EDFA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6" y="1873903"/>
            <a:ext cx="8086" cy="8080"/>
          </a:xfrm>
          <a:custGeom xmlns:a="http://schemas.openxmlformats.org/drawingml/2006/main">
            <a:pathLst>
              <a:path w="8086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86" y="8079"/>
                </a:lnTo>
                <a:lnTo>
                  <a:pt x="8086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0EBA44-28FE-4493-AAC0-E411EE6030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6" y="1873903"/>
            <a:ext cx="8086" cy="8080"/>
          </a:xfrm>
          <a:custGeom xmlns:a="http://schemas.openxmlformats.org/drawingml/2006/main">
            <a:pathLst>
              <a:path w="8086" h="8080" fill="none">
                <a:moveTo>
                  <a:pt x="8079" y="8080"/>
                </a:moveTo>
                <a:lnTo>
                  <a:pt x="8086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6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8960A7-6B09-4DB7-BA56-526421982D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6" y="1873903"/>
            <a:ext cx="8086" cy="8080"/>
          </a:xfrm>
          <a:custGeom xmlns:a="http://schemas.openxmlformats.org/drawingml/2006/main">
            <a:pathLst>
              <a:path w="8086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86" y="8079"/>
                </a:lnTo>
                <a:lnTo>
                  <a:pt x="8086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2483ED-FE18-405E-BF27-D33FE06612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6" y="1873903"/>
            <a:ext cx="8086" cy="8080"/>
          </a:xfrm>
          <a:custGeom xmlns:a="http://schemas.openxmlformats.org/drawingml/2006/main">
            <a:pathLst>
              <a:path w="8086" h="8080" fill="none">
                <a:moveTo>
                  <a:pt x="8079" y="8080"/>
                </a:moveTo>
                <a:lnTo>
                  <a:pt x="8086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6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28AF53-B598-4DF2-A1DB-E053069805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6" y="1873903"/>
            <a:ext cx="8086" cy="8080"/>
          </a:xfrm>
          <a:custGeom xmlns:a="http://schemas.openxmlformats.org/drawingml/2006/main">
            <a:pathLst>
              <a:path w="8086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86" y="8079"/>
                </a:lnTo>
                <a:lnTo>
                  <a:pt x="8086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E58087-7087-4CAB-B68B-2D6EBF58C8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6" y="1873903"/>
            <a:ext cx="8086" cy="8080"/>
          </a:xfrm>
          <a:custGeom xmlns:a="http://schemas.openxmlformats.org/drawingml/2006/main">
            <a:pathLst>
              <a:path w="8086" h="8080" fill="none">
                <a:moveTo>
                  <a:pt x="8079" y="8080"/>
                </a:moveTo>
                <a:lnTo>
                  <a:pt x="8086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6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82288C-9CD6-4C97-ABD5-8FD38E256A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6" y="1873903"/>
            <a:ext cx="8086" cy="8080"/>
          </a:xfrm>
          <a:custGeom xmlns:a="http://schemas.openxmlformats.org/drawingml/2006/main">
            <a:pathLst>
              <a:path w="8086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86" y="8079"/>
                </a:lnTo>
                <a:lnTo>
                  <a:pt x="8086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A30548-CA03-4B44-A130-ECD7D71300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6" y="1873903"/>
            <a:ext cx="8086" cy="8080"/>
          </a:xfrm>
          <a:custGeom xmlns:a="http://schemas.openxmlformats.org/drawingml/2006/main">
            <a:pathLst>
              <a:path w="8086" h="8080" fill="none">
                <a:moveTo>
                  <a:pt x="8079" y="8080"/>
                </a:moveTo>
                <a:lnTo>
                  <a:pt x="8086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6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FD3EE2-1053-4E84-BE1B-FCBE714D3A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10974" y="211149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923796-A21E-4DA6-97A9-C4DE9F0FC7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10974" y="211149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6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D13B2D-1690-4EA1-997A-150B1F307E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82963" y="233012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07CF70-442E-4324-B38F-FFC1BB2AFE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82963" y="233012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6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D9E03D-4970-4A75-887A-48E4732FAE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55242" y="211266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B9205C-EC19-4C3E-A381-F5220FBBCE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55242" y="211266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6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E81EF4-3C4C-4DD2-8FFD-8E53DC4832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86214" y="246401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30DD13-845D-44AD-B085-EF9AEF21AA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86214" y="246401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6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D68C0A-1ED3-4D6A-8BAB-BE2BE790CC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5" y="1873903"/>
            <a:ext cx="8088" cy="8080"/>
          </a:xfrm>
          <a:custGeom xmlns:a="http://schemas.openxmlformats.org/drawingml/2006/main">
            <a:pathLst>
              <a:path w="8088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88" y="8079"/>
                </a:lnTo>
                <a:lnTo>
                  <a:pt x="8088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2E17A7-A1C8-4D99-BB57-A361F5F0D4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1715" y="1873903"/>
            <a:ext cx="8088" cy="8080"/>
          </a:xfrm>
          <a:custGeom xmlns:a="http://schemas.openxmlformats.org/drawingml/2006/main">
            <a:pathLst>
              <a:path w="8088" h="8080" fill="none">
                <a:moveTo>
                  <a:pt x="8079" y="8080"/>
                </a:moveTo>
                <a:lnTo>
                  <a:pt x="8088" y="8079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6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EF507B-5F31-4408-8102-BDD4494D61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83397" y="243547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49F11D-F032-4FDC-AACC-8F9A5996F2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83397" y="243547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6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874AE9-AF82-470F-8FCD-C11BCD1B10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01020" y="248057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79922A-F73B-48EC-B203-0363F9E1AF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01020" y="248057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6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D8BE2B-8F9E-4635-AF72-274D827842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41133" y="247699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A86A3B-8959-4621-8F3C-3FE005058D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41133" y="247699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6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DD5C7F-00C9-4C1C-8218-41F94A5E25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81410" y="254111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0F6361-499B-4BF0-91E7-722E391B2D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81410" y="254111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6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7DFC17-0C42-49ED-92E9-65B740ACEA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67013" y="3075692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111E33-7F40-44F2-B3F7-66131D14A2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67013" y="3075692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5695" name="Text 0">
            <a:extLst xmlns:a="http://schemas.openxmlformats.org/drawingml/2006/main">
              <a:ext uri="{FF2B5EF4-FFF2-40B4-BE49-F238E27FC236}">
                <a16:creationId xmlns:a16="http://schemas.microsoft.com/office/drawing/2014/main" id="{D6C0A5F3-7F65-4E93-91C5-C23177C357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43826" y="3123563"/>
            <a:ext cx="43693" cy="65625"/>
          </a:xfrm>
          <a:custGeom xmlns:a="http://schemas.openxmlformats.org/drawingml/2006/main">
            <a:pathLst>
              <a:path w="43693" h="65625">
                <a:moveTo>
                  <a:pt x="21847" y="6774"/>
                </a:moveTo>
                <a:cubicBezTo>
                  <a:pt x="17443" y="6774"/>
                  <a:pt x="14134" y="8942"/>
                  <a:pt x="11918" y="13278"/>
                </a:cubicBezTo>
                <a:cubicBezTo>
                  <a:pt x="9703" y="17615"/>
                  <a:pt x="8595" y="24133"/>
                  <a:pt x="8595" y="32833"/>
                </a:cubicBezTo>
                <a:cubicBezTo>
                  <a:pt x="8595" y="41506"/>
                  <a:pt x="9703" y="48010"/>
                  <a:pt x="11918" y="52346"/>
                </a:cubicBezTo>
                <a:cubicBezTo>
                  <a:pt x="14134" y="56682"/>
                  <a:pt x="17443" y="58850"/>
                  <a:pt x="21847" y="58850"/>
                </a:cubicBezTo>
                <a:cubicBezTo>
                  <a:pt x="26278" y="58850"/>
                  <a:pt x="29602" y="56682"/>
                  <a:pt x="31817" y="52346"/>
                </a:cubicBezTo>
                <a:cubicBezTo>
                  <a:pt x="34033" y="48010"/>
                  <a:pt x="35141" y="41506"/>
                  <a:pt x="35141" y="32833"/>
                </a:cubicBezTo>
                <a:cubicBezTo>
                  <a:pt x="35141" y="24133"/>
                  <a:pt x="34033" y="17615"/>
                  <a:pt x="31817" y="13278"/>
                </a:cubicBezTo>
                <a:cubicBezTo>
                  <a:pt x="29602" y="8942"/>
                  <a:pt x="26278" y="6774"/>
                  <a:pt x="21847" y="6774"/>
                </a:cubicBezTo>
                <a:moveTo>
                  <a:pt x="21847" y="0"/>
                </a:moveTo>
                <a:cubicBezTo>
                  <a:pt x="28931" y="0"/>
                  <a:pt x="34344" y="2803"/>
                  <a:pt x="38083" y="8409"/>
                </a:cubicBezTo>
                <a:cubicBezTo>
                  <a:pt x="41823" y="14016"/>
                  <a:pt x="43693" y="22157"/>
                  <a:pt x="43693" y="32833"/>
                </a:cubicBezTo>
                <a:cubicBezTo>
                  <a:pt x="43693" y="43482"/>
                  <a:pt x="41823" y="51609"/>
                  <a:pt x="38083" y="57215"/>
                </a:cubicBezTo>
                <a:cubicBezTo>
                  <a:pt x="34344" y="62821"/>
                  <a:pt x="28931" y="65625"/>
                  <a:pt x="21847" y="65625"/>
                </a:cubicBezTo>
                <a:cubicBezTo>
                  <a:pt x="14762" y="65625"/>
                  <a:pt x="9350" y="62821"/>
                  <a:pt x="5610" y="57215"/>
                </a:cubicBezTo>
                <a:cubicBezTo>
                  <a:pt x="1870" y="51609"/>
                  <a:pt x="0" y="43482"/>
                  <a:pt x="0" y="32833"/>
                </a:cubicBezTo>
                <a:cubicBezTo>
                  <a:pt x="0" y="22157"/>
                  <a:pt x="1870" y="14016"/>
                  <a:pt x="5610" y="8409"/>
                </a:cubicBezTo>
                <a:cubicBezTo>
                  <a:pt x="9350" y="2803"/>
                  <a:pt x="14762" y="0"/>
                  <a:pt x="21847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BAA5B3-9B93-4134-BFD2-2A6FEDC8ED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27765" y="3075692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6ED842-9FA1-4B19-AEEB-4C0EF542A8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27765" y="3075692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5698" name="Text 10">
            <a:extLst xmlns:a="http://schemas.openxmlformats.org/drawingml/2006/main">
              <a:ext uri="{FF2B5EF4-FFF2-40B4-BE49-F238E27FC236}">
                <a16:creationId xmlns:a16="http://schemas.microsoft.com/office/drawing/2014/main" id="{E07F62AA-7505-4BBA-9424-64AA53EB4E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32518" y="3124917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99" name="Text −1">
            <a:extLst xmlns:a="http://schemas.openxmlformats.org/drawingml/2006/main">
              <a:ext uri="{FF2B5EF4-FFF2-40B4-BE49-F238E27FC236}">
                <a16:creationId xmlns:a16="http://schemas.microsoft.com/office/drawing/2014/main" id="{9738C1CF-4FFF-4B93-8D31-7A07917AF7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40587" y="3111801"/>
            <a:ext cx="77441" cy="44278"/>
          </a:xfrm>
          <a:custGeom xmlns:a="http://schemas.openxmlformats.org/drawingml/2006/main">
            <a:pathLst>
              <a:path w="77441" h="44278">
                <a:moveTo>
                  <a:pt x="0" y="22702"/>
                </a:moveTo>
                <a:lnTo>
                  <a:pt x="37995" y="22702"/>
                </a:lnTo>
                <a:lnTo>
                  <a:pt x="37995" y="27740"/>
                </a:lnTo>
                <a:lnTo>
                  <a:pt x="0" y="27740"/>
                </a:lnTo>
                <a:lnTo>
                  <a:pt x="0" y="22702"/>
                </a:lnTo>
                <a:close/>
                <a:moveTo>
                  <a:pt x="51953" y="39239"/>
                </a:moveTo>
                <a:lnTo>
                  <a:pt x="61733" y="39239"/>
                </a:lnTo>
                <a:lnTo>
                  <a:pt x="61733" y="5453"/>
                </a:lnTo>
                <a:lnTo>
                  <a:pt x="51094" y="7587"/>
                </a:lnTo>
                <a:lnTo>
                  <a:pt x="51094" y="2134"/>
                </a:lnTo>
                <a:lnTo>
                  <a:pt x="61674" y="0"/>
                </a:lnTo>
                <a:lnTo>
                  <a:pt x="67661" y="0"/>
                </a:lnTo>
                <a:lnTo>
                  <a:pt x="67661" y="39239"/>
                </a:lnTo>
                <a:lnTo>
                  <a:pt x="77441" y="39239"/>
                </a:lnTo>
                <a:lnTo>
                  <a:pt x="77441" y="44278"/>
                </a:lnTo>
                <a:lnTo>
                  <a:pt x="51953" y="44278"/>
                </a:lnTo>
                <a:lnTo>
                  <a:pt x="51953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830AF9-BD1D-4D19-A04F-828710522A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42443" y="3075692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FD210A-92FB-4DA6-BE91-DE0CD102CD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42443" y="3075692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5702" name="Text 10">
            <a:extLst xmlns:a="http://schemas.openxmlformats.org/drawingml/2006/main">
              <a:ext uri="{FF2B5EF4-FFF2-40B4-BE49-F238E27FC236}">
                <a16:creationId xmlns:a16="http://schemas.microsoft.com/office/drawing/2014/main" id="{FDBC122F-3278-4FBB-BEBF-19C260E93A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72486" y="3125708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03" name="Text 0">
            <a:extLst xmlns:a="http://schemas.openxmlformats.org/drawingml/2006/main">
              <a:ext uri="{FF2B5EF4-FFF2-40B4-BE49-F238E27FC236}">
                <a16:creationId xmlns:a16="http://schemas.microsoft.com/office/drawing/2014/main" id="{8BB546E9-F9D8-46E0-8A7A-F7E5ED574E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78125" y="3111820"/>
            <a:ext cx="30585" cy="45937"/>
          </a:xfrm>
          <a:custGeom xmlns:a="http://schemas.openxmlformats.org/drawingml/2006/main">
            <a:pathLst>
              <a:path w="30585" h="45937">
                <a:moveTo>
                  <a:pt x="15293" y="4742"/>
                </a:moveTo>
                <a:cubicBezTo>
                  <a:pt x="12210" y="4742"/>
                  <a:pt x="9894" y="6260"/>
                  <a:pt x="8343" y="9295"/>
                </a:cubicBezTo>
                <a:cubicBezTo>
                  <a:pt x="6792" y="12330"/>
                  <a:pt x="6016" y="16893"/>
                  <a:pt x="6016" y="22983"/>
                </a:cubicBezTo>
                <a:cubicBezTo>
                  <a:pt x="6016" y="29054"/>
                  <a:pt x="6792" y="33607"/>
                  <a:pt x="8343" y="36642"/>
                </a:cubicBezTo>
                <a:cubicBezTo>
                  <a:pt x="9894" y="39678"/>
                  <a:pt x="12210" y="41195"/>
                  <a:pt x="15293" y="41195"/>
                </a:cubicBezTo>
                <a:cubicBezTo>
                  <a:pt x="18395" y="41195"/>
                  <a:pt x="20721" y="39678"/>
                  <a:pt x="22272" y="36642"/>
                </a:cubicBezTo>
                <a:cubicBezTo>
                  <a:pt x="23823" y="33607"/>
                  <a:pt x="24599" y="29054"/>
                  <a:pt x="24599" y="22983"/>
                </a:cubicBezTo>
                <a:cubicBezTo>
                  <a:pt x="24599" y="16893"/>
                  <a:pt x="23823" y="12330"/>
                  <a:pt x="22272" y="9295"/>
                </a:cubicBezTo>
                <a:cubicBezTo>
                  <a:pt x="20721" y="6260"/>
                  <a:pt x="18395" y="4742"/>
                  <a:pt x="15293" y="4742"/>
                </a:cubicBezTo>
                <a:moveTo>
                  <a:pt x="15293" y="0"/>
                </a:moveTo>
                <a:cubicBezTo>
                  <a:pt x="20252" y="0"/>
                  <a:pt x="24040" y="1962"/>
                  <a:pt x="26658" y="5887"/>
                </a:cubicBezTo>
                <a:cubicBezTo>
                  <a:pt x="29276" y="9811"/>
                  <a:pt x="30585" y="15510"/>
                  <a:pt x="30585" y="22983"/>
                </a:cubicBezTo>
                <a:cubicBezTo>
                  <a:pt x="30585" y="30437"/>
                  <a:pt x="29276" y="36126"/>
                  <a:pt x="26658" y="40051"/>
                </a:cubicBezTo>
                <a:cubicBezTo>
                  <a:pt x="24040" y="43975"/>
                  <a:pt x="20252" y="45937"/>
                  <a:pt x="15293" y="45937"/>
                </a:cubicBezTo>
                <a:cubicBezTo>
                  <a:pt x="10333" y="45937"/>
                  <a:pt x="6545" y="43975"/>
                  <a:pt x="3927" y="40051"/>
                </a:cubicBezTo>
                <a:cubicBezTo>
                  <a:pt x="1309" y="36126"/>
                  <a:pt x="0" y="30437"/>
                  <a:pt x="0" y="22983"/>
                </a:cubicBezTo>
                <a:cubicBezTo>
                  <a:pt x="0" y="15510"/>
                  <a:pt x="1309" y="9811"/>
                  <a:pt x="3927" y="5887"/>
                </a:cubicBezTo>
                <a:cubicBezTo>
                  <a:pt x="6545" y="1962"/>
                  <a:pt x="10333" y="0"/>
                  <a:pt x="1529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9BAD24-7160-4EB3-B7D1-E295AEFFED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57121" y="3075692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F8C576-DC77-4620-964A-1E8BF0EBC9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57121" y="3075692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5706" name="Text 10">
            <a:extLst xmlns:a="http://schemas.openxmlformats.org/drawingml/2006/main">
              <a:ext uri="{FF2B5EF4-FFF2-40B4-BE49-F238E27FC236}">
                <a16:creationId xmlns:a16="http://schemas.microsoft.com/office/drawing/2014/main" id="{1632C649-87F8-4B72-A726-0523D9A9D1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87163" y="3124917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1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1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8" y="41506"/>
                  <a:pt x="86498" y="32833"/>
                </a:cubicBezTo>
                <a:cubicBezTo>
                  <a:pt x="86498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9" y="65625"/>
                  <a:pt x="60706" y="62821"/>
                  <a:pt x="56967" y="57215"/>
                </a:cubicBezTo>
                <a:cubicBezTo>
                  <a:pt x="53227" y="51609"/>
                  <a:pt x="51357" y="43482"/>
                  <a:pt x="51357" y="32833"/>
                </a:cubicBezTo>
                <a:cubicBezTo>
                  <a:pt x="51357" y="22157"/>
                  <a:pt x="53227" y="14016"/>
                  <a:pt x="56967" y="8409"/>
                </a:cubicBezTo>
                <a:cubicBezTo>
                  <a:pt x="60706" y="2803"/>
                  <a:pt x="66119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07" name="Text 1">
            <a:extLst xmlns:a="http://schemas.openxmlformats.org/drawingml/2006/main">
              <a:ext uri="{FF2B5EF4-FFF2-40B4-BE49-F238E27FC236}">
                <a16:creationId xmlns:a16="http://schemas.microsoft.com/office/drawing/2014/main" id="{2A70E3B9-883C-470C-AB93-6B71F3F196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95470" y="3111801"/>
            <a:ext cx="26347" cy="44278"/>
          </a:xfrm>
          <a:custGeom xmlns:a="http://schemas.openxmlformats.org/drawingml/2006/main">
            <a:pathLst>
              <a:path w="26347" h="44278">
                <a:moveTo>
                  <a:pt x="859" y="39239"/>
                </a:moveTo>
                <a:lnTo>
                  <a:pt x="10640" y="39239"/>
                </a:lnTo>
                <a:lnTo>
                  <a:pt x="10640" y="5453"/>
                </a:lnTo>
                <a:lnTo>
                  <a:pt x="0" y="7587"/>
                </a:lnTo>
                <a:lnTo>
                  <a:pt x="0" y="2134"/>
                </a:lnTo>
                <a:lnTo>
                  <a:pt x="10580" y="0"/>
                </a:lnTo>
                <a:lnTo>
                  <a:pt x="16567" y="0"/>
                </a:lnTo>
                <a:lnTo>
                  <a:pt x="16567" y="39239"/>
                </a:lnTo>
                <a:lnTo>
                  <a:pt x="26347" y="39239"/>
                </a:lnTo>
                <a:lnTo>
                  <a:pt x="26347" y="44278"/>
                </a:lnTo>
                <a:lnTo>
                  <a:pt x="859" y="44278"/>
                </a:lnTo>
                <a:lnTo>
                  <a:pt x="859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C358E1-1F53-46FC-BD4F-007C9611B7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1620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10F877-A8AF-4938-9DC6-FB152D0475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1620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7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7375F2-FA9E-4987-A14A-367DCCCDC0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6228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397A40-F7C4-47A0-BDBB-5A9B0C679A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6228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7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4C385C-0832-4794-A24C-45AEEF56DF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0835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981910-7D20-4F5F-BFE5-D3D2B1C6EB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0835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7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AEB662-7854-4816-9CD0-4384B0C052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5443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8712F7-A90D-4F8E-944F-A9FD6CA374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5443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7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0DAE2A-1C79-4324-8A58-9C8BEC6D6A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90050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D6CA81-F0C6-4FA8-A9BA-C87111BE7A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90050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7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B606BF-980B-4B04-A79D-5E9C05608B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94658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5DCC66-E996-4A1F-AF5E-D6342E97C2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94658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7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B94CE1-83A0-4E53-A9B4-6D6518639B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99265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787C4A-D4C7-4CFB-A886-2BF1EE9AD1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99265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7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9A9FDA-4944-475C-AB31-F3F68C41B5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03873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42FAE4-7641-400D-A72F-649CCF7DA1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03873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7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1CDA5F-F424-4B75-B408-00AAEB7730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08480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CFC664-944B-4B6B-AAE9-08F36C9057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08480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7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BF4ED6-3C04-453F-BDAA-7233C04189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13088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FFB8B0-B781-4993-AD3C-96F63B2143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13088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7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BCE569-DAC3-487E-8EDC-CE6AD823DF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59163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B3BECF-4A42-487A-8EEA-A1D9EC96A9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59163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7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AEA7C2-D4FE-4F10-AD2A-9B0B841A09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05239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CDEF92-542A-4A07-892A-570FFD0F2B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05239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7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3B682E-809A-48DB-BD96-59A16ECC99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51314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A5946F-2EDB-4ED0-8604-4F748B0577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51314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7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1A408B-8F0F-4845-B57F-8CEDF63250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97389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F1624A-9888-4007-94C7-4EC5F92103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97389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7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0A9AAC-4DD0-4B45-ABA3-6699A585D1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43464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F65786-67DC-4905-B99C-C125FDB53F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43464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7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7D796C-6D4A-4D68-B42A-48C51FFCAC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89540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3D4B5F-4DDD-4BF2-A704-0BF2DD33CF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89540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7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6A8344-7EFE-4100-A977-55A5B5E0E4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35615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9C8695-C418-42D4-9B52-653E17FD81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35615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7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6F79A7-04C9-4ADB-BAC1-4D10849E20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81690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6F8AF9-B7DE-42BB-B155-A3C0CC1961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81690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7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142E36-A0BD-4060-8FD8-0DBDA4C7F3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27765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EB686B-A6C3-4A57-B1D5-8104EDC212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27765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7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5845BD-1188-4ED2-8E3B-CAB045BFE9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52596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E8E09C-AD1E-4FFB-9DC4-9604F972C1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52596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7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E254B7-A968-4C96-8026-E9F8C67505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25617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835EC5-18E8-4320-903E-137D5B701F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25617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7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0E4580-7F1F-4DEF-827B-080D55F610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7426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8276ED-8031-4C85-8C00-4D5E233569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7426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7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C83C20-C0E5-4BCA-AF99-EB6CD418EE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17613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F4C10D-4F81-4348-BF2B-EE4812FD66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17613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7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35E5BD-C2B5-4695-8173-F294FBA301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50447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40C03D-1B6C-4977-83DC-61420341F6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50447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7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38B680-8DC1-4324-B336-1BC208A544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78209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6E10F4-77B1-47F9-9484-75C3785ED8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78209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7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06A8FE-1C74-4297-AACA-FF3E34B5BA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02257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B90B2C-F3E3-4122-8C3B-D83B8BB497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02257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7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8FE208-0C3C-49F5-BFCE-3038D79532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23468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6F79B6-D425-49E3-B994-A635945D57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23468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7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36F871-81BD-4B56-BB97-67D2B3A550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42443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C75F0C-6836-492E-85B9-01C80BBE16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42443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7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B96AFE-C973-4CC4-B2EF-3A72F6F66A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67273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DBFE4C-3034-49E1-9409-E1D9193892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67273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7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426891-137D-4841-AB08-3EE16E5E82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40294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71F29F-4E14-4ADD-9989-9782BD3C33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40294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7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D90587-C03F-4E55-B284-6B1ABD9716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2104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0C678A-552D-4703-9DEB-C60E136F21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2104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7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07B558-D27F-4612-99AF-C7C828A746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32290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AC7AF8-BBC0-4459-9A8F-B59E384323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32290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7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B6011B-3272-49A7-ABBF-B07322A6B0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65125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06C9AE-945A-4388-8B24-324DB488AD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65125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7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F183DF-6614-46D5-ABD8-7703037D6D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92886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A57A8B-3458-4AFD-9450-D6EF213F5F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92886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7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AD6FBD-D8CE-4E00-8900-217D795274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16934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A82D84-227A-481D-BB85-84BDE98C10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16934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7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3C3FA4-6512-4DAE-A48A-34C03A485F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38146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C775EC-0B09-4FEE-8668-E6EE203241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38146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7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52917F-BDB4-4151-8F53-53CDDA4F97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57121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396995-416F-4C52-AC06-36A1588DA7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57121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7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9EB1AA-F128-489F-8F2C-61BBDA7DB5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81951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719A84-43A5-4D79-9E6A-4B34D30056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81951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7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18CB4E-1923-4BBE-AD00-BC2FAA0AFC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54972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55CF05-DF87-4166-966A-CD105B29F7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54972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7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E03B03-8A1E-4DB4-AF71-CBA125F108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06781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88769A-794A-4BC0-82AA-14E5804EA0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06781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7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31FA32-B66B-4557-BFF4-23ADB70A06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46968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33AED8-A718-4016-8EE0-084DB685AA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46968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7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C83FE0-0808-46E9-8B29-E5E1363BD7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9803" y="3075692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C328AE-9923-4E37-B320-F0597366A8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9803" y="3075692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792" name="Text QSF">
            <a:extLst xmlns:a="http://schemas.openxmlformats.org/drawingml/2006/main">
              <a:ext uri="{FF2B5EF4-FFF2-40B4-BE49-F238E27FC236}">
                <a16:creationId xmlns:a16="http://schemas.microsoft.com/office/drawing/2014/main" id="{1FDF5FBF-5D07-4A3B-B456-882D4D8E60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8097" y="3240078"/>
            <a:ext cx="190479" cy="88120"/>
          </a:xfrm>
          <a:custGeom xmlns:a="http://schemas.openxmlformats.org/drawingml/2006/main">
            <a:pathLst>
              <a:path w="190479" h="88120">
                <a:moveTo>
                  <a:pt x="34181" y="8101"/>
                </a:moveTo>
                <a:cubicBezTo>
                  <a:pt x="26937" y="8101"/>
                  <a:pt x="21182" y="10804"/>
                  <a:pt x="16918" y="16209"/>
                </a:cubicBezTo>
                <a:cubicBezTo>
                  <a:pt x="12653" y="21614"/>
                  <a:pt x="10521" y="28979"/>
                  <a:pt x="10521" y="38306"/>
                </a:cubicBezTo>
                <a:cubicBezTo>
                  <a:pt x="10521" y="47599"/>
                  <a:pt x="12653" y="54949"/>
                  <a:pt x="16918" y="60354"/>
                </a:cubicBezTo>
                <a:cubicBezTo>
                  <a:pt x="21182" y="65759"/>
                  <a:pt x="26937" y="68461"/>
                  <a:pt x="34181" y="68461"/>
                </a:cubicBezTo>
                <a:cubicBezTo>
                  <a:pt x="41426" y="68461"/>
                  <a:pt x="47164" y="65759"/>
                  <a:pt x="51395" y="60354"/>
                </a:cubicBezTo>
                <a:cubicBezTo>
                  <a:pt x="55627" y="54949"/>
                  <a:pt x="57743" y="47599"/>
                  <a:pt x="57743" y="38306"/>
                </a:cubicBezTo>
                <a:cubicBezTo>
                  <a:pt x="57743" y="28979"/>
                  <a:pt x="55627" y="21614"/>
                  <a:pt x="51395" y="16209"/>
                </a:cubicBezTo>
                <a:cubicBezTo>
                  <a:pt x="47164" y="10804"/>
                  <a:pt x="41426" y="8101"/>
                  <a:pt x="34181" y="8101"/>
                </a:cubicBezTo>
                <a:moveTo>
                  <a:pt x="48160" y="73796"/>
                </a:moveTo>
                <a:lnTo>
                  <a:pt x="61299" y="88120"/>
                </a:lnTo>
                <a:lnTo>
                  <a:pt x="49247" y="88120"/>
                </a:lnTo>
                <a:lnTo>
                  <a:pt x="38330" y="76358"/>
                </a:lnTo>
                <a:cubicBezTo>
                  <a:pt x="37244" y="76426"/>
                  <a:pt x="36412" y="76477"/>
                  <a:pt x="35836" y="76511"/>
                </a:cubicBezTo>
                <a:cubicBezTo>
                  <a:pt x="35260" y="76545"/>
                  <a:pt x="34708" y="76562"/>
                  <a:pt x="34181" y="76562"/>
                </a:cubicBezTo>
                <a:cubicBezTo>
                  <a:pt x="23808" y="76562"/>
                  <a:pt x="15518" y="73094"/>
                  <a:pt x="9311" y="66158"/>
                </a:cubicBezTo>
                <a:cubicBezTo>
                  <a:pt x="3104" y="59221"/>
                  <a:pt x="0" y="49937"/>
                  <a:pt x="0" y="38306"/>
                </a:cubicBezTo>
                <a:cubicBezTo>
                  <a:pt x="0" y="26641"/>
                  <a:pt x="3104" y="17341"/>
                  <a:pt x="9311" y="10405"/>
                </a:cubicBezTo>
                <a:cubicBezTo>
                  <a:pt x="15518" y="3468"/>
                  <a:pt x="23808" y="0"/>
                  <a:pt x="34181" y="0"/>
                </a:cubicBezTo>
                <a:cubicBezTo>
                  <a:pt x="44521" y="0"/>
                  <a:pt x="52787" y="3468"/>
                  <a:pt x="58977" y="10405"/>
                </a:cubicBezTo>
                <a:cubicBezTo>
                  <a:pt x="65168" y="17341"/>
                  <a:pt x="68264" y="26642"/>
                  <a:pt x="68264" y="38307"/>
                </a:cubicBezTo>
                <a:cubicBezTo>
                  <a:pt x="68264" y="46874"/>
                  <a:pt x="66543" y="54206"/>
                  <a:pt x="63102" y="60302"/>
                </a:cubicBezTo>
                <a:cubicBezTo>
                  <a:pt x="59661" y="66398"/>
                  <a:pt x="54680" y="70896"/>
                  <a:pt x="48160" y="73796"/>
                </a:cubicBezTo>
                <a:close/>
                <a:moveTo>
                  <a:pt x="128069" y="3754"/>
                </a:moveTo>
                <a:lnTo>
                  <a:pt x="128069" y="13534"/>
                </a:lnTo>
                <a:cubicBezTo>
                  <a:pt x="124282" y="11707"/>
                  <a:pt x="120709" y="10344"/>
                  <a:pt x="117350" y="9447"/>
                </a:cubicBezTo>
                <a:cubicBezTo>
                  <a:pt x="113992" y="8549"/>
                  <a:pt x="110748" y="8101"/>
                  <a:pt x="107620" y="8101"/>
                </a:cubicBezTo>
                <a:cubicBezTo>
                  <a:pt x="102186" y="8101"/>
                  <a:pt x="97996" y="9156"/>
                  <a:pt x="95049" y="11267"/>
                </a:cubicBezTo>
                <a:cubicBezTo>
                  <a:pt x="92101" y="13376"/>
                  <a:pt x="90628" y="16376"/>
                  <a:pt x="90628" y="20267"/>
                </a:cubicBezTo>
                <a:cubicBezTo>
                  <a:pt x="90628" y="23532"/>
                  <a:pt x="91608" y="25997"/>
                  <a:pt x="93567" y="27663"/>
                </a:cubicBezTo>
                <a:cubicBezTo>
                  <a:pt x="95526" y="29328"/>
                  <a:pt x="99239" y="30671"/>
                  <a:pt x="104705" y="31693"/>
                </a:cubicBezTo>
                <a:lnTo>
                  <a:pt x="110732" y="32926"/>
                </a:lnTo>
                <a:cubicBezTo>
                  <a:pt x="118174" y="34343"/>
                  <a:pt x="123665" y="36839"/>
                  <a:pt x="127205" y="40414"/>
                </a:cubicBezTo>
                <a:cubicBezTo>
                  <a:pt x="130745" y="43988"/>
                  <a:pt x="132515" y="48773"/>
                  <a:pt x="132515" y="54770"/>
                </a:cubicBezTo>
                <a:cubicBezTo>
                  <a:pt x="132515" y="61918"/>
                  <a:pt x="130119" y="67338"/>
                  <a:pt x="125328" y="71028"/>
                </a:cubicBezTo>
                <a:cubicBezTo>
                  <a:pt x="120536" y="74717"/>
                  <a:pt x="113514" y="76562"/>
                  <a:pt x="104261" y="76562"/>
                </a:cubicBezTo>
                <a:cubicBezTo>
                  <a:pt x="100770" y="76562"/>
                  <a:pt x="97057" y="76163"/>
                  <a:pt x="93122" y="75364"/>
                </a:cubicBezTo>
                <a:cubicBezTo>
                  <a:pt x="89187" y="74566"/>
                  <a:pt x="85112" y="73384"/>
                  <a:pt x="80897" y="71820"/>
                </a:cubicBezTo>
                <a:lnTo>
                  <a:pt x="80897" y="61546"/>
                </a:lnTo>
                <a:cubicBezTo>
                  <a:pt x="84947" y="63835"/>
                  <a:pt x="88916" y="65559"/>
                  <a:pt x="92801" y="66720"/>
                </a:cubicBezTo>
                <a:cubicBezTo>
                  <a:pt x="96687" y="67881"/>
                  <a:pt x="100507" y="68461"/>
                  <a:pt x="104261" y="68461"/>
                </a:cubicBezTo>
                <a:cubicBezTo>
                  <a:pt x="109958" y="68461"/>
                  <a:pt x="114354" y="67341"/>
                  <a:pt x="117449" y="65099"/>
                </a:cubicBezTo>
                <a:cubicBezTo>
                  <a:pt x="120545" y="62857"/>
                  <a:pt x="122092" y="59659"/>
                  <a:pt x="122092" y="55506"/>
                </a:cubicBezTo>
                <a:cubicBezTo>
                  <a:pt x="122092" y="51880"/>
                  <a:pt x="120981" y="49044"/>
                  <a:pt x="118758" y="47001"/>
                </a:cubicBezTo>
                <a:cubicBezTo>
                  <a:pt x="116535" y="44956"/>
                  <a:pt x="112888" y="43423"/>
                  <a:pt x="107817" y="42401"/>
                </a:cubicBezTo>
                <a:lnTo>
                  <a:pt x="101742" y="41217"/>
                </a:lnTo>
                <a:cubicBezTo>
                  <a:pt x="94300" y="39734"/>
                  <a:pt x="88916" y="37411"/>
                  <a:pt x="85590" y="34249"/>
                </a:cubicBezTo>
                <a:cubicBezTo>
                  <a:pt x="82264" y="31086"/>
                  <a:pt x="80601" y="26687"/>
                  <a:pt x="80601" y="21053"/>
                </a:cubicBezTo>
                <a:cubicBezTo>
                  <a:pt x="80601" y="14530"/>
                  <a:pt x="82898" y="9390"/>
                  <a:pt x="87491" y="5634"/>
                </a:cubicBezTo>
                <a:cubicBezTo>
                  <a:pt x="92085" y="1878"/>
                  <a:pt x="98416" y="0"/>
                  <a:pt x="106484" y="0"/>
                </a:cubicBezTo>
                <a:cubicBezTo>
                  <a:pt x="109941" y="0"/>
                  <a:pt x="113465" y="313"/>
                  <a:pt x="117054" y="938"/>
                </a:cubicBezTo>
                <a:cubicBezTo>
                  <a:pt x="120643" y="1564"/>
                  <a:pt x="124315" y="2503"/>
                  <a:pt x="128069" y="3754"/>
                </a:cubicBezTo>
                <a:close/>
                <a:moveTo>
                  <a:pt x="148098" y="1284"/>
                </a:moveTo>
                <a:lnTo>
                  <a:pt x="190479" y="1284"/>
                </a:lnTo>
                <a:lnTo>
                  <a:pt x="190479" y="9681"/>
                </a:lnTo>
                <a:lnTo>
                  <a:pt x="158076" y="9681"/>
                </a:lnTo>
                <a:lnTo>
                  <a:pt x="158076" y="31415"/>
                </a:lnTo>
                <a:lnTo>
                  <a:pt x="187317" y="31415"/>
                </a:lnTo>
                <a:lnTo>
                  <a:pt x="187317" y="39812"/>
                </a:lnTo>
                <a:lnTo>
                  <a:pt x="158076" y="39812"/>
                </a:lnTo>
                <a:lnTo>
                  <a:pt x="158076" y="75080"/>
                </a:lnTo>
                <a:lnTo>
                  <a:pt x="148098" y="75080"/>
                </a:lnTo>
                <a:lnTo>
                  <a:pt x="148098" y="1284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D34537-8E7A-4DA8-8CDF-0D93CFB217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45335" y="3075692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439C4E-5473-4D4F-AE69-9BCFD282BA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45335" y="3075692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5795" name="Text 0">
            <a:extLst xmlns:a="http://schemas.openxmlformats.org/drawingml/2006/main">
              <a:ext uri="{FF2B5EF4-FFF2-40B4-BE49-F238E27FC236}">
                <a16:creationId xmlns:a16="http://schemas.microsoft.com/office/drawing/2014/main" id="{F7211F0D-57A1-467B-8E33-426B112982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67954" y="3043627"/>
            <a:ext cx="43693" cy="65625"/>
          </a:xfrm>
          <a:custGeom xmlns:a="http://schemas.openxmlformats.org/drawingml/2006/main">
            <a:pathLst>
              <a:path w="43693" h="65625">
                <a:moveTo>
                  <a:pt x="21847" y="6774"/>
                </a:moveTo>
                <a:cubicBezTo>
                  <a:pt x="17443" y="6774"/>
                  <a:pt x="14134" y="8942"/>
                  <a:pt x="11918" y="13278"/>
                </a:cubicBezTo>
                <a:cubicBezTo>
                  <a:pt x="9703" y="17615"/>
                  <a:pt x="8595" y="24133"/>
                  <a:pt x="8595" y="32833"/>
                </a:cubicBezTo>
                <a:cubicBezTo>
                  <a:pt x="8595" y="41506"/>
                  <a:pt x="9703" y="48010"/>
                  <a:pt x="11918" y="52346"/>
                </a:cubicBezTo>
                <a:cubicBezTo>
                  <a:pt x="14134" y="56682"/>
                  <a:pt x="17443" y="58850"/>
                  <a:pt x="21847" y="58850"/>
                </a:cubicBezTo>
                <a:cubicBezTo>
                  <a:pt x="26278" y="58850"/>
                  <a:pt x="29602" y="56682"/>
                  <a:pt x="31817" y="52346"/>
                </a:cubicBezTo>
                <a:cubicBezTo>
                  <a:pt x="34033" y="48010"/>
                  <a:pt x="35141" y="41506"/>
                  <a:pt x="35141" y="32833"/>
                </a:cubicBezTo>
                <a:cubicBezTo>
                  <a:pt x="35141" y="24133"/>
                  <a:pt x="34033" y="17615"/>
                  <a:pt x="31817" y="13278"/>
                </a:cubicBezTo>
                <a:cubicBezTo>
                  <a:pt x="29602" y="8942"/>
                  <a:pt x="26278" y="6774"/>
                  <a:pt x="21847" y="6774"/>
                </a:cubicBezTo>
                <a:moveTo>
                  <a:pt x="21847" y="0"/>
                </a:moveTo>
                <a:cubicBezTo>
                  <a:pt x="28931" y="0"/>
                  <a:pt x="34344" y="2803"/>
                  <a:pt x="38083" y="8409"/>
                </a:cubicBezTo>
                <a:cubicBezTo>
                  <a:pt x="41823" y="14016"/>
                  <a:pt x="43693" y="22157"/>
                  <a:pt x="43693" y="32833"/>
                </a:cubicBezTo>
                <a:cubicBezTo>
                  <a:pt x="43693" y="43482"/>
                  <a:pt x="41823" y="51609"/>
                  <a:pt x="38083" y="57215"/>
                </a:cubicBezTo>
                <a:cubicBezTo>
                  <a:pt x="34344" y="62821"/>
                  <a:pt x="28931" y="65625"/>
                  <a:pt x="21847" y="65625"/>
                </a:cubicBezTo>
                <a:cubicBezTo>
                  <a:pt x="14762" y="65625"/>
                  <a:pt x="9350" y="62821"/>
                  <a:pt x="5610" y="57215"/>
                </a:cubicBezTo>
                <a:cubicBezTo>
                  <a:pt x="1870" y="51609"/>
                  <a:pt x="0" y="43482"/>
                  <a:pt x="0" y="32833"/>
                </a:cubicBezTo>
                <a:cubicBezTo>
                  <a:pt x="0" y="22157"/>
                  <a:pt x="1870" y="14016"/>
                  <a:pt x="5610" y="8409"/>
                </a:cubicBezTo>
                <a:cubicBezTo>
                  <a:pt x="9350" y="2803"/>
                  <a:pt x="14762" y="0"/>
                  <a:pt x="21847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A8A3D1-FFD3-4680-8DC3-7FD2A18760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45335" y="2732357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E0B015-1EBA-44B9-B033-2038B151D0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45335" y="2732357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5798" name="Text 10">
            <a:extLst xmlns:a="http://schemas.openxmlformats.org/drawingml/2006/main">
              <a:ext uri="{FF2B5EF4-FFF2-40B4-BE49-F238E27FC236}">
                <a16:creationId xmlns:a16="http://schemas.microsoft.com/office/drawing/2014/main" id="{6B03F9FB-78B5-4274-B7AF-2E50C6E580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20024" y="2700292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99" name="Text −1">
            <a:extLst xmlns:a="http://schemas.openxmlformats.org/drawingml/2006/main">
              <a:ext uri="{FF2B5EF4-FFF2-40B4-BE49-F238E27FC236}">
                <a16:creationId xmlns:a16="http://schemas.microsoft.com/office/drawing/2014/main" id="{BEFDD2D8-E7F2-4001-A6C8-D5B2749D09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28093" y="2687176"/>
            <a:ext cx="77441" cy="44278"/>
          </a:xfrm>
          <a:custGeom xmlns:a="http://schemas.openxmlformats.org/drawingml/2006/main">
            <a:pathLst>
              <a:path w="77441" h="44278">
                <a:moveTo>
                  <a:pt x="0" y="22702"/>
                </a:moveTo>
                <a:lnTo>
                  <a:pt x="37995" y="22702"/>
                </a:lnTo>
                <a:lnTo>
                  <a:pt x="37995" y="27740"/>
                </a:lnTo>
                <a:lnTo>
                  <a:pt x="0" y="27740"/>
                </a:lnTo>
                <a:lnTo>
                  <a:pt x="0" y="22702"/>
                </a:lnTo>
                <a:close/>
                <a:moveTo>
                  <a:pt x="51953" y="39239"/>
                </a:moveTo>
                <a:lnTo>
                  <a:pt x="61733" y="39239"/>
                </a:lnTo>
                <a:lnTo>
                  <a:pt x="61733" y="5453"/>
                </a:lnTo>
                <a:lnTo>
                  <a:pt x="51094" y="7587"/>
                </a:lnTo>
                <a:lnTo>
                  <a:pt x="51094" y="2134"/>
                </a:lnTo>
                <a:lnTo>
                  <a:pt x="61674" y="0"/>
                </a:lnTo>
                <a:lnTo>
                  <a:pt x="67661" y="0"/>
                </a:lnTo>
                <a:lnTo>
                  <a:pt x="67661" y="39239"/>
                </a:lnTo>
                <a:lnTo>
                  <a:pt x="77441" y="39239"/>
                </a:lnTo>
                <a:lnTo>
                  <a:pt x="77441" y="44278"/>
                </a:lnTo>
                <a:lnTo>
                  <a:pt x="51953" y="44278"/>
                </a:lnTo>
                <a:lnTo>
                  <a:pt x="51953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5ADB2E-730D-4161-A9A0-16A5FD2E8A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45335" y="2423355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FEA658-1441-4764-A901-4E535C5E7C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45335" y="2423355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5802" name="Text 10">
            <a:extLst xmlns:a="http://schemas.openxmlformats.org/drawingml/2006/main">
              <a:ext uri="{FF2B5EF4-FFF2-40B4-BE49-F238E27FC236}">
                <a16:creationId xmlns:a16="http://schemas.microsoft.com/office/drawing/2014/main" id="{B3B3B3B2-24D8-4DED-8C52-771269C21C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70605" y="2392081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03" name="Text 0">
            <a:extLst xmlns:a="http://schemas.openxmlformats.org/drawingml/2006/main">
              <a:ext uri="{FF2B5EF4-FFF2-40B4-BE49-F238E27FC236}">
                <a16:creationId xmlns:a16="http://schemas.microsoft.com/office/drawing/2014/main" id="{5F33E39A-25B8-41D0-9EAF-2110AC7087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76244" y="2378194"/>
            <a:ext cx="30585" cy="45937"/>
          </a:xfrm>
          <a:custGeom xmlns:a="http://schemas.openxmlformats.org/drawingml/2006/main">
            <a:pathLst>
              <a:path w="30585" h="45937">
                <a:moveTo>
                  <a:pt x="15293" y="4742"/>
                </a:moveTo>
                <a:cubicBezTo>
                  <a:pt x="12210" y="4742"/>
                  <a:pt x="9894" y="6260"/>
                  <a:pt x="8343" y="9295"/>
                </a:cubicBezTo>
                <a:cubicBezTo>
                  <a:pt x="6792" y="12330"/>
                  <a:pt x="6016" y="16893"/>
                  <a:pt x="6016" y="22983"/>
                </a:cubicBezTo>
                <a:cubicBezTo>
                  <a:pt x="6016" y="29054"/>
                  <a:pt x="6792" y="33607"/>
                  <a:pt x="8343" y="36642"/>
                </a:cubicBezTo>
                <a:cubicBezTo>
                  <a:pt x="9894" y="39678"/>
                  <a:pt x="12210" y="41195"/>
                  <a:pt x="15293" y="41195"/>
                </a:cubicBezTo>
                <a:cubicBezTo>
                  <a:pt x="18395" y="41195"/>
                  <a:pt x="20721" y="39678"/>
                  <a:pt x="22272" y="36642"/>
                </a:cubicBezTo>
                <a:cubicBezTo>
                  <a:pt x="23823" y="33607"/>
                  <a:pt x="24599" y="29054"/>
                  <a:pt x="24599" y="22983"/>
                </a:cubicBezTo>
                <a:cubicBezTo>
                  <a:pt x="24599" y="16893"/>
                  <a:pt x="23823" y="12330"/>
                  <a:pt x="22272" y="9295"/>
                </a:cubicBezTo>
                <a:cubicBezTo>
                  <a:pt x="20721" y="6260"/>
                  <a:pt x="18395" y="4742"/>
                  <a:pt x="15293" y="4742"/>
                </a:cubicBezTo>
                <a:moveTo>
                  <a:pt x="15293" y="0"/>
                </a:moveTo>
                <a:cubicBezTo>
                  <a:pt x="20252" y="0"/>
                  <a:pt x="24040" y="1962"/>
                  <a:pt x="26658" y="5887"/>
                </a:cubicBezTo>
                <a:cubicBezTo>
                  <a:pt x="29276" y="9811"/>
                  <a:pt x="30585" y="15510"/>
                  <a:pt x="30585" y="22983"/>
                </a:cubicBezTo>
                <a:cubicBezTo>
                  <a:pt x="30585" y="30437"/>
                  <a:pt x="29276" y="36126"/>
                  <a:pt x="26658" y="40051"/>
                </a:cubicBezTo>
                <a:cubicBezTo>
                  <a:pt x="24040" y="43975"/>
                  <a:pt x="20252" y="45937"/>
                  <a:pt x="15293" y="45937"/>
                </a:cubicBezTo>
                <a:cubicBezTo>
                  <a:pt x="10333" y="45937"/>
                  <a:pt x="6545" y="43975"/>
                  <a:pt x="3927" y="40051"/>
                </a:cubicBezTo>
                <a:cubicBezTo>
                  <a:pt x="1309" y="36126"/>
                  <a:pt x="0" y="30437"/>
                  <a:pt x="0" y="22983"/>
                </a:cubicBezTo>
                <a:cubicBezTo>
                  <a:pt x="0" y="15510"/>
                  <a:pt x="1309" y="9811"/>
                  <a:pt x="3927" y="5887"/>
                </a:cubicBezTo>
                <a:cubicBezTo>
                  <a:pt x="6545" y="1962"/>
                  <a:pt x="10333" y="0"/>
                  <a:pt x="1529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29B349-D112-4BA2-A06C-45FD7EBE2E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45335" y="2114353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ECBE5E-0A65-4DB3-81F1-F51C51DC08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45335" y="2114353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5806" name="Text 10">
            <a:extLst xmlns:a="http://schemas.openxmlformats.org/drawingml/2006/main">
              <a:ext uri="{FF2B5EF4-FFF2-40B4-BE49-F238E27FC236}">
                <a16:creationId xmlns:a16="http://schemas.microsoft.com/office/drawing/2014/main" id="{669D5F32-06FA-46B0-BD00-F42BF1B76B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70605" y="2082289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07" name="Text 1">
            <a:extLst xmlns:a="http://schemas.openxmlformats.org/drawingml/2006/main">
              <a:ext uri="{FF2B5EF4-FFF2-40B4-BE49-F238E27FC236}">
                <a16:creationId xmlns:a16="http://schemas.microsoft.com/office/drawing/2014/main" id="{3F9E1DB9-172E-4CDB-92B8-8191FCC69A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78911" y="2069173"/>
            <a:ext cx="26347" cy="44278"/>
          </a:xfrm>
          <a:custGeom xmlns:a="http://schemas.openxmlformats.org/drawingml/2006/main">
            <a:pathLst>
              <a:path w="26347" h="44278">
                <a:moveTo>
                  <a:pt x="859" y="39239"/>
                </a:moveTo>
                <a:lnTo>
                  <a:pt x="10640" y="39239"/>
                </a:lnTo>
                <a:lnTo>
                  <a:pt x="10640" y="5453"/>
                </a:lnTo>
                <a:lnTo>
                  <a:pt x="0" y="7587"/>
                </a:lnTo>
                <a:lnTo>
                  <a:pt x="0" y="2134"/>
                </a:lnTo>
                <a:lnTo>
                  <a:pt x="10580" y="0"/>
                </a:lnTo>
                <a:lnTo>
                  <a:pt x="16567" y="0"/>
                </a:lnTo>
                <a:lnTo>
                  <a:pt x="16567" y="39239"/>
                </a:lnTo>
                <a:lnTo>
                  <a:pt x="26347" y="39239"/>
                </a:lnTo>
                <a:lnTo>
                  <a:pt x="26347" y="44278"/>
                </a:lnTo>
                <a:lnTo>
                  <a:pt x="859" y="44278"/>
                </a:lnTo>
                <a:lnTo>
                  <a:pt x="859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920C5D-0445-4380-82AE-0C2666E81E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307225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6A1ED6-487B-48AB-89C1-C8C169AEE2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307225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8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D6718D-2066-4469-94C4-0F9B4E0A3B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306882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DA2C5C-6473-4BC3-8BCE-F42A06406A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306882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8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74C0AF-42FF-40BD-B9DB-813A1BA48C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306539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9AA9E6-B51E-4406-90DC-A548C9CDEE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306539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8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AC20D7-EF3D-41C6-848A-23849CCB1B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306195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E3934C-6883-4000-9277-F52E6B2001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306195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8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354049-F9EF-4C6C-A963-C07717F5B2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305852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374590-97A6-4659-ACDE-AF7D83BB48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305852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8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20AFA9-D1C4-484D-BFAD-BF33F62EC2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305509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B4D3E8-400C-4235-A4AC-3E812651C6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305509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8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C9D717-BA27-40B2-A0CE-664081CC15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305165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33B78B-5C6A-4136-95A7-A6157DEF29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305165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8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A71F12-DFEE-489A-9607-442F5C59E2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304822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16BAC0-B6C6-4B17-AC2D-A122902589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304822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8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BA56B0-910C-4118-89DA-BF04D17A1C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304479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BF4F00-8EEC-432A-B234-A00FAF2F4D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304479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8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807FC4-F8F2-4653-9DDE-8629A182AC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304135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4EFB2A-C5F7-478F-95A5-93B4957657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304135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8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F66C41-3CAC-4656-A171-969011A185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300702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02B3ED-D69A-4B72-86DA-BFCF418470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300702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8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72F53A-25DC-440D-A469-2DF3C775E1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297269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E99B53-B2D6-40A4-83DA-6DD812E81B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297269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8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B8C480-3922-4317-A7DC-E599AD0AFB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293835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F721D0-1F0B-4DA3-9205-A40033F04F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293835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8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19D46D-A63F-4C95-AE94-656371E20B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290402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8718DB-B257-42FB-A98B-5A9F4B4A68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290402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8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5D5DE5-774B-472B-A757-D938447277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286969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2C8C75-7453-4CFE-8330-83C841F246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286969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8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626E5B-7913-4034-8F18-6C4F1D6F09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283535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C7E036-64F3-4850-BDC4-39CDD1E878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283535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8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1219AC-895B-4B8E-8FFE-5D14E54424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280102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DE3BFB-C01B-471A-AADE-5CE2A2B817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280102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8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09490C-69A8-4F59-A3A8-6A0C450641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276669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CB9B69-1634-4AEC-8988-1C64E38AFF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276669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8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6C0601-8FE3-4EEE-8146-6253F64A27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273235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397780-F025-43F7-A611-8DF514AD79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273235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8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A46F09-40CC-43B2-B353-DCEB397960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263933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E50B6C-2F1E-4CF5-88F8-2ADF14447F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263933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8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ACC86C-E8A4-49C1-91D8-BCADA07FA6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258492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8C136E-2FE7-4D41-A24A-9F7BF843C1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258492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8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6E67A5-700C-474D-AE39-2C7D556847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254631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F20DBF-72CA-4CFD-821F-003F43E4E6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254631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8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15982B-8D3A-4957-A0BB-4646EAFCC5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251637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9B1EBE-2A97-4D0C-8300-94047BEAF3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251637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8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4CE8A3-6211-40E6-9891-8185274192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249190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C2982F-DBF2-4758-BDE9-E8CF20F8EB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249190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8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98C799-6462-4FD0-80C3-3C089AF7D4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247122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C5577B-9F7B-45BB-9E9E-0A85F6EBD4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247122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8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BFA5CB-F252-4729-BA20-AF346BEC90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245330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368176-E132-45E2-A855-CA7925F541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245330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8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A4F357-7E73-435E-AF93-879C4344BD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243749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2BAEF1-0425-4C4C-A57C-726AA55F56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243749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8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3A8140-7AB2-412B-AFB8-A6751BA228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242335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AF6DE7-CBD2-4FDD-A85E-5BBD1F937A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242335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8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D8DC86-EFEF-418D-8E66-49640C7B30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233033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99BBD0-6BD9-4CE4-ADB0-1DB97ED3EE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233033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8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BC849E-2D17-4482-81EB-1D3DB11383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227592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A84C21-709D-49F7-A82C-B786FCE84A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227592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8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46AC9F-ED85-4564-B3A3-66035FF8EC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223731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3D5AD7-2D11-438D-8280-BCCD2D2380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223731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8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0762A2-F2E2-4E79-91F3-8985F1A1B7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220737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3E217E-3F59-4567-91E6-E3EE64FCC0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220737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8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9173C6-C9BF-4F4C-8271-9992F30B56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218290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E4B53B-D419-482B-8341-9B42994F15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218290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8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6BD9C5-94F5-4483-8AA9-C3D7644915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216221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18CC5D-4E87-4529-9162-4778F3BBE7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216221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8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8AC248-7160-42DA-9170-B3F5F3A451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214429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92183A-8A30-4585-A223-F0B6C700D2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214429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8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BF2158-84D3-4DA8-A119-D1523D1F9D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212849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3FC993-CCF6-40B2-94DF-15BED5B483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212849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8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F5ED37-F055-4536-AB01-4BE0D938D3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211435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FBA90F-948D-45E6-B28B-DFBAB8A6A0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211435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8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E407B7-CF6C-4087-8D51-1B91CB2F36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202133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D506BB-686F-4FA2-B0BF-CD78FA06D3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202133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8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E3B749-CA18-43C6-B9C5-66899E31DF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196692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51BD62-E151-47B8-8520-903C1C0714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196692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8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AEE0F3-87C2-4692-80E0-26C4DB764C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192831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79AEE4-D9A8-49BE-831F-EA6C8BA1CE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192831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8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78F454-28EE-4EF4-A3C0-9BF564CB50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189837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76A6B1-2036-4BF8-949A-98108D1C44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189837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8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284AE5-DB1E-4EDF-82F4-F06EDB3C8D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187390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65B668-BE31-42BC-8200-3B62E9192A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561" y="187390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5892" name="Text g">
            <a:extLst xmlns:a="http://schemas.openxmlformats.org/drawingml/2006/main">
              <a:ext uri="{FF2B5EF4-FFF2-40B4-BE49-F238E27FC236}">
                <a16:creationId xmlns:a16="http://schemas.microsoft.com/office/drawing/2014/main" id="{52F3BD43-F627-4480-B396-A7BDB22B1E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03891" y="2580376"/>
            <a:ext cx="77747" cy="49444"/>
          </a:xfrm>
          <a:custGeom xmlns:a="http://schemas.openxmlformats.org/drawingml/2006/main">
            <a:pathLst>
              <a:path w="77747" h="49444">
                <a:moveTo>
                  <a:pt x="28377" y="9089"/>
                </a:moveTo>
                <a:cubicBezTo>
                  <a:pt x="21783" y="9089"/>
                  <a:pt x="16673" y="10447"/>
                  <a:pt x="13046" y="13164"/>
                </a:cubicBezTo>
                <a:cubicBezTo>
                  <a:pt x="9420" y="15880"/>
                  <a:pt x="7607" y="19692"/>
                  <a:pt x="7607" y="24599"/>
                </a:cubicBezTo>
                <a:cubicBezTo>
                  <a:pt x="7607" y="29472"/>
                  <a:pt x="9420" y="33267"/>
                  <a:pt x="13046" y="35984"/>
                </a:cubicBezTo>
                <a:cubicBezTo>
                  <a:pt x="16673" y="38701"/>
                  <a:pt x="21783" y="40059"/>
                  <a:pt x="28377" y="40059"/>
                </a:cubicBezTo>
                <a:cubicBezTo>
                  <a:pt x="34939" y="40059"/>
                  <a:pt x="40032" y="38701"/>
                  <a:pt x="43659" y="35984"/>
                </a:cubicBezTo>
                <a:cubicBezTo>
                  <a:pt x="47285" y="33267"/>
                  <a:pt x="49098" y="29472"/>
                  <a:pt x="49098" y="24599"/>
                </a:cubicBezTo>
                <a:cubicBezTo>
                  <a:pt x="49098" y="19692"/>
                  <a:pt x="47285" y="15880"/>
                  <a:pt x="43659" y="13164"/>
                </a:cubicBezTo>
                <a:cubicBezTo>
                  <a:pt x="40032" y="10447"/>
                  <a:pt x="34939" y="9089"/>
                  <a:pt x="28377" y="9089"/>
                </a:cubicBezTo>
                <a:moveTo>
                  <a:pt x="49839" y="0"/>
                </a:moveTo>
                <a:cubicBezTo>
                  <a:pt x="59257" y="0"/>
                  <a:pt x="66263" y="2091"/>
                  <a:pt x="70857" y="6273"/>
                </a:cubicBezTo>
                <a:cubicBezTo>
                  <a:pt x="75451" y="10455"/>
                  <a:pt x="77747" y="16860"/>
                  <a:pt x="77747" y="25488"/>
                </a:cubicBezTo>
                <a:cubicBezTo>
                  <a:pt x="77747" y="28682"/>
                  <a:pt x="77513" y="31695"/>
                  <a:pt x="77044" y="34527"/>
                </a:cubicBezTo>
                <a:cubicBezTo>
                  <a:pt x="76574" y="37359"/>
                  <a:pt x="75854" y="40109"/>
                  <a:pt x="74883" y="42776"/>
                </a:cubicBezTo>
                <a:lnTo>
                  <a:pt x="65992" y="42776"/>
                </a:lnTo>
                <a:cubicBezTo>
                  <a:pt x="67440" y="40109"/>
                  <a:pt x="68511" y="37474"/>
                  <a:pt x="69202" y="34873"/>
                </a:cubicBezTo>
                <a:cubicBezTo>
                  <a:pt x="69894" y="32271"/>
                  <a:pt x="70239" y="29620"/>
                  <a:pt x="70239" y="26920"/>
                </a:cubicBezTo>
                <a:cubicBezTo>
                  <a:pt x="70239" y="20960"/>
                  <a:pt x="68684" y="16498"/>
                  <a:pt x="65572" y="13534"/>
                </a:cubicBezTo>
                <a:cubicBezTo>
                  <a:pt x="62460" y="10570"/>
                  <a:pt x="57759" y="9089"/>
                  <a:pt x="51469" y="9089"/>
                </a:cubicBezTo>
                <a:lnTo>
                  <a:pt x="46925" y="9089"/>
                </a:lnTo>
                <a:cubicBezTo>
                  <a:pt x="50202" y="10966"/>
                  <a:pt x="52651" y="13370"/>
                  <a:pt x="54273" y="16300"/>
                </a:cubicBezTo>
                <a:cubicBezTo>
                  <a:pt x="55894" y="19231"/>
                  <a:pt x="56705" y="22738"/>
                  <a:pt x="56705" y="26821"/>
                </a:cubicBezTo>
                <a:cubicBezTo>
                  <a:pt x="56705" y="33605"/>
                  <a:pt x="54118" y="39071"/>
                  <a:pt x="48944" y="43220"/>
                </a:cubicBezTo>
                <a:cubicBezTo>
                  <a:pt x="43769" y="47370"/>
                  <a:pt x="36913" y="49444"/>
                  <a:pt x="28377" y="49444"/>
                </a:cubicBezTo>
                <a:cubicBezTo>
                  <a:pt x="19808" y="49444"/>
                  <a:pt x="12937" y="47370"/>
                  <a:pt x="7763" y="43220"/>
                </a:cubicBezTo>
                <a:cubicBezTo>
                  <a:pt x="2588" y="39071"/>
                  <a:pt x="0" y="33605"/>
                  <a:pt x="0" y="26821"/>
                </a:cubicBezTo>
                <a:cubicBezTo>
                  <a:pt x="0" y="22738"/>
                  <a:pt x="811" y="19231"/>
                  <a:pt x="2433" y="16300"/>
                </a:cubicBezTo>
                <a:cubicBezTo>
                  <a:pt x="4054" y="13370"/>
                  <a:pt x="6504" y="10966"/>
                  <a:pt x="9780" y="9089"/>
                </a:cubicBezTo>
                <a:lnTo>
                  <a:pt x="1383" y="9089"/>
                </a:lnTo>
                <a:lnTo>
                  <a:pt x="1383" y="0"/>
                </a:lnTo>
                <a:lnTo>
                  <a:pt x="49839" y="0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93" name="Text o">
            <a:extLst xmlns:a="http://schemas.openxmlformats.org/drawingml/2006/main">
              <a:ext uri="{FF2B5EF4-FFF2-40B4-BE49-F238E27FC236}">
                <a16:creationId xmlns:a16="http://schemas.microsoft.com/office/drawing/2014/main" id="{3D2639EB-609A-4970-9FC7-DDFAA2F27B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03891" y="2514805"/>
            <a:ext cx="58187" cy="50778"/>
          </a:xfrm>
          <a:custGeom xmlns:a="http://schemas.openxmlformats.org/drawingml/2006/main">
            <a:pathLst>
              <a:path w="58187" h="50778">
                <a:moveTo>
                  <a:pt x="7706" y="25389"/>
                </a:moveTo>
                <a:cubicBezTo>
                  <a:pt x="7706" y="30263"/>
                  <a:pt x="9612" y="34115"/>
                  <a:pt x="13425" y="36947"/>
                </a:cubicBezTo>
                <a:cubicBezTo>
                  <a:pt x="17236" y="39779"/>
                  <a:pt x="22459" y="41195"/>
                  <a:pt x="29094" y="41195"/>
                </a:cubicBezTo>
                <a:cubicBezTo>
                  <a:pt x="35728" y="41195"/>
                  <a:pt x="40951" y="39788"/>
                  <a:pt x="44764" y="36972"/>
                </a:cubicBezTo>
                <a:cubicBezTo>
                  <a:pt x="48576" y="34157"/>
                  <a:pt x="50482" y="30296"/>
                  <a:pt x="50482" y="25389"/>
                </a:cubicBezTo>
                <a:cubicBezTo>
                  <a:pt x="50482" y="20548"/>
                  <a:pt x="48567" y="16712"/>
                  <a:pt x="44739" y="13880"/>
                </a:cubicBezTo>
                <a:cubicBezTo>
                  <a:pt x="40910" y="11048"/>
                  <a:pt x="35695" y="9632"/>
                  <a:pt x="29094" y="9632"/>
                </a:cubicBezTo>
                <a:cubicBezTo>
                  <a:pt x="22525" y="9632"/>
                  <a:pt x="17319" y="11048"/>
                  <a:pt x="13474" y="13880"/>
                </a:cubicBezTo>
                <a:cubicBezTo>
                  <a:pt x="9628" y="16712"/>
                  <a:pt x="7706" y="20548"/>
                  <a:pt x="7706" y="25389"/>
                </a:cubicBezTo>
                <a:moveTo>
                  <a:pt x="0" y="25389"/>
                </a:moveTo>
                <a:cubicBezTo>
                  <a:pt x="0" y="17486"/>
                  <a:pt x="2573" y="11278"/>
                  <a:pt x="7719" y="6767"/>
                </a:cubicBezTo>
                <a:cubicBezTo>
                  <a:pt x="12865" y="2256"/>
                  <a:pt x="19989" y="0"/>
                  <a:pt x="29094" y="0"/>
                </a:cubicBezTo>
                <a:cubicBezTo>
                  <a:pt x="38165" y="0"/>
                  <a:pt x="45282" y="2256"/>
                  <a:pt x="50444" y="6767"/>
                </a:cubicBezTo>
                <a:cubicBezTo>
                  <a:pt x="55606" y="11278"/>
                  <a:pt x="58187" y="17486"/>
                  <a:pt x="58187" y="25389"/>
                </a:cubicBezTo>
                <a:cubicBezTo>
                  <a:pt x="58187" y="33325"/>
                  <a:pt x="55606" y="39541"/>
                  <a:pt x="50444" y="44036"/>
                </a:cubicBezTo>
                <a:cubicBezTo>
                  <a:pt x="45282" y="48530"/>
                  <a:pt x="38165" y="50778"/>
                  <a:pt x="29094" y="50778"/>
                </a:cubicBezTo>
                <a:cubicBezTo>
                  <a:pt x="19989" y="50778"/>
                  <a:pt x="12865" y="48530"/>
                  <a:pt x="7719" y="44036"/>
                </a:cubicBezTo>
                <a:cubicBezTo>
                  <a:pt x="2573" y="39541"/>
                  <a:pt x="0" y="33325"/>
                  <a:pt x="0" y="25389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94" name="Text S">
            <a:extLst xmlns:a="http://schemas.openxmlformats.org/drawingml/2006/main">
              <a:ext uri="{FF2B5EF4-FFF2-40B4-BE49-F238E27FC236}">
                <a16:creationId xmlns:a16="http://schemas.microsoft.com/office/drawing/2014/main" id="{9D239B12-B409-483A-B14A-A784528B1E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85516" y="2450672"/>
            <a:ext cx="76562" cy="51914"/>
          </a:xfrm>
          <a:custGeom xmlns:a="http://schemas.openxmlformats.org/drawingml/2006/main">
            <a:pathLst>
              <a:path w="76562" h="51914">
                <a:moveTo>
                  <a:pt x="3754" y="4446"/>
                </a:moveTo>
                <a:lnTo>
                  <a:pt x="13534" y="4446"/>
                </a:lnTo>
                <a:cubicBezTo>
                  <a:pt x="11707" y="8232"/>
                  <a:pt x="10344" y="11805"/>
                  <a:pt x="9447" y="15164"/>
                </a:cubicBezTo>
                <a:cubicBezTo>
                  <a:pt x="8549" y="18523"/>
                  <a:pt x="8101" y="21767"/>
                  <a:pt x="8101" y="24895"/>
                </a:cubicBezTo>
                <a:cubicBezTo>
                  <a:pt x="8101" y="30328"/>
                  <a:pt x="9156" y="34519"/>
                  <a:pt x="11267" y="37466"/>
                </a:cubicBezTo>
                <a:cubicBezTo>
                  <a:pt x="13376" y="40413"/>
                  <a:pt x="16376" y="41887"/>
                  <a:pt x="20267" y="41887"/>
                </a:cubicBezTo>
                <a:cubicBezTo>
                  <a:pt x="23532" y="41887"/>
                  <a:pt x="25997" y="40907"/>
                  <a:pt x="27663" y="38948"/>
                </a:cubicBezTo>
                <a:cubicBezTo>
                  <a:pt x="29328" y="36989"/>
                  <a:pt x="30671" y="33276"/>
                  <a:pt x="31693" y="27809"/>
                </a:cubicBezTo>
                <a:lnTo>
                  <a:pt x="32926" y="21783"/>
                </a:lnTo>
                <a:cubicBezTo>
                  <a:pt x="34343" y="14341"/>
                  <a:pt x="36839" y="8850"/>
                  <a:pt x="40414" y="5310"/>
                </a:cubicBezTo>
                <a:cubicBezTo>
                  <a:pt x="43988" y="1770"/>
                  <a:pt x="48773" y="0"/>
                  <a:pt x="54770" y="0"/>
                </a:cubicBezTo>
                <a:cubicBezTo>
                  <a:pt x="61918" y="0"/>
                  <a:pt x="67338" y="2396"/>
                  <a:pt x="71028" y="7187"/>
                </a:cubicBezTo>
                <a:cubicBezTo>
                  <a:pt x="74717" y="11978"/>
                  <a:pt x="76562" y="19001"/>
                  <a:pt x="76562" y="28254"/>
                </a:cubicBezTo>
                <a:cubicBezTo>
                  <a:pt x="76562" y="31744"/>
                  <a:pt x="76163" y="35457"/>
                  <a:pt x="75364" y="39392"/>
                </a:cubicBezTo>
                <a:cubicBezTo>
                  <a:pt x="74566" y="43328"/>
                  <a:pt x="73384" y="47403"/>
                  <a:pt x="71820" y="51618"/>
                </a:cubicBezTo>
                <a:lnTo>
                  <a:pt x="61546" y="51618"/>
                </a:lnTo>
                <a:cubicBezTo>
                  <a:pt x="63835" y="47567"/>
                  <a:pt x="65559" y="43599"/>
                  <a:pt x="66720" y="39713"/>
                </a:cubicBezTo>
                <a:cubicBezTo>
                  <a:pt x="67881" y="35828"/>
                  <a:pt x="68461" y="32008"/>
                  <a:pt x="68461" y="28254"/>
                </a:cubicBezTo>
                <a:cubicBezTo>
                  <a:pt x="68461" y="22557"/>
                  <a:pt x="67341" y="18161"/>
                  <a:pt x="65099" y="15065"/>
                </a:cubicBezTo>
                <a:cubicBezTo>
                  <a:pt x="62857" y="11970"/>
                  <a:pt x="59659" y="10422"/>
                  <a:pt x="55506" y="10422"/>
                </a:cubicBezTo>
                <a:cubicBezTo>
                  <a:pt x="51880" y="10422"/>
                  <a:pt x="49044" y="11534"/>
                  <a:pt x="47001" y="13756"/>
                </a:cubicBezTo>
                <a:cubicBezTo>
                  <a:pt x="44956" y="15979"/>
                  <a:pt x="43423" y="19626"/>
                  <a:pt x="42401" y="24697"/>
                </a:cubicBezTo>
                <a:lnTo>
                  <a:pt x="41217" y="30773"/>
                </a:lnTo>
                <a:cubicBezTo>
                  <a:pt x="39734" y="38215"/>
                  <a:pt x="37411" y="43599"/>
                  <a:pt x="34249" y="46925"/>
                </a:cubicBezTo>
                <a:cubicBezTo>
                  <a:pt x="31086" y="50251"/>
                  <a:pt x="26687" y="51914"/>
                  <a:pt x="21053" y="51914"/>
                </a:cubicBezTo>
                <a:cubicBezTo>
                  <a:pt x="14530" y="51914"/>
                  <a:pt x="9390" y="49617"/>
                  <a:pt x="5634" y="45023"/>
                </a:cubicBezTo>
                <a:cubicBezTo>
                  <a:pt x="1878" y="40430"/>
                  <a:pt x="0" y="34099"/>
                  <a:pt x="0" y="26031"/>
                </a:cubicBezTo>
                <a:cubicBezTo>
                  <a:pt x="0" y="22573"/>
                  <a:pt x="313" y="19050"/>
                  <a:pt x="938" y="15461"/>
                </a:cubicBezTo>
                <a:cubicBezTo>
                  <a:pt x="1564" y="11871"/>
                  <a:pt x="2503" y="8200"/>
                  <a:pt x="3754" y="4446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95" name="Text A">
            <a:extLst xmlns:a="http://schemas.openxmlformats.org/drawingml/2006/main">
              <a:ext uri="{FF2B5EF4-FFF2-40B4-BE49-F238E27FC236}">
                <a16:creationId xmlns:a16="http://schemas.microsoft.com/office/drawing/2014/main" id="{72A5331F-FE67-4464-801D-DFE355868C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86800" y="2376655"/>
            <a:ext cx="73796" cy="67572"/>
          </a:xfrm>
          <a:custGeom xmlns:a="http://schemas.openxmlformats.org/drawingml/2006/main">
            <a:pathLst>
              <a:path w="73796" h="67572">
                <a:moveTo>
                  <a:pt x="9830" y="33786"/>
                </a:moveTo>
                <a:lnTo>
                  <a:pt x="46530" y="47320"/>
                </a:lnTo>
                <a:lnTo>
                  <a:pt x="46530" y="20202"/>
                </a:lnTo>
                <a:lnTo>
                  <a:pt x="9830" y="33786"/>
                </a:lnTo>
                <a:moveTo>
                  <a:pt x="0" y="39417"/>
                </a:moveTo>
                <a:lnTo>
                  <a:pt x="0" y="28106"/>
                </a:lnTo>
                <a:lnTo>
                  <a:pt x="73796" y="0"/>
                </a:lnTo>
                <a:lnTo>
                  <a:pt x="73796" y="10373"/>
                </a:lnTo>
                <a:lnTo>
                  <a:pt x="54828" y="17091"/>
                </a:lnTo>
                <a:lnTo>
                  <a:pt x="54828" y="50333"/>
                </a:lnTo>
                <a:lnTo>
                  <a:pt x="73796" y="57051"/>
                </a:lnTo>
                <a:lnTo>
                  <a:pt x="73796" y="67572"/>
                </a:lnTo>
                <a:lnTo>
                  <a:pt x="0" y="39417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96" name="Text T">
            <a:extLst xmlns:a="http://schemas.openxmlformats.org/drawingml/2006/main">
              <a:ext uri="{FF2B5EF4-FFF2-40B4-BE49-F238E27FC236}">
                <a16:creationId xmlns:a16="http://schemas.microsoft.com/office/drawing/2014/main" id="{BD7BB83F-7274-4C68-B3EA-908FE1D187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86800" y="2313734"/>
            <a:ext cx="73796" cy="62386"/>
          </a:xfrm>
          <a:custGeom xmlns:a="http://schemas.openxmlformats.org/drawingml/2006/main">
            <a:pathLst>
              <a:path w="73796" h="62386">
                <a:moveTo>
                  <a:pt x="0" y="62386"/>
                </a:moveTo>
                <a:lnTo>
                  <a:pt x="0" y="0"/>
                </a:lnTo>
                <a:lnTo>
                  <a:pt x="8397" y="0"/>
                </a:lnTo>
                <a:lnTo>
                  <a:pt x="8397" y="26179"/>
                </a:lnTo>
                <a:lnTo>
                  <a:pt x="73796" y="26179"/>
                </a:lnTo>
                <a:lnTo>
                  <a:pt x="73796" y="36206"/>
                </a:lnTo>
                <a:lnTo>
                  <a:pt x="8397" y="36206"/>
                </a:lnTo>
                <a:lnTo>
                  <a:pt x="8397" y="62386"/>
                </a:lnTo>
                <a:lnTo>
                  <a:pt x="0" y="62386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CDDC15-60B2-4028-842E-9157AEF8BD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67013" y="1873903"/>
            <a:ext cx="1612790" cy="1201788"/>
          </a:xfrm>
          <a:custGeom xmlns:a="http://schemas.openxmlformats.org/drawingml/2006/main">
            <a:pathLst>
              <a:path w="1612790" h="1201788" fill="none">
                <a:moveTo>
                  <a:pt x="0" y="1201788"/>
                </a:moveTo>
                <a:lnTo>
                  <a:pt x="1612790" y="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sq">
            <a:solidFill>
              <a:srgbClr val="000000"/>
            </a:solidFill>
            <a:round/>
          </a:ln>
        </p:spPr>
      </p:sp>
      <p:sp>
        <p:nvSpPr>
          <p:cNvPr id="58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641D60-6887-4AFC-B79E-ED9C77D402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67013" y="1873903"/>
            <a:ext cx="10" cy="1201788"/>
          </a:xfrm>
          <a:custGeom xmlns:a="http://schemas.openxmlformats.org/drawingml/2006/main">
            <a:pathLst>
              <a:path w="1" h="1201788" fill="none">
                <a:moveTo>
                  <a:pt x="0" y="1201788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58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7ED9E7-73E0-43E6-B12B-D5947F3E3F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9803" y="1873903"/>
            <a:ext cx="10" cy="1201788"/>
          </a:xfrm>
          <a:custGeom xmlns:a="http://schemas.openxmlformats.org/drawingml/2006/main">
            <a:pathLst>
              <a:path w="1" h="1201788" fill="none">
                <a:moveTo>
                  <a:pt x="0" y="1201788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59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877C64-35C3-45C0-A616-76DBFEFFFA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67013" y="3075692"/>
            <a:ext cx="1612790" cy="10"/>
          </a:xfrm>
          <a:custGeom xmlns:a="http://schemas.openxmlformats.org/drawingml/2006/main">
            <a:pathLst>
              <a:path w="1612790" h="1" fill="none">
                <a:moveTo>
                  <a:pt x="0" y="0"/>
                </a:moveTo>
                <a:lnTo>
                  <a:pt x="161279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59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87D8B8-11E8-45B5-B26C-C107382784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67013" y="1873903"/>
            <a:ext cx="1612790" cy="10"/>
          </a:xfrm>
          <a:custGeom xmlns:a="http://schemas.openxmlformats.org/drawingml/2006/main">
            <a:pathLst>
              <a:path w="1612790" h="1" fill="none">
                <a:moveTo>
                  <a:pt x="0" y="0"/>
                </a:moveTo>
                <a:lnTo>
                  <a:pt x="161279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5902" name="Text 107">
            <a:extLst xmlns:a="http://schemas.openxmlformats.org/drawingml/2006/main">
              <a:ext uri="{FF2B5EF4-FFF2-40B4-BE49-F238E27FC236}">
                <a16:creationId xmlns:a16="http://schemas.microsoft.com/office/drawing/2014/main" id="{9CD7F914-7063-4022-BE22-D01CC292EE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28993" y="2253571"/>
            <a:ext cx="371315" cy="164061"/>
          </a:xfrm>
          <a:custGeom xmlns:a="http://schemas.openxmlformats.org/drawingml/2006/main">
            <a:pathLst>
              <a:path w="371315" h="164061">
                <a:moveTo>
                  <a:pt x="3070" y="142892"/>
                </a:moveTo>
                <a:lnTo>
                  <a:pt x="37999" y="142892"/>
                </a:lnTo>
                <a:lnTo>
                  <a:pt x="37999" y="22228"/>
                </a:lnTo>
                <a:lnTo>
                  <a:pt x="0" y="29849"/>
                </a:lnTo>
                <a:lnTo>
                  <a:pt x="0" y="10373"/>
                </a:lnTo>
                <a:lnTo>
                  <a:pt x="37787" y="2752"/>
                </a:lnTo>
                <a:lnTo>
                  <a:pt x="59168" y="2752"/>
                </a:lnTo>
                <a:lnTo>
                  <a:pt x="59168" y="142892"/>
                </a:lnTo>
                <a:lnTo>
                  <a:pt x="94097" y="142892"/>
                </a:lnTo>
                <a:lnTo>
                  <a:pt x="94097" y="160886"/>
                </a:lnTo>
                <a:lnTo>
                  <a:pt x="3070" y="160886"/>
                </a:lnTo>
                <a:lnTo>
                  <a:pt x="3070" y="142892"/>
                </a:lnTo>
                <a:close/>
                <a:moveTo>
                  <a:pt x="182959" y="16935"/>
                </a:moveTo>
                <a:cubicBezTo>
                  <a:pt x="171951" y="16935"/>
                  <a:pt x="163677" y="22356"/>
                  <a:pt x="158138" y="33196"/>
                </a:cubicBezTo>
                <a:cubicBezTo>
                  <a:pt x="152598" y="44036"/>
                  <a:pt x="149829" y="60332"/>
                  <a:pt x="149829" y="82084"/>
                </a:cubicBezTo>
                <a:cubicBezTo>
                  <a:pt x="149829" y="103764"/>
                  <a:pt x="152598" y="120025"/>
                  <a:pt x="158138" y="130865"/>
                </a:cubicBezTo>
                <a:cubicBezTo>
                  <a:pt x="163677" y="141706"/>
                  <a:pt x="171951" y="147126"/>
                  <a:pt x="182959" y="147126"/>
                </a:cubicBezTo>
                <a:cubicBezTo>
                  <a:pt x="194037" y="147126"/>
                  <a:pt x="202346" y="141706"/>
                  <a:pt x="207885" y="130865"/>
                </a:cubicBezTo>
                <a:cubicBezTo>
                  <a:pt x="213425" y="120025"/>
                  <a:pt x="216194" y="103764"/>
                  <a:pt x="216194" y="82084"/>
                </a:cubicBezTo>
                <a:cubicBezTo>
                  <a:pt x="216194" y="60332"/>
                  <a:pt x="213425" y="44036"/>
                  <a:pt x="207885" y="33196"/>
                </a:cubicBezTo>
                <a:cubicBezTo>
                  <a:pt x="202346" y="22356"/>
                  <a:pt x="194037" y="16935"/>
                  <a:pt x="182959" y="16935"/>
                </a:cubicBezTo>
                <a:moveTo>
                  <a:pt x="182959" y="0"/>
                </a:moveTo>
                <a:cubicBezTo>
                  <a:pt x="200670" y="0"/>
                  <a:pt x="214201" y="7008"/>
                  <a:pt x="223551" y="21024"/>
                </a:cubicBezTo>
                <a:cubicBezTo>
                  <a:pt x="232900" y="35039"/>
                  <a:pt x="237575" y="55393"/>
                  <a:pt x="237575" y="82084"/>
                </a:cubicBezTo>
                <a:cubicBezTo>
                  <a:pt x="237575" y="108704"/>
                  <a:pt x="232900" y="129022"/>
                  <a:pt x="223551" y="143038"/>
                </a:cubicBezTo>
                <a:cubicBezTo>
                  <a:pt x="214201" y="157054"/>
                  <a:pt x="200670" y="164061"/>
                  <a:pt x="182959" y="164061"/>
                </a:cubicBezTo>
                <a:cubicBezTo>
                  <a:pt x="165247" y="164061"/>
                  <a:pt x="151716" y="157054"/>
                  <a:pt x="142367" y="143038"/>
                </a:cubicBezTo>
                <a:cubicBezTo>
                  <a:pt x="133017" y="129022"/>
                  <a:pt x="128342" y="108704"/>
                  <a:pt x="128342" y="82084"/>
                </a:cubicBezTo>
                <a:cubicBezTo>
                  <a:pt x="128342" y="55393"/>
                  <a:pt x="133017" y="35039"/>
                  <a:pt x="142367" y="21024"/>
                </a:cubicBezTo>
                <a:cubicBezTo>
                  <a:pt x="151716" y="7008"/>
                  <a:pt x="165247" y="0"/>
                  <a:pt x="182959" y="0"/>
                </a:cubicBezTo>
                <a:close/>
                <a:moveTo>
                  <a:pt x="269702" y="2752"/>
                </a:moveTo>
                <a:lnTo>
                  <a:pt x="371315" y="2752"/>
                </a:lnTo>
                <a:lnTo>
                  <a:pt x="371315" y="11861"/>
                </a:lnTo>
                <a:lnTo>
                  <a:pt x="313946" y="160886"/>
                </a:lnTo>
                <a:lnTo>
                  <a:pt x="291613" y="160886"/>
                </a:lnTo>
                <a:lnTo>
                  <a:pt x="345594" y="20746"/>
                </a:lnTo>
                <a:lnTo>
                  <a:pt x="269702" y="20746"/>
                </a:lnTo>
                <a:lnTo>
                  <a:pt x="269702" y="2752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03" name="Text 11">
            <a:extLst xmlns:a="http://schemas.openxmlformats.org/drawingml/2006/main">
              <a:ext uri="{FF2B5EF4-FFF2-40B4-BE49-F238E27FC236}">
                <a16:creationId xmlns:a16="http://schemas.microsoft.com/office/drawing/2014/main" id="{2D5E9526-9298-4EC0-930D-1621F4BCE8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20535" y="2496681"/>
            <a:ext cx="231964" cy="158134"/>
          </a:xfrm>
          <a:custGeom xmlns:a="http://schemas.openxmlformats.org/drawingml/2006/main">
            <a:pathLst>
              <a:path w="231964" h="158134">
                <a:moveTo>
                  <a:pt x="3070" y="140140"/>
                </a:moveTo>
                <a:lnTo>
                  <a:pt x="37999" y="140140"/>
                </a:lnTo>
                <a:lnTo>
                  <a:pt x="37999" y="19476"/>
                </a:lnTo>
                <a:lnTo>
                  <a:pt x="0" y="27097"/>
                </a:lnTo>
                <a:lnTo>
                  <a:pt x="0" y="7621"/>
                </a:lnTo>
                <a:lnTo>
                  <a:pt x="37787" y="0"/>
                </a:lnTo>
                <a:lnTo>
                  <a:pt x="59168" y="0"/>
                </a:lnTo>
                <a:lnTo>
                  <a:pt x="59168" y="140140"/>
                </a:lnTo>
                <a:lnTo>
                  <a:pt x="94097" y="140140"/>
                </a:lnTo>
                <a:lnTo>
                  <a:pt x="94097" y="158134"/>
                </a:lnTo>
                <a:lnTo>
                  <a:pt x="3070" y="158134"/>
                </a:lnTo>
                <a:lnTo>
                  <a:pt x="3070" y="140140"/>
                </a:lnTo>
                <a:close/>
                <a:moveTo>
                  <a:pt x="140937" y="140140"/>
                </a:moveTo>
                <a:lnTo>
                  <a:pt x="175866" y="140140"/>
                </a:lnTo>
                <a:lnTo>
                  <a:pt x="175866" y="19476"/>
                </a:lnTo>
                <a:lnTo>
                  <a:pt x="137867" y="27097"/>
                </a:lnTo>
                <a:lnTo>
                  <a:pt x="137867" y="7621"/>
                </a:lnTo>
                <a:lnTo>
                  <a:pt x="175654" y="0"/>
                </a:lnTo>
                <a:lnTo>
                  <a:pt x="197035" y="0"/>
                </a:lnTo>
                <a:lnTo>
                  <a:pt x="197035" y="140140"/>
                </a:lnTo>
                <a:lnTo>
                  <a:pt x="231964" y="140140"/>
                </a:lnTo>
                <a:lnTo>
                  <a:pt x="231964" y="158134"/>
                </a:lnTo>
                <a:lnTo>
                  <a:pt x="140937" y="158134"/>
                </a:lnTo>
                <a:lnTo>
                  <a:pt x="140937" y="140140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04" name="Text 47.41Xspeedup">
            <a:extLst xmlns:a="http://schemas.openxmlformats.org/drawingml/2006/main">
              <a:ext uri="{FF2B5EF4-FFF2-40B4-BE49-F238E27FC236}">
                <a16:creationId xmlns:a16="http://schemas.microsoft.com/office/drawing/2014/main" id="{83429E7C-96DF-4B1D-BFD1-3FD1977712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07403" y="1742711"/>
            <a:ext cx="930822" cy="111886"/>
          </a:xfrm>
          <a:custGeom xmlns:a="http://schemas.openxmlformats.org/drawingml/2006/main">
            <a:pathLst>
              <a:path w="930822" h="111886">
                <a:moveTo>
                  <a:pt x="38048" y="13446"/>
                </a:moveTo>
                <a:lnTo>
                  <a:pt x="9258" y="58483"/>
                </a:lnTo>
                <a:lnTo>
                  <a:pt x="38048" y="58483"/>
                </a:lnTo>
                <a:lnTo>
                  <a:pt x="38048" y="13446"/>
                </a:lnTo>
                <a:moveTo>
                  <a:pt x="35056" y="3500"/>
                </a:moveTo>
                <a:lnTo>
                  <a:pt x="49395" y="3500"/>
                </a:lnTo>
                <a:lnTo>
                  <a:pt x="49395" y="58483"/>
                </a:lnTo>
                <a:lnTo>
                  <a:pt x="61419" y="58483"/>
                </a:lnTo>
                <a:lnTo>
                  <a:pt x="61419" y="67967"/>
                </a:lnTo>
                <a:lnTo>
                  <a:pt x="49395" y="67967"/>
                </a:lnTo>
                <a:lnTo>
                  <a:pt x="49395" y="87838"/>
                </a:lnTo>
                <a:lnTo>
                  <a:pt x="38048" y="87838"/>
                </a:lnTo>
                <a:lnTo>
                  <a:pt x="38048" y="67967"/>
                </a:lnTo>
                <a:lnTo>
                  <a:pt x="0" y="67967"/>
                </a:lnTo>
                <a:lnTo>
                  <a:pt x="0" y="56950"/>
                </a:lnTo>
                <a:lnTo>
                  <a:pt x="35056" y="3500"/>
                </a:lnTo>
                <a:close/>
                <a:moveTo>
                  <a:pt x="77367" y="3500"/>
                </a:moveTo>
                <a:lnTo>
                  <a:pt x="131561" y="3500"/>
                </a:lnTo>
                <a:lnTo>
                  <a:pt x="131561" y="8358"/>
                </a:lnTo>
                <a:lnTo>
                  <a:pt x="100964" y="87838"/>
                </a:lnTo>
                <a:lnTo>
                  <a:pt x="89053" y="87838"/>
                </a:lnTo>
                <a:lnTo>
                  <a:pt x="117843" y="13097"/>
                </a:lnTo>
                <a:lnTo>
                  <a:pt x="77367" y="13097"/>
                </a:lnTo>
                <a:lnTo>
                  <a:pt x="77367" y="3500"/>
                </a:lnTo>
                <a:close/>
                <a:moveTo>
                  <a:pt x="153776" y="73500"/>
                </a:moveTo>
                <a:lnTo>
                  <a:pt x="165687" y="73500"/>
                </a:lnTo>
                <a:lnTo>
                  <a:pt x="165687" y="87838"/>
                </a:lnTo>
                <a:lnTo>
                  <a:pt x="153776" y="87838"/>
                </a:lnTo>
                <a:lnTo>
                  <a:pt x="153776" y="73500"/>
                </a:lnTo>
                <a:close/>
                <a:moveTo>
                  <a:pt x="221871" y="13446"/>
                </a:moveTo>
                <a:lnTo>
                  <a:pt x="193081" y="58483"/>
                </a:lnTo>
                <a:lnTo>
                  <a:pt x="221871" y="58483"/>
                </a:lnTo>
                <a:lnTo>
                  <a:pt x="221871" y="13446"/>
                </a:lnTo>
                <a:moveTo>
                  <a:pt x="218879" y="3500"/>
                </a:moveTo>
                <a:lnTo>
                  <a:pt x="233218" y="3500"/>
                </a:lnTo>
                <a:lnTo>
                  <a:pt x="233218" y="58483"/>
                </a:lnTo>
                <a:lnTo>
                  <a:pt x="245242" y="58483"/>
                </a:lnTo>
                <a:lnTo>
                  <a:pt x="245242" y="67967"/>
                </a:lnTo>
                <a:lnTo>
                  <a:pt x="233218" y="67967"/>
                </a:lnTo>
                <a:lnTo>
                  <a:pt x="233218" y="87838"/>
                </a:lnTo>
                <a:lnTo>
                  <a:pt x="221871" y="87838"/>
                </a:lnTo>
                <a:lnTo>
                  <a:pt x="221871" y="67967"/>
                </a:lnTo>
                <a:lnTo>
                  <a:pt x="183823" y="67967"/>
                </a:lnTo>
                <a:lnTo>
                  <a:pt x="183823" y="56950"/>
                </a:lnTo>
                <a:lnTo>
                  <a:pt x="218879" y="3500"/>
                </a:lnTo>
                <a:close/>
                <a:moveTo>
                  <a:pt x="266045" y="78241"/>
                </a:moveTo>
                <a:lnTo>
                  <a:pt x="284674" y="78241"/>
                </a:lnTo>
                <a:lnTo>
                  <a:pt x="284674" y="13887"/>
                </a:lnTo>
                <a:lnTo>
                  <a:pt x="264408" y="17951"/>
                </a:lnTo>
                <a:lnTo>
                  <a:pt x="264408" y="7564"/>
                </a:lnTo>
                <a:lnTo>
                  <a:pt x="284561" y="3500"/>
                </a:lnTo>
                <a:lnTo>
                  <a:pt x="295965" y="3500"/>
                </a:lnTo>
                <a:lnTo>
                  <a:pt x="295965" y="78241"/>
                </a:lnTo>
                <a:lnTo>
                  <a:pt x="314593" y="78241"/>
                </a:lnTo>
                <a:lnTo>
                  <a:pt x="314593" y="87838"/>
                </a:lnTo>
                <a:lnTo>
                  <a:pt x="266045" y="87838"/>
                </a:lnTo>
                <a:lnTo>
                  <a:pt x="266045" y="78241"/>
                </a:lnTo>
                <a:close/>
                <a:moveTo>
                  <a:pt x="332518" y="3500"/>
                </a:moveTo>
                <a:lnTo>
                  <a:pt x="344768" y="3500"/>
                </a:lnTo>
                <a:lnTo>
                  <a:pt x="365712" y="34830"/>
                </a:lnTo>
                <a:lnTo>
                  <a:pt x="386768" y="3500"/>
                </a:lnTo>
                <a:lnTo>
                  <a:pt x="399018" y="3500"/>
                </a:lnTo>
                <a:lnTo>
                  <a:pt x="371921" y="44002"/>
                </a:lnTo>
                <a:lnTo>
                  <a:pt x="400824" y="87838"/>
                </a:lnTo>
                <a:lnTo>
                  <a:pt x="388575" y="87838"/>
                </a:lnTo>
                <a:lnTo>
                  <a:pt x="364865" y="51992"/>
                </a:lnTo>
                <a:lnTo>
                  <a:pt x="340986" y="87838"/>
                </a:lnTo>
                <a:lnTo>
                  <a:pt x="328680" y="87838"/>
                </a:lnTo>
                <a:lnTo>
                  <a:pt x="358768" y="42817"/>
                </a:lnTo>
                <a:lnTo>
                  <a:pt x="332518" y="3500"/>
                </a:lnTo>
                <a:close/>
                <a:moveTo>
                  <a:pt x="492397" y="26419"/>
                </a:moveTo>
                <a:lnTo>
                  <a:pt x="492397" y="36242"/>
                </a:lnTo>
                <a:cubicBezTo>
                  <a:pt x="489462" y="34736"/>
                  <a:pt x="486413" y="33607"/>
                  <a:pt x="483252" y="32855"/>
                </a:cubicBezTo>
                <a:cubicBezTo>
                  <a:pt x="480091" y="32102"/>
                  <a:pt x="476817" y="31726"/>
                  <a:pt x="473430" y="31726"/>
                </a:cubicBezTo>
                <a:cubicBezTo>
                  <a:pt x="468274" y="31726"/>
                  <a:pt x="464407" y="32518"/>
                  <a:pt x="461829" y="34102"/>
                </a:cubicBezTo>
                <a:cubicBezTo>
                  <a:pt x="459251" y="35686"/>
                  <a:pt x="457962" y="38062"/>
                  <a:pt x="457962" y="41231"/>
                </a:cubicBezTo>
                <a:cubicBezTo>
                  <a:pt x="457962" y="43644"/>
                  <a:pt x="458884" y="45539"/>
                  <a:pt x="460728" y="46916"/>
                </a:cubicBezTo>
                <a:cubicBezTo>
                  <a:pt x="462572" y="48293"/>
                  <a:pt x="466279" y="49604"/>
                  <a:pt x="471849" y="50848"/>
                </a:cubicBezTo>
                <a:lnTo>
                  <a:pt x="475405" y="51642"/>
                </a:lnTo>
                <a:cubicBezTo>
                  <a:pt x="482782" y="53225"/>
                  <a:pt x="488022" y="55459"/>
                  <a:pt x="491127" y="58344"/>
                </a:cubicBezTo>
                <a:cubicBezTo>
                  <a:pt x="494232" y="61228"/>
                  <a:pt x="495784" y="65252"/>
                  <a:pt x="495784" y="70418"/>
                </a:cubicBezTo>
                <a:cubicBezTo>
                  <a:pt x="495784" y="76299"/>
                  <a:pt x="493460" y="80955"/>
                  <a:pt x="488812" y="84386"/>
                </a:cubicBezTo>
                <a:cubicBezTo>
                  <a:pt x="484165" y="87816"/>
                  <a:pt x="477776" y="89532"/>
                  <a:pt x="469647" y="89532"/>
                </a:cubicBezTo>
                <a:cubicBezTo>
                  <a:pt x="466260" y="89532"/>
                  <a:pt x="462732" y="89202"/>
                  <a:pt x="459063" y="88544"/>
                </a:cubicBezTo>
                <a:cubicBezTo>
                  <a:pt x="455393" y="87885"/>
                  <a:pt x="451526" y="86897"/>
                  <a:pt x="447462" y="85580"/>
                </a:cubicBezTo>
                <a:lnTo>
                  <a:pt x="447462" y="74854"/>
                </a:lnTo>
                <a:cubicBezTo>
                  <a:pt x="451301" y="76849"/>
                  <a:pt x="455083" y="78345"/>
                  <a:pt x="458809" y="79342"/>
                </a:cubicBezTo>
                <a:cubicBezTo>
                  <a:pt x="462534" y="80340"/>
                  <a:pt x="466223" y="80838"/>
                  <a:pt x="469873" y="80838"/>
                </a:cubicBezTo>
                <a:cubicBezTo>
                  <a:pt x="474766" y="80838"/>
                  <a:pt x="478529" y="79999"/>
                  <a:pt x="481163" y="78321"/>
                </a:cubicBezTo>
                <a:cubicBezTo>
                  <a:pt x="483798" y="76643"/>
                  <a:pt x="485115" y="74276"/>
                  <a:pt x="485115" y="71222"/>
                </a:cubicBezTo>
                <a:cubicBezTo>
                  <a:pt x="485115" y="68394"/>
                  <a:pt x="484165" y="66225"/>
                  <a:pt x="482264" y="64716"/>
                </a:cubicBezTo>
                <a:cubicBezTo>
                  <a:pt x="480364" y="63207"/>
                  <a:pt x="476196" y="61755"/>
                  <a:pt x="469760" y="60360"/>
                </a:cubicBezTo>
                <a:lnTo>
                  <a:pt x="466147" y="59512"/>
                </a:lnTo>
                <a:cubicBezTo>
                  <a:pt x="459712" y="58155"/>
                  <a:pt x="455064" y="56072"/>
                  <a:pt x="452204" y="53264"/>
                </a:cubicBezTo>
                <a:cubicBezTo>
                  <a:pt x="449344" y="50454"/>
                  <a:pt x="447914" y="46598"/>
                  <a:pt x="447914" y="41696"/>
                </a:cubicBezTo>
                <a:cubicBezTo>
                  <a:pt x="447914" y="35738"/>
                  <a:pt x="450021" y="31138"/>
                  <a:pt x="454236" y="27896"/>
                </a:cubicBezTo>
                <a:cubicBezTo>
                  <a:pt x="458451" y="24653"/>
                  <a:pt x="464435" y="23032"/>
                  <a:pt x="472188" y="23032"/>
                </a:cubicBezTo>
                <a:cubicBezTo>
                  <a:pt x="476026" y="23032"/>
                  <a:pt x="479639" y="23314"/>
                  <a:pt x="483026" y="23879"/>
                </a:cubicBezTo>
                <a:cubicBezTo>
                  <a:pt x="486413" y="24443"/>
                  <a:pt x="489537" y="25290"/>
                  <a:pt x="492397" y="26419"/>
                </a:cubicBezTo>
                <a:close/>
                <a:moveTo>
                  <a:pt x="522373" y="78354"/>
                </a:moveTo>
                <a:lnTo>
                  <a:pt x="522373" y="111886"/>
                </a:lnTo>
                <a:lnTo>
                  <a:pt x="511929" y="111886"/>
                </a:lnTo>
                <a:lnTo>
                  <a:pt x="511929" y="24613"/>
                </a:lnTo>
                <a:lnTo>
                  <a:pt x="522373" y="24613"/>
                </a:lnTo>
                <a:lnTo>
                  <a:pt x="522373" y="34209"/>
                </a:lnTo>
                <a:cubicBezTo>
                  <a:pt x="524556" y="30427"/>
                  <a:pt x="527312" y="27619"/>
                  <a:pt x="530643" y="25784"/>
                </a:cubicBezTo>
                <a:cubicBezTo>
                  <a:pt x="533974" y="23949"/>
                  <a:pt x="537953" y="23032"/>
                  <a:pt x="542582" y="23032"/>
                </a:cubicBezTo>
                <a:cubicBezTo>
                  <a:pt x="550260" y="23032"/>
                  <a:pt x="556498" y="26086"/>
                  <a:pt x="561296" y="32193"/>
                </a:cubicBezTo>
                <a:cubicBezTo>
                  <a:pt x="566094" y="38300"/>
                  <a:pt x="568493" y="46330"/>
                  <a:pt x="568493" y="56282"/>
                </a:cubicBezTo>
                <a:cubicBezTo>
                  <a:pt x="568493" y="66234"/>
                  <a:pt x="566094" y="74263"/>
                  <a:pt x="561296" y="80371"/>
                </a:cubicBezTo>
                <a:cubicBezTo>
                  <a:pt x="556498" y="86478"/>
                  <a:pt x="550260" y="89532"/>
                  <a:pt x="542582" y="89532"/>
                </a:cubicBezTo>
                <a:cubicBezTo>
                  <a:pt x="537953" y="89532"/>
                  <a:pt x="533974" y="88614"/>
                  <a:pt x="530643" y="86780"/>
                </a:cubicBezTo>
                <a:cubicBezTo>
                  <a:pt x="527312" y="84945"/>
                  <a:pt x="524556" y="82137"/>
                  <a:pt x="522373" y="78354"/>
                </a:cubicBezTo>
                <a:moveTo>
                  <a:pt x="557711" y="56282"/>
                </a:moveTo>
                <a:cubicBezTo>
                  <a:pt x="557711" y="48625"/>
                  <a:pt x="556140" y="42618"/>
                  <a:pt x="552998" y="38262"/>
                </a:cubicBezTo>
                <a:cubicBezTo>
                  <a:pt x="549855" y="33904"/>
                  <a:pt x="545537" y="31726"/>
                  <a:pt x="540042" y="31726"/>
                </a:cubicBezTo>
                <a:cubicBezTo>
                  <a:pt x="534547" y="31726"/>
                  <a:pt x="530229" y="33904"/>
                  <a:pt x="527086" y="38262"/>
                </a:cubicBezTo>
                <a:cubicBezTo>
                  <a:pt x="523944" y="42618"/>
                  <a:pt x="522373" y="48625"/>
                  <a:pt x="522373" y="56282"/>
                </a:cubicBezTo>
                <a:cubicBezTo>
                  <a:pt x="522373" y="63939"/>
                  <a:pt x="523944" y="69947"/>
                  <a:pt x="527086" y="74304"/>
                </a:cubicBezTo>
                <a:cubicBezTo>
                  <a:pt x="530229" y="78660"/>
                  <a:pt x="534547" y="80838"/>
                  <a:pt x="540042" y="80838"/>
                </a:cubicBezTo>
                <a:cubicBezTo>
                  <a:pt x="545537" y="80838"/>
                  <a:pt x="549855" y="78660"/>
                  <a:pt x="552998" y="74304"/>
                </a:cubicBezTo>
                <a:cubicBezTo>
                  <a:pt x="556140" y="69947"/>
                  <a:pt x="557711" y="63939"/>
                  <a:pt x="557711" y="56282"/>
                </a:cubicBezTo>
                <a:close/>
                <a:moveTo>
                  <a:pt x="639818" y="53629"/>
                </a:moveTo>
                <a:lnTo>
                  <a:pt x="639818" y="58709"/>
                </a:lnTo>
                <a:lnTo>
                  <a:pt x="592060" y="58709"/>
                </a:lnTo>
                <a:cubicBezTo>
                  <a:pt x="592512" y="65879"/>
                  <a:pt x="594667" y="71340"/>
                  <a:pt x="598524" y="75094"/>
                </a:cubicBezTo>
                <a:cubicBezTo>
                  <a:pt x="602382" y="78848"/>
                  <a:pt x="607754" y="80725"/>
                  <a:pt x="614641" y="80725"/>
                </a:cubicBezTo>
                <a:cubicBezTo>
                  <a:pt x="618630" y="80725"/>
                  <a:pt x="622497" y="80236"/>
                  <a:pt x="626242" y="79258"/>
                </a:cubicBezTo>
                <a:cubicBezTo>
                  <a:pt x="629986" y="78279"/>
                  <a:pt x="633703" y="76811"/>
                  <a:pt x="637391" y="74854"/>
                </a:cubicBezTo>
                <a:lnTo>
                  <a:pt x="637391" y="84677"/>
                </a:lnTo>
                <a:cubicBezTo>
                  <a:pt x="633665" y="86258"/>
                  <a:pt x="629845" y="87462"/>
                  <a:pt x="625931" y="88290"/>
                </a:cubicBezTo>
                <a:cubicBezTo>
                  <a:pt x="622017" y="89118"/>
                  <a:pt x="618047" y="89532"/>
                  <a:pt x="614020" y="89532"/>
                </a:cubicBezTo>
                <a:cubicBezTo>
                  <a:pt x="603934" y="89532"/>
                  <a:pt x="595946" y="86592"/>
                  <a:pt x="590056" y="80711"/>
                </a:cubicBezTo>
                <a:cubicBezTo>
                  <a:pt x="584167" y="74830"/>
                  <a:pt x="581222" y="66875"/>
                  <a:pt x="581222" y="56848"/>
                </a:cubicBezTo>
                <a:cubicBezTo>
                  <a:pt x="581222" y="46481"/>
                  <a:pt x="584016" y="38253"/>
                  <a:pt x="589605" y="32165"/>
                </a:cubicBezTo>
                <a:cubicBezTo>
                  <a:pt x="595194" y="26076"/>
                  <a:pt x="602730" y="23032"/>
                  <a:pt x="612214" y="23032"/>
                </a:cubicBezTo>
                <a:cubicBezTo>
                  <a:pt x="620719" y="23032"/>
                  <a:pt x="627446" y="25775"/>
                  <a:pt x="632395" y="31262"/>
                </a:cubicBezTo>
                <a:cubicBezTo>
                  <a:pt x="637344" y="36747"/>
                  <a:pt x="639818" y="44203"/>
                  <a:pt x="639818" y="53629"/>
                </a:cubicBezTo>
                <a:moveTo>
                  <a:pt x="629431" y="50580"/>
                </a:moveTo>
                <a:cubicBezTo>
                  <a:pt x="629356" y="44880"/>
                  <a:pt x="627766" y="40331"/>
                  <a:pt x="624661" y="36935"/>
                </a:cubicBezTo>
                <a:cubicBezTo>
                  <a:pt x="621556" y="33537"/>
                  <a:pt x="617445" y="31839"/>
                  <a:pt x="612326" y="31839"/>
                </a:cubicBezTo>
                <a:cubicBezTo>
                  <a:pt x="606531" y="31839"/>
                  <a:pt x="601892" y="33481"/>
                  <a:pt x="598411" y="36766"/>
                </a:cubicBezTo>
                <a:cubicBezTo>
                  <a:pt x="594930" y="40049"/>
                  <a:pt x="592926" y="44673"/>
                  <a:pt x="592399" y="50637"/>
                </a:cubicBezTo>
                <a:lnTo>
                  <a:pt x="629431" y="50580"/>
                </a:lnTo>
                <a:close/>
                <a:moveTo>
                  <a:pt x="710920" y="53629"/>
                </a:moveTo>
                <a:lnTo>
                  <a:pt x="710920" y="58709"/>
                </a:lnTo>
                <a:lnTo>
                  <a:pt x="663162" y="58709"/>
                </a:lnTo>
                <a:cubicBezTo>
                  <a:pt x="663614" y="65879"/>
                  <a:pt x="665768" y="71340"/>
                  <a:pt x="669626" y="75094"/>
                </a:cubicBezTo>
                <a:cubicBezTo>
                  <a:pt x="673483" y="78848"/>
                  <a:pt x="678856" y="80725"/>
                  <a:pt x="685743" y="80725"/>
                </a:cubicBezTo>
                <a:cubicBezTo>
                  <a:pt x="689732" y="80725"/>
                  <a:pt x="693599" y="80236"/>
                  <a:pt x="697343" y="79258"/>
                </a:cubicBezTo>
                <a:cubicBezTo>
                  <a:pt x="701088" y="78279"/>
                  <a:pt x="704804" y="76811"/>
                  <a:pt x="708493" y="74854"/>
                </a:cubicBezTo>
                <a:lnTo>
                  <a:pt x="708493" y="84677"/>
                </a:lnTo>
                <a:cubicBezTo>
                  <a:pt x="704767" y="86258"/>
                  <a:pt x="700947" y="87462"/>
                  <a:pt x="697033" y="88290"/>
                </a:cubicBezTo>
                <a:cubicBezTo>
                  <a:pt x="693119" y="89118"/>
                  <a:pt x="689149" y="89532"/>
                  <a:pt x="685122" y="89532"/>
                </a:cubicBezTo>
                <a:cubicBezTo>
                  <a:pt x="675036" y="89532"/>
                  <a:pt x="667048" y="86592"/>
                  <a:pt x="661158" y="80711"/>
                </a:cubicBezTo>
                <a:cubicBezTo>
                  <a:pt x="655268" y="74830"/>
                  <a:pt x="652324" y="66875"/>
                  <a:pt x="652324" y="56848"/>
                </a:cubicBezTo>
                <a:cubicBezTo>
                  <a:pt x="652324" y="46481"/>
                  <a:pt x="655118" y="38253"/>
                  <a:pt x="660707" y="32165"/>
                </a:cubicBezTo>
                <a:cubicBezTo>
                  <a:pt x="666295" y="26076"/>
                  <a:pt x="673832" y="23032"/>
                  <a:pt x="683315" y="23032"/>
                </a:cubicBezTo>
                <a:cubicBezTo>
                  <a:pt x="691821" y="23032"/>
                  <a:pt x="698548" y="25775"/>
                  <a:pt x="703497" y="31262"/>
                </a:cubicBezTo>
                <a:cubicBezTo>
                  <a:pt x="708446" y="36747"/>
                  <a:pt x="710920" y="44203"/>
                  <a:pt x="710920" y="53629"/>
                </a:cubicBezTo>
                <a:moveTo>
                  <a:pt x="700533" y="50580"/>
                </a:moveTo>
                <a:cubicBezTo>
                  <a:pt x="700458" y="44880"/>
                  <a:pt x="698868" y="40331"/>
                  <a:pt x="695763" y="36935"/>
                </a:cubicBezTo>
                <a:cubicBezTo>
                  <a:pt x="692658" y="33537"/>
                  <a:pt x="688546" y="31839"/>
                  <a:pt x="683428" y="31839"/>
                </a:cubicBezTo>
                <a:cubicBezTo>
                  <a:pt x="677633" y="31839"/>
                  <a:pt x="672994" y="33481"/>
                  <a:pt x="669513" y="36766"/>
                </a:cubicBezTo>
                <a:cubicBezTo>
                  <a:pt x="666032" y="40049"/>
                  <a:pt x="664028" y="44673"/>
                  <a:pt x="663501" y="50637"/>
                </a:cubicBezTo>
                <a:lnTo>
                  <a:pt x="700533" y="50580"/>
                </a:lnTo>
                <a:close/>
                <a:moveTo>
                  <a:pt x="769546" y="34209"/>
                </a:moveTo>
                <a:lnTo>
                  <a:pt x="769546" y="0"/>
                </a:lnTo>
                <a:lnTo>
                  <a:pt x="779933" y="0"/>
                </a:lnTo>
                <a:lnTo>
                  <a:pt x="779933" y="87838"/>
                </a:lnTo>
                <a:lnTo>
                  <a:pt x="769546" y="87838"/>
                </a:lnTo>
                <a:lnTo>
                  <a:pt x="769546" y="78354"/>
                </a:lnTo>
                <a:cubicBezTo>
                  <a:pt x="767363" y="82137"/>
                  <a:pt x="764607" y="84945"/>
                  <a:pt x="761276" y="86780"/>
                </a:cubicBezTo>
                <a:cubicBezTo>
                  <a:pt x="757945" y="88614"/>
                  <a:pt x="753947" y="89532"/>
                  <a:pt x="749280" y="89532"/>
                </a:cubicBezTo>
                <a:cubicBezTo>
                  <a:pt x="741640" y="89532"/>
                  <a:pt x="735421" y="86478"/>
                  <a:pt x="730623" y="80371"/>
                </a:cubicBezTo>
                <a:cubicBezTo>
                  <a:pt x="725825" y="74263"/>
                  <a:pt x="723425" y="66234"/>
                  <a:pt x="723425" y="56282"/>
                </a:cubicBezTo>
                <a:cubicBezTo>
                  <a:pt x="723425" y="46330"/>
                  <a:pt x="725825" y="38300"/>
                  <a:pt x="730623" y="32193"/>
                </a:cubicBezTo>
                <a:cubicBezTo>
                  <a:pt x="735421" y="26086"/>
                  <a:pt x="741640" y="23032"/>
                  <a:pt x="749280" y="23032"/>
                </a:cubicBezTo>
                <a:cubicBezTo>
                  <a:pt x="753947" y="23032"/>
                  <a:pt x="757945" y="23949"/>
                  <a:pt x="761276" y="25784"/>
                </a:cubicBezTo>
                <a:cubicBezTo>
                  <a:pt x="764607" y="27619"/>
                  <a:pt x="767363" y="30427"/>
                  <a:pt x="769546" y="34209"/>
                </a:cubicBezTo>
                <a:moveTo>
                  <a:pt x="734151" y="56282"/>
                </a:moveTo>
                <a:cubicBezTo>
                  <a:pt x="734151" y="63939"/>
                  <a:pt x="735722" y="69947"/>
                  <a:pt x="738865" y="74304"/>
                </a:cubicBezTo>
                <a:cubicBezTo>
                  <a:pt x="742007" y="78660"/>
                  <a:pt x="746326" y="80838"/>
                  <a:pt x="751820" y="80838"/>
                </a:cubicBezTo>
                <a:cubicBezTo>
                  <a:pt x="757315" y="80838"/>
                  <a:pt x="761643" y="78660"/>
                  <a:pt x="764804" y="74304"/>
                </a:cubicBezTo>
                <a:cubicBezTo>
                  <a:pt x="767965" y="69947"/>
                  <a:pt x="769546" y="63939"/>
                  <a:pt x="769546" y="56282"/>
                </a:cubicBezTo>
                <a:cubicBezTo>
                  <a:pt x="769546" y="48625"/>
                  <a:pt x="767965" y="42618"/>
                  <a:pt x="764804" y="38262"/>
                </a:cubicBezTo>
                <a:cubicBezTo>
                  <a:pt x="761643" y="33904"/>
                  <a:pt x="757315" y="31726"/>
                  <a:pt x="751820" y="31726"/>
                </a:cubicBezTo>
                <a:cubicBezTo>
                  <a:pt x="746326" y="31726"/>
                  <a:pt x="742007" y="33904"/>
                  <a:pt x="738865" y="38262"/>
                </a:cubicBezTo>
                <a:cubicBezTo>
                  <a:pt x="735722" y="42618"/>
                  <a:pt x="734151" y="48625"/>
                  <a:pt x="734151" y="56282"/>
                </a:cubicBezTo>
                <a:close/>
                <a:moveTo>
                  <a:pt x="800282" y="62887"/>
                </a:moveTo>
                <a:lnTo>
                  <a:pt x="800282" y="24613"/>
                </a:lnTo>
                <a:lnTo>
                  <a:pt x="810669" y="24613"/>
                </a:lnTo>
                <a:lnTo>
                  <a:pt x="810669" y="62492"/>
                </a:lnTo>
                <a:cubicBezTo>
                  <a:pt x="810669" y="68494"/>
                  <a:pt x="811836" y="72996"/>
                  <a:pt x="814169" y="75997"/>
                </a:cubicBezTo>
                <a:cubicBezTo>
                  <a:pt x="816503" y="78999"/>
                  <a:pt x="820003" y="80499"/>
                  <a:pt x="824669" y="80499"/>
                </a:cubicBezTo>
                <a:cubicBezTo>
                  <a:pt x="830277" y="80499"/>
                  <a:pt x="834708" y="78707"/>
                  <a:pt x="837964" y="75123"/>
                </a:cubicBezTo>
                <a:cubicBezTo>
                  <a:pt x="841219" y="71537"/>
                  <a:pt x="842847" y="66649"/>
                  <a:pt x="842847" y="60459"/>
                </a:cubicBezTo>
                <a:lnTo>
                  <a:pt x="842847" y="24613"/>
                </a:lnTo>
                <a:lnTo>
                  <a:pt x="853234" y="24613"/>
                </a:lnTo>
                <a:lnTo>
                  <a:pt x="853234" y="87838"/>
                </a:lnTo>
                <a:lnTo>
                  <a:pt x="842847" y="87838"/>
                </a:lnTo>
                <a:lnTo>
                  <a:pt x="842847" y="78129"/>
                </a:lnTo>
                <a:cubicBezTo>
                  <a:pt x="840325" y="81986"/>
                  <a:pt x="837399" y="84851"/>
                  <a:pt x="834068" y="86723"/>
                </a:cubicBezTo>
                <a:cubicBezTo>
                  <a:pt x="830738" y="88596"/>
                  <a:pt x="826871" y="89532"/>
                  <a:pt x="822468" y="89532"/>
                </a:cubicBezTo>
                <a:cubicBezTo>
                  <a:pt x="815204" y="89532"/>
                  <a:pt x="809691" y="87269"/>
                  <a:pt x="805927" y="82743"/>
                </a:cubicBezTo>
                <a:cubicBezTo>
                  <a:pt x="802164" y="78218"/>
                  <a:pt x="800282" y="71599"/>
                  <a:pt x="800282" y="62887"/>
                </a:cubicBezTo>
                <a:moveTo>
                  <a:pt x="826419" y="23032"/>
                </a:moveTo>
                <a:lnTo>
                  <a:pt x="826419" y="23032"/>
                </a:lnTo>
                <a:close/>
                <a:moveTo>
                  <a:pt x="884701" y="78354"/>
                </a:moveTo>
                <a:lnTo>
                  <a:pt x="884701" y="111886"/>
                </a:lnTo>
                <a:lnTo>
                  <a:pt x="874257" y="111886"/>
                </a:lnTo>
                <a:lnTo>
                  <a:pt x="874257" y="24613"/>
                </a:lnTo>
                <a:lnTo>
                  <a:pt x="884701" y="24613"/>
                </a:lnTo>
                <a:lnTo>
                  <a:pt x="884701" y="34209"/>
                </a:lnTo>
                <a:cubicBezTo>
                  <a:pt x="886884" y="30427"/>
                  <a:pt x="889640" y="27619"/>
                  <a:pt x="892971" y="25784"/>
                </a:cubicBezTo>
                <a:cubicBezTo>
                  <a:pt x="896302" y="23949"/>
                  <a:pt x="900281" y="23032"/>
                  <a:pt x="904911" y="23032"/>
                </a:cubicBezTo>
                <a:cubicBezTo>
                  <a:pt x="912588" y="23032"/>
                  <a:pt x="918826" y="26086"/>
                  <a:pt x="923624" y="32193"/>
                </a:cubicBezTo>
                <a:cubicBezTo>
                  <a:pt x="928422" y="38300"/>
                  <a:pt x="930822" y="46330"/>
                  <a:pt x="930822" y="56282"/>
                </a:cubicBezTo>
                <a:cubicBezTo>
                  <a:pt x="930822" y="66234"/>
                  <a:pt x="928422" y="74263"/>
                  <a:pt x="923624" y="80371"/>
                </a:cubicBezTo>
                <a:cubicBezTo>
                  <a:pt x="918826" y="86478"/>
                  <a:pt x="912588" y="89532"/>
                  <a:pt x="904911" y="89532"/>
                </a:cubicBezTo>
                <a:cubicBezTo>
                  <a:pt x="900281" y="89532"/>
                  <a:pt x="896302" y="88614"/>
                  <a:pt x="892971" y="86780"/>
                </a:cubicBezTo>
                <a:cubicBezTo>
                  <a:pt x="889640" y="84945"/>
                  <a:pt x="886884" y="82137"/>
                  <a:pt x="884701" y="78354"/>
                </a:cubicBezTo>
                <a:moveTo>
                  <a:pt x="920039" y="56282"/>
                </a:moveTo>
                <a:cubicBezTo>
                  <a:pt x="920039" y="48625"/>
                  <a:pt x="918468" y="42618"/>
                  <a:pt x="915326" y="38262"/>
                </a:cubicBezTo>
                <a:cubicBezTo>
                  <a:pt x="912183" y="33904"/>
                  <a:pt x="907865" y="31726"/>
                  <a:pt x="902370" y="31726"/>
                </a:cubicBezTo>
                <a:cubicBezTo>
                  <a:pt x="896876" y="31726"/>
                  <a:pt x="892557" y="33904"/>
                  <a:pt x="889415" y="38262"/>
                </a:cubicBezTo>
                <a:cubicBezTo>
                  <a:pt x="886272" y="42618"/>
                  <a:pt x="884701" y="48625"/>
                  <a:pt x="884701" y="56282"/>
                </a:cubicBezTo>
                <a:cubicBezTo>
                  <a:pt x="884701" y="63939"/>
                  <a:pt x="886272" y="69947"/>
                  <a:pt x="889415" y="74304"/>
                </a:cubicBezTo>
                <a:cubicBezTo>
                  <a:pt x="892557" y="78660"/>
                  <a:pt x="896876" y="80838"/>
                  <a:pt x="902370" y="80838"/>
                </a:cubicBezTo>
                <a:cubicBezTo>
                  <a:pt x="907865" y="80838"/>
                  <a:pt x="912183" y="78660"/>
                  <a:pt x="915326" y="74304"/>
                </a:cubicBezTo>
                <a:cubicBezTo>
                  <a:pt x="918468" y="69947"/>
                  <a:pt x="920039" y="63939"/>
                  <a:pt x="920039" y="56282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9D1EAB-A646-4933-81A0-405FDDEAEC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9122" y="3506222"/>
            <a:ext cx="1612790" cy="1201788"/>
          </a:xfrm>
          <a:custGeom xmlns:a="http://schemas.openxmlformats.org/drawingml/2006/main">
            <a:pathLst>
              <a:path w="1612790" h="1201788">
                <a:moveTo>
                  <a:pt x="0" y="1201788"/>
                </a:moveTo>
                <a:lnTo>
                  <a:pt x="1612790" y="1201788"/>
                </a:lnTo>
                <a:lnTo>
                  <a:pt x="1612790" y="0"/>
                </a:lnTo>
                <a:lnTo>
                  <a:pt x="0" y="0"/>
                </a:lnTo>
                <a:lnTo>
                  <a:pt x="0" y="1201788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32A9ED-1F1F-4FFF-806F-D3D9256839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2615" y="385108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CFE813-B346-4E46-A28C-11B6909EDB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2615" y="385108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9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2FA799-4DCE-4056-8C74-E3D8F0B397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02" y="382267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54F542-5BAF-4EF2-9EBC-912BAD95BA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302" y="382267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9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19D63C-713D-452D-A901-B9A6A4521B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0061" y="391583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C6CF86-A02B-4BFF-8F68-B5099FCDE1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0061" y="391583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9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B3323D-AF10-45BE-95CB-45CDF92A58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967524"/>
            <a:ext cx="8079" cy="16157"/>
          </a:xfrm>
          <a:custGeom xmlns:a="http://schemas.openxmlformats.org/drawingml/2006/main">
            <a:pathLst>
              <a:path w="8079" h="16157">
                <a:moveTo>
                  <a:pt x="7811" y="4"/>
                </a:move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612EF9-98AB-43C2-9194-4FEAD3C7AB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967524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9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F0E9FE-D727-45FD-A0F2-D926740A92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910668"/>
            <a:ext cx="8079" cy="16157"/>
          </a:xfrm>
          <a:custGeom xmlns:a="http://schemas.openxmlformats.org/drawingml/2006/main">
            <a:pathLst>
              <a:path w="8079" h="16157">
                <a:moveTo>
                  <a:pt x="7811" y="4"/>
                </a:move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CE27B3-6F44-4717-B699-C9C8C411E9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910668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9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5C3918-B2BD-44A1-B4C3-9BDC6D37D5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0788" y="396081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580EC7-72A2-4FA6-8E24-BA2A2B4A1D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0788" y="396081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9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5E905C-E596-4587-A348-173521A5E8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833595"/>
            <a:ext cx="8079" cy="16157"/>
          </a:xfrm>
          <a:custGeom xmlns:a="http://schemas.openxmlformats.org/drawingml/2006/main">
            <a:pathLst>
              <a:path w="8079" h="16157">
                <a:moveTo>
                  <a:pt x="7811" y="4"/>
                </a:move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A393E2-D560-4702-9CE1-4AEC722501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833595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9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1F452B-577A-42BB-AF2E-F34E69902A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4245" y="396365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80C7DA-012A-4EA2-9B5D-13CA32F44D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4245" y="396365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9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BD8F7D-EDE7-4876-B934-DCCAD56403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9910" y="394007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D70DB9-B2FE-441A-BD85-9FA0D3105A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9910" y="394007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9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068185-6293-4D5E-B447-C55CA61E8D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1587" y="400799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C9D925-3B54-4C0A-ABE5-2A923ED6E8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1587" y="400799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9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D8169E-7EF1-44E0-A8B3-E3C2D81B20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6542" y="395453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0F3423-D4A4-42F7-9905-4FFF26AFDD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6542" y="395453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9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59309E-2A99-4076-AE3D-CD5B6D7A84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996270"/>
            <a:ext cx="8079" cy="16157"/>
          </a:xfrm>
          <a:custGeom xmlns:a="http://schemas.openxmlformats.org/drawingml/2006/main">
            <a:pathLst>
              <a:path w="8079" h="16157">
                <a:moveTo>
                  <a:pt x="7811" y="4"/>
                </a:move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37D32E-11C1-46AA-B966-532514A55C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996270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9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E63223-448A-457B-8664-949FBFA07D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995111"/>
            <a:ext cx="8079" cy="16157"/>
          </a:xfrm>
          <a:custGeom xmlns:a="http://schemas.openxmlformats.org/drawingml/2006/main">
            <a:pathLst>
              <a:path w="8079" h="16157">
                <a:moveTo>
                  <a:pt x="7811" y="4"/>
                </a:move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3CC79C-CD3C-4297-9769-7B213269EB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995111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9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A59AC5-50FC-4392-8F5F-A2180C0F4A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3147" y="403438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140B9F-0D0B-47D2-963E-A83C666D61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3147" y="403438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9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07CC1C-6FE2-4341-9806-345A06EDFB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8165" y="398474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988834-4E9B-4FFA-B3DC-DCF5595493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8165" y="398474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9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B9C9C6-3B76-4577-94DF-F8BAA10A7F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283" y="3506222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2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3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1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lnTo>
                  <a:pt x="0" y="0"/>
                </a:ln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B4BF2E-A987-42D0-BF51-CFC0DBA50B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283" y="3506222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2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3"/>
                </a:lnTo>
                <a:lnTo>
                  <a:pt x="9920" y="7867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1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9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B6DBF2-9CA4-4C6A-90BC-7A14667798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9106" y="354186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5B42D1-FF01-40F1-89F3-FC3090E3D9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9106" y="354186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9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39ABA6-FBC2-4005-A990-194AACBE23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7110" y="401041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FE225C-4010-48E6-A69A-D35387AAF6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7110" y="401041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9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38A443-F224-454D-8ACD-7F3D502E4C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6600" y="385534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F97E58-67CC-47A5-8A8F-44E6297C2A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6600" y="385534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9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E8395E-775F-449B-8B83-272BC71F8E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3945" y="407977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9A76D4-C08D-4E0C-8568-07FD711914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3945" y="407977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9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0621DF-B70D-4D8F-ACC4-120C99EE52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2103" y="403967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296965-AC53-4B3F-A478-32EC6342C0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2103" y="403967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9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72772D-1F17-40AF-8C8C-4B9C4D0240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8511" y="401155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EA58B4-AB03-447B-93F2-47192F96D9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8511" y="401155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9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212350-D8DB-4F44-B278-161C445CB5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4193852"/>
            <a:ext cx="8079" cy="16157"/>
          </a:xfrm>
          <a:custGeom xmlns:a="http://schemas.openxmlformats.org/drawingml/2006/main">
            <a:pathLst>
              <a:path w="8079" h="16157">
                <a:moveTo>
                  <a:pt x="7811" y="4"/>
                </a:move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98A5A8-3EC5-4CD0-ACEE-BF16E5CE4A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4193852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9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F5CF3E-F66E-4244-9EC2-49696F5285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6208" y="391747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346913-3B62-46E0-B75C-365F578379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6208" y="391747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9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9EA9BB-A489-4348-8876-7BFB07A2CF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233" y="416528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F90D51-D121-4BAE-B3EE-FE7F04C9C6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233" y="416528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9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4D9045-DBE0-47FF-9406-82FA45B9B8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2001" y="396389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1C061C-ED22-430E-9D32-C6D8856614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2001" y="396389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9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28D1C3-DBFE-4CED-A50E-A2C43FDF0A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5866" y="467198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4C2550-19CE-4994-B9C3-7F51AC736D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5866" y="467198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9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3C0F2F-185D-44CC-B456-71E9D9DDA8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3029" y="466965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068B3F-AB39-41AE-8E8C-69001698E7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3029" y="466965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9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2EE99B-3EFB-4525-B5A0-D0034AD43D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7698" y="415600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123320-8381-4171-BA71-294B3F3484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7698" y="415600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9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497A66-59F8-43BE-8DA6-EF5DD27ABF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1491" y="467465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307FBE-044D-4382-B4D1-C0D4EE092F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1491" y="467465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9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430F18-ACCE-420D-BF59-D9E8230035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3149" y="466802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DC8407-8086-4564-AA73-92C3C6D8EF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3149" y="466802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9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A8FA1C-3A47-46D5-A3E1-B9EA81205A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5071" y="467076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5FCF54-96EC-4F92-927E-22B97AF268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5071" y="467076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9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9EC752-F016-4D2E-A117-F026F25F90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7387" y="449273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C41A84-3CF7-49B4-BA63-5D0E87CCAD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7387" y="449273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9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0B2C8E-D212-4F80-BD35-6BC36239A1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5876" y="467381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4A3E62-6744-484C-8471-B59DC24163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5876" y="467381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9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E49EA2-AC1B-41CF-807B-43F77E8852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2283" y="465233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AE9CDC-8D08-43C3-BB60-C057C2F3D9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2283" y="465233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9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0E90D3-3347-4C7D-A19F-93B2B2F666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4626" y="468025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673340-D6E2-4E5F-991E-99A32C1FC5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4626" y="468025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9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FA1CCE-DAC9-49DB-9319-E603B7B578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7629" y="433451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1999AC-CE1C-41EF-AA84-950D6D04BB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7629" y="433451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9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7F6148-DBB5-4D0E-8650-DCBABDB9A6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8998" y="467254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DBD2DC-D5BC-489B-B7EE-D231CB177D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8998" y="467254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9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9D8739-76CA-4094-B249-69610AE18F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9381" y="467254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ABB517-2238-4B9A-B3EE-A000CC357B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9381" y="467254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9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2D3D63-F1EC-478A-966E-CD2CE683E7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6453" y="466962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B2E35F-301B-4DE5-B3FE-205BE05B6D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6453" y="466962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9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8708DD-E1A6-4526-96EA-5D8A95C4BA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2567" y="467215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DD4BF1-74AF-4AED-A543-F71373552A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2567" y="467215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9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97C7C2-29F5-445D-BF42-CE9B1A513E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1211" y="467265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1C570B-28FD-44BF-BFB8-CF88442C67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1211" y="467265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9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13BBCD-8D71-4EF6-B050-72BB85386C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8421" y="467018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247DC8-8616-4C05-A3C6-3E47C146E0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8421" y="467018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9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B4CE94-3E47-44DF-B6EC-0252AC9015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9254" y="467424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5C1339-9F5B-47E5-A992-B61E65B578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9254" y="467424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9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F19131-10EF-416F-9AAE-B69D8616C1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4409" y="467294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337ADB-0E09-43D3-B8A8-FB8E4B173A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4409" y="467294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9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EA2C63-0095-4B18-8EAE-8AA0D9A46B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0997" y="467847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FB5E57-7CBB-4421-8623-9BBC071816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0997" y="467847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59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03D7C2-09D7-4B3A-BCC0-DA832155A4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0657" y="466915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CC0A7A-8327-42A2-9373-7EE5405D70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0657" y="466915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0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C49434-FBA7-4A8C-B3A2-68D4CCA5A3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9444" y="466957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478501-EA0D-40A2-9C87-5E12E02C51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9444" y="466957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0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290994-CC5E-4233-993A-4C376B830C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932" y="467348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BC9D01-4092-4FD8-9AFB-79FDE28177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932" y="467348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0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53F33C-6932-4E6C-9281-D5B73FD3CB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7825" y="467199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45260C-D148-4757-AFDA-08E56EA9DC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7825" y="467199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0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323A29-CE6C-4F40-ADFC-F095A1C0E2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9460" y="467674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5423DE-9883-4A58-A831-65451B146A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9460" y="467674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0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B09844-BA4E-4240-95CF-71D08EDDEA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4065" y="416458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5CD7C7-15E6-49D1-A295-E5981D7955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4065" y="416458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0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EC578A-DEC2-4257-B6FB-C744B6F61B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283" y="463474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0CCF43-BA51-4A7E-9BC6-2C0DDB30A6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283" y="463474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0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60CA04-6BCB-4F9C-849D-D452865F2A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6476" y="467608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4AF82A-C2A7-4896-B9B1-81BAAD75E8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6476" y="467608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0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FB514A-53C8-4577-821D-F7F4A78820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7221" y="467405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70DBAE-CAA0-41A4-8809-F48A373DDA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7221" y="467405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0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3B8B8C-7E90-4165-8524-7F4BC0FFB4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5218" y="467562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DFFA0D-9255-4D74-BB45-4EA810E801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5218" y="467562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0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72E824-BB10-4EC8-B0B8-AAC04DDB42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7213" y="467603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1984F0-FC96-4658-AC6A-F2D63E7269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7213" y="467603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0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26576A-A450-431F-A917-1A8E2D221E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1340" y="467310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A64F48-85F8-4F72-92F1-5748E89021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1340" y="467310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0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6020FA-D5BE-4DE0-B346-90E5456141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5641" y="431758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5B5BD0-C028-4576-B263-75BEF01333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5641" y="431758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0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BCD894-22AC-43D8-B23D-0C2FD0D4F2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9788" y="467271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ADC5CF-B728-44E1-84D4-ECFD751C41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9788" y="467271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0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CE659C-7124-4C60-9E16-8587CFC97D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3533" y="465387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EE0C60-166C-4378-B908-340E34F0B4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3533" y="465387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0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F1E300-1463-4AFD-A718-0FCCB666F4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4532" y="452684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65F7C7-8E40-4C1C-8F26-E073D11BF8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4532" y="452684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0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C2D150-8A19-4C13-A265-50B5917005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3342" y="467445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0009A1-09BC-4D5D-A25C-7C43685138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3342" y="467445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0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750C7B-7608-48EB-B2D6-B19CE724CE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4301" y="466545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581A2A-2766-487F-A25F-3EF248FAFF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4301" y="466545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0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07F10A-FAAD-492A-A963-358292322A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8085" y="464821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00CC60-E46D-439F-A53F-4EC1D78FCC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8085" y="464821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0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465884-6E40-4DE4-8EC1-D67851E1EA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4323" y="466775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26DFB1-58DD-40B8-B5C5-58FC21C169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4323" y="466775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0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971BAF-0393-401B-B44D-CB9EA63ED2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8633" y="467570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15A203-54DD-472B-AF37-B3FDDD727B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8633" y="467570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0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3B9380-FA0C-457E-88C2-7C9878738B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8720" y="466717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F4AF93-367D-4C6A-9649-8B8B53A18E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8720" y="466717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0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ED2084-595E-461B-88FC-0EE894681C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5035" y="451738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F1AD9D-BE4F-46E3-9470-C6E5DB1744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5035" y="451738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0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8978F4-04C0-44C8-89AD-B4FFC5CA7B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5169" y="433279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B31FBF-A51C-42FF-BFB6-4712B9C75B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5169" y="433279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0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DDE458-428C-4DFD-8CA5-DDC3B73375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9560" y="467625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734291-874E-4142-957C-609BDABE63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9560" y="467625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0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F3C529-DF24-49C1-8542-5D231249ED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7516" y="467273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0B2777-31E4-4206-8C08-1111F68593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7516" y="467273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0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677273-0BA7-4CFB-AE70-95A3CAAC4D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6248" y="467021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508457-7034-4858-9301-AA31758FEA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6248" y="467021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0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E2E253-65CA-4DB1-9ABC-E18E5AAE9F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2735" y="467573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01DB5A-6D80-4930-B7CE-4A6BF170C2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2735" y="467573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0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62575B-D727-414D-859F-2072F7D9D0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7002" y="467049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224FC8-BFF0-4CF8-A70B-16D220F9F5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7002" y="467049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0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345C0B-6233-4A34-9EE6-D92428EC17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7616" y="467127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EBDB53-EEE8-4074-8701-F959AC9FB6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7616" y="467127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0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ADF2FB-03C1-485A-951E-F8D1CD6E79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3" y="4674831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263265-874B-499C-AB8C-CA1F1F8583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3" y="4674831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0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980062-BB96-49CB-ABCB-1512D135CC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8272" y="467537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0B67DA-8F1A-4378-8B86-E33C5A2A97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8272" y="467537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0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16AC32-689C-4B7D-9A17-39AF46DC99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3" y="4673520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ABD017-6079-4BBB-B46C-4EB9EA3DE6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3" y="4673520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0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118E43-964E-48F2-AD8E-3CD938604D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3525" y="456336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5E8F8E-7549-47B1-ADD5-3A531CAAC5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3525" y="456336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0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3D63E6-F5A6-48C2-8B6B-D357FCE982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2700" y="467690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9FFB7E-9D57-4D19-893D-EF91DCF512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2700" y="467690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0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F86EE3-AEF9-4E28-9EC7-7EFE41F3EE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505" y="467572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99BC49-0E31-4B61-A279-0609B0F1AA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505" y="467572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0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7ED618-BEC7-4509-8C11-FED32F18A5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6683" y="435756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B86F06-5F06-410E-9E23-44156C1B92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6683" y="435756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0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94DA42-79C0-445B-99DF-9A82EB2DF7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0057" y="467398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5AFF17-6F59-4A15-8E7B-8E171F1B72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0057" y="467398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0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2D9F46-169A-4F14-A00A-A5E83FBF0B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0511" y="467548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DD574C-3DDC-45AA-84FC-D0EFD4E931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0511" y="467548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0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6F47D3-ED3B-4D11-942C-0B6737ACE9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5101" y="467047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C9DFBF-746E-4577-AE03-38698A16FB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5101" y="467047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0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FB30E5-EDC2-4448-8CFF-CC35106416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322" y="467824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0971C3-C30E-423B-9AF9-0B0A98C773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322" y="467824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0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C9CF8B-376C-4E19-A9E1-04411573D5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0442" y="449614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FEBD3B-34DF-4553-ADD0-CF0F7D831A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0442" y="449614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0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CA5B58-9D8C-43E9-A150-C7C86C77CA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0474" y="430951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0B537B-A2F1-4672-A798-A8279DB6A9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0474" y="430951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0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E8DDAF-9707-4008-9DDC-174900BB85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1745" y="463965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90C616-2036-4D8B-BF18-CD22131F87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1745" y="463965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0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E69246-4F6E-40BE-A73D-52B300BEB5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5543" y="464100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F7883D-069D-40C8-BAAE-4A77FC37DE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5543" y="464100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0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C2D1AC-0CFB-45E3-8E65-D365FBCAFE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8447" y="467204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C650BF-DCA2-42B3-B22A-30B621CABD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8447" y="467204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0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D5F7D3-1990-4722-B7AC-296AFE6548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0122" y="437304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493D42-0C51-4F68-876C-385815B9A8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0122" y="437304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0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11A033-8D8A-4D1F-8544-449776C761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6982" y="433068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9BBC61-A212-4D27-ADD5-AE767CA97F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6982" y="433068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0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298AA4-1AFB-469F-9CEA-0944DB457F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4877" y="464118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5C3A5E-EB8B-439C-AEFD-DE85ACDB2C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4877" y="464118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0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94AB93-9938-4289-8709-50261A9263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9140" y="434086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DC2788-3EBA-43B5-8CD1-9159604F5C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9140" y="434086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0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8A19D1-6C5A-4906-8CC2-9DAF685192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2664" y="467273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CCAE95-AB52-40E5-BE5E-2087A8B855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2664" y="467273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1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2F8CBC-BC7B-4D1A-8346-0566A3092B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3311" y="436171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15FEE3-9C72-46F8-B6A5-0C21FC1454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3311" y="436171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1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9E6E6B-BADC-488E-9A77-8B18B8F40F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7682" y="435524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D10098-5FEA-4737-A54D-D9992C313C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7682" y="435524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1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92A4E5-CA50-4F45-B6F3-8ACD502B2E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0958" y="467640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F9EF69-05E5-4194-AAD5-F7ABC255D4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0958" y="467640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1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2B3669-9EE0-4D30-88C5-5A3D4A4AA5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4557" y="466990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4C91F0-0240-4AD1-9009-2221DA029E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4557" y="466990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1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2D1850-D60E-49A3-903A-0D4509320D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2402" y="460464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345755-ECCB-483E-A9B0-E7317A180D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2402" y="460464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1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254DD9-5BE2-4B0B-9EC7-14491392E5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9807" y="467268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C9DBB4-FA4A-4B40-B84A-6A222E8CF1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9807" y="467268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1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F2A1D8-5859-4E7D-85C1-9F3B577805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2087" y="467481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099341-A042-4348-B344-9BD52340B1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2087" y="467481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1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72694B-AF0C-4300-A192-29CD90719F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5779" y="467773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B7A328-2052-4DF1-97A8-D57C4E1420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5779" y="467773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1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8F88B1-56EB-4158-BDC4-5C31504279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9087" y="467434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D5DAA6-3EA6-4981-9D05-F5530E4D7D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9087" y="467434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1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197DD0-47DA-49AE-B3FF-8DDBAD7B0E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7330" y="466810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9FAEF5-98C0-49F1-A681-1CDE7FC276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7330" y="466810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1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F73740-CDEC-46A2-A26E-13EAF1E6B1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4638" y="467696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88F149-8761-4795-8B78-4F23DC42BE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4638" y="467696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1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A4695E-2223-4ED2-8E79-2E85049653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5225" y="467334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17A27A-5B5E-4E54-B41C-4EF028CEB0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5225" y="467334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1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EE5F55-6DCA-4069-A3EF-EE788C64F0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2527" y="467233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AA4339-1642-429B-8E40-3D05F8B36F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2527" y="467233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1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D46F6E-3E28-43AF-9251-2158EE66CE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1754" y="412964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E481D0-671D-4D10-A212-0434DAB9A1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1754" y="412964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1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538559-3F31-448C-9431-792C1CEFC2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9472" y="467263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55FF22-6505-416F-BF5C-F017774D3B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9472" y="467263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1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604F67-F97A-4F36-916C-A0664A3112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666" y="467947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CC3944-C9BE-4BE8-82B6-82DB369EFD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666" y="467947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1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C770F4-606A-4470-A49F-945B2FB2F9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8682" y="467478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E9C436-54C4-4191-B4A0-AC2FA7F764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8682" y="467478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1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59B6CA-DCD7-4E15-BA50-C4729243A6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3488" y="467380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9C6653-A5F8-4116-8B4B-CB47DA275A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3488" y="467380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1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832482-D184-4324-A72A-96E68D22D7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9822" y="467423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071365-8976-425A-AD92-8AAA7CDC4D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9822" y="467423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1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7345A1-FD07-49F9-AF57-AE2E8B6D1E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9736" y="467446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19A3AD-7A0A-4D44-B21E-81FCD2775D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9736" y="467446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1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9B1190-1310-440F-A935-9B33A979E9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4132" y="359502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1DEEE1-C4D6-4993-A133-A7F631C1CE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4132" y="359502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1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CD83F4-0CE9-43E2-B306-A150D0B619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6620" y="397063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CC1F08-58B7-422E-8485-C0A500BA85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6620" y="397063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1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58FFD0-2C40-4C0E-94E5-914A31C25E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4070" y="359210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D33EF5-1766-483B-9F1A-6C0ADFE457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4070" y="359210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1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99A570-EDD3-4B3C-9D6F-F884477B06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6507" y="403360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C9BFAD-9DE6-4230-AC82-AD251F847C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6507" y="403360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1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3A740C-D8ED-4577-A6E0-45DF630737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076" y="352450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3D7148-160F-4E8E-8604-8F20AC6DDE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076" y="352450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1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CB1C10-8379-4BDA-83B0-F6DCC4A2A2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4842" y="3506222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0"/>
                </a:moveTo>
                <a:lnTo>
                  <a:pt x="8877" y="8038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1"/>
                </a:lnTo>
                <a:lnTo>
                  <a:pt x="9920" y="7865"/>
                </a:lnTo>
                <a:lnTo>
                  <a:pt x="10175" y="7801"/>
                </a:lnTo>
                <a:lnTo>
                  <a:pt x="10428" y="7729"/>
                </a:lnTo>
                <a:lnTo>
                  <a:pt x="10678" y="7648"/>
                </a:lnTo>
                <a:lnTo>
                  <a:pt x="10926" y="7559"/>
                </a:lnTo>
                <a:lnTo>
                  <a:pt x="11170" y="7463"/>
                </a:lnTo>
                <a:lnTo>
                  <a:pt x="11411" y="7358"/>
                </a:lnTo>
                <a:lnTo>
                  <a:pt x="11649" y="7246"/>
                </a:lnTo>
                <a:lnTo>
                  <a:pt x="11883" y="7126"/>
                </a:lnTo>
                <a:lnTo>
                  <a:pt x="12113" y="6998"/>
                </a:lnTo>
                <a:lnTo>
                  <a:pt x="12339" y="6863"/>
                </a:lnTo>
                <a:lnTo>
                  <a:pt x="12561" y="6721"/>
                </a:lnTo>
                <a:lnTo>
                  <a:pt x="12778" y="6570"/>
                </a:lnTo>
                <a:lnTo>
                  <a:pt x="12991" y="6413"/>
                </a:lnTo>
                <a:lnTo>
                  <a:pt x="13199" y="6248"/>
                </a:lnTo>
                <a:lnTo>
                  <a:pt x="13401" y="6076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19"/>
                </a:lnTo>
                <a:lnTo>
                  <a:pt x="14492" y="4911"/>
                </a:lnTo>
                <a:lnTo>
                  <a:pt x="14650" y="4699"/>
                </a:lnTo>
                <a:lnTo>
                  <a:pt x="14800" y="4481"/>
                </a:lnTo>
                <a:lnTo>
                  <a:pt x="14943" y="4259"/>
                </a:lnTo>
                <a:lnTo>
                  <a:pt x="15078" y="4033"/>
                </a:lnTo>
                <a:lnTo>
                  <a:pt x="15206" y="3803"/>
                </a:lnTo>
                <a:lnTo>
                  <a:pt x="15326" y="3569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6"/>
                </a:lnTo>
                <a:lnTo>
                  <a:pt x="15727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0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1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346" y="8073"/>
                </a:lnTo>
                <a:lnTo>
                  <a:pt x="8612" y="806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720718-934D-4DB5-9EDA-68E872D999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4842" y="3506222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3"/>
                </a:lnTo>
                <a:lnTo>
                  <a:pt x="8612" y="8060"/>
                </a:lnTo>
                <a:lnTo>
                  <a:pt x="8877" y="8038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1"/>
                </a:lnTo>
                <a:lnTo>
                  <a:pt x="9920" y="7865"/>
                </a:lnTo>
                <a:lnTo>
                  <a:pt x="10175" y="7801"/>
                </a:lnTo>
                <a:lnTo>
                  <a:pt x="10428" y="7729"/>
                </a:lnTo>
                <a:lnTo>
                  <a:pt x="10678" y="7648"/>
                </a:lnTo>
                <a:lnTo>
                  <a:pt x="10926" y="7559"/>
                </a:lnTo>
                <a:lnTo>
                  <a:pt x="11170" y="7463"/>
                </a:lnTo>
                <a:lnTo>
                  <a:pt x="11411" y="7358"/>
                </a:lnTo>
                <a:lnTo>
                  <a:pt x="11649" y="7246"/>
                </a:lnTo>
                <a:lnTo>
                  <a:pt x="11883" y="7126"/>
                </a:lnTo>
                <a:lnTo>
                  <a:pt x="12113" y="6998"/>
                </a:lnTo>
                <a:lnTo>
                  <a:pt x="12339" y="6863"/>
                </a:lnTo>
                <a:lnTo>
                  <a:pt x="12561" y="6721"/>
                </a:lnTo>
                <a:lnTo>
                  <a:pt x="12778" y="6570"/>
                </a:lnTo>
                <a:lnTo>
                  <a:pt x="12991" y="6413"/>
                </a:lnTo>
                <a:lnTo>
                  <a:pt x="13199" y="6248"/>
                </a:lnTo>
                <a:lnTo>
                  <a:pt x="13401" y="6076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19"/>
                </a:lnTo>
                <a:lnTo>
                  <a:pt x="14492" y="4911"/>
                </a:lnTo>
                <a:lnTo>
                  <a:pt x="14650" y="4699"/>
                </a:lnTo>
                <a:lnTo>
                  <a:pt x="14800" y="4481"/>
                </a:lnTo>
                <a:lnTo>
                  <a:pt x="14943" y="4259"/>
                </a:lnTo>
                <a:lnTo>
                  <a:pt x="15078" y="4033"/>
                </a:lnTo>
                <a:lnTo>
                  <a:pt x="15206" y="3803"/>
                </a:lnTo>
                <a:lnTo>
                  <a:pt x="15326" y="3569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6"/>
                </a:lnTo>
                <a:lnTo>
                  <a:pt x="15727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0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1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1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C3866C-62E4-42BF-8350-25193F0988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6897" y="3506222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0"/>
                </a:moveTo>
                <a:lnTo>
                  <a:pt x="8877" y="8038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1"/>
                </a:lnTo>
                <a:lnTo>
                  <a:pt x="9920" y="7865"/>
                </a:lnTo>
                <a:lnTo>
                  <a:pt x="10175" y="7801"/>
                </a:lnTo>
                <a:lnTo>
                  <a:pt x="10428" y="7729"/>
                </a:lnTo>
                <a:lnTo>
                  <a:pt x="10678" y="7648"/>
                </a:lnTo>
                <a:lnTo>
                  <a:pt x="10926" y="7559"/>
                </a:lnTo>
                <a:lnTo>
                  <a:pt x="11170" y="7463"/>
                </a:lnTo>
                <a:lnTo>
                  <a:pt x="11411" y="7358"/>
                </a:lnTo>
                <a:lnTo>
                  <a:pt x="11649" y="7246"/>
                </a:lnTo>
                <a:lnTo>
                  <a:pt x="11883" y="7126"/>
                </a:lnTo>
                <a:lnTo>
                  <a:pt x="12113" y="6998"/>
                </a:lnTo>
                <a:lnTo>
                  <a:pt x="12339" y="6863"/>
                </a:lnTo>
                <a:lnTo>
                  <a:pt x="12561" y="6721"/>
                </a:lnTo>
                <a:lnTo>
                  <a:pt x="12778" y="6570"/>
                </a:lnTo>
                <a:lnTo>
                  <a:pt x="12991" y="6413"/>
                </a:lnTo>
                <a:lnTo>
                  <a:pt x="13199" y="6248"/>
                </a:lnTo>
                <a:lnTo>
                  <a:pt x="13401" y="6076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19"/>
                </a:lnTo>
                <a:lnTo>
                  <a:pt x="14492" y="4911"/>
                </a:lnTo>
                <a:lnTo>
                  <a:pt x="14650" y="4699"/>
                </a:lnTo>
                <a:lnTo>
                  <a:pt x="14800" y="4481"/>
                </a:lnTo>
                <a:lnTo>
                  <a:pt x="14943" y="4259"/>
                </a:lnTo>
                <a:lnTo>
                  <a:pt x="15078" y="4033"/>
                </a:lnTo>
                <a:lnTo>
                  <a:pt x="15206" y="3803"/>
                </a:lnTo>
                <a:lnTo>
                  <a:pt x="15326" y="3569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6"/>
                </a:lnTo>
                <a:lnTo>
                  <a:pt x="15727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0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1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346" y="8073"/>
                </a:lnTo>
                <a:lnTo>
                  <a:pt x="8612" y="806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DB8604-4C83-4999-BBA9-4A2B9F5B18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6897" y="3506222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3"/>
                </a:lnTo>
                <a:lnTo>
                  <a:pt x="8612" y="8060"/>
                </a:lnTo>
                <a:lnTo>
                  <a:pt x="8877" y="8038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1"/>
                </a:lnTo>
                <a:lnTo>
                  <a:pt x="9920" y="7865"/>
                </a:lnTo>
                <a:lnTo>
                  <a:pt x="10175" y="7801"/>
                </a:lnTo>
                <a:lnTo>
                  <a:pt x="10428" y="7729"/>
                </a:lnTo>
                <a:lnTo>
                  <a:pt x="10678" y="7648"/>
                </a:lnTo>
                <a:lnTo>
                  <a:pt x="10926" y="7559"/>
                </a:lnTo>
                <a:lnTo>
                  <a:pt x="11170" y="7463"/>
                </a:lnTo>
                <a:lnTo>
                  <a:pt x="11411" y="7358"/>
                </a:lnTo>
                <a:lnTo>
                  <a:pt x="11649" y="7246"/>
                </a:lnTo>
                <a:lnTo>
                  <a:pt x="11883" y="7126"/>
                </a:lnTo>
                <a:lnTo>
                  <a:pt x="12113" y="6998"/>
                </a:lnTo>
                <a:lnTo>
                  <a:pt x="12339" y="6863"/>
                </a:lnTo>
                <a:lnTo>
                  <a:pt x="12561" y="6721"/>
                </a:lnTo>
                <a:lnTo>
                  <a:pt x="12778" y="6570"/>
                </a:lnTo>
                <a:lnTo>
                  <a:pt x="12991" y="6413"/>
                </a:lnTo>
                <a:lnTo>
                  <a:pt x="13199" y="6248"/>
                </a:lnTo>
                <a:lnTo>
                  <a:pt x="13401" y="6076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19"/>
                </a:lnTo>
                <a:lnTo>
                  <a:pt x="14492" y="4911"/>
                </a:lnTo>
                <a:lnTo>
                  <a:pt x="14650" y="4699"/>
                </a:lnTo>
                <a:lnTo>
                  <a:pt x="14800" y="4481"/>
                </a:lnTo>
                <a:lnTo>
                  <a:pt x="14943" y="4259"/>
                </a:lnTo>
                <a:lnTo>
                  <a:pt x="15078" y="4033"/>
                </a:lnTo>
                <a:lnTo>
                  <a:pt x="15206" y="3803"/>
                </a:lnTo>
                <a:lnTo>
                  <a:pt x="15326" y="3569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6"/>
                </a:lnTo>
                <a:lnTo>
                  <a:pt x="15727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0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1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1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70A098-B00B-485B-A30B-264D21E237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9693" y="376105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ACADC2-0338-4900-B373-8E9C744D4A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9693" y="376105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1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27B4AC-701D-4FEA-A19E-F31EBD816B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3316" y="362022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5C150A-53F3-46A4-ABA4-4734C87DF5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3316" y="362022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1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5375A7-9BC8-4303-ACC9-679694E5FC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8905" y="406423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A479F8-A5BA-462D-BDC0-FE87ED4193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8905" y="406423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1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3C8AE4-D2D9-481E-8D53-7D7588CDE8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4792" y="356106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FB82E3-28FC-4259-998A-5EBDD591B1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4792" y="356106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1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5B019E-994D-4A57-9B3D-09BCB7673B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3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88F3EA-A2C3-47A1-89B5-13F0B32DFD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3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1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466458-A3A4-4C20-9FE8-90CBA64058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3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647ACC-6D39-46C0-BDAE-017543E712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3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1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1022D4-735F-4796-9913-B913F1FE19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4936" y="378653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BDB87E-4CDC-4682-BFDA-63E5999934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4936" y="378653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1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F0FAEC-6C4D-4DE2-B144-E17577B997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5705" y="363595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F0F3DF-1AAB-4C4A-BE45-97F6B2C042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5705" y="363595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1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A753ED-F838-49A8-822D-3F0124DF8E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6837" y="407299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EE9656-CC3B-4F2D-B3EB-BA961685E1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6837" y="407299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1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F0D7C4-6D7C-4F4F-AEE2-BB96256B52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8816" y="3506222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0"/>
                </a:moveTo>
                <a:lnTo>
                  <a:pt x="8877" y="8038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1"/>
                </a:lnTo>
                <a:lnTo>
                  <a:pt x="9920" y="7865"/>
                </a:lnTo>
                <a:lnTo>
                  <a:pt x="10175" y="7801"/>
                </a:lnTo>
                <a:lnTo>
                  <a:pt x="10428" y="7729"/>
                </a:lnTo>
                <a:lnTo>
                  <a:pt x="10678" y="7648"/>
                </a:lnTo>
                <a:lnTo>
                  <a:pt x="10926" y="7559"/>
                </a:lnTo>
                <a:lnTo>
                  <a:pt x="11170" y="7463"/>
                </a:lnTo>
                <a:lnTo>
                  <a:pt x="11411" y="7358"/>
                </a:lnTo>
                <a:lnTo>
                  <a:pt x="11649" y="7246"/>
                </a:lnTo>
                <a:lnTo>
                  <a:pt x="11883" y="7126"/>
                </a:lnTo>
                <a:lnTo>
                  <a:pt x="12113" y="6998"/>
                </a:lnTo>
                <a:lnTo>
                  <a:pt x="12339" y="6863"/>
                </a:lnTo>
                <a:lnTo>
                  <a:pt x="12561" y="6721"/>
                </a:lnTo>
                <a:lnTo>
                  <a:pt x="12778" y="6570"/>
                </a:lnTo>
                <a:lnTo>
                  <a:pt x="12991" y="6413"/>
                </a:lnTo>
                <a:lnTo>
                  <a:pt x="13199" y="6248"/>
                </a:lnTo>
                <a:lnTo>
                  <a:pt x="13401" y="6076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19"/>
                </a:lnTo>
                <a:lnTo>
                  <a:pt x="14492" y="4911"/>
                </a:lnTo>
                <a:lnTo>
                  <a:pt x="14650" y="4699"/>
                </a:lnTo>
                <a:lnTo>
                  <a:pt x="14800" y="4481"/>
                </a:lnTo>
                <a:lnTo>
                  <a:pt x="14943" y="4259"/>
                </a:lnTo>
                <a:lnTo>
                  <a:pt x="15078" y="4033"/>
                </a:lnTo>
                <a:lnTo>
                  <a:pt x="15206" y="3803"/>
                </a:lnTo>
                <a:lnTo>
                  <a:pt x="15326" y="3569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6"/>
                </a:lnTo>
                <a:lnTo>
                  <a:pt x="15727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0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1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346" y="8073"/>
                </a:lnTo>
                <a:lnTo>
                  <a:pt x="8612" y="806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7D26CF-CB36-4160-8F1E-84BE90567F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8816" y="3506222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3"/>
                </a:lnTo>
                <a:lnTo>
                  <a:pt x="8612" y="8060"/>
                </a:lnTo>
                <a:lnTo>
                  <a:pt x="8877" y="8038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1"/>
                </a:lnTo>
                <a:lnTo>
                  <a:pt x="9920" y="7865"/>
                </a:lnTo>
                <a:lnTo>
                  <a:pt x="10175" y="7801"/>
                </a:lnTo>
                <a:lnTo>
                  <a:pt x="10428" y="7729"/>
                </a:lnTo>
                <a:lnTo>
                  <a:pt x="10678" y="7648"/>
                </a:lnTo>
                <a:lnTo>
                  <a:pt x="10926" y="7559"/>
                </a:lnTo>
                <a:lnTo>
                  <a:pt x="11170" y="7463"/>
                </a:lnTo>
                <a:lnTo>
                  <a:pt x="11411" y="7358"/>
                </a:lnTo>
                <a:lnTo>
                  <a:pt x="11649" y="7246"/>
                </a:lnTo>
                <a:lnTo>
                  <a:pt x="11883" y="7126"/>
                </a:lnTo>
                <a:lnTo>
                  <a:pt x="12113" y="6998"/>
                </a:lnTo>
                <a:lnTo>
                  <a:pt x="12339" y="6863"/>
                </a:lnTo>
                <a:lnTo>
                  <a:pt x="12561" y="6721"/>
                </a:lnTo>
                <a:lnTo>
                  <a:pt x="12778" y="6570"/>
                </a:lnTo>
                <a:lnTo>
                  <a:pt x="12991" y="6413"/>
                </a:lnTo>
                <a:lnTo>
                  <a:pt x="13199" y="6248"/>
                </a:lnTo>
                <a:lnTo>
                  <a:pt x="13401" y="6076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19"/>
                </a:lnTo>
                <a:lnTo>
                  <a:pt x="14492" y="4911"/>
                </a:lnTo>
                <a:lnTo>
                  <a:pt x="14650" y="4699"/>
                </a:lnTo>
                <a:lnTo>
                  <a:pt x="14800" y="4481"/>
                </a:lnTo>
                <a:lnTo>
                  <a:pt x="14943" y="4259"/>
                </a:lnTo>
                <a:lnTo>
                  <a:pt x="15078" y="4033"/>
                </a:lnTo>
                <a:lnTo>
                  <a:pt x="15206" y="3803"/>
                </a:lnTo>
                <a:lnTo>
                  <a:pt x="15326" y="3569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6"/>
                </a:lnTo>
                <a:lnTo>
                  <a:pt x="15727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0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1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1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82333C-77E3-48B0-BBD3-3AF0779202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6175" y="3506222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0"/>
                </a:moveTo>
                <a:lnTo>
                  <a:pt x="8877" y="8038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1"/>
                </a:lnTo>
                <a:lnTo>
                  <a:pt x="9920" y="7865"/>
                </a:lnTo>
                <a:lnTo>
                  <a:pt x="10175" y="7801"/>
                </a:lnTo>
                <a:lnTo>
                  <a:pt x="10428" y="7729"/>
                </a:lnTo>
                <a:lnTo>
                  <a:pt x="10678" y="7648"/>
                </a:lnTo>
                <a:lnTo>
                  <a:pt x="10926" y="7559"/>
                </a:lnTo>
                <a:lnTo>
                  <a:pt x="11170" y="7463"/>
                </a:lnTo>
                <a:lnTo>
                  <a:pt x="11411" y="7358"/>
                </a:lnTo>
                <a:lnTo>
                  <a:pt x="11649" y="7246"/>
                </a:lnTo>
                <a:lnTo>
                  <a:pt x="11883" y="7126"/>
                </a:lnTo>
                <a:lnTo>
                  <a:pt x="12113" y="6998"/>
                </a:lnTo>
                <a:lnTo>
                  <a:pt x="12339" y="6863"/>
                </a:lnTo>
                <a:lnTo>
                  <a:pt x="12561" y="6721"/>
                </a:lnTo>
                <a:lnTo>
                  <a:pt x="12778" y="6570"/>
                </a:lnTo>
                <a:lnTo>
                  <a:pt x="12991" y="6413"/>
                </a:lnTo>
                <a:lnTo>
                  <a:pt x="13199" y="6248"/>
                </a:lnTo>
                <a:lnTo>
                  <a:pt x="13401" y="6076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19"/>
                </a:lnTo>
                <a:lnTo>
                  <a:pt x="14492" y="4911"/>
                </a:lnTo>
                <a:lnTo>
                  <a:pt x="14650" y="4699"/>
                </a:lnTo>
                <a:lnTo>
                  <a:pt x="14800" y="4481"/>
                </a:lnTo>
                <a:lnTo>
                  <a:pt x="14943" y="4259"/>
                </a:lnTo>
                <a:lnTo>
                  <a:pt x="15078" y="4033"/>
                </a:lnTo>
                <a:lnTo>
                  <a:pt x="15206" y="3803"/>
                </a:lnTo>
                <a:lnTo>
                  <a:pt x="15326" y="3569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6"/>
                </a:lnTo>
                <a:lnTo>
                  <a:pt x="15727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0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1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346" y="8073"/>
                </a:lnTo>
                <a:lnTo>
                  <a:pt x="8612" y="806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B783D8-8D8C-4AA2-B873-D7D76A3894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6175" y="3506222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3"/>
                </a:lnTo>
                <a:lnTo>
                  <a:pt x="8612" y="8060"/>
                </a:lnTo>
                <a:lnTo>
                  <a:pt x="8877" y="8038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1"/>
                </a:lnTo>
                <a:lnTo>
                  <a:pt x="9920" y="7865"/>
                </a:lnTo>
                <a:lnTo>
                  <a:pt x="10175" y="7801"/>
                </a:lnTo>
                <a:lnTo>
                  <a:pt x="10428" y="7729"/>
                </a:lnTo>
                <a:lnTo>
                  <a:pt x="10678" y="7648"/>
                </a:lnTo>
                <a:lnTo>
                  <a:pt x="10926" y="7559"/>
                </a:lnTo>
                <a:lnTo>
                  <a:pt x="11170" y="7463"/>
                </a:lnTo>
                <a:lnTo>
                  <a:pt x="11411" y="7358"/>
                </a:lnTo>
                <a:lnTo>
                  <a:pt x="11649" y="7246"/>
                </a:lnTo>
                <a:lnTo>
                  <a:pt x="11883" y="7126"/>
                </a:lnTo>
                <a:lnTo>
                  <a:pt x="12113" y="6998"/>
                </a:lnTo>
                <a:lnTo>
                  <a:pt x="12339" y="6863"/>
                </a:lnTo>
                <a:lnTo>
                  <a:pt x="12561" y="6721"/>
                </a:lnTo>
                <a:lnTo>
                  <a:pt x="12778" y="6570"/>
                </a:lnTo>
                <a:lnTo>
                  <a:pt x="12991" y="6413"/>
                </a:lnTo>
                <a:lnTo>
                  <a:pt x="13199" y="6248"/>
                </a:lnTo>
                <a:lnTo>
                  <a:pt x="13401" y="6076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19"/>
                </a:lnTo>
                <a:lnTo>
                  <a:pt x="14492" y="4911"/>
                </a:lnTo>
                <a:lnTo>
                  <a:pt x="14650" y="4699"/>
                </a:lnTo>
                <a:lnTo>
                  <a:pt x="14800" y="4481"/>
                </a:lnTo>
                <a:lnTo>
                  <a:pt x="14943" y="4259"/>
                </a:lnTo>
                <a:lnTo>
                  <a:pt x="15078" y="4033"/>
                </a:lnTo>
                <a:lnTo>
                  <a:pt x="15206" y="3803"/>
                </a:lnTo>
                <a:lnTo>
                  <a:pt x="15326" y="3569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6"/>
                </a:lnTo>
                <a:lnTo>
                  <a:pt x="15727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0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1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1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00FC02-0F26-4A5F-991E-E4EEE9F14D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0625" y="3506222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0"/>
                </a:moveTo>
                <a:lnTo>
                  <a:pt x="8877" y="8038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1"/>
                </a:lnTo>
                <a:lnTo>
                  <a:pt x="9920" y="7865"/>
                </a:lnTo>
                <a:lnTo>
                  <a:pt x="10175" y="7801"/>
                </a:lnTo>
                <a:lnTo>
                  <a:pt x="10428" y="7729"/>
                </a:lnTo>
                <a:lnTo>
                  <a:pt x="10678" y="7648"/>
                </a:lnTo>
                <a:lnTo>
                  <a:pt x="10926" y="7559"/>
                </a:lnTo>
                <a:lnTo>
                  <a:pt x="11170" y="7463"/>
                </a:lnTo>
                <a:lnTo>
                  <a:pt x="11411" y="7358"/>
                </a:lnTo>
                <a:lnTo>
                  <a:pt x="11649" y="7246"/>
                </a:lnTo>
                <a:lnTo>
                  <a:pt x="11883" y="7126"/>
                </a:lnTo>
                <a:lnTo>
                  <a:pt x="12113" y="6998"/>
                </a:lnTo>
                <a:lnTo>
                  <a:pt x="12339" y="6863"/>
                </a:lnTo>
                <a:lnTo>
                  <a:pt x="12561" y="6721"/>
                </a:lnTo>
                <a:lnTo>
                  <a:pt x="12778" y="6570"/>
                </a:lnTo>
                <a:lnTo>
                  <a:pt x="12991" y="6413"/>
                </a:lnTo>
                <a:lnTo>
                  <a:pt x="13199" y="6248"/>
                </a:lnTo>
                <a:lnTo>
                  <a:pt x="13401" y="6076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19"/>
                </a:lnTo>
                <a:lnTo>
                  <a:pt x="14492" y="4911"/>
                </a:lnTo>
                <a:lnTo>
                  <a:pt x="14650" y="4699"/>
                </a:lnTo>
                <a:lnTo>
                  <a:pt x="14800" y="4481"/>
                </a:lnTo>
                <a:lnTo>
                  <a:pt x="14943" y="4259"/>
                </a:lnTo>
                <a:lnTo>
                  <a:pt x="15078" y="4033"/>
                </a:lnTo>
                <a:lnTo>
                  <a:pt x="15206" y="3803"/>
                </a:lnTo>
                <a:lnTo>
                  <a:pt x="15326" y="3569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6"/>
                </a:lnTo>
                <a:lnTo>
                  <a:pt x="15727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0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1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346" y="8073"/>
                </a:lnTo>
                <a:lnTo>
                  <a:pt x="8612" y="806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F93362-A270-4D13-BD09-DF576436DC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0625" y="3506222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3"/>
                </a:lnTo>
                <a:lnTo>
                  <a:pt x="8612" y="8060"/>
                </a:lnTo>
                <a:lnTo>
                  <a:pt x="8877" y="8038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1"/>
                </a:lnTo>
                <a:lnTo>
                  <a:pt x="9920" y="7865"/>
                </a:lnTo>
                <a:lnTo>
                  <a:pt x="10175" y="7801"/>
                </a:lnTo>
                <a:lnTo>
                  <a:pt x="10428" y="7729"/>
                </a:lnTo>
                <a:lnTo>
                  <a:pt x="10678" y="7648"/>
                </a:lnTo>
                <a:lnTo>
                  <a:pt x="10926" y="7559"/>
                </a:lnTo>
                <a:lnTo>
                  <a:pt x="11170" y="7463"/>
                </a:lnTo>
                <a:lnTo>
                  <a:pt x="11411" y="7358"/>
                </a:lnTo>
                <a:lnTo>
                  <a:pt x="11649" y="7246"/>
                </a:lnTo>
                <a:lnTo>
                  <a:pt x="11883" y="7126"/>
                </a:lnTo>
                <a:lnTo>
                  <a:pt x="12113" y="6998"/>
                </a:lnTo>
                <a:lnTo>
                  <a:pt x="12339" y="6863"/>
                </a:lnTo>
                <a:lnTo>
                  <a:pt x="12561" y="6721"/>
                </a:lnTo>
                <a:lnTo>
                  <a:pt x="12778" y="6570"/>
                </a:lnTo>
                <a:lnTo>
                  <a:pt x="12991" y="6413"/>
                </a:lnTo>
                <a:lnTo>
                  <a:pt x="13199" y="6248"/>
                </a:lnTo>
                <a:lnTo>
                  <a:pt x="13401" y="6076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19"/>
                </a:lnTo>
                <a:lnTo>
                  <a:pt x="14492" y="4911"/>
                </a:lnTo>
                <a:lnTo>
                  <a:pt x="14650" y="4699"/>
                </a:lnTo>
                <a:lnTo>
                  <a:pt x="14800" y="4481"/>
                </a:lnTo>
                <a:lnTo>
                  <a:pt x="14943" y="4259"/>
                </a:lnTo>
                <a:lnTo>
                  <a:pt x="15078" y="4033"/>
                </a:lnTo>
                <a:lnTo>
                  <a:pt x="15206" y="3803"/>
                </a:lnTo>
                <a:lnTo>
                  <a:pt x="15326" y="3569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6"/>
                </a:lnTo>
                <a:lnTo>
                  <a:pt x="15727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0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1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1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A82618-EAC8-48E2-BC61-2E388CE134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9474" y="425624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0D6DC8-6ACA-4383-819A-DBC903542E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9474" y="425624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1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F865E0-6B13-48D0-B2BE-E694BB83CA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4284" y="426059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BBC9FD-02BA-4D36-B525-91D0BBE861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4284" y="426059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1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1EDC12-2349-4338-9757-223048CA8B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1090" y="425542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500D6C-40C1-47C6-A8D5-837ACF726B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1090" y="425542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1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898E0C-8D24-48BE-8DCE-EDDBD63C23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851" y="406618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90C46D-3D20-4523-869E-B43F8F2F8E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851" y="406618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1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AEFDBE-138D-488D-870F-780419EFBF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0642" y="409324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54F757-54A9-458B-A94E-D132657C6F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0642" y="409324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1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877F13-8741-43B0-AFA8-98C01A9F01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1750" y="429734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E5B175-E739-4E6A-9326-B7B3DB9A5F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1750" y="429734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1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3D38E9-6F52-43B2-9C77-AA60177DD3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2426" y="429722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1CE9C0-66D0-4D2B-8AB5-B074DC2BA0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2426" y="429722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1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C7CD26-C545-45E5-BB4B-22F22F940F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1594" y="454522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47ACF6-2831-4718-9EE9-2CA6DA8D8A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1594" y="454522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1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BBAE27-FE11-4E9B-A856-F2C3DD65D1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4525" y="429222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511368-D896-4A29-B18F-F685015F88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4525" y="429222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1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D389AD-CFE1-4B18-8D1C-B52D24C662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6515" y="430029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40D00B-A160-4565-8EEC-286AC07452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6515" y="430029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1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9C62EE-6485-45AD-8AE9-8B8180791F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990" y="405365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57FB24-2285-48A1-B6C2-50A7F6D412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990" y="405365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2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338829-D0A1-4A1E-AE8C-55D36BA524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4410" y="398842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5CEE2D-03C4-4757-81BB-7E60CF75D7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4410" y="398842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2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3C5FFC-F531-4D45-BF2A-454419E367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21847" y="373701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D3C74D-6718-4891-A65B-C44F57F2F4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21847" y="373701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2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D294B7-18BA-4F4E-9703-D31A6DB5DE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6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A95AAB-4DE4-4AB7-84AE-A7EF5F2B68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0" y="0"/>
                </a:moveTo>
                <a:lnTo>
                  <a:pt x="4" y="266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2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8DFAA3-FB7C-440E-AB2D-B766F3863D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6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9B687A-928F-4B5E-BE73-AE19B8A82B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0" y="0"/>
                </a:moveTo>
                <a:lnTo>
                  <a:pt x="4" y="266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2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73541B-F5E2-4B30-8A37-A33F4F0DD4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6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2C8622-B4DC-4477-BF4D-881D05059F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0" y="0"/>
                </a:moveTo>
                <a:lnTo>
                  <a:pt x="4" y="266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2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801072-BF57-4CF3-A79F-E9C31B4DC3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6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3C01A0-F069-4ADA-9566-CAAB4C55D4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0" y="0"/>
                </a:moveTo>
                <a:lnTo>
                  <a:pt x="4" y="266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2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981DE9-4508-4820-BEFE-578553E6EE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6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6890EA-519B-438E-BBEC-40C364242B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0" y="0"/>
                </a:moveTo>
                <a:lnTo>
                  <a:pt x="4" y="266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2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F6C42A-01BB-4D44-90C8-C281EB889A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6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9E207B-80FA-4AD1-A71E-87A0957C51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0" y="0"/>
                </a:moveTo>
                <a:lnTo>
                  <a:pt x="4" y="266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2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8E9F28-2051-41BF-8BBB-62202106FD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870497"/>
            <a:ext cx="8079" cy="16157"/>
          </a:xfrm>
          <a:custGeom xmlns:a="http://schemas.openxmlformats.org/drawingml/2006/main">
            <a:pathLst>
              <a:path w="8079" h="16157">
                <a:moveTo>
                  <a:pt x="7811" y="4"/>
                </a:move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5E28D6-750A-48E2-A473-531A287BC2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870497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2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0EB8E9-B234-406F-85E5-1802A30074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7340" y="408680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226EA3-B870-4882-8405-58306663AF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7340" y="408680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2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C0D460-79E5-4032-BA6C-80B1BCDC39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7192" y="402826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FB1203-ABC9-4DCE-8073-212E3148A7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7192" y="402826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2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56E590-F4BB-49BD-9EBB-1C96919E32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6210" y="424910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0CFC5B-F905-42DC-B937-C280469C8A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6210" y="424910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2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5E6F25-3A28-4E87-9541-B94820EC97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0577" y="397766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D7467D-F861-4833-917E-7BAD6B6488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0577" y="397766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2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4446EA-C050-4DFC-8345-3BE9EBCC4D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4678" y="387562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979B9C-8FA2-423C-8AB3-40ED73A8F1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4678" y="387562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2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F05C43-E055-46C3-98F3-E092FD5A7F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1772" y="362578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5AF879-19FB-4422-8A30-869AB5A998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1772" y="362578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2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D94514-CC84-427C-9B7D-B74C2D9E1C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3686" y="408359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8ABEC2-B8DC-44D8-AE2F-8FE0A72085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3686" y="408359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2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01829B-43AE-4695-AFE0-318AD3CFEB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7725" y="403197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65A8A8-96E7-43B3-8852-E6280CAFBD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7725" y="403197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2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CA5935-6EB8-4336-80F7-80A187E114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9357" y="423674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9CD4D3-F3AF-45F0-918D-CC7E925C55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9357" y="423674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2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D3F2DC-1BE8-4448-8EC4-3934AF1E45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7337" y="399914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77A523-BE88-49AE-8C80-7FFD40C797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7337" y="399914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2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CCA8EC-0593-4175-8372-FB64206D2F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1005" y="386491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BCC2D1-AF4E-4C8D-A373-356B1A3505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1005" y="386491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2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7A9917-71FE-4A61-9F65-50ED9E5F04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2754" y="386659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D874E7-CB72-443C-AEB2-1A568C2B7C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2754" y="386659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2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6B8190-E8C9-431E-B444-2B9D8D3030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6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B8010E-272E-457C-8BDD-80BCDD9268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0" y="0"/>
                </a:moveTo>
                <a:lnTo>
                  <a:pt x="4" y="266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2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1C37EC-E67B-4D5E-8C5A-A3BF63CDB3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6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B5102F-D656-46F8-9FFF-85290DC181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0" y="0"/>
                </a:moveTo>
                <a:lnTo>
                  <a:pt x="4" y="266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2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2CD6E1-1624-41CF-AB11-013ACA369D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6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55D1B1-1579-4655-905F-445113F747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0" y="0"/>
                </a:moveTo>
                <a:lnTo>
                  <a:pt x="4" y="266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2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F7AB78-D0B9-4334-A717-EBAF878F78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6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1A6E6B-9FA6-43B1-8FA7-B8184DD9E1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0" y="0"/>
                </a:moveTo>
                <a:lnTo>
                  <a:pt x="4" y="266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2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B685AB-8F26-4FA6-B685-E81752FC8C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6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2C528B-A18E-48EE-A568-066D5029AF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0" y="0"/>
                </a:moveTo>
                <a:lnTo>
                  <a:pt x="4" y="266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2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9969FB-7C12-44F2-B85D-5CD65835F5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6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B1099D-E0CB-4E0C-B6F5-12603E319B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0" y="0"/>
                </a:moveTo>
                <a:lnTo>
                  <a:pt x="4" y="266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2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952CB1-521B-406F-A0D8-9226F2513F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6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55891D-3311-4F27-99B1-2C67078E65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0" y="0"/>
                </a:moveTo>
                <a:lnTo>
                  <a:pt x="4" y="266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2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4232AE-D586-4932-9A46-A359EFC8E2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998" y="397955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ABC439-C080-4843-AE88-E82FAC5CA9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998" y="397955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2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155EEE-CDEB-43D4-91D2-4B946A342A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6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CD7643-0403-4948-9AF6-EFFC537D5A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0" y="0"/>
                </a:moveTo>
                <a:lnTo>
                  <a:pt x="4" y="266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2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16F1B5-D910-457D-A037-23AFCB1553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6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BF65B9-2457-45C4-825A-26FAEA2623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0" y="0"/>
                </a:moveTo>
                <a:lnTo>
                  <a:pt x="4" y="266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2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FC4C6F-C914-440F-B861-9CDB03AFDC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8570" y="385932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D1A4D5-FE03-4FAE-838E-2379896AD9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8570" y="385932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2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0E11B9-666B-4BC7-B013-82FEB4EB5A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6"/>
                </a:moveTo>
                <a:lnTo>
                  <a:pt x="18" y="532"/>
                </a:lnTo>
                <a:lnTo>
                  <a:pt x="40" y="797"/>
                </a:lnTo>
                <a:lnTo>
                  <a:pt x="70" y="1061"/>
                </a:lnTo>
                <a:lnTo>
                  <a:pt x="109" y="1322"/>
                </a:lnTo>
                <a:lnTo>
                  <a:pt x="157" y="1582"/>
                </a:lnTo>
                <a:lnTo>
                  <a:pt x="213" y="1840"/>
                </a:lnTo>
                <a:lnTo>
                  <a:pt x="277" y="2095"/>
                </a:lnTo>
                <a:lnTo>
                  <a:pt x="349" y="2348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0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8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1"/>
                </a:lnTo>
                <a:lnTo>
                  <a:pt x="2558" y="5897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8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8"/>
                </a:lnTo>
                <a:lnTo>
                  <a:pt x="7017" y="8007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A5036B-A16D-4331-8B66-D846206136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0" y="0"/>
                </a:moveTo>
                <a:lnTo>
                  <a:pt x="4" y="266"/>
                </a:lnTo>
                <a:lnTo>
                  <a:pt x="18" y="532"/>
                </a:lnTo>
                <a:lnTo>
                  <a:pt x="40" y="797"/>
                </a:lnTo>
                <a:lnTo>
                  <a:pt x="70" y="1061"/>
                </a:lnTo>
                <a:lnTo>
                  <a:pt x="109" y="1322"/>
                </a:lnTo>
                <a:lnTo>
                  <a:pt x="157" y="1582"/>
                </a:lnTo>
                <a:lnTo>
                  <a:pt x="213" y="1840"/>
                </a:lnTo>
                <a:lnTo>
                  <a:pt x="277" y="2095"/>
                </a:lnTo>
                <a:lnTo>
                  <a:pt x="349" y="2348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0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8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1"/>
                </a:lnTo>
                <a:lnTo>
                  <a:pt x="2558" y="5897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8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8"/>
                </a:lnTo>
                <a:lnTo>
                  <a:pt x="7017" y="8007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2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66F14C-4FC2-4B43-A816-10C9B7A6C4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6"/>
                </a:moveTo>
                <a:lnTo>
                  <a:pt x="18" y="532"/>
                </a:lnTo>
                <a:lnTo>
                  <a:pt x="40" y="797"/>
                </a:lnTo>
                <a:lnTo>
                  <a:pt x="70" y="1061"/>
                </a:lnTo>
                <a:lnTo>
                  <a:pt x="109" y="1322"/>
                </a:lnTo>
                <a:lnTo>
                  <a:pt x="157" y="1582"/>
                </a:lnTo>
                <a:lnTo>
                  <a:pt x="213" y="1840"/>
                </a:lnTo>
                <a:lnTo>
                  <a:pt x="277" y="2095"/>
                </a:lnTo>
                <a:lnTo>
                  <a:pt x="349" y="2348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0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8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1"/>
                </a:lnTo>
                <a:lnTo>
                  <a:pt x="2558" y="5897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8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8"/>
                </a:lnTo>
                <a:lnTo>
                  <a:pt x="7017" y="8007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1D912E-658C-497E-93F6-C10E2AAABE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0" y="0"/>
                </a:moveTo>
                <a:lnTo>
                  <a:pt x="4" y="266"/>
                </a:lnTo>
                <a:lnTo>
                  <a:pt x="18" y="532"/>
                </a:lnTo>
                <a:lnTo>
                  <a:pt x="40" y="797"/>
                </a:lnTo>
                <a:lnTo>
                  <a:pt x="70" y="1061"/>
                </a:lnTo>
                <a:lnTo>
                  <a:pt x="109" y="1322"/>
                </a:lnTo>
                <a:lnTo>
                  <a:pt x="157" y="1582"/>
                </a:lnTo>
                <a:lnTo>
                  <a:pt x="213" y="1840"/>
                </a:lnTo>
                <a:lnTo>
                  <a:pt x="277" y="2095"/>
                </a:lnTo>
                <a:lnTo>
                  <a:pt x="349" y="2348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0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8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1"/>
                </a:lnTo>
                <a:lnTo>
                  <a:pt x="2558" y="5897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8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8"/>
                </a:lnTo>
                <a:lnTo>
                  <a:pt x="7017" y="8007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2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32E759-A6D0-4D03-B0BB-9B4C06C006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4212" y="379163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D171A5-9AA5-43F2-8986-2661495AA6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4212" y="379163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2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ABA528-CE23-4081-9A03-3C64BEFFF4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2115" y="369922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400432-07C3-439D-A04E-1C759006DB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2115" y="369922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2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A91849-108C-4E71-AB47-6FF1C3988E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7747" y="358164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0A94CF-4536-47B2-9D7A-45131A5EC5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7747" y="358164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2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22306B-FDC1-4B43-B385-F01BFE2566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9568" y="379392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63AF73-A4F2-4348-9696-A86A5C6888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9568" y="379392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2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AE3DD8-A9BE-4CA8-B483-84E651ABBE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8846" y="366466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5A3E96-6E63-4E72-A221-0805C89B52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8846" y="366466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2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24DC16-D533-4FB1-AA5D-9A275E0316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703" y="369872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D13780-182B-418E-8DDE-313D660C81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703" y="369872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2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A40353-C521-4A94-A1F9-FDF0C9B4F2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6484" y="382487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C4E0AA-2B64-4B50-85CD-403EA3DCF0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6484" y="382487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2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C1ABAF-98D3-4303-9D12-D70ABFA56A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4276" y="383218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6F138C-C4BD-4067-8EDD-EDF655EC25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4276" y="383218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2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4CA48E-2EE4-4991-8A63-6E89C59B48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3971" y="379708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F317D1-E38C-4F42-867F-9DB6A0AEA4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3971" y="379708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2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2751DF-BD47-4F1F-9BC1-C2FB82BFE1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6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89BA08-BAAA-4485-9767-278C98EF78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0" y="0"/>
                </a:moveTo>
                <a:lnTo>
                  <a:pt x="4" y="266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2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39A539-6350-47DA-BC46-078769F0D5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6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D7ACA1-A19C-4CF6-B3B6-CB3D5C3835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0" y="0"/>
                </a:moveTo>
                <a:lnTo>
                  <a:pt x="4" y="266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2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C41F1D-FD17-48CE-B02B-70027EB08E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6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7BF3B7-2E9B-4D42-9BCB-16D72FD5A6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0" y="0"/>
                </a:moveTo>
                <a:lnTo>
                  <a:pt x="4" y="266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2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D60042-1F3D-4306-AF76-8086EFFA61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6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9A1294-67C6-4C49-99E2-0A88A8051A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0" y="0"/>
                </a:moveTo>
                <a:lnTo>
                  <a:pt x="4" y="266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2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03A430-AE15-4A1F-8326-40D00432F7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6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F64F2E-BC35-4DC4-888B-E5D7F0638E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0" y="0"/>
                </a:moveTo>
                <a:lnTo>
                  <a:pt x="4" y="266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2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51BCC4-661F-4E2C-9C47-33AB368EF4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6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0F0D6D-FB0F-4266-9EC8-0F5CD48264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0" y="0"/>
                </a:moveTo>
                <a:lnTo>
                  <a:pt x="4" y="266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2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C14A06-95C0-4901-A21C-B78A37F0A2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6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1E6A8C-6FF1-4DEC-8AE3-E757ED9CC8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0" y="0"/>
                </a:moveTo>
                <a:lnTo>
                  <a:pt x="4" y="266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3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9528C8-840D-43B6-9F15-FCCDE0155F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6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4E7268-93AE-4230-B730-9B5897FCDB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0" y="0"/>
                </a:moveTo>
                <a:lnTo>
                  <a:pt x="4" y="266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3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752881-20A1-41EA-8164-D8C388C541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6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AD75B7-422A-4E71-B3E7-559101D701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0" y="0"/>
                </a:moveTo>
                <a:lnTo>
                  <a:pt x="4" y="266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3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B9AAEE-DC2E-43F6-A8E2-6E0957B6FA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6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9E60DC-887D-423C-9E69-EB6E1037D0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0" y="0"/>
                </a:moveTo>
                <a:lnTo>
                  <a:pt x="4" y="266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3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9B95D2-10B6-4782-8177-030C9A479D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961165"/>
            <a:ext cx="8079" cy="16157"/>
          </a:xfrm>
          <a:custGeom xmlns:a="http://schemas.openxmlformats.org/drawingml/2006/main">
            <a:pathLst>
              <a:path w="8079" h="16157">
                <a:moveTo>
                  <a:pt x="7811" y="4"/>
                </a:move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977BF6-85F5-4B9B-BE9F-183193A7F0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961165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3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18A70E-9030-4B57-A1C0-DE22F53D07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2F1ED5-F025-4682-95EE-5815854171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3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731E49-C024-413F-BBFD-C0C476FFB1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3F4BA7-AE39-48C7-B495-C6E97E1E6B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3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37E1C2-AE59-4B4E-89DC-007EA4817E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C488C9-3A8B-4659-8933-46E41760F7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3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1B4F56-BBB0-48B8-86B2-64E8D6471F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725DCD-5544-48CB-B5D9-AC595B53E4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3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5739A4-F87D-4D90-8141-F937C3C156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4390" y="400287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4E7F3C-E0D7-4354-B16E-0CC2BBFBCC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4390" y="400287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3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4CCE75-3716-492B-8192-4217CD60A5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6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D99D48-1A4C-4F09-AC29-C54030AD84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0" y="0"/>
                </a:moveTo>
                <a:lnTo>
                  <a:pt x="4" y="266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3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1A4364-415E-4FE5-BA66-2B79238A09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6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C17A0D-0D62-4168-A57D-9C8DC9F2DF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0" y="0"/>
                </a:moveTo>
                <a:lnTo>
                  <a:pt x="4" y="266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3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D27E3A-E1A8-41A4-899E-7407FC498A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61797" y="369750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24E490-8FFA-47D7-980C-F69FBF3E1A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61797" y="369750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3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0AE112-D119-4C51-A487-E739E998FC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6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144333-9D0A-42E4-9325-F78CD1E0E8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0" y="0"/>
                </a:moveTo>
                <a:lnTo>
                  <a:pt x="4" y="266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3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C03AAA-D0F3-42C0-AD1E-224588E538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6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B0A67D-97F4-471A-8429-B40A7F7B5A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0" y="0"/>
                </a:moveTo>
                <a:lnTo>
                  <a:pt x="4" y="266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3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88DC48-DD43-4300-86F5-CA4F70D6B2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6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480DAC-C99A-4854-AD29-3F1AD09181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0" y="0"/>
                </a:moveTo>
                <a:lnTo>
                  <a:pt x="4" y="266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3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D805D4-7DDB-4AA5-8EBD-2B55989B28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0919" y="467685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D5500B-A7B2-49C7-8E5B-E40EA0E357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0919" y="467685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3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26ACDC-0E2E-4D12-A65B-5331F10DF8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5787" y="408626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C8B4FF-72B9-466B-B91D-3C95D83EDA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5787" y="408626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3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EDB92B-8B8B-43ED-B968-4806423C49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4423" y="389626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05E2CD-A20A-45B5-95C5-97C258AB23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4423" y="389626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3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EBD8D8-0A49-4587-BC87-44595214C1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9904" y="405291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8BDD4D-A7D0-447D-A0EB-257C6FC653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9904" y="405291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3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0BB663-FAF9-47FF-AF01-ECA2D48418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4516" y="409902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EC710C-6CF1-481C-968E-07AA30BF7A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4516" y="409902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3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4D105A-5FE2-4C09-AFD7-212F4B7292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0516" y="413653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CE812F-7DFD-4F2B-8A1F-2C48DE69BE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0516" y="413653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3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B9CDA8-45D4-4D34-B0CB-53C67A6545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2790" y="416837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E845AB-D291-492E-912C-DBD405B0B3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2790" y="416837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3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439625-7610-4988-8963-075083C70C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099" y="403790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DF636E-D80E-4BF4-A5EF-5E9642002C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099" y="403790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3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E8A8BD-6D66-48B5-9686-00ECFD14E4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6184" y="380409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B2ACAA-6A25-4D6C-B5B2-B73185E83E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6184" y="380409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3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1CA9C2-7F0A-42A0-A04A-71D12114FA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6"/>
                </a:moveTo>
                <a:lnTo>
                  <a:pt x="18" y="532"/>
                </a:lnTo>
                <a:lnTo>
                  <a:pt x="40" y="797"/>
                </a:lnTo>
                <a:lnTo>
                  <a:pt x="70" y="1061"/>
                </a:lnTo>
                <a:lnTo>
                  <a:pt x="109" y="1322"/>
                </a:lnTo>
                <a:lnTo>
                  <a:pt x="157" y="1582"/>
                </a:lnTo>
                <a:lnTo>
                  <a:pt x="213" y="1840"/>
                </a:lnTo>
                <a:lnTo>
                  <a:pt x="277" y="2095"/>
                </a:lnTo>
                <a:lnTo>
                  <a:pt x="349" y="2348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0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8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1"/>
                </a:lnTo>
                <a:lnTo>
                  <a:pt x="2558" y="5897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8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8"/>
                </a:lnTo>
                <a:lnTo>
                  <a:pt x="7017" y="8007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FFA757-7C0A-4443-8D10-A5E98A3163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0" y="0"/>
                </a:moveTo>
                <a:lnTo>
                  <a:pt x="4" y="266"/>
                </a:lnTo>
                <a:lnTo>
                  <a:pt x="18" y="532"/>
                </a:lnTo>
                <a:lnTo>
                  <a:pt x="40" y="797"/>
                </a:lnTo>
                <a:lnTo>
                  <a:pt x="70" y="1061"/>
                </a:lnTo>
                <a:lnTo>
                  <a:pt x="109" y="1322"/>
                </a:lnTo>
                <a:lnTo>
                  <a:pt x="157" y="1582"/>
                </a:lnTo>
                <a:lnTo>
                  <a:pt x="213" y="1840"/>
                </a:lnTo>
                <a:lnTo>
                  <a:pt x="277" y="2095"/>
                </a:lnTo>
                <a:lnTo>
                  <a:pt x="349" y="2348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0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8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1"/>
                </a:lnTo>
                <a:lnTo>
                  <a:pt x="2558" y="5897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8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8"/>
                </a:lnTo>
                <a:lnTo>
                  <a:pt x="7017" y="8007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3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BCC8E1-51CB-4315-B9FD-A748945C60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6"/>
                </a:moveTo>
                <a:lnTo>
                  <a:pt x="18" y="532"/>
                </a:lnTo>
                <a:lnTo>
                  <a:pt x="40" y="797"/>
                </a:lnTo>
                <a:lnTo>
                  <a:pt x="70" y="1061"/>
                </a:lnTo>
                <a:lnTo>
                  <a:pt x="109" y="1322"/>
                </a:lnTo>
                <a:lnTo>
                  <a:pt x="157" y="1582"/>
                </a:lnTo>
                <a:lnTo>
                  <a:pt x="213" y="1840"/>
                </a:lnTo>
                <a:lnTo>
                  <a:pt x="277" y="2095"/>
                </a:lnTo>
                <a:lnTo>
                  <a:pt x="349" y="2348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0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8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1"/>
                </a:lnTo>
                <a:lnTo>
                  <a:pt x="2558" y="5897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8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8"/>
                </a:lnTo>
                <a:lnTo>
                  <a:pt x="7017" y="8007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4568B8-7D1E-4334-A40B-AE97979AF9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0" y="0"/>
                </a:moveTo>
                <a:lnTo>
                  <a:pt x="4" y="266"/>
                </a:lnTo>
                <a:lnTo>
                  <a:pt x="18" y="532"/>
                </a:lnTo>
                <a:lnTo>
                  <a:pt x="40" y="797"/>
                </a:lnTo>
                <a:lnTo>
                  <a:pt x="70" y="1061"/>
                </a:lnTo>
                <a:lnTo>
                  <a:pt x="109" y="1322"/>
                </a:lnTo>
                <a:lnTo>
                  <a:pt x="157" y="1582"/>
                </a:lnTo>
                <a:lnTo>
                  <a:pt x="213" y="1840"/>
                </a:lnTo>
                <a:lnTo>
                  <a:pt x="277" y="2095"/>
                </a:lnTo>
                <a:lnTo>
                  <a:pt x="349" y="2348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0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8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1"/>
                </a:lnTo>
                <a:lnTo>
                  <a:pt x="2558" y="5897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8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8"/>
                </a:lnTo>
                <a:lnTo>
                  <a:pt x="7017" y="8007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3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E04AFD-8828-4123-8BC8-C242C63AED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7071" y="353331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F1EECE-DC00-4055-A6C8-BB62D6EC2F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7071" y="353331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3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3B1B99-6D84-4CAB-80E2-C63AB602DA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2641" y="355082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5310E5-6B67-40DE-B1DD-D637F40043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2641" y="355082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3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DD10A6-552E-45DC-A207-680C8E5EAA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5184" y="3506222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0"/>
                </a:moveTo>
                <a:lnTo>
                  <a:pt x="8877" y="8038"/>
                </a:lnTo>
                <a:lnTo>
                  <a:pt x="9140" y="8007"/>
                </a:lnTo>
                <a:lnTo>
                  <a:pt x="9402" y="7968"/>
                </a:lnTo>
                <a:lnTo>
                  <a:pt x="9662" y="7921"/>
                </a:lnTo>
                <a:lnTo>
                  <a:pt x="9920" y="7865"/>
                </a:lnTo>
                <a:lnTo>
                  <a:pt x="10175" y="7801"/>
                </a:lnTo>
                <a:lnTo>
                  <a:pt x="10428" y="7728"/>
                </a:lnTo>
                <a:lnTo>
                  <a:pt x="10678" y="7648"/>
                </a:lnTo>
                <a:lnTo>
                  <a:pt x="10926" y="7559"/>
                </a:lnTo>
                <a:lnTo>
                  <a:pt x="11170" y="7463"/>
                </a:lnTo>
                <a:lnTo>
                  <a:pt x="11411" y="7358"/>
                </a:lnTo>
                <a:lnTo>
                  <a:pt x="11649" y="7246"/>
                </a:lnTo>
                <a:lnTo>
                  <a:pt x="11883" y="7126"/>
                </a:lnTo>
                <a:lnTo>
                  <a:pt x="12113" y="6998"/>
                </a:lnTo>
                <a:lnTo>
                  <a:pt x="12339" y="6863"/>
                </a:lnTo>
                <a:lnTo>
                  <a:pt x="12561" y="6720"/>
                </a:lnTo>
                <a:lnTo>
                  <a:pt x="12778" y="6570"/>
                </a:lnTo>
                <a:lnTo>
                  <a:pt x="12991" y="6413"/>
                </a:lnTo>
                <a:lnTo>
                  <a:pt x="13199" y="6248"/>
                </a:lnTo>
                <a:lnTo>
                  <a:pt x="13401" y="6076"/>
                </a:lnTo>
                <a:lnTo>
                  <a:pt x="13599" y="5897"/>
                </a:lnTo>
                <a:lnTo>
                  <a:pt x="13791" y="5711"/>
                </a:lnTo>
                <a:lnTo>
                  <a:pt x="13977" y="5519"/>
                </a:lnTo>
                <a:lnTo>
                  <a:pt x="14156" y="5322"/>
                </a:lnTo>
                <a:lnTo>
                  <a:pt x="14328" y="5119"/>
                </a:lnTo>
                <a:lnTo>
                  <a:pt x="14492" y="4911"/>
                </a:lnTo>
                <a:lnTo>
                  <a:pt x="14650" y="4698"/>
                </a:lnTo>
                <a:lnTo>
                  <a:pt x="14800" y="4481"/>
                </a:lnTo>
                <a:lnTo>
                  <a:pt x="14943" y="4259"/>
                </a:lnTo>
                <a:lnTo>
                  <a:pt x="15078" y="4033"/>
                </a:lnTo>
                <a:lnTo>
                  <a:pt x="15206" y="3803"/>
                </a:lnTo>
                <a:lnTo>
                  <a:pt x="15326" y="3569"/>
                </a:lnTo>
                <a:lnTo>
                  <a:pt x="15438" y="3332"/>
                </a:lnTo>
                <a:lnTo>
                  <a:pt x="15542" y="3090"/>
                </a:lnTo>
                <a:lnTo>
                  <a:pt x="15639" y="2846"/>
                </a:lnTo>
                <a:lnTo>
                  <a:pt x="15727" y="2599"/>
                </a:lnTo>
                <a:lnTo>
                  <a:pt x="15808" y="2348"/>
                </a:lnTo>
                <a:lnTo>
                  <a:pt x="15880" y="2095"/>
                </a:lnTo>
                <a:lnTo>
                  <a:pt x="15945" y="1840"/>
                </a:lnTo>
                <a:lnTo>
                  <a:pt x="16001" y="1582"/>
                </a:lnTo>
                <a:lnTo>
                  <a:pt x="16048" y="1322"/>
                </a:lnTo>
                <a:lnTo>
                  <a:pt x="16087" y="1061"/>
                </a:lnTo>
                <a:lnTo>
                  <a:pt x="16118" y="797"/>
                </a:lnTo>
                <a:lnTo>
                  <a:pt x="16140" y="532"/>
                </a:lnTo>
                <a:lnTo>
                  <a:pt x="16153" y="266"/>
                </a:lnTo>
                <a:lnTo>
                  <a:pt x="16157" y="0"/>
                </a:lnTo>
                <a:lnTo>
                  <a:pt x="0" y="0"/>
                </a:lnTo>
                <a:lnTo>
                  <a:pt x="4" y="266"/>
                </a:lnTo>
                <a:lnTo>
                  <a:pt x="18" y="532"/>
                </a:lnTo>
                <a:lnTo>
                  <a:pt x="40" y="797"/>
                </a:lnTo>
                <a:lnTo>
                  <a:pt x="70" y="1061"/>
                </a:lnTo>
                <a:lnTo>
                  <a:pt x="109" y="1322"/>
                </a:lnTo>
                <a:lnTo>
                  <a:pt x="157" y="1582"/>
                </a:lnTo>
                <a:lnTo>
                  <a:pt x="213" y="1840"/>
                </a:lnTo>
                <a:lnTo>
                  <a:pt x="277" y="2095"/>
                </a:lnTo>
                <a:lnTo>
                  <a:pt x="349" y="2348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0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8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1"/>
                </a:lnTo>
                <a:lnTo>
                  <a:pt x="2558" y="5897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8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8"/>
                </a:lnTo>
                <a:lnTo>
                  <a:pt x="7017" y="8007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346" y="8073"/>
                </a:lnTo>
                <a:lnTo>
                  <a:pt x="8612" y="806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525278-AF8C-44A1-9331-B167ED9FD7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5184" y="3506222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3"/>
                </a:lnTo>
                <a:lnTo>
                  <a:pt x="8612" y="8060"/>
                </a:lnTo>
                <a:lnTo>
                  <a:pt x="8877" y="8038"/>
                </a:lnTo>
                <a:lnTo>
                  <a:pt x="9140" y="8007"/>
                </a:lnTo>
                <a:lnTo>
                  <a:pt x="9402" y="7968"/>
                </a:lnTo>
                <a:lnTo>
                  <a:pt x="9662" y="7921"/>
                </a:lnTo>
                <a:lnTo>
                  <a:pt x="9920" y="7865"/>
                </a:lnTo>
                <a:lnTo>
                  <a:pt x="10175" y="7801"/>
                </a:lnTo>
                <a:lnTo>
                  <a:pt x="10428" y="7728"/>
                </a:lnTo>
                <a:lnTo>
                  <a:pt x="10678" y="7648"/>
                </a:lnTo>
                <a:lnTo>
                  <a:pt x="10926" y="7559"/>
                </a:lnTo>
                <a:lnTo>
                  <a:pt x="11170" y="7463"/>
                </a:lnTo>
                <a:lnTo>
                  <a:pt x="11411" y="7358"/>
                </a:lnTo>
                <a:lnTo>
                  <a:pt x="11649" y="7246"/>
                </a:lnTo>
                <a:lnTo>
                  <a:pt x="11883" y="7126"/>
                </a:lnTo>
                <a:lnTo>
                  <a:pt x="12113" y="6998"/>
                </a:lnTo>
                <a:lnTo>
                  <a:pt x="12339" y="6863"/>
                </a:lnTo>
                <a:lnTo>
                  <a:pt x="12561" y="6720"/>
                </a:lnTo>
                <a:lnTo>
                  <a:pt x="12778" y="6570"/>
                </a:lnTo>
                <a:lnTo>
                  <a:pt x="12991" y="6413"/>
                </a:lnTo>
                <a:lnTo>
                  <a:pt x="13199" y="6248"/>
                </a:lnTo>
                <a:lnTo>
                  <a:pt x="13401" y="6076"/>
                </a:lnTo>
                <a:lnTo>
                  <a:pt x="13599" y="5897"/>
                </a:lnTo>
                <a:lnTo>
                  <a:pt x="13791" y="5711"/>
                </a:lnTo>
                <a:lnTo>
                  <a:pt x="13977" y="5519"/>
                </a:lnTo>
                <a:lnTo>
                  <a:pt x="14156" y="5322"/>
                </a:lnTo>
                <a:lnTo>
                  <a:pt x="14328" y="5119"/>
                </a:lnTo>
                <a:lnTo>
                  <a:pt x="14492" y="4911"/>
                </a:lnTo>
                <a:lnTo>
                  <a:pt x="14650" y="4698"/>
                </a:lnTo>
                <a:lnTo>
                  <a:pt x="14800" y="4481"/>
                </a:lnTo>
                <a:lnTo>
                  <a:pt x="14943" y="4259"/>
                </a:lnTo>
                <a:lnTo>
                  <a:pt x="15078" y="4033"/>
                </a:lnTo>
                <a:lnTo>
                  <a:pt x="15206" y="3803"/>
                </a:lnTo>
                <a:lnTo>
                  <a:pt x="15326" y="3569"/>
                </a:lnTo>
                <a:lnTo>
                  <a:pt x="15438" y="3332"/>
                </a:lnTo>
                <a:lnTo>
                  <a:pt x="15542" y="3090"/>
                </a:lnTo>
                <a:lnTo>
                  <a:pt x="15639" y="2846"/>
                </a:lnTo>
                <a:lnTo>
                  <a:pt x="15727" y="2599"/>
                </a:lnTo>
                <a:lnTo>
                  <a:pt x="15808" y="2348"/>
                </a:lnTo>
                <a:lnTo>
                  <a:pt x="15880" y="2095"/>
                </a:lnTo>
                <a:lnTo>
                  <a:pt x="15945" y="1840"/>
                </a:lnTo>
                <a:lnTo>
                  <a:pt x="16001" y="1582"/>
                </a:lnTo>
                <a:lnTo>
                  <a:pt x="16048" y="1322"/>
                </a:lnTo>
                <a:lnTo>
                  <a:pt x="16087" y="1061"/>
                </a:lnTo>
                <a:lnTo>
                  <a:pt x="16118" y="797"/>
                </a:lnTo>
                <a:lnTo>
                  <a:pt x="16140" y="532"/>
                </a:lnTo>
                <a:lnTo>
                  <a:pt x="16153" y="266"/>
                </a:lnTo>
                <a:lnTo>
                  <a:pt x="16157" y="0"/>
                </a:lnTo>
                <a:moveTo>
                  <a:pt x="0" y="0"/>
                </a:moveTo>
                <a:lnTo>
                  <a:pt x="4" y="266"/>
                </a:lnTo>
                <a:lnTo>
                  <a:pt x="18" y="532"/>
                </a:lnTo>
                <a:lnTo>
                  <a:pt x="40" y="797"/>
                </a:lnTo>
                <a:lnTo>
                  <a:pt x="70" y="1061"/>
                </a:lnTo>
                <a:lnTo>
                  <a:pt x="109" y="1322"/>
                </a:lnTo>
                <a:lnTo>
                  <a:pt x="157" y="1582"/>
                </a:lnTo>
                <a:lnTo>
                  <a:pt x="213" y="1840"/>
                </a:lnTo>
                <a:lnTo>
                  <a:pt x="277" y="2095"/>
                </a:lnTo>
                <a:lnTo>
                  <a:pt x="349" y="2348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0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8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1"/>
                </a:lnTo>
                <a:lnTo>
                  <a:pt x="2558" y="5897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8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8"/>
                </a:lnTo>
                <a:lnTo>
                  <a:pt x="7017" y="8007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3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6FB418-4F29-4111-A74B-C7839F18E4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6"/>
                </a:moveTo>
                <a:lnTo>
                  <a:pt x="18" y="532"/>
                </a:lnTo>
                <a:lnTo>
                  <a:pt x="40" y="797"/>
                </a:lnTo>
                <a:lnTo>
                  <a:pt x="70" y="1061"/>
                </a:lnTo>
                <a:lnTo>
                  <a:pt x="109" y="1322"/>
                </a:lnTo>
                <a:lnTo>
                  <a:pt x="157" y="1582"/>
                </a:lnTo>
                <a:lnTo>
                  <a:pt x="213" y="1840"/>
                </a:lnTo>
                <a:lnTo>
                  <a:pt x="277" y="2095"/>
                </a:lnTo>
                <a:lnTo>
                  <a:pt x="349" y="2348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0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8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1"/>
                </a:lnTo>
                <a:lnTo>
                  <a:pt x="2558" y="5897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8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8"/>
                </a:lnTo>
                <a:lnTo>
                  <a:pt x="7017" y="8007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F4C5DD-0EB3-4265-B831-3C98B8234E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0" y="0"/>
                </a:moveTo>
                <a:lnTo>
                  <a:pt x="4" y="266"/>
                </a:lnTo>
                <a:lnTo>
                  <a:pt x="18" y="532"/>
                </a:lnTo>
                <a:lnTo>
                  <a:pt x="40" y="797"/>
                </a:lnTo>
                <a:lnTo>
                  <a:pt x="70" y="1061"/>
                </a:lnTo>
                <a:lnTo>
                  <a:pt x="109" y="1322"/>
                </a:lnTo>
                <a:lnTo>
                  <a:pt x="157" y="1582"/>
                </a:lnTo>
                <a:lnTo>
                  <a:pt x="213" y="1840"/>
                </a:lnTo>
                <a:lnTo>
                  <a:pt x="277" y="2095"/>
                </a:lnTo>
                <a:lnTo>
                  <a:pt x="349" y="2348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0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8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1"/>
                </a:lnTo>
                <a:lnTo>
                  <a:pt x="2558" y="5897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8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8"/>
                </a:lnTo>
                <a:lnTo>
                  <a:pt x="7017" y="8007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3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34F01E-234B-48C1-BAA6-9A7E4AA443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0057" y="468189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A25C6E-D57A-4A46-BB5F-01CFF1E0ED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0057" y="468189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3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53E395-8667-49D4-8451-6A2EE27BC7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6"/>
                </a:moveTo>
                <a:lnTo>
                  <a:pt x="18" y="532"/>
                </a:lnTo>
                <a:lnTo>
                  <a:pt x="40" y="797"/>
                </a:lnTo>
                <a:lnTo>
                  <a:pt x="70" y="1061"/>
                </a:lnTo>
                <a:lnTo>
                  <a:pt x="109" y="1322"/>
                </a:lnTo>
                <a:lnTo>
                  <a:pt x="157" y="1582"/>
                </a:lnTo>
                <a:lnTo>
                  <a:pt x="213" y="1840"/>
                </a:lnTo>
                <a:lnTo>
                  <a:pt x="277" y="2095"/>
                </a:lnTo>
                <a:lnTo>
                  <a:pt x="349" y="2348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0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8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1"/>
                </a:lnTo>
                <a:lnTo>
                  <a:pt x="2558" y="5897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8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8"/>
                </a:lnTo>
                <a:lnTo>
                  <a:pt x="7017" y="8007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7FB09A-A877-43D1-BED7-66CFF2B071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0" y="0"/>
                </a:moveTo>
                <a:lnTo>
                  <a:pt x="4" y="266"/>
                </a:lnTo>
                <a:lnTo>
                  <a:pt x="18" y="532"/>
                </a:lnTo>
                <a:lnTo>
                  <a:pt x="40" y="797"/>
                </a:lnTo>
                <a:lnTo>
                  <a:pt x="70" y="1061"/>
                </a:lnTo>
                <a:lnTo>
                  <a:pt x="109" y="1322"/>
                </a:lnTo>
                <a:lnTo>
                  <a:pt x="157" y="1582"/>
                </a:lnTo>
                <a:lnTo>
                  <a:pt x="213" y="1840"/>
                </a:lnTo>
                <a:lnTo>
                  <a:pt x="277" y="2095"/>
                </a:lnTo>
                <a:lnTo>
                  <a:pt x="349" y="2348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0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8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1"/>
                </a:lnTo>
                <a:lnTo>
                  <a:pt x="2558" y="5897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8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8"/>
                </a:lnTo>
                <a:lnTo>
                  <a:pt x="7017" y="8007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3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F4ADFB-7757-4199-AA98-D8E88C77B5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6"/>
                </a:moveTo>
                <a:lnTo>
                  <a:pt x="18" y="532"/>
                </a:lnTo>
                <a:lnTo>
                  <a:pt x="40" y="797"/>
                </a:lnTo>
                <a:lnTo>
                  <a:pt x="70" y="1061"/>
                </a:lnTo>
                <a:lnTo>
                  <a:pt x="109" y="1322"/>
                </a:lnTo>
                <a:lnTo>
                  <a:pt x="157" y="1582"/>
                </a:lnTo>
                <a:lnTo>
                  <a:pt x="213" y="1840"/>
                </a:lnTo>
                <a:lnTo>
                  <a:pt x="277" y="2095"/>
                </a:lnTo>
                <a:lnTo>
                  <a:pt x="349" y="2348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0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8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1"/>
                </a:lnTo>
                <a:lnTo>
                  <a:pt x="2558" y="5897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8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8"/>
                </a:lnTo>
                <a:lnTo>
                  <a:pt x="7017" y="8007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8FD207-A980-4E13-8FD9-CEAE52B05C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0" y="0"/>
                </a:moveTo>
                <a:lnTo>
                  <a:pt x="4" y="266"/>
                </a:lnTo>
                <a:lnTo>
                  <a:pt x="18" y="532"/>
                </a:lnTo>
                <a:lnTo>
                  <a:pt x="40" y="797"/>
                </a:lnTo>
                <a:lnTo>
                  <a:pt x="70" y="1061"/>
                </a:lnTo>
                <a:lnTo>
                  <a:pt x="109" y="1322"/>
                </a:lnTo>
                <a:lnTo>
                  <a:pt x="157" y="1582"/>
                </a:lnTo>
                <a:lnTo>
                  <a:pt x="213" y="1840"/>
                </a:lnTo>
                <a:lnTo>
                  <a:pt x="277" y="2095"/>
                </a:lnTo>
                <a:lnTo>
                  <a:pt x="349" y="2348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0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8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1"/>
                </a:lnTo>
                <a:lnTo>
                  <a:pt x="2558" y="5897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8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8"/>
                </a:lnTo>
                <a:lnTo>
                  <a:pt x="7017" y="8007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3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D83DF7-A00B-4EBF-947B-A60FE20B87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564" y="385090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5D7E54-4080-40C0-B5EF-69F51B35E4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564" y="385090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3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9BB620-DA92-461E-903A-C01089CFD1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028" y="380472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DDCC41-1BEC-452E-839F-899F309B52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028" y="380472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3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3483D2-CF19-4C9C-949A-2A935826D0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9889" y="364693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B449BB-5009-4629-8901-5D49C0DFB5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9889" y="364693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3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6B5C0B-E168-40C2-AFBD-F669AEF808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95714" y="361624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E7414F-0BBC-4955-8B54-C96B982905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95714" y="361624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3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6E2334-8F02-4842-9647-24D54D57C1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1421" y="370728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6B1C2C-6B38-45A5-8EAC-8889FB71B9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1421" y="370728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3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4775ED-EAD6-49E7-B8B1-87AF8C207C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5983" y="368704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535C65-07FF-4485-A991-02B45F912D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5983" y="368704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3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993944-9EA1-4AC7-B685-D959C9CB6D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0151" y="366495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01CD12-1102-4DEF-BB32-A3591DA92F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0151" y="366495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3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79B411-CF77-4121-9146-1CB6E454B0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18EDD8-3A0D-491E-B869-CA99FDA4F3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3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F73B34-BB66-4A34-A70A-BA44B97D4B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5559" y="370875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41C0BC-E5DF-48CA-8E79-76138A6FB3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5559" y="370875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3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7331A5-1CA4-46A8-AB07-5FD050042A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7519" y="3506222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0"/>
                </a:moveTo>
                <a:lnTo>
                  <a:pt x="8877" y="8038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1"/>
                </a:lnTo>
                <a:lnTo>
                  <a:pt x="9920" y="7865"/>
                </a:lnTo>
                <a:lnTo>
                  <a:pt x="10175" y="7801"/>
                </a:lnTo>
                <a:lnTo>
                  <a:pt x="10428" y="7729"/>
                </a:lnTo>
                <a:lnTo>
                  <a:pt x="10678" y="7648"/>
                </a:lnTo>
                <a:lnTo>
                  <a:pt x="10926" y="7559"/>
                </a:lnTo>
                <a:lnTo>
                  <a:pt x="11170" y="7463"/>
                </a:lnTo>
                <a:lnTo>
                  <a:pt x="11411" y="7358"/>
                </a:lnTo>
                <a:lnTo>
                  <a:pt x="11649" y="7246"/>
                </a:lnTo>
                <a:lnTo>
                  <a:pt x="11883" y="7126"/>
                </a:lnTo>
                <a:lnTo>
                  <a:pt x="12113" y="6998"/>
                </a:lnTo>
                <a:lnTo>
                  <a:pt x="12339" y="6863"/>
                </a:lnTo>
                <a:lnTo>
                  <a:pt x="12561" y="6721"/>
                </a:lnTo>
                <a:lnTo>
                  <a:pt x="12778" y="6570"/>
                </a:lnTo>
                <a:lnTo>
                  <a:pt x="12991" y="6413"/>
                </a:lnTo>
                <a:lnTo>
                  <a:pt x="13199" y="6248"/>
                </a:lnTo>
                <a:lnTo>
                  <a:pt x="13401" y="6076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19"/>
                </a:lnTo>
                <a:lnTo>
                  <a:pt x="14492" y="4911"/>
                </a:lnTo>
                <a:lnTo>
                  <a:pt x="14650" y="4699"/>
                </a:lnTo>
                <a:lnTo>
                  <a:pt x="14800" y="4481"/>
                </a:lnTo>
                <a:lnTo>
                  <a:pt x="14943" y="4259"/>
                </a:lnTo>
                <a:lnTo>
                  <a:pt x="15078" y="4033"/>
                </a:lnTo>
                <a:lnTo>
                  <a:pt x="15206" y="3803"/>
                </a:lnTo>
                <a:lnTo>
                  <a:pt x="15326" y="3569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6"/>
                </a:lnTo>
                <a:lnTo>
                  <a:pt x="15727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0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1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346" y="8073"/>
                </a:lnTo>
                <a:lnTo>
                  <a:pt x="8612" y="806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A55A86-219A-41F8-B47E-B4DC10AC2F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7519" y="3506222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3"/>
                </a:lnTo>
                <a:lnTo>
                  <a:pt x="8612" y="8060"/>
                </a:lnTo>
                <a:lnTo>
                  <a:pt x="8877" y="8038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1"/>
                </a:lnTo>
                <a:lnTo>
                  <a:pt x="9920" y="7865"/>
                </a:lnTo>
                <a:lnTo>
                  <a:pt x="10175" y="7801"/>
                </a:lnTo>
                <a:lnTo>
                  <a:pt x="10428" y="7729"/>
                </a:lnTo>
                <a:lnTo>
                  <a:pt x="10678" y="7648"/>
                </a:lnTo>
                <a:lnTo>
                  <a:pt x="10926" y="7559"/>
                </a:lnTo>
                <a:lnTo>
                  <a:pt x="11170" y="7463"/>
                </a:lnTo>
                <a:lnTo>
                  <a:pt x="11411" y="7358"/>
                </a:lnTo>
                <a:lnTo>
                  <a:pt x="11649" y="7246"/>
                </a:lnTo>
                <a:lnTo>
                  <a:pt x="11883" y="7126"/>
                </a:lnTo>
                <a:lnTo>
                  <a:pt x="12113" y="6998"/>
                </a:lnTo>
                <a:lnTo>
                  <a:pt x="12339" y="6863"/>
                </a:lnTo>
                <a:lnTo>
                  <a:pt x="12561" y="6721"/>
                </a:lnTo>
                <a:lnTo>
                  <a:pt x="12778" y="6570"/>
                </a:lnTo>
                <a:lnTo>
                  <a:pt x="12991" y="6413"/>
                </a:lnTo>
                <a:lnTo>
                  <a:pt x="13199" y="6248"/>
                </a:lnTo>
                <a:lnTo>
                  <a:pt x="13401" y="6076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19"/>
                </a:lnTo>
                <a:lnTo>
                  <a:pt x="14492" y="4911"/>
                </a:lnTo>
                <a:lnTo>
                  <a:pt x="14650" y="4699"/>
                </a:lnTo>
                <a:lnTo>
                  <a:pt x="14800" y="4481"/>
                </a:lnTo>
                <a:lnTo>
                  <a:pt x="14943" y="4259"/>
                </a:lnTo>
                <a:lnTo>
                  <a:pt x="15078" y="4033"/>
                </a:lnTo>
                <a:lnTo>
                  <a:pt x="15206" y="3803"/>
                </a:lnTo>
                <a:lnTo>
                  <a:pt x="15326" y="3569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6"/>
                </a:lnTo>
                <a:lnTo>
                  <a:pt x="15727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0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1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3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675A28-3B57-4CC0-B4D4-85DF52F9FD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B7FF86-9253-43EE-B2B9-0F4E2E9670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3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12D82A-A3B9-46B0-B04E-8EBC80F85A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057F95-7E07-44F1-A8FF-A58F14F298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3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5DC3E0-EF4B-4AB7-99B4-BAEBBDAE31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74FF8A-965B-4C19-9775-DD99A8E9D1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3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6BBACC-1C1C-4EF8-A4FB-C82F0BAA56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0AE3DB-32A3-4244-82D8-37C46C09F0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3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44D1A3-5CE4-49DD-AF5A-1DA977E0D8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E72EEC-305D-48E6-99BF-D5974DDB48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3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0EBBAE-BCFD-4965-BB5B-ABD642C32B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0014" y="3506222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0"/>
                </a:moveTo>
                <a:lnTo>
                  <a:pt x="8877" y="8038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1"/>
                </a:lnTo>
                <a:lnTo>
                  <a:pt x="9920" y="7865"/>
                </a:lnTo>
                <a:lnTo>
                  <a:pt x="10175" y="7801"/>
                </a:lnTo>
                <a:lnTo>
                  <a:pt x="10428" y="7729"/>
                </a:lnTo>
                <a:lnTo>
                  <a:pt x="10678" y="7648"/>
                </a:lnTo>
                <a:lnTo>
                  <a:pt x="10926" y="7559"/>
                </a:lnTo>
                <a:lnTo>
                  <a:pt x="11170" y="7463"/>
                </a:lnTo>
                <a:lnTo>
                  <a:pt x="11411" y="7358"/>
                </a:lnTo>
                <a:lnTo>
                  <a:pt x="11649" y="7246"/>
                </a:lnTo>
                <a:lnTo>
                  <a:pt x="11883" y="7126"/>
                </a:lnTo>
                <a:lnTo>
                  <a:pt x="12113" y="6998"/>
                </a:lnTo>
                <a:lnTo>
                  <a:pt x="12339" y="6863"/>
                </a:lnTo>
                <a:lnTo>
                  <a:pt x="12561" y="6721"/>
                </a:lnTo>
                <a:lnTo>
                  <a:pt x="12778" y="6570"/>
                </a:lnTo>
                <a:lnTo>
                  <a:pt x="12991" y="6413"/>
                </a:lnTo>
                <a:lnTo>
                  <a:pt x="13199" y="6248"/>
                </a:lnTo>
                <a:lnTo>
                  <a:pt x="13401" y="6076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19"/>
                </a:lnTo>
                <a:lnTo>
                  <a:pt x="14492" y="4911"/>
                </a:lnTo>
                <a:lnTo>
                  <a:pt x="14650" y="4699"/>
                </a:lnTo>
                <a:lnTo>
                  <a:pt x="14800" y="4481"/>
                </a:lnTo>
                <a:lnTo>
                  <a:pt x="14943" y="4259"/>
                </a:lnTo>
                <a:lnTo>
                  <a:pt x="15078" y="4033"/>
                </a:lnTo>
                <a:lnTo>
                  <a:pt x="15206" y="3803"/>
                </a:lnTo>
                <a:lnTo>
                  <a:pt x="15326" y="3569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6"/>
                </a:lnTo>
                <a:lnTo>
                  <a:pt x="15727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0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1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346" y="8073"/>
                </a:lnTo>
                <a:lnTo>
                  <a:pt x="8612" y="806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B4BCA3-5E7E-4748-AADD-EA6BE4A0F7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0014" y="3506222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3"/>
                </a:lnTo>
                <a:lnTo>
                  <a:pt x="8612" y="8060"/>
                </a:lnTo>
                <a:lnTo>
                  <a:pt x="8877" y="8038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1"/>
                </a:lnTo>
                <a:lnTo>
                  <a:pt x="9920" y="7865"/>
                </a:lnTo>
                <a:lnTo>
                  <a:pt x="10175" y="7801"/>
                </a:lnTo>
                <a:lnTo>
                  <a:pt x="10428" y="7729"/>
                </a:lnTo>
                <a:lnTo>
                  <a:pt x="10678" y="7648"/>
                </a:lnTo>
                <a:lnTo>
                  <a:pt x="10926" y="7559"/>
                </a:lnTo>
                <a:lnTo>
                  <a:pt x="11170" y="7463"/>
                </a:lnTo>
                <a:lnTo>
                  <a:pt x="11411" y="7358"/>
                </a:lnTo>
                <a:lnTo>
                  <a:pt x="11649" y="7246"/>
                </a:lnTo>
                <a:lnTo>
                  <a:pt x="11883" y="7126"/>
                </a:lnTo>
                <a:lnTo>
                  <a:pt x="12113" y="6998"/>
                </a:lnTo>
                <a:lnTo>
                  <a:pt x="12339" y="6863"/>
                </a:lnTo>
                <a:lnTo>
                  <a:pt x="12561" y="6721"/>
                </a:lnTo>
                <a:lnTo>
                  <a:pt x="12778" y="6570"/>
                </a:lnTo>
                <a:lnTo>
                  <a:pt x="12991" y="6413"/>
                </a:lnTo>
                <a:lnTo>
                  <a:pt x="13199" y="6248"/>
                </a:lnTo>
                <a:lnTo>
                  <a:pt x="13401" y="6076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19"/>
                </a:lnTo>
                <a:lnTo>
                  <a:pt x="14492" y="4911"/>
                </a:lnTo>
                <a:lnTo>
                  <a:pt x="14650" y="4699"/>
                </a:lnTo>
                <a:lnTo>
                  <a:pt x="14800" y="4481"/>
                </a:lnTo>
                <a:lnTo>
                  <a:pt x="14943" y="4259"/>
                </a:lnTo>
                <a:lnTo>
                  <a:pt x="15078" y="4033"/>
                </a:lnTo>
                <a:lnTo>
                  <a:pt x="15206" y="3803"/>
                </a:lnTo>
                <a:lnTo>
                  <a:pt x="15326" y="3569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6"/>
                </a:lnTo>
                <a:lnTo>
                  <a:pt x="15727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0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1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3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0905F1-11F2-44B1-BCD8-D122755452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24746" y="3506222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0"/>
                </a:moveTo>
                <a:lnTo>
                  <a:pt x="8877" y="8038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1"/>
                </a:lnTo>
                <a:lnTo>
                  <a:pt x="9920" y="7865"/>
                </a:lnTo>
                <a:lnTo>
                  <a:pt x="10175" y="7801"/>
                </a:lnTo>
                <a:lnTo>
                  <a:pt x="10428" y="7729"/>
                </a:lnTo>
                <a:lnTo>
                  <a:pt x="10678" y="7648"/>
                </a:lnTo>
                <a:lnTo>
                  <a:pt x="10926" y="7559"/>
                </a:lnTo>
                <a:lnTo>
                  <a:pt x="11170" y="7463"/>
                </a:lnTo>
                <a:lnTo>
                  <a:pt x="11411" y="7358"/>
                </a:lnTo>
                <a:lnTo>
                  <a:pt x="11649" y="7246"/>
                </a:lnTo>
                <a:lnTo>
                  <a:pt x="11883" y="7126"/>
                </a:lnTo>
                <a:lnTo>
                  <a:pt x="12113" y="6998"/>
                </a:lnTo>
                <a:lnTo>
                  <a:pt x="12339" y="6863"/>
                </a:lnTo>
                <a:lnTo>
                  <a:pt x="12561" y="6721"/>
                </a:lnTo>
                <a:lnTo>
                  <a:pt x="12778" y="6570"/>
                </a:lnTo>
                <a:lnTo>
                  <a:pt x="12991" y="6413"/>
                </a:lnTo>
                <a:lnTo>
                  <a:pt x="13199" y="6248"/>
                </a:lnTo>
                <a:lnTo>
                  <a:pt x="13401" y="6076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19"/>
                </a:lnTo>
                <a:lnTo>
                  <a:pt x="14492" y="4911"/>
                </a:lnTo>
                <a:lnTo>
                  <a:pt x="14650" y="4699"/>
                </a:lnTo>
                <a:lnTo>
                  <a:pt x="14800" y="4481"/>
                </a:lnTo>
                <a:lnTo>
                  <a:pt x="14943" y="4259"/>
                </a:lnTo>
                <a:lnTo>
                  <a:pt x="15078" y="4033"/>
                </a:lnTo>
                <a:lnTo>
                  <a:pt x="15206" y="3803"/>
                </a:lnTo>
                <a:lnTo>
                  <a:pt x="15326" y="3569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6"/>
                </a:lnTo>
                <a:lnTo>
                  <a:pt x="15727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0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1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346" y="8073"/>
                </a:lnTo>
                <a:lnTo>
                  <a:pt x="8612" y="806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579462-F341-4580-8FA0-39AF861660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24746" y="3506222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3"/>
                </a:lnTo>
                <a:lnTo>
                  <a:pt x="8612" y="8060"/>
                </a:lnTo>
                <a:lnTo>
                  <a:pt x="8877" y="8038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1"/>
                </a:lnTo>
                <a:lnTo>
                  <a:pt x="9920" y="7865"/>
                </a:lnTo>
                <a:lnTo>
                  <a:pt x="10175" y="7801"/>
                </a:lnTo>
                <a:lnTo>
                  <a:pt x="10428" y="7729"/>
                </a:lnTo>
                <a:lnTo>
                  <a:pt x="10678" y="7648"/>
                </a:lnTo>
                <a:lnTo>
                  <a:pt x="10926" y="7559"/>
                </a:lnTo>
                <a:lnTo>
                  <a:pt x="11170" y="7463"/>
                </a:lnTo>
                <a:lnTo>
                  <a:pt x="11411" y="7358"/>
                </a:lnTo>
                <a:lnTo>
                  <a:pt x="11649" y="7246"/>
                </a:lnTo>
                <a:lnTo>
                  <a:pt x="11883" y="7126"/>
                </a:lnTo>
                <a:lnTo>
                  <a:pt x="12113" y="6998"/>
                </a:lnTo>
                <a:lnTo>
                  <a:pt x="12339" y="6863"/>
                </a:lnTo>
                <a:lnTo>
                  <a:pt x="12561" y="6721"/>
                </a:lnTo>
                <a:lnTo>
                  <a:pt x="12778" y="6570"/>
                </a:lnTo>
                <a:lnTo>
                  <a:pt x="12991" y="6413"/>
                </a:lnTo>
                <a:lnTo>
                  <a:pt x="13199" y="6248"/>
                </a:lnTo>
                <a:lnTo>
                  <a:pt x="13401" y="6076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19"/>
                </a:lnTo>
                <a:lnTo>
                  <a:pt x="14492" y="4911"/>
                </a:lnTo>
                <a:lnTo>
                  <a:pt x="14650" y="4699"/>
                </a:lnTo>
                <a:lnTo>
                  <a:pt x="14800" y="4481"/>
                </a:lnTo>
                <a:lnTo>
                  <a:pt x="14943" y="4259"/>
                </a:lnTo>
                <a:lnTo>
                  <a:pt x="15078" y="4033"/>
                </a:lnTo>
                <a:lnTo>
                  <a:pt x="15206" y="3803"/>
                </a:lnTo>
                <a:lnTo>
                  <a:pt x="15326" y="3569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6"/>
                </a:lnTo>
                <a:lnTo>
                  <a:pt x="15727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0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1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4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1C4711-A9E5-4609-AA9E-61359B5E8C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4575" y="3506222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0"/>
                </a:moveTo>
                <a:lnTo>
                  <a:pt x="8877" y="8038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1"/>
                </a:lnTo>
                <a:lnTo>
                  <a:pt x="9920" y="7865"/>
                </a:lnTo>
                <a:lnTo>
                  <a:pt x="10175" y="7801"/>
                </a:lnTo>
                <a:lnTo>
                  <a:pt x="10428" y="7729"/>
                </a:lnTo>
                <a:lnTo>
                  <a:pt x="10678" y="7648"/>
                </a:lnTo>
                <a:lnTo>
                  <a:pt x="10926" y="7559"/>
                </a:lnTo>
                <a:lnTo>
                  <a:pt x="11170" y="7463"/>
                </a:lnTo>
                <a:lnTo>
                  <a:pt x="11411" y="7358"/>
                </a:lnTo>
                <a:lnTo>
                  <a:pt x="11649" y="7246"/>
                </a:lnTo>
                <a:lnTo>
                  <a:pt x="11883" y="7126"/>
                </a:lnTo>
                <a:lnTo>
                  <a:pt x="12113" y="6998"/>
                </a:lnTo>
                <a:lnTo>
                  <a:pt x="12339" y="6863"/>
                </a:lnTo>
                <a:lnTo>
                  <a:pt x="12561" y="6721"/>
                </a:lnTo>
                <a:lnTo>
                  <a:pt x="12778" y="6570"/>
                </a:lnTo>
                <a:lnTo>
                  <a:pt x="12991" y="6413"/>
                </a:lnTo>
                <a:lnTo>
                  <a:pt x="13199" y="6248"/>
                </a:lnTo>
                <a:lnTo>
                  <a:pt x="13401" y="6076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19"/>
                </a:lnTo>
                <a:lnTo>
                  <a:pt x="14492" y="4911"/>
                </a:lnTo>
                <a:lnTo>
                  <a:pt x="14650" y="4699"/>
                </a:lnTo>
                <a:lnTo>
                  <a:pt x="14800" y="4481"/>
                </a:lnTo>
                <a:lnTo>
                  <a:pt x="14943" y="4259"/>
                </a:lnTo>
                <a:lnTo>
                  <a:pt x="15078" y="4033"/>
                </a:lnTo>
                <a:lnTo>
                  <a:pt x="15206" y="3803"/>
                </a:lnTo>
                <a:lnTo>
                  <a:pt x="15326" y="3569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6"/>
                </a:lnTo>
                <a:lnTo>
                  <a:pt x="15727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0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1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346" y="8073"/>
                </a:lnTo>
                <a:lnTo>
                  <a:pt x="8612" y="806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9B1158-C49F-4191-B15C-7ADE1B4111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4575" y="3506222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3"/>
                </a:lnTo>
                <a:lnTo>
                  <a:pt x="8612" y="8060"/>
                </a:lnTo>
                <a:lnTo>
                  <a:pt x="8877" y="8038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1"/>
                </a:lnTo>
                <a:lnTo>
                  <a:pt x="9920" y="7865"/>
                </a:lnTo>
                <a:lnTo>
                  <a:pt x="10175" y="7801"/>
                </a:lnTo>
                <a:lnTo>
                  <a:pt x="10428" y="7729"/>
                </a:lnTo>
                <a:lnTo>
                  <a:pt x="10678" y="7648"/>
                </a:lnTo>
                <a:lnTo>
                  <a:pt x="10926" y="7559"/>
                </a:lnTo>
                <a:lnTo>
                  <a:pt x="11170" y="7463"/>
                </a:lnTo>
                <a:lnTo>
                  <a:pt x="11411" y="7358"/>
                </a:lnTo>
                <a:lnTo>
                  <a:pt x="11649" y="7246"/>
                </a:lnTo>
                <a:lnTo>
                  <a:pt x="11883" y="7126"/>
                </a:lnTo>
                <a:lnTo>
                  <a:pt x="12113" y="6998"/>
                </a:lnTo>
                <a:lnTo>
                  <a:pt x="12339" y="6863"/>
                </a:lnTo>
                <a:lnTo>
                  <a:pt x="12561" y="6721"/>
                </a:lnTo>
                <a:lnTo>
                  <a:pt x="12778" y="6570"/>
                </a:lnTo>
                <a:lnTo>
                  <a:pt x="12991" y="6413"/>
                </a:lnTo>
                <a:lnTo>
                  <a:pt x="13199" y="6248"/>
                </a:lnTo>
                <a:lnTo>
                  <a:pt x="13401" y="6076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19"/>
                </a:lnTo>
                <a:lnTo>
                  <a:pt x="14492" y="4911"/>
                </a:lnTo>
                <a:lnTo>
                  <a:pt x="14650" y="4699"/>
                </a:lnTo>
                <a:lnTo>
                  <a:pt x="14800" y="4481"/>
                </a:lnTo>
                <a:lnTo>
                  <a:pt x="14943" y="4259"/>
                </a:lnTo>
                <a:lnTo>
                  <a:pt x="15078" y="4033"/>
                </a:lnTo>
                <a:lnTo>
                  <a:pt x="15206" y="3803"/>
                </a:lnTo>
                <a:lnTo>
                  <a:pt x="15326" y="3569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6"/>
                </a:lnTo>
                <a:lnTo>
                  <a:pt x="15727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0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1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4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B79340-201B-46B6-BFBB-ACC5789448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21779" y="3506222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0"/>
                </a:moveTo>
                <a:lnTo>
                  <a:pt x="8877" y="8038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1"/>
                </a:lnTo>
                <a:lnTo>
                  <a:pt x="9920" y="7865"/>
                </a:lnTo>
                <a:lnTo>
                  <a:pt x="10175" y="7801"/>
                </a:lnTo>
                <a:lnTo>
                  <a:pt x="10428" y="7729"/>
                </a:lnTo>
                <a:lnTo>
                  <a:pt x="10678" y="7648"/>
                </a:lnTo>
                <a:lnTo>
                  <a:pt x="10926" y="7559"/>
                </a:lnTo>
                <a:lnTo>
                  <a:pt x="11170" y="7463"/>
                </a:lnTo>
                <a:lnTo>
                  <a:pt x="11411" y="7358"/>
                </a:lnTo>
                <a:lnTo>
                  <a:pt x="11649" y="7246"/>
                </a:lnTo>
                <a:lnTo>
                  <a:pt x="11883" y="7126"/>
                </a:lnTo>
                <a:lnTo>
                  <a:pt x="12113" y="6998"/>
                </a:lnTo>
                <a:lnTo>
                  <a:pt x="12339" y="6863"/>
                </a:lnTo>
                <a:lnTo>
                  <a:pt x="12561" y="6721"/>
                </a:lnTo>
                <a:lnTo>
                  <a:pt x="12778" y="6570"/>
                </a:lnTo>
                <a:lnTo>
                  <a:pt x="12991" y="6413"/>
                </a:lnTo>
                <a:lnTo>
                  <a:pt x="13199" y="6248"/>
                </a:lnTo>
                <a:lnTo>
                  <a:pt x="13401" y="6076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19"/>
                </a:lnTo>
                <a:lnTo>
                  <a:pt x="14492" y="4911"/>
                </a:lnTo>
                <a:lnTo>
                  <a:pt x="14650" y="4699"/>
                </a:lnTo>
                <a:lnTo>
                  <a:pt x="14800" y="4481"/>
                </a:lnTo>
                <a:lnTo>
                  <a:pt x="14943" y="4259"/>
                </a:lnTo>
                <a:lnTo>
                  <a:pt x="15078" y="4033"/>
                </a:lnTo>
                <a:lnTo>
                  <a:pt x="15206" y="3803"/>
                </a:lnTo>
                <a:lnTo>
                  <a:pt x="15326" y="3569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6"/>
                </a:lnTo>
                <a:lnTo>
                  <a:pt x="15727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0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1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346" y="8073"/>
                </a:lnTo>
                <a:lnTo>
                  <a:pt x="8612" y="806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3BDB86-7217-40D8-9E32-B00A7DC216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21779" y="3506222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3"/>
                </a:lnTo>
                <a:lnTo>
                  <a:pt x="8612" y="8060"/>
                </a:lnTo>
                <a:lnTo>
                  <a:pt x="8877" y="8038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1"/>
                </a:lnTo>
                <a:lnTo>
                  <a:pt x="9920" y="7865"/>
                </a:lnTo>
                <a:lnTo>
                  <a:pt x="10175" y="7801"/>
                </a:lnTo>
                <a:lnTo>
                  <a:pt x="10428" y="7729"/>
                </a:lnTo>
                <a:lnTo>
                  <a:pt x="10678" y="7648"/>
                </a:lnTo>
                <a:lnTo>
                  <a:pt x="10926" y="7559"/>
                </a:lnTo>
                <a:lnTo>
                  <a:pt x="11170" y="7463"/>
                </a:lnTo>
                <a:lnTo>
                  <a:pt x="11411" y="7358"/>
                </a:lnTo>
                <a:lnTo>
                  <a:pt x="11649" y="7246"/>
                </a:lnTo>
                <a:lnTo>
                  <a:pt x="11883" y="7126"/>
                </a:lnTo>
                <a:lnTo>
                  <a:pt x="12113" y="6998"/>
                </a:lnTo>
                <a:lnTo>
                  <a:pt x="12339" y="6863"/>
                </a:lnTo>
                <a:lnTo>
                  <a:pt x="12561" y="6721"/>
                </a:lnTo>
                <a:lnTo>
                  <a:pt x="12778" y="6570"/>
                </a:lnTo>
                <a:lnTo>
                  <a:pt x="12991" y="6413"/>
                </a:lnTo>
                <a:lnTo>
                  <a:pt x="13199" y="6248"/>
                </a:lnTo>
                <a:lnTo>
                  <a:pt x="13401" y="6076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19"/>
                </a:lnTo>
                <a:lnTo>
                  <a:pt x="14492" y="4911"/>
                </a:lnTo>
                <a:lnTo>
                  <a:pt x="14650" y="4699"/>
                </a:lnTo>
                <a:lnTo>
                  <a:pt x="14800" y="4481"/>
                </a:lnTo>
                <a:lnTo>
                  <a:pt x="14943" y="4259"/>
                </a:lnTo>
                <a:lnTo>
                  <a:pt x="15078" y="4033"/>
                </a:lnTo>
                <a:lnTo>
                  <a:pt x="15206" y="3803"/>
                </a:lnTo>
                <a:lnTo>
                  <a:pt x="15326" y="3569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6"/>
                </a:lnTo>
                <a:lnTo>
                  <a:pt x="15727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0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1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4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FC4A5C-7532-4524-B748-732C4EB28C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3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8E1C87-0983-4861-91AE-A8666AF574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3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4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83D4B7-47F9-413E-8CB9-6EF76022F9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3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9F825B-99F4-454E-8671-4161C30D61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3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4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1D8805-6DBE-4C10-B9FF-5A92E59EEE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2297" y="3506222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0"/>
                </a:moveTo>
                <a:lnTo>
                  <a:pt x="8877" y="8038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1"/>
                </a:lnTo>
                <a:lnTo>
                  <a:pt x="9920" y="7865"/>
                </a:lnTo>
                <a:lnTo>
                  <a:pt x="10175" y="7801"/>
                </a:lnTo>
                <a:lnTo>
                  <a:pt x="10428" y="7729"/>
                </a:lnTo>
                <a:lnTo>
                  <a:pt x="10678" y="7648"/>
                </a:lnTo>
                <a:lnTo>
                  <a:pt x="10926" y="7559"/>
                </a:lnTo>
                <a:lnTo>
                  <a:pt x="11170" y="7463"/>
                </a:lnTo>
                <a:lnTo>
                  <a:pt x="11411" y="7358"/>
                </a:lnTo>
                <a:lnTo>
                  <a:pt x="11649" y="7246"/>
                </a:lnTo>
                <a:lnTo>
                  <a:pt x="11883" y="7126"/>
                </a:lnTo>
                <a:lnTo>
                  <a:pt x="12113" y="6998"/>
                </a:lnTo>
                <a:lnTo>
                  <a:pt x="12339" y="6863"/>
                </a:lnTo>
                <a:lnTo>
                  <a:pt x="12561" y="6721"/>
                </a:lnTo>
                <a:lnTo>
                  <a:pt x="12778" y="6570"/>
                </a:lnTo>
                <a:lnTo>
                  <a:pt x="12991" y="6413"/>
                </a:lnTo>
                <a:lnTo>
                  <a:pt x="13199" y="6248"/>
                </a:lnTo>
                <a:lnTo>
                  <a:pt x="13401" y="6076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19"/>
                </a:lnTo>
                <a:lnTo>
                  <a:pt x="14492" y="4911"/>
                </a:lnTo>
                <a:lnTo>
                  <a:pt x="14650" y="4699"/>
                </a:lnTo>
                <a:lnTo>
                  <a:pt x="14800" y="4481"/>
                </a:lnTo>
                <a:lnTo>
                  <a:pt x="14943" y="4259"/>
                </a:lnTo>
                <a:lnTo>
                  <a:pt x="15078" y="4033"/>
                </a:lnTo>
                <a:lnTo>
                  <a:pt x="15206" y="3803"/>
                </a:lnTo>
                <a:lnTo>
                  <a:pt x="15326" y="3569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6"/>
                </a:lnTo>
                <a:lnTo>
                  <a:pt x="15727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0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1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346" y="8073"/>
                </a:lnTo>
                <a:lnTo>
                  <a:pt x="8612" y="806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3F269D-AB97-4531-88EA-E999E4A216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2297" y="3506222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3"/>
                </a:lnTo>
                <a:lnTo>
                  <a:pt x="8612" y="8060"/>
                </a:lnTo>
                <a:lnTo>
                  <a:pt x="8877" y="8038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1"/>
                </a:lnTo>
                <a:lnTo>
                  <a:pt x="9920" y="7865"/>
                </a:lnTo>
                <a:lnTo>
                  <a:pt x="10175" y="7801"/>
                </a:lnTo>
                <a:lnTo>
                  <a:pt x="10428" y="7729"/>
                </a:lnTo>
                <a:lnTo>
                  <a:pt x="10678" y="7648"/>
                </a:lnTo>
                <a:lnTo>
                  <a:pt x="10926" y="7559"/>
                </a:lnTo>
                <a:lnTo>
                  <a:pt x="11170" y="7463"/>
                </a:lnTo>
                <a:lnTo>
                  <a:pt x="11411" y="7358"/>
                </a:lnTo>
                <a:lnTo>
                  <a:pt x="11649" y="7246"/>
                </a:lnTo>
                <a:lnTo>
                  <a:pt x="11883" y="7126"/>
                </a:lnTo>
                <a:lnTo>
                  <a:pt x="12113" y="6998"/>
                </a:lnTo>
                <a:lnTo>
                  <a:pt x="12339" y="6863"/>
                </a:lnTo>
                <a:lnTo>
                  <a:pt x="12561" y="6721"/>
                </a:lnTo>
                <a:lnTo>
                  <a:pt x="12778" y="6570"/>
                </a:lnTo>
                <a:lnTo>
                  <a:pt x="12991" y="6413"/>
                </a:lnTo>
                <a:lnTo>
                  <a:pt x="13199" y="6248"/>
                </a:lnTo>
                <a:lnTo>
                  <a:pt x="13401" y="6076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19"/>
                </a:lnTo>
                <a:lnTo>
                  <a:pt x="14492" y="4911"/>
                </a:lnTo>
                <a:lnTo>
                  <a:pt x="14650" y="4699"/>
                </a:lnTo>
                <a:lnTo>
                  <a:pt x="14800" y="4481"/>
                </a:lnTo>
                <a:lnTo>
                  <a:pt x="14943" y="4259"/>
                </a:lnTo>
                <a:lnTo>
                  <a:pt x="15078" y="4033"/>
                </a:lnTo>
                <a:lnTo>
                  <a:pt x="15206" y="3803"/>
                </a:lnTo>
                <a:lnTo>
                  <a:pt x="15326" y="3569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6"/>
                </a:lnTo>
                <a:lnTo>
                  <a:pt x="15727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0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1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4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F5D7D9-B9B9-4F2C-BD82-5E89B0D032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3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E999F1-464C-46CF-99C1-A633B703E9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3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4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0E11A5-0224-4A7F-AB17-52CC41834B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3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6E14D8-4843-4A06-AC6E-12C3B6C468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3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4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4CE6FA-7701-40A3-888A-01D1C8FDDB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3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C9E420-5ADD-4F43-B6E1-44C4A618AC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3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4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67287D-847A-4ED5-BA4F-8B8048E35D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3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C7937B-052B-4FD2-9129-8CB07F0FCB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3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4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81CB14-3E7B-4806-B95D-B953C14D7B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3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905BD2-E4B8-431E-8BB9-28DF761B07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3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4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105E39-FB68-44A0-A86F-E34F75C703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7065" y="3506222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0"/>
                </a:moveTo>
                <a:lnTo>
                  <a:pt x="8877" y="8038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1"/>
                </a:lnTo>
                <a:lnTo>
                  <a:pt x="9920" y="7865"/>
                </a:lnTo>
                <a:lnTo>
                  <a:pt x="10175" y="7801"/>
                </a:lnTo>
                <a:lnTo>
                  <a:pt x="10428" y="7729"/>
                </a:lnTo>
                <a:lnTo>
                  <a:pt x="10678" y="7648"/>
                </a:lnTo>
                <a:lnTo>
                  <a:pt x="10926" y="7559"/>
                </a:lnTo>
                <a:lnTo>
                  <a:pt x="11170" y="7463"/>
                </a:lnTo>
                <a:lnTo>
                  <a:pt x="11411" y="7358"/>
                </a:lnTo>
                <a:lnTo>
                  <a:pt x="11649" y="7246"/>
                </a:lnTo>
                <a:lnTo>
                  <a:pt x="11883" y="7126"/>
                </a:lnTo>
                <a:lnTo>
                  <a:pt x="12113" y="6998"/>
                </a:lnTo>
                <a:lnTo>
                  <a:pt x="12339" y="6863"/>
                </a:lnTo>
                <a:lnTo>
                  <a:pt x="12561" y="6721"/>
                </a:lnTo>
                <a:lnTo>
                  <a:pt x="12778" y="6570"/>
                </a:lnTo>
                <a:lnTo>
                  <a:pt x="12991" y="6413"/>
                </a:lnTo>
                <a:lnTo>
                  <a:pt x="13199" y="6248"/>
                </a:lnTo>
                <a:lnTo>
                  <a:pt x="13401" y="6076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19"/>
                </a:lnTo>
                <a:lnTo>
                  <a:pt x="14492" y="4911"/>
                </a:lnTo>
                <a:lnTo>
                  <a:pt x="14650" y="4699"/>
                </a:lnTo>
                <a:lnTo>
                  <a:pt x="14800" y="4481"/>
                </a:lnTo>
                <a:lnTo>
                  <a:pt x="14943" y="4259"/>
                </a:lnTo>
                <a:lnTo>
                  <a:pt x="15078" y="4033"/>
                </a:lnTo>
                <a:lnTo>
                  <a:pt x="15206" y="3803"/>
                </a:lnTo>
                <a:lnTo>
                  <a:pt x="15326" y="3569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6"/>
                </a:lnTo>
                <a:lnTo>
                  <a:pt x="15727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0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1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346" y="8073"/>
                </a:lnTo>
                <a:lnTo>
                  <a:pt x="8612" y="806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37BABD-CFBB-4EF3-8B25-3FC99A7E6A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7065" y="3506222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3"/>
                </a:lnTo>
                <a:lnTo>
                  <a:pt x="8612" y="8060"/>
                </a:lnTo>
                <a:lnTo>
                  <a:pt x="8877" y="8038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1"/>
                </a:lnTo>
                <a:lnTo>
                  <a:pt x="9920" y="7865"/>
                </a:lnTo>
                <a:lnTo>
                  <a:pt x="10175" y="7801"/>
                </a:lnTo>
                <a:lnTo>
                  <a:pt x="10428" y="7729"/>
                </a:lnTo>
                <a:lnTo>
                  <a:pt x="10678" y="7648"/>
                </a:lnTo>
                <a:lnTo>
                  <a:pt x="10926" y="7559"/>
                </a:lnTo>
                <a:lnTo>
                  <a:pt x="11170" y="7463"/>
                </a:lnTo>
                <a:lnTo>
                  <a:pt x="11411" y="7358"/>
                </a:lnTo>
                <a:lnTo>
                  <a:pt x="11649" y="7246"/>
                </a:lnTo>
                <a:lnTo>
                  <a:pt x="11883" y="7126"/>
                </a:lnTo>
                <a:lnTo>
                  <a:pt x="12113" y="6998"/>
                </a:lnTo>
                <a:lnTo>
                  <a:pt x="12339" y="6863"/>
                </a:lnTo>
                <a:lnTo>
                  <a:pt x="12561" y="6721"/>
                </a:lnTo>
                <a:lnTo>
                  <a:pt x="12778" y="6570"/>
                </a:lnTo>
                <a:lnTo>
                  <a:pt x="12991" y="6413"/>
                </a:lnTo>
                <a:lnTo>
                  <a:pt x="13199" y="6248"/>
                </a:lnTo>
                <a:lnTo>
                  <a:pt x="13401" y="6076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19"/>
                </a:lnTo>
                <a:lnTo>
                  <a:pt x="14492" y="4911"/>
                </a:lnTo>
                <a:lnTo>
                  <a:pt x="14650" y="4699"/>
                </a:lnTo>
                <a:lnTo>
                  <a:pt x="14800" y="4481"/>
                </a:lnTo>
                <a:lnTo>
                  <a:pt x="14943" y="4259"/>
                </a:lnTo>
                <a:lnTo>
                  <a:pt x="15078" y="4033"/>
                </a:lnTo>
                <a:lnTo>
                  <a:pt x="15206" y="3803"/>
                </a:lnTo>
                <a:lnTo>
                  <a:pt x="15326" y="3569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6"/>
                </a:lnTo>
                <a:lnTo>
                  <a:pt x="15727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0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1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4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F8877A-381A-4BEA-9401-CD12133610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2570" y="365863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A2B924-813B-447F-B1CD-661E99CD20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2570" y="365863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4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AEBD4D-3EA6-4A7F-8B41-283C782C2B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95935" y="3506222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0"/>
                </a:moveTo>
                <a:lnTo>
                  <a:pt x="8877" y="8038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1"/>
                </a:lnTo>
                <a:lnTo>
                  <a:pt x="9920" y="7865"/>
                </a:lnTo>
                <a:lnTo>
                  <a:pt x="10175" y="7801"/>
                </a:lnTo>
                <a:lnTo>
                  <a:pt x="10428" y="7729"/>
                </a:lnTo>
                <a:lnTo>
                  <a:pt x="10678" y="7648"/>
                </a:lnTo>
                <a:lnTo>
                  <a:pt x="10926" y="7559"/>
                </a:lnTo>
                <a:lnTo>
                  <a:pt x="11170" y="7463"/>
                </a:lnTo>
                <a:lnTo>
                  <a:pt x="11411" y="7358"/>
                </a:lnTo>
                <a:lnTo>
                  <a:pt x="11649" y="7246"/>
                </a:lnTo>
                <a:lnTo>
                  <a:pt x="11883" y="7126"/>
                </a:lnTo>
                <a:lnTo>
                  <a:pt x="12113" y="6998"/>
                </a:lnTo>
                <a:lnTo>
                  <a:pt x="12339" y="6863"/>
                </a:lnTo>
                <a:lnTo>
                  <a:pt x="12561" y="6721"/>
                </a:lnTo>
                <a:lnTo>
                  <a:pt x="12778" y="6570"/>
                </a:lnTo>
                <a:lnTo>
                  <a:pt x="12991" y="6413"/>
                </a:lnTo>
                <a:lnTo>
                  <a:pt x="13199" y="6248"/>
                </a:lnTo>
                <a:lnTo>
                  <a:pt x="13401" y="6076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19"/>
                </a:lnTo>
                <a:lnTo>
                  <a:pt x="14492" y="4911"/>
                </a:lnTo>
                <a:lnTo>
                  <a:pt x="14650" y="4699"/>
                </a:lnTo>
                <a:lnTo>
                  <a:pt x="14800" y="4481"/>
                </a:lnTo>
                <a:lnTo>
                  <a:pt x="14943" y="4259"/>
                </a:lnTo>
                <a:lnTo>
                  <a:pt x="15078" y="4033"/>
                </a:lnTo>
                <a:lnTo>
                  <a:pt x="15206" y="3803"/>
                </a:lnTo>
                <a:lnTo>
                  <a:pt x="15326" y="3569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6"/>
                </a:lnTo>
                <a:lnTo>
                  <a:pt x="15727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0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1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346" y="8073"/>
                </a:lnTo>
                <a:lnTo>
                  <a:pt x="8612" y="806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7C4439-FB9E-4BF6-899A-9EEC5D607B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95935" y="3506222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3"/>
                </a:lnTo>
                <a:lnTo>
                  <a:pt x="8612" y="8060"/>
                </a:lnTo>
                <a:lnTo>
                  <a:pt x="8877" y="8038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1"/>
                </a:lnTo>
                <a:lnTo>
                  <a:pt x="9920" y="7865"/>
                </a:lnTo>
                <a:lnTo>
                  <a:pt x="10175" y="7801"/>
                </a:lnTo>
                <a:lnTo>
                  <a:pt x="10428" y="7729"/>
                </a:lnTo>
                <a:lnTo>
                  <a:pt x="10678" y="7648"/>
                </a:lnTo>
                <a:lnTo>
                  <a:pt x="10926" y="7559"/>
                </a:lnTo>
                <a:lnTo>
                  <a:pt x="11170" y="7463"/>
                </a:lnTo>
                <a:lnTo>
                  <a:pt x="11411" y="7358"/>
                </a:lnTo>
                <a:lnTo>
                  <a:pt x="11649" y="7246"/>
                </a:lnTo>
                <a:lnTo>
                  <a:pt x="11883" y="7126"/>
                </a:lnTo>
                <a:lnTo>
                  <a:pt x="12113" y="6998"/>
                </a:lnTo>
                <a:lnTo>
                  <a:pt x="12339" y="6863"/>
                </a:lnTo>
                <a:lnTo>
                  <a:pt x="12561" y="6721"/>
                </a:lnTo>
                <a:lnTo>
                  <a:pt x="12778" y="6570"/>
                </a:lnTo>
                <a:lnTo>
                  <a:pt x="12991" y="6413"/>
                </a:lnTo>
                <a:lnTo>
                  <a:pt x="13199" y="6248"/>
                </a:lnTo>
                <a:lnTo>
                  <a:pt x="13401" y="6076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19"/>
                </a:lnTo>
                <a:lnTo>
                  <a:pt x="14492" y="4911"/>
                </a:lnTo>
                <a:lnTo>
                  <a:pt x="14650" y="4699"/>
                </a:lnTo>
                <a:lnTo>
                  <a:pt x="14800" y="4481"/>
                </a:lnTo>
                <a:lnTo>
                  <a:pt x="14943" y="4259"/>
                </a:lnTo>
                <a:lnTo>
                  <a:pt x="15078" y="4033"/>
                </a:lnTo>
                <a:lnTo>
                  <a:pt x="15206" y="3803"/>
                </a:lnTo>
                <a:lnTo>
                  <a:pt x="15326" y="3569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6"/>
                </a:lnTo>
                <a:lnTo>
                  <a:pt x="15727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0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1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4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66D549-8046-495C-A2B5-6C02A3C76E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4136" y="3506222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0"/>
                </a:moveTo>
                <a:lnTo>
                  <a:pt x="8877" y="8038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1"/>
                </a:lnTo>
                <a:lnTo>
                  <a:pt x="9920" y="7865"/>
                </a:lnTo>
                <a:lnTo>
                  <a:pt x="10175" y="7801"/>
                </a:lnTo>
                <a:lnTo>
                  <a:pt x="10428" y="7729"/>
                </a:lnTo>
                <a:lnTo>
                  <a:pt x="10678" y="7648"/>
                </a:lnTo>
                <a:lnTo>
                  <a:pt x="10926" y="7559"/>
                </a:lnTo>
                <a:lnTo>
                  <a:pt x="11170" y="7463"/>
                </a:lnTo>
                <a:lnTo>
                  <a:pt x="11411" y="7358"/>
                </a:lnTo>
                <a:lnTo>
                  <a:pt x="11649" y="7246"/>
                </a:lnTo>
                <a:lnTo>
                  <a:pt x="11883" y="7126"/>
                </a:lnTo>
                <a:lnTo>
                  <a:pt x="12113" y="6998"/>
                </a:lnTo>
                <a:lnTo>
                  <a:pt x="12339" y="6863"/>
                </a:lnTo>
                <a:lnTo>
                  <a:pt x="12561" y="6721"/>
                </a:lnTo>
                <a:lnTo>
                  <a:pt x="12778" y="6570"/>
                </a:lnTo>
                <a:lnTo>
                  <a:pt x="12991" y="6413"/>
                </a:lnTo>
                <a:lnTo>
                  <a:pt x="13199" y="6248"/>
                </a:lnTo>
                <a:lnTo>
                  <a:pt x="13401" y="6076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19"/>
                </a:lnTo>
                <a:lnTo>
                  <a:pt x="14492" y="4911"/>
                </a:lnTo>
                <a:lnTo>
                  <a:pt x="14650" y="4699"/>
                </a:lnTo>
                <a:lnTo>
                  <a:pt x="14800" y="4481"/>
                </a:lnTo>
                <a:lnTo>
                  <a:pt x="14943" y="4259"/>
                </a:lnTo>
                <a:lnTo>
                  <a:pt x="15078" y="4033"/>
                </a:lnTo>
                <a:lnTo>
                  <a:pt x="15206" y="3803"/>
                </a:lnTo>
                <a:lnTo>
                  <a:pt x="15326" y="3569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6"/>
                </a:lnTo>
                <a:lnTo>
                  <a:pt x="15727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0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1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346" y="8073"/>
                </a:lnTo>
                <a:lnTo>
                  <a:pt x="8612" y="806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EF9CD4-1BA7-42B1-A9C3-2D108887DF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4136" y="3506222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3"/>
                </a:lnTo>
                <a:lnTo>
                  <a:pt x="8612" y="8060"/>
                </a:lnTo>
                <a:lnTo>
                  <a:pt x="8877" y="8038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1"/>
                </a:lnTo>
                <a:lnTo>
                  <a:pt x="9920" y="7865"/>
                </a:lnTo>
                <a:lnTo>
                  <a:pt x="10175" y="7801"/>
                </a:lnTo>
                <a:lnTo>
                  <a:pt x="10428" y="7729"/>
                </a:lnTo>
                <a:lnTo>
                  <a:pt x="10678" y="7648"/>
                </a:lnTo>
                <a:lnTo>
                  <a:pt x="10926" y="7559"/>
                </a:lnTo>
                <a:lnTo>
                  <a:pt x="11170" y="7463"/>
                </a:lnTo>
                <a:lnTo>
                  <a:pt x="11411" y="7358"/>
                </a:lnTo>
                <a:lnTo>
                  <a:pt x="11649" y="7246"/>
                </a:lnTo>
                <a:lnTo>
                  <a:pt x="11883" y="7126"/>
                </a:lnTo>
                <a:lnTo>
                  <a:pt x="12113" y="6998"/>
                </a:lnTo>
                <a:lnTo>
                  <a:pt x="12339" y="6863"/>
                </a:lnTo>
                <a:lnTo>
                  <a:pt x="12561" y="6721"/>
                </a:lnTo>
                <a:lnTo>
                  <a:pt x="12778" y="6570"/>
                </a:lnTo>
                <a:lnTo>
                  <a:pt x="12991" y="6413"/>
                </a:lnTo>
                <a:lnTo>
                  <a:pt x="13199" y="6248"/>
                </a:lnTo>
                <a:lnTo>
                  <a:pt x="13401" y="6076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19"/>
                </a:lnTo>
                <a:lnTo>
                  <a:pt x="14492" y="4911"/>
                </a:lnTo>
                <a:lnTo>
                  <a:pt x="14650" y="4699"/>
                </a:lnTo>
                <a:lnTo>
                  <a:pt x="14800" y="4481"/>
                </a:lnTo>
                <a:lnTo>
                  <a:pt x="14943" y="4259"/>
                </a:lnTo>
                <a:lnTo>
                  <a:pt x="15078" y="4033"/>
                </a:lnTo>
                <a:lnTo>
                  <a:pt x="15206" y="3803"/>
                </a:lnTo>
                <a:lnTo>
                  <a:pt x="15326" y="3569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6"/>
                </a:lnTo>
                <a:lnTo>
                  <a:pt x="15727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0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1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4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8142DB-F397-4163-9E76-97671B5C85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3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7ACFCF-34F9-486F-8235-6B89805372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3833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4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0B5661-1EBB-4687-9E75-8919BB0B55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3618" y="3506222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0"/>
                </a:moveTo>
                <a:lnTo>
                  <a:pt x="8877" y="8038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1"/>
                </a:lnTo>
                <a:lnTo>
                  <a:pt x="9920" y="7865"/>
                </a:lnTo>
                <a:lnTo>
                  <a:pt x="10175" y="7801"/>
                </a:lnTo>
                <a:lnTo>
                  <a:pt x="10428" y="7729"/>
                </a:lnTo>
                <a:lnTo>
                  <a:pt x="10678" y="7648"/>
                </a:lnTo>
                <a:lnTo>
                  <a:pt x="10926" y="7559"/>
                </a:lnTo>
                <a:lnTo>
                  <a:pt x="11170" y="7463"/>
                </a:lnTo>
                <a:lnTo>
                  <a:pt x="11411" y="7358"/>
                </a:lnTo>
                <a:lnTo>
                  <a:pt x="11649" y="7246"/>
                </a:lnTo>
                <a:lnTo>
                  <a:pt x="11883" y="7126"/>
                </a:lnTo>
                <a:lnTo>
                  <a:pt x="12113" y="6998"/>
                </a:lnTo>
                <a:lnTo>
                  <a:pt x="12339" y="6863"/>
                </a:lnTo>
                <a:lnTo>
                  <a:pt x="12561" y="6721"/>
                </a:lnTo>
                <a:lnTo>
                  <a:pt x="12778" y="6570"/>
                </a:lnTo>
                <a:lnTo>
                  <a:pt x="12991" y="6413"/>
                </a:lnTo>
                <a:lnTo>
                  <a:pt x="13199" y="6248"/>
                </a:lnTo>
                <a:lnTo>
                  <a:pt x="13401" y="6076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19"/>
                </a:lnTo>
                <a:lnTo>
                  <a:pt x="14492" y="4911"/>
                </a:lnTo>
                <a:lnTo>
                  <a:pt x="14650" y="4699"/>
                </a:lnTo>
                <a:lnTo>
                  <a:pt x="14800" y="4481"/>
                </a:lnTo>
                <a:lnTo>
                  <a:pt x="14943" y="4259"/>
                </a:lnTo>
                <a:lnTo>
                  <a:pt x="15078" y="4033"/>
                </a:lnTo>
                <a:lnTo>
                  <a:pt x="15206" y="3803"/>
                </a:lnTo>
                <a:lnTo>
                  <a:pt x="15326" y="3569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6"/>
                </a:lnTo>
                <a:lnTo>
                  <a:pt x="15727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0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1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346" y="8073"/>
                </a:lnTo>
                <a:lnTo>
                  <a:pt x="8612" y="806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8321C0-D7CF-4C52-8D35-F7DA5A63E3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3618" y="3506222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3"/>
                </a:lnTo>
                <a:lnTo>
                  <a:pt x="8612" y="8060"/>
                </a:lnTo>
                <a:lnTo>
                  <a:pt x="8877" y="8038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1"/>
                </a:lnTo>
                <a:lnTo>
                  <a:pt x="9920" y="7865"/>
                </a:lnTo>
                <a:lnTo>
                  <a:pt x="10175" y="7801"/>
                </a:lnTo>
                <a:lnTo>
                  <a:pt x="10428" y="7729"/>
                </a:lnTo>
                <a:lnTo>
                  <a:pt x="10678" y="7648"/>
                </a:lnTo>
                <a:lnTo>
                  <a:pt x="10926" y="7559"/>
                </a:lnTo>
                <a:lnTo>
                  <a:pt x="11170" y="7463"/>
                </a:lnTo>
                <a:lnTo>
                  <a:pt x="11411" y="7358"/>
                </a:lnTo>
                <a:lnTo>
                  <a:pt x="11649" y="7246"/>
                </a:lnTo>
                <a:lnTo>
                  <a:pt x="11883" y="7126"/>
                </a:lnTo>
                <a:lnTo>
                  <a:pt x="12113" y="6998"/>
                </a:lnTo>
                <a:lnTo>
                  <a:pt x="12339" y="6863"/>
                </a:lnTo>
                <a:lnTo>
                  <a:pt x="12561" y="6721"/>
                </a:lnTo>
                <a:lnTo>
                  <a:pt x="12778" y="6570"/>
                </a:lnTo>
                <a:lnTo>
                  <a:pt x="12991" y="6413"/>
                </a:lnTo>
                <a:lnTo>
                  <a:pt x="13199" y="6248"/>
                </a:lnTo>
                <a:lnTo>
                  <a:pt x="13401" y="6076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19"/>
                </a:lnTo>
                <a:lnTo>
                  <a:pt x="14492" y="4911"/>
                </a:lnTo>
                <a:lnTo>
                  <a:pt x="14650" y="4699"/>
                </a:lnTo>
                <a:lnTo>
                  <a:pt x="14800" y="4481"/>
                </a:lnTo>
                <a:lnTo>
                  <a:pt x="14943" y="4259"/>
                </a:lnTo>
                <a:lnTo>
                  <a:pt x="15078" y="4033"/>
                </a:lnTo>
                <a:lnTo>
                  <a:pt x="15206" y="3803"/>
                </a:lnTo>
                <a:lnTo>
                  <a:pt x="15326" y="3569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6"/>
                </a:lnTo>
                <a:lnTo>
                  <a:pt x="15727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0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1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4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D55600-7019-4CEE-BEFA-8DED02DB07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3794" y="3506222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0"/>
                </a:moveTo>
                <a:lnTo>
                  <a:pt x="8877" y="8038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1"/>
                </a:lnTo>
                <a:lnTo>
                  <a:pt x="9920" y="7865"/>
                </a:lnTo>
                <a:lnTo>
                  <a:pt x="10175" y="7801"/>
                </a:lnTo>
                <a:lnTo>
                  <a:pt x="10428" y="7729"/>
                </a:lnTo>
                <a:lnTo>
                  <a:pt x="10678" y="7648"/>
                </a:lnTo>
                <a:lnTo>
                  <a:pt x="10926" y="7559"/>
                </a:lnTo>
                <a:lnTo>
                  <a:pt x="11170" y="7463"/>
                </a:lnTo>
                <a:lnTo>
                  <a:pt x="11411" y="7358"/>
                </a:lnTo>
                <a:lnTo>
                  <a:pt x="11649" y="7246"/>
                </a:lnTo>
                <a:lnTo>
                  <a:pt x="11883" y="7126"/>
                </a:lnTo>
                <a:lnTo>
                  <a:pt x="12113" y="6998"/>
                </a:lnTo>
                <a:lnTo>
                  <a:pt x="12339" y="6863"/>
                </a:lnTo>
                <a:lnTo>
                  <a:pt x="12561" y="6721"/>
                </a:lnTo>
                <a:lnTo>
                  <a:pt x="12778" y="6570"/>
                </a:lnTo>
                <a:lnTo>
                  <a:pt x="12991" y="6413"/>
                </a:lnTo>
                <a:lnTo>
                  <a:pt x="13199" y="6248"/>
                </a:lnTo>
                <a:lnTo>
                  <a:pt x="13401" y="6076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19"/>
                </a:lnTo>
                <a:lnTo>
                  <a:pt x="14492" y="4911"/>
                </a:lnTo>
                <a:lnTo>
                  <a:pt x="14650" y="4699"/>
                </a:lnTo>
                <a:lnTo>
                  <a:pt x="14800" y="4481"/>
                </a:lnTo>
                <a:lnTo>
                  <a:pt x="14943" y="4259"/>
                </a:lnTo>
                <a:lnTo>
                  <a:pt x="15078" y="4033"/>
                </a:lnTo>
                <a:lnTo>
                  <a:pt x="15206" y="3803"/>
                </a:lnTo>
                <a:lnTo>
                  <a:pt x="15326" y="3569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6"/>
                </a:lnTo>
                <a:lnTo>
                  <a:pt x="15727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0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1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346" y="8073"/>
                </a:lnTo>
                <a:lnTo>
                  <a:pt x="8612" y="806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DD6C4C-0249-4F79-AE06-84B6ED6E14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3794" y="3506222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3"/>
                </a:lnTo>
                <a:lnTo>
                  <a:pt x="8612" y="8060"/>
                </a:lnTo>
                <a:lnTo>
                  <a:pt x="8877" y="8038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1"/>
                </a:lnTo>
                <a:lnTo>
                  <a:pt x="9920" y="7865"/>
                </a:lnTo>
                <a:lnTo>
                  <a:pt x="10175" y="7801"/>
                </a:lnTo>
                <a:lnTo>
                  <a:pt x="10428" y="7729"/>
                </a:lnTo>
                <a:lnTo>
                  <a:pt x="10678" y="7648"/>
                </a:lnTo>
                <a:lnTo>
                  <a:pt x="10926" y="7559"/>
                </a:lnTo>
                <a:lnTo>
                  <a:pt x="11170" y="7463"/>
                </a:lnTo>
                <a:lnTo>
                  <a:pt x="11411" y="7358"/>
                </a:lnTo>
                <a:lnTo>
                  <a:pt x="11649" y="7246"/>
                </a:lnTo>
                <a:lnTo>
                  <a:pt x="11883" y="7126"/>
                </a:lnTo>
                <a:lnTo>
                  <a:pt x="12113" y="6998"/>
                </a:lnTo>
                <a:lnTo>
                  <a:pt x="12339" y="6863"/>
                </a:lnTo>
                <a:lnTo>
                  <a:pt x="12561" y="6721"/>
                </a:lnTo>
                <a:lnTo>
                  <a:pt x="12778" y="6570"/>
                </a:lnTo>
                <a:lnTo>
                  <a:pt x="12991" y="6413"/>
                </a:lnTo>
                <a:lnTo>
                  <a:pt x="13199" y="6248"/>
                </a:lnTo>
                <a:lnTo>
                  <a:pt x="13401" y="6076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19"/>
                </a:lnTo>
                <a:lnTo>
                  <a:pt x="14492" y="4911"/>
                </a:lnTo>
                <a:lnTo>
                  <a:pt x="14650" y="4699"/>
                </a:lnTo>
                <a:lnTo>
                  <a:pt x="14800" y="4481"/>
                </a:lnTo>
                <a:lnTo>
                  <a:pt x="14943" y="4259"/>
                </a:lnTo>
                <a:lnTo>
                  <a:pt x="15078" y="4033"/>
                </a:lnTo>
                <a:lnTo>
                  <a:pt x="15206" y="3803"/>
                </a:lnTo>
                <a:lnTo>
                  <a:pt x="15326" y="3569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6"/>
                </a:lnTo>
                <a:lnTo>
                  <a:pt x="15727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0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1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4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725F69-8380-4707-82DB-B06DB2BC9F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3852" y="3506222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0"/>
                </a:moveTo>
                <a:lnTo>
                  <a:pt x="8877" y="8038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1"/>
                </a:lnTo>
                <a:lnTo>
                  <a:pt x="9920" y="7865"/>
                </a:lnTo>
                <a:lnTo>
                  <a:pt x="10175" y="7801"/>
                </a:lnTo>
                <a:lnTo>
                  <a:pt x="10428" y="7729"/>
                </a:lnTo>
                <a:lnTo>
                  <a:pt x="10678" y="7648"/>
                </a:lnTo>
                <a:lnTo>
                  <a:pt x="10926" y="7559"/>
                </a:lnTo>
                <a:lnTo>
                  <a:pt x="11170" y="7463"/>
                </a:lnTo>
                <a:lnTo>
                  <a:pt x="11411" y="7358"/>
                </a:lnTo>
                <a:lnTo>
                  <a:pt x="11649" y="7246"/>
                </a:lnTo>
                <a:lnTo>
                  <a:pt x="11883" y="7126"/>
                </a:lnTo>
                <a:lnTo>
                  <a:pt x="12113" y="6998"/>
                </a:lnTo>
                <a:lnTo>
                  <a:pt x="12339" y="6863"/>
                </a:lnTo>
                <a:lnTo>
                  <a:pt x="12561" y="6721"/>
                </a:lnTo>
                <a:lnTo>
                  <a:pt x="12778" y="6570"/>
                </a:lnTo>
                <a:lnTo>
                  <a:pt x="12991" y="6413"/>
                </a:lnTo>
                <a:lnTo>
                  <a:pt x="13199" y="6248"/>
                </a:lnTo>
                <a:lnTo>
                  <a:pt x="13401" y="6076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19"/>
                </a:lnTo>
                <a:lnTo>
                  <a:pt x="14492" y="4911"/>
                </a:lnTo>
                <a:lnTo>
                  <a:pt x="14650" y="4699"/>
                </a:lnTo>
                <a:lnTo>
                  <a:pt x="14800" y="4481"/>
                </a:lnTo>
                <a:lnTo>
                  <a:pt x="14943" y="4259"/>
                </a:lnTo>
                <a:lnTo>
                  <a:pt x="15078" y="4033"/>
                </a:lnTo>
                <a:lnTo>
                  <a:pt x="15206" y="3803"/>
                </a:lnTo>
                <a:lnTo>
                  <a:pt x="15326" y="3569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6"/>
                </a:lnTo>
                <a:lnTo>
                  <a:pt x="15727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0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1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346" y="8073"/>
                </a:lnTo>
                <a:lnTo>
                  <a:pt x="8612" y="806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7B09FB-5A64-49FD-994D-14577DF4CF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3852" y="3506222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3"/>
                </a:lnTo>
                <a:lnTo>
                  <a:pt x="8612" y="8060"/>
                </a:lnTo>
                <a:lnTo>
                  <a:pt x="8877" y="8038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1"/>
                </a:lnTo>
                <a:lnTo>
                  <a:pt x="9920" y="7865"/>
                </a:lnTo>
                <a:lnTo>
                  <a:pt x="10175" y="7801"/>
                </a:lnTo>
                <a:lnTo>
                  <a:pt x="10428" y="7729"/>
                </a:lnTo>
                <a:lnTo>
                  <a:pt x="10678" y="7648"/>
                </a:lnTo>
                <a:lnTo>
                  <a:pt x="10926" y="7559"/>
                </a:lnTo>
                <a:lnTo>
                  <a:pt x="11170" y="7463"/>
                </a:lnTo>
                <a:lnTo>
                  <a:pt x="11411" y="7358"/>
                </a:lnTo>
                <a:lnTo>
                  <a:pt x="11649" y="7246"/>
                </a:lnTo>
                <a:lnTo>
                  <a:pt x="11883" y="7126"/>
                </a:lnTo>
                <a:lnTo>
                  <a:pt x="12113" y="6998"/>
                </a:lnTo>
                <a:lnTo>
                  <a:pt x="12339" y="6863"/>
                </a:lnTo>
                <a:lnTo>
                  <a:pt x="12561" y="6721"/>
                </a:lnTo>
                <a:lnTo>
                  <a:pt x="12778" y="6570"/>
                </a:lnTo>
                <a:lnTo>
                  <a:pt x="12991" y="6413"/>
                </a:lnTo>
                <a:lnTo>
                  <a:pt x="13199" y="6248"/>
                </a:lnTo>
                <a:lnTo>
                  <a:pt x="13401" y="6076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19"/>
                </a:lnTo>
                <a:lnTo>
                  <a:pt x="14492" y="4911"/>
                </a:lnTo>
                <a:lnTo>
                  <a:pt x="14650" y="4699"/>
                </a:lnTo>
                <a:lnTo>
                  <a:pt x="14800" y="4481"/>
                </a:lnTo>
                <a:lnTo>
                  <a:pt x="14943" y="4259"/>
                </a:lnTo>
                <a:lnTo>
                  <a:pt x="15078" y="4033"/>
                </a:lnTo>
                <a:lnTo>
                  <a:pt x="15206" y="3803"/>
                </a:lnTo>
                <a:lnTo>
                  <a:pt x="15326" y="3569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6"/>
                </a:lnTo>
                <a:lnTo>
                  <a:pt x="15727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0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1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4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60370A-9A54-407E-98AB-641CD191C6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2147" y="353818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855BC2-A5F6-494D-A150-17EE39CCFA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2147" y="353818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4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3456C2-4620-488C-A16E-ED33C50BFA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9122" y="4708010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641A86-0105-4FFD-97E6-5D7CD9F0D8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9122" y="4708010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6440" name="Text 0">
            <a:extLst xmlns:a="http://schemas.openxmlformats.org/drawingml/2006/main">
              <a:ext uri="{FF2B5EF4-FFF2-40B4-BE49-F238E27FC236}">
                <a16:creationId xmlns:a16="http://schemas.microsoft.com/office/drawing/2014/main" id="{C0E95E38-5B88-47C4-8178-6EF8B47CCF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935" y="4755881"/>
            <a:ext cx="43693" cy="65625"/>
          </a:xfrm>
          <a:custGeom xmlns:a="http://schemas.openxmlformats.org/drawingml/2006/main">
            <a:pathLst>
              <a:path w="43693" h="65625">
                <a:moveTo>
                  <a:pt x="21847" y="6774"/>
                </a:moveTo>
                <a:cubicBezTo>
                  <a:pt x="17443" y="6774"/>
                  <a:pt x="14134" y="8942"/>
                  <a:pt x="11918" y="13278"/>
                </a:cubicBezTo>
                <a:cubicBezTo>
                  <a:pt x="9703" y="17615"/>
                  <a:pt x="8595" y="24133"/>
                  <a:pt x="8595" y="32833"/>
                </a:cubicBezTo>
                <a:cubicBezTo>
                  <a:pt x="8595" y="41506"/>
                  <a:pt x="9703" y="48010"/>
                  <a:pt x="11918" y="52346"/>
                </a:cubicBezTo>
                <a:cubicBezTo>
                  <a:pt x="14134" y="56682"/>
                  <a:pt x="17443" y="58850"/>
                  <a:pt x="21847" y="58850"/>
                </a:cubicBezTo>
                <a:cubicBezTo>
                  <a:pt x="26278" y="58850"/>
                  <a:pt x="29602" y="56682"/>
                  <a:pt x="31817" y="52346"/>
                </a:cubicBezTo>
                <a:cubicBezTo>
                  <a:pt x="34033" y="48010"/>
                  <a:pt x="35141" y="41506"/>
                  <a:pt x="35141" y="32833"/>
                </a:cubicBezTo>
                <a:cubicBezTo>
                  <a:pt x="35141" y="24133"/>
                  <a:pt x="34033" y="17615"/>
                  <a:pt x="31817" y="13278"/>
                </a:cubicBezTo>
                <a:cubicBezTo>
                  <a:pt x="29602" y="8942"/>
                  <a:pt x="26278" y="6774"/>
                  <a:pt x="21847" y="6774"/>
                </a:cubicBezTo>
                <a:moveTo>
                  <a:pt x="21847" y="0"/>
                </a:moveTo>
                <a:cubicBezTo>
                  <a:pt x="28931" y="0"/>
                  <a:pt x="34344" y="2803"/>
                  <a:pt x="38083" y="8409"/>
                </a:cubicBezTo>
                <a:cubicBezTo>
                  <a:pt x="41823" y="14016"/>
                  <a:pt x="43693" y="22157"/>
                  <a:pt x="43693" y="32833"/>
                </a:cubicBezTo>
                <a:cubicBezTo>
                  <a:pt x="43693" y="43482"/>
                  <a:pt x="41823" y="51609"/>
                  <a:pt x="38083" y="57215"/>
                </a:cubicBezTo>
                <a:cubicBezTo>
                  <a:pt x="34344" y="62821"/>
                  <a:pt x="28931" y="65625"/>
                  <a:pt x="21847" y="65625"/>
                </a:cubicBezTo>
                <a:cubicBezTo>
                  <a:pt x="14762" y="65625"/>
                  <a:pt x="9350" y="62821"/>
                  <a:pt x="5610" y="57215"/>
                </a:cubicBezTo>
                <a:cubicBezTo>
                  <a:pt x="1870" y="51609"/>
                  <a:pt x="0" y="43482"/>
                  <a:pt x="0" y="32833"/>
                </a:cubicBezTo>
                <a:cubicBezTo>
                  <a:pt x="0" y="22157"/>
                  <a:pt x="1870" y="14016"/>
                  <a:pt x="5610" y="8409"/>
                </a:cubicBezTo>
                <a:cubicBezTo>
                  <a:pt x="9350" y="2803"/>
                  <a:pt x="14762" y="0"/>
                  <a:pt x="21847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A1249D-3E40-4031-9638-5BB408DC78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5638" y="4708010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E278FE-A0A3-434B-B0E5-015A13B431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5638" y="4708010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6443" name="Text 10">
            <a:extLst xmlns:a="http://schemas.openxmlformats.org/drawingml/2006/main">
              <a:ext uri="{FF2B5EF4-FFF2-40B4-BE49-F238E27FC236}">
                <a16:creationId xmlns:a16="http://schemas.microsoft.com/office/drawing/2014/main" id="{4660E4C6-650C-4361-8AC1-C9428D3B84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0390" y="4757236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1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1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7" y="41506"/>
                  <a:pt x="86497" y="32833"/>
                </a:cubicBezTo>
                <a:cubicBezTo>
                  <a:pt x="86497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9" y="65625"/>
                  <a:pt x="60706" y="62821"/>
                  <a:pt x="56966" y="57215"/>
                </a:cubicBezTo>
                <a:cubicBezTo>
                  <a:pt x="53226" y="51609"/>
                  <a:pt x="51357" y="43482"/>
                  <a:pt x="51357" y="32833"/>
                </a:cubicBezTo>
                <a:cubicBezTo>
                  <a:pt x="51357" y="22157"/>
                  <a:pt x="53226" y="14016"/>
                  <a:pt x="56966" y="8409"/>
                </a:cubicBezTo>
                <a:cubicBezTo>
                  <a:pt x="60706" y="2803"/>
                  <a:pt x="66119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44" name="Text −1">
            <a:extLst xmlns:a="http://schemas.openxmlformats.org/drawingml/2006/main">
              <a:ext uri="{FF2B5EF4-FFF2-40B4-BE49-F238E27FC236}">
                <a16:creationId xmlns:a16="http://schemas.microsoft.com/office/drawing/2014/main" id="{F880A443-0264-44B1-822B-BE9779C743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459" y="4744120"/>
            <a:ext cx="77441" cy="44278"/>
          </a:xfrm>
          <a:custGeom xmlns:a="http://schemas.openxmlformats.org/drawingml/2006/main">
            <a:pathLst>
              <a:path w="77441" h="44278">
                <a:moveTo>
                  <a:pt x="0" y="22702"/>
                </a:moveTo>
                <a:lnTo>
                  <a:pt x="37995" y="22702"/>
                </a:lnTo>
                <a:lnTo>
                  <a:pt x="37995" y="27740"/>
                </a:lnTo>
                <a:lnTo>
                  <a:pt x="0" y="27740"/>
                </a:lnTo>
                <a:lnTo>
                  <a:pt x="0" y="22702"/>
                </a:lnTo>
                <a:close/>
                <a:moveTo>
                  <a:pt x="51953" y="39239"/>
                </a:moveTo>
                <a:lnTo>
                  <a:pt x="61734" y="39239"/>
                </a:lnTo>
                <a:lnTo>
                  <a:pt x="61734" y="5453"/>
                </a:lnTo>
                <a:lnTo>
                  <a:pt x="51094" y="7587"/>
                </a:lnTo>
                <a:lnTo>
                  <a:pt x="51094" y="2134"/>
                </a:lnTo>
                <a:lnTo>
                  <a:pt x="61674" y="0"/>
                </a:lnTo>
                <a:lnTo>
                  <a:pt x="67661" y="0"/>
                </a:lnTo>
                <a:lnTo>
                  <a:pt x="67661" y="39239"/>
                </a:lnTo>
                <a:lnTo>
                  <a:pt x="77441" y="39239"/>
                </a:lnTo>
                <a:lnTo>
                  <a:pt x="77441" y="44278"/>
                </a:lnTo>
                <a:lnTo>
                  <a:pt x="51953" y="44278"/>
                </a:lnTo>
                <a:lnTo>
                  <a:pt x="51953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FED56A-DD41-405D-AAE5-3633E5501B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501" y="4708010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47B221-810D-4A46-BEB3-F9EDB23656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501" y="4708010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6447" name="Text 10">
            <a:extLst xmlns:a="http://schemas.openxmlformats.org/drawingml/2006/main">
              <a:ext uri="{FF2B5EF4-FFF2-40B4-BE49-F238E27FC236}">
                <a16:creationId xmlns:a16="http://schemas.microsoft.com/office/drawing/2014/main" id="{62154AED-C906-4D3A-A40E-A91A876FE4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5544" y="4758027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1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1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7" y="41506"/>
                  <a:pt x="86497" y="32833"/>
                </a:cubicBezTo>
                <a:cubicBezTo>
                  <a:pt x="86497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9" y="65625"/>
                  <a:pt x="60706" y="62821"/>
                  <a:pt x="56966" y="57215"/>
                </a:cubicBezTo>
                <a:cubicBezTo>
                  <a:pt x="53226" y="51609"/>
                  <a:pt x="51357" y="43482"/>
                  <a:pt x="51357" y="32833"/>
                </a:cubicBezTo>
                <a:cubicBezTo>
                  <a:pt x="51357" y="22157"/>
                  <a:pt x="53226" y="14016"/>
                  <a:pt x="56966" y="8409"/>
                </a:cubicBezTo>
                <a:cubicBezTo>
                  <a:pt x="60706" y="2803"/>
                  <a:pt x="66119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48" name="Text 0">
            <a:extLst xmlns:a="http://schemas.openxmlformats.org/drawingml/2006/main">
              <a:ext uri="{FF2B5EF4-FFF2-40B4-BE49-F238E27FC236}">
                <a16:creationId xmlns:a16="http://schemas.microsoft.com/office/drawing/2014/main" id="{397118B4-B369-4FA4-BC09-3F4718161E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1183" y="4744140"/>
            <a:ext cx="30585" cy="45937"/>
          </a:xfrm>
          <a:custGeom xmlns:a="http://schemas.openxmlformats.org/drawingml/2006/main">
            <a:pathLst>
              <a:path w="30585" h="45937">
                <a:moveTo>
                  <a:pt x="15293" y="4742"/>
                </a:moveTo>
                <a:cubicBezTo>
                  <a:pt x="12210" y="4742"/>
                  <a:pt x="9894" y="6260"/>
                  <a:pt x="8343" y="9295"/>
                </a:cubicBezTo>
                <a:cubicBezTo>
                  <a:pt x="6792" y="12330"/>
                  <a:pt x="6016" y="16893"/>
                  <a:pt x="6016" y="22983"/>
                </a:cubicBezTo>
                <a:cubicBezTo>
                  <a:pt x="6016" y="29054"/>
                  <a:pt x="6792" y="33607"/>
                  <a:pt x="8343" y="36642"/>
                </a:cubicBezTo>
                <a:cubicBezTo>
                  <a:pt x="9894" y="39678"/>
                  <a:pt x="12210" y="41195"/>
                  <a:pt x="15293" y="41195"/>
                </a:cubicBezTo>
                <a:cubicBezTo>
                  <a:pt x="18395" y="41195"/>
                  <a:pt x="20721" y="39678"/>
                  <a:pt x="22272" y="36642"/>
                </a:cubicBezTo>
                <a:cubicBezTo>
                  <a:pt x="23823" y="33607"/>
                  <a:pt x="24599" y="29054"/>
                  <a:pt x="24599" y="22983"/>
                </a:cubicBezTo>
                <a:cubicBezTo>
                  <a:pt x="24599" y="16893"/>
                  <a:pt x="23823" y="12330"/>
                  <a:pt x="22272" y="9295"/>
                </a:cubicBezTo>
                <a:cubicBezTo>
                  <a:pt x="20721" y="6260"/>
                  <a:pt x="18395" y="4742"/>
                  <a:pt x="15293" y="4742"/>
                </a:cubicBezTo>
                <a:moveTo>
                  <a:pt x="15293" y="0"/>
                </a:moveTo>
                <a:cubicBezTo>
                  <a:pt x="20252" y="0"/>
                  <a:pt x="24040" y="1962"/>
                  <a:pt x="26658" y="5887"/>
                </a:cubicBezTo>
                <a:cubicBezTo>
                  <a:pt x="29276" y="9811"/>
                  <a:pt x="30585" y="15510"/>
                  <a:pt x="30585" y="22983"/>
                </a:cubicBezTo>
                <a:cubicBezTo>
                  <a:pt x="30585" y="30437"/>
                  <a:pt x="29276" y="36126"/>
                  <a:pt x="26658" y="40051"/>
                </a:cubicBezTo>
                <a:cubicBezTo>
                  <a:pt x="24040" y="43975"/>
                  <a:pt x="20252" y="45937"/>
                  <a:pt x="15293" y="45937"/>
                </a:cubicBezTo>
                <a:cubicBezTo>
                  <a:pt x="10333" y="45937"/>
                  <a:pt x="6545" y="43975"/>
                  <a:pt x="3927" y="40051"/>
                </a:cubicBezTo>
                <a:cubicBezTo>
                  <a:pt x="1309" y="36126"/>
                  <a:pt x="0" y="30437"/>
                  <a:pt x="0" y="22983"/>
                </a:cubicBezTo>
                <a:cubicBezTo>
                  <a:pt x="0" y="15510"/>
                  <a:pt x="1309" y="9811"/>
                  <a:pt x="3927" y="5887"/>
                </a:cubicBezTo>
                <a:cubicBezTo>
                  <a:pt x="6545" y="1962"/>
                  <a:pt x="10333" y="0"/>
                  <a:pt x="1529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3CD5B0-38A5-4298-9377-1C6C6363EB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5365" y="4708010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829FEF-56CF-4DA5-8977-A786FFCA14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5365" y="4708010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6451" name="Text 10">
            <a:extLst xmlns:a="http://schemas.openxmlformats.org/drawingml/2006/main">
              <a:ext uri="{FF2B5EF4-FFF2-40B4-BE49-F238E27FC236}">
                <a16:creationId xmlns:a16="http://schemas.microsoft.com/office/drawing/2014/main" id="{1165E133-D558-4321-86E5-02D42CAE66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5408" y="4757236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1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1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7" y="41506"/>
                  <a:pt x="86497" y="32833"/>
                </a:cubicBezTo>
                <a:cubicBezTo>
                  <a:pt x="86497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9" y="65625"/>
                  <a:pt x="60706" y="62821"/>
                  <a:pt x="56966" y="57215"/>
                </a:cubicBezTo>
                <a:cubicBezTo>
                  <a:pt x="53226" y="51609"/>
                  <a:pt x="51357" y="43482"/>
                  <a:pt x="51357" y="32833"/>
                </a:cubicBezTo>
                <a:cubicBezTo>
                  <a:pt x="51357" y="22157"/>
                  <a:pt x="53226" y="14016"/>
                  <a:pt x="56966" y="8409"/>
                </a:cubicBezTo>
                <a:cubicBezTo>
                  <a:pt x="60706" y="2803"/>
                  <a:pt x="66119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52" name="Text 1">
            <a:extLst xmlns:a="http://schemas.openxmlformats.org/drawingml/2006/main">
              <a:ext uri="{FF2B5EF4-FFF2-40B4-BE49-F238E27FC236}">
                <a16:creationId xmlns:a16="http://schemas.microsoft.com/office/drawing/2014/main" id="{F2466247-BD8A-4E4A-814A-0D6BB096C5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3713" y="4744120"/>
            <a:ext cx="26347" cy="44278"/>
          </a:xfrm>
          <a:custGeom xmlns:a="http://schemas.openxmlformats.org/drawingml/2006/main">
            <a:pathLst>
              <a:path w="26347" h="44278">
                <a:moveTo>
                  <a:pt x="859" y="39239"/>
                </a:moveTo>
                <a:lnTo>
                  <a:pt x="10640" y="39239"/>
                </a:lnTo>
                <a:lnTo>
                  <a:pt x="10640" y="5453"/>
                </a:lnTo>
                <a:lnTo>
                  <a:pt x="0" y="7587"/>
                </a:lnTo>
                <a:lnTo>
                  <a:pt x="0" y="2134"/>
                </a:lnTo>
                <a:lnTo>
                  <a:pt x="10580" y="0"/>
                </a:lnTo>
                <a:lnTo>
                  <a:pt x="16567" y="0"/>
                </a:lnTo>
                <a:lnTo>
                  <a:pt x="16567" y="39239"/>
                </a:lnTo>
                <a:lnTo>
                  <a:pt x="26347" y="39239"/>
                </a:lnTo>
                <a:lnTo>
                  <a:pt x="26347" y="44278"/>
                </a:lnTo>
                <a:lnTo>
                  <a:pt x="859" y="44278"/>
                </a:lnTo>
                <a:lnTo>
                  <a:pt x="859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F92368-F709-4308-8896-6E5366EF59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75228" y="4708010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EE7988-CF00-4B8C-A60C-E1210E9E90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75228" y="4708010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6455" name="Text 10">
            <a:extLst xmlns:a="http://schemas.openxmlformats.org/drawingml/2006/main">
              <a:ext uri="{FF2B5EF4-FFF2-40B4-BE49-F238E27FC236}">
                <a16:creationId xmlns:a16="http://schemas.microsoft.com/office/drawing/2014/main" id="{E1F00DD7-3053-4DC6-98CC-269FC348A9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05271" y="4758027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1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1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7" y="41506"/>
                  <a:pt x="86497" y="32833"/>
                </a:cubicBezTo>
                <a:cubicBezTo>
                  <a:pt x="86497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9" y="65625"/>
                  <a:pt x="60706" y="62821"/>
                  <a:pt x="56966" y="57215"/>
                </a:cubicBezTo>
                <a:cubicBezTo>
                  <a:pt x="53226" y="51609"/>
                  <a:pt x="51357" y="43482"/>
                  <a:pt x="51357" y="32833"/>
                </a:cubicBezTo>
                <a:cubicBezTo>
                  <a:pt x="51357" y="22157"/>
                  <a:pt x="53226" y="14016"/>
                  <a:pt x="56966" y="8409"/>
                </a:cubicBezTo>
                <a:cubicBezTo>
                  <a:pt x="60706" y="2803"/>
                  <a:pt x="66119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56" name="Text 2">
            <a:extLst xmlns:a="http://schemas.openxmlformats.org/drawingml/2006/main">
              <a:ext uri="{FF2B5EF4-FFF2-40B4-BE49-F238E27FC236}">
                <a16:creationId xmlns:a16="http://schemas.microsoft.com/office/drawing/2014/main" id="{00D14DA5-D19A-47E1-A217-5DD6539E45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11354" y="4744140"/>
            <a:ext cx="28096" cy="45048"/>
          </a:xfrm>
          <a:custGeom xmlns:a="http://schemas.openxmlformats.org/drawingml/2006/main">
            <a:pathLst>
              <a:path w="28096" h="45048">
                <a:moveTo>
                  <a:pt x="7202" y="40010"/>
                </a:moveTo>
                <a:lnTo>
                  <a:pt x="28096" y="40010"/>
                </a:lnTo>
                <a:lnTo>
                  <a:pt x="28096" y="45048"/>
                </a:lnTo>
                <a:lnTo>
                  <a:pt x="0" y="45048"/>
                </a:lnTo>
                <a:lnTo>
                  <a:pt x="0" y="40010"/>
                </a:lnTo>
                <a:cubicBezTo>
                  <a:pt x="2272" y="37659"/>
                  <a:pt x="5369" y="34502"/>
                  <a:pt x="9291" y="30541"/>
                </a:cubicBezTo>
                <a:cubicBezTo>
                  <a:pt x="13213" y="26579"/>
                  <a:pt x="15678" y="24026"/>
                  <a:pt x="16686" y="22880"/>
                </a:cubicBezTo>
                <a:cubicBezTo>
                  <a:pt x="18602" y="20726"/>
                  <a:pt x="19941" y="18903"/>
                  <a:pt x="20701" y="17412"/>
                </a:cubicBezTo>
                <a:cubicBezTo>
                  <a:pt x="21462" y="15920"/>
                  <a:pt x="21842" y="14453"/>
                  <a:pt x="21842" y="13011"/>
                </a:cubicBezTo>
                <a:cubicBezTo>
                  <a:pt x="21842" y="10659"/>
                  <a:pt x="21018" y="8743"/>
                  <a:pt x="19368" y="7261"/>
                </a:cubicBezTo>
                <a:cubicBezTo>
                  <a:pt x="17718" y="5779"/>
                  <a:pt x="15569" y="5038"/>
                  <a:pt x="12922" y="5038"/>
                </a:cubicBezTo>
                <a:cubicBezTo>
                  <a:pt x="11045" y="5038"/>
                  <a:pt x="9064" y="5367"/>
                  <a:pt x="6979" y="6024"/>
                </a:cubicBezTo>
                <a:cubicBezTo>
                  <a:pt x="4895" y="6681"/>
                  <a:pt x="2667" y="7676"/>
                  <a:pt x="296" y="9010"/>
                </a:cubicBezTo>
                <a:lnTo>
                  <a:pt x="296" y="2964"/>
                </a:lnTo>
                <a:cubicBezTo>
                  <a:pt x="2707" y="1986"/>
                  <a:pt x="4959" y="1247"/>
                  <a:pt x="7054" y="748"/>
                </a:cubicBezTo>
                <a:cubicBezTo>
                  <a:pt x="9148" y="249"/>
                  <a:pt x="11064" y="0"/>
                  <a:pt x="12803" y="0"/>
                </a:cubicBezTo>
                <a:cubicBezTo>
                  <a:pt x="17387" y="0"/>
                  <a:pt x="21042" y="1146"/>
                  <a:pt x="23769" y="3438"/>
                </a:cubicBezTo>
                <a:cubicBezTo>
                  <a:pt x="26495" y="5730"/>
                  <a:pt x="27859" y="8792"/>
                  <a:pt x="27859" y="12625"/>
                </a:cubicBezTo>
                <a:cubicBezTo>
                  <a:pt x="27859" y="14443"/>
                  <a:pt x="27518" y="16167"/>
                  <a:pt x="26836" y="17797"/>
                </a:cubicBezTo>
                <a:cubicBezTo>
                  <a:pt x="26155" y="19427"/>
                  <a:pt x="24915" y="21348"/>
                  <a:pt x="23117" y="23561"/>
                </a:cubicBezTo>
                <a:cubicBezTo>
                  <a:pt x="22623" y="24134"/>
                  <a:pt x="21052" y="25789"/>
                  <a:pt x="18405" y="28526"/>
                </a:cubicBezTo>
                <a:cubicBezTo>
                  <a:pt x="15757" y="31262"/>
                  <a:pt x="12023" y="35090"/>
                  <a:pt x="7202" y="4001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F678EA-3445-4C3F-BCC3-9E2803D6D2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9489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FE42A9-22C8-459C-BE63-5403D3B385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9489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4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027317-0197-468A-B66A-48E592589B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9855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5CBB1F-2F6D-48D4-80DD-89D857CA63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9855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4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FCD5DF-7A37-44A7-AA54-D700D35331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0222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F0B008-3047-4986-93DB-24846918E6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0222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4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774A62-46D8-421E-A893-933732F539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0588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005929-F99C-47E3-80E9-55A25CB5AE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0588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4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32C404-F2BE-4B76-A112-21D1520A56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0955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5B3B4D-6EA1-43A9-8A10-FE44D9386E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0955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4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8592F8-258F-4DDC-85A7-786688BDC6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1322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7E7D57-1816-4840-8EE3-AF19186291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1322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4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50779C-A72A-482A-9D7B-2F2B05A6BB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1688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5DCB72-C164-449A-B160-99E857D516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1688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4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F7A492-3127-4F12-8C48-FA48CBBE4E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2055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9C08A1-09EB-4623-8499-012576FBFB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2055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4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E7025B-0BA0-440A-B61B-1346576A9D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2421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2B9D1D-1666-487C-90BA-9951401685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2421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4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6E4814-2B0F-4A9F-80A2-0AFDE96307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2788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CACF17-9E04-4A56-B8C5-39CD039ADE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2788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4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50354B-8F98-4159-A1BE-0185E1787D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6453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805EE7-EA72-49F0-A9DB-4E184F5FD8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6453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4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420F71-DA25-4ED8-A6ED-400F290558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0118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FCAC39-2F9D-4B8E-972C-08D0C0E7DB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0118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4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90D542-0A1E-4281-AFB6-3584E11DFF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3783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1FF7FF-F556-4983-A652-C994D2E872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3783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4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ABEA77-BF35-4003-8515-55EF4965AA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7448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06513F-780F-445F-88B5-816CF6B0C8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7448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4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256139-BC37-489C-B0F3-5EE8D8FC07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1113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687315-CFF1-42CB-A4FD-5E749F6B94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1113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4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48871F-F8D4-4DA4-BE87-79DEC0A2BC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4778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1B0767-EF72-4ACF-A750-15CA9636D8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4778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4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89E536-3D97-4406-B2FF-6D7152D376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8444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8DC7D1-CD37-4097-A481-6D7136BC3C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8444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4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936821-C261-4D61-84DD-FDAF4A6D3A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2109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35FDC1-4F4B-4134-8F48-0AF8F60B6F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2109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4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6DAABC-6233-4337-B58F-2EA0EAEA7A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5774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825E27-9E61-45A5-99E5-CC0344F339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5774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4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543432-7DD4-42AE-9C7D-762180BCC9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2425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F25A0E-114A-4D38-9487-C4D7D0DA70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2425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4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C75D05-58D2-4ABD-B5BD-C9BB34A2C4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9077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BF6ABC-C921-4646-9DFE-87AE39FA4D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9077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4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C5B04E-87A4-47CB-9752-029BE5429E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5729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FF378B-A79E-459F-AE64-295B0008D0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5729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5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7B91A9-51D5-4517-8CDD-71EBD01DB2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2380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D8916E-6D26-4D80-9A9A-7669DC0248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2380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5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A3BD97-D1A3-4714-A550-0FD3690F0F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9031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F68624-EDF2-415F-BE47-3BD34EC625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9031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5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1AFAA4-12DE-4E87-8C0E-91C8978261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5683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B9767A-28EC-41F4-A9D3-70F1D31758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5683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5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4B86A7-C23A-4C73-B66E-5D6EFDA65A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2335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D74E77-4079-40F6-B60C-0E75A545AB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2335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5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EC9A8D-F451-4B96-8793-1C1C0B4667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8986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BF8F74-8A2F-4173-A573-BE71C9B1E2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8986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5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619023-9CBD-4224-A0AF-B3BC39E7BC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5638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889F50-4E7A-4A6B-831E-D7F7F3B5FD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5638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5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1AEA2C-0AAE-478F-88A9-5B70BDDD6A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936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D256D4-3255-41AD-81BE-A34021FFCE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936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5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0C180F-2FA9-42BB-A789-C31EFFEA6C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022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142385-DEBE-4581-A10E-508300A7DE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022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5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5B80CE-9D91-4A84-BB24-917C549EA0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235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6282BE-4DEF-4D2A-A5DD-4E0A01C0F5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235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5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918CE5-08BC-4B3E-AEBF-DCFA2A2636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202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E8D5AE-0040-4E42-8578-48AC2F874C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202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5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6771A6-DD6E-415E-85E6-DB133B930A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321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B6DE89-0B1F-4FFA-AFF9-3E932E6879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321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5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84D9C8-64B9-4F9E-A9A8-44440CD285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405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CA3D7A-9DB1-448B-820F-1F5E481707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405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5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E74659-4F2C-4DF0-BA07-C3434EA352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534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673DB1-FD89-4FF5-8B7E-988BE743DF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534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5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BFCA8A-5CA4-4C3D-8637-44BACDFAD5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0407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70B2D1-8616-4E6B-ADF4-B69E3382C8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0407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5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693992-D158-4460-8333-5C1B174CE0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501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689A6D-987D-4C5C-970B-D6F4F45174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501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5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485A6F-A209-410F-AB0E-758E5AA224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4800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F0D282-CBDA-45AA-BCE4-2B2176776E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4800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5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761CD2-05B3-4040-B9E8-E9A6001C75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72886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9B8B45-1869-4C6D-8E15-4CE832FD37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72886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5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E9ED71-6C1A-4176-B36C-1EED0C4964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14099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0433E6-0EC3-4585-BDB7-5ED31D9CB4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14099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5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995922-B1E1-467A-96F2-E3830B8568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6066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23C1FE-A14E-4849-8050-BA615DFC01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6066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5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784F98-F279-486D-980F-98480C02A9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2185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992BDE-5F9A-4C18-BC92-E3421A821D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2185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5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A07A22-906C-4510-B27F-687AFBE20B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4268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39C078-E6D0-4AFC-BA81-7500CE18FA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4268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5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182ECA-98FF-4DD0-93EC-825CC36608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3398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74144A-594A-448F-A807-5116CAF308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3398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5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C50CCA-06B4-4F73-BEFF-CC81A185A3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0271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2D7806-1504-4111-83DF-BB2826DF3F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0271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5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841BBE-157F-447D-BEFB-A80B68DE87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5365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AD42E7-8F06-49AB-B0EF-6F8A684712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5365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5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FCFBBC-46D8-4DF5-A7D3-A6DF74516F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4664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4BA406-CED4-4B49-9357-10F840F4E4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4664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5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48C549-3D44-4EED-805B-84C19C4D41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02750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213009-FE51-4C1F-96AC-C28D17E05C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02750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5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133BF0-D671-46AF-BC46-CC8F17A572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3962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874E06-FC12-498E-855C-14D2040263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3962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5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03514D-0ACE-497F-A5E2-BFAFDFE337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5929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B3BB67-FEBA-45C2-83F6-EDF1628EAB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5929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5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87B998-CF58-490B-8547-F2D0F7B011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02048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0F6FEF-9F7F-4451-A966-97FC3FDDDA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02048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5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E1591F-F739-4634-A7FD-E9FE9FA9D2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24132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CF0CBC-FB39-4558-A1A5-4933EAB349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24132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5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F44C90-77FC-4DBD-906A-4AA7AFF0F9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43261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1357A4-E90F-4F21-A06A-03F2B805E0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43261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5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DA073D-2E27-4822-AA49-11811E6E16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60135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07040A-1AC7-469D-BD64-1FA21F040E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60135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5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F386E3-0683-47C6-82DA-BEDE2D280B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75228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3C703F-21C8-4A56-8B34-1A74DE9552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75228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5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75C2F0-D1BF-4480-B725-78600A3EC9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74527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A1D442-BB92-4288-A492-E6813FEAF7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74527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5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DEAEDB-BEA4-47B6-9EE5-E5253B2F84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32613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D696B4-57D6-4476-A45F-4014E012E6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32613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5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8FA765-8DF7-45D7-A73A-3690FBBDA3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73826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D0DF32-0353-42CA-AAAA-8833EC6529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73826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5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B4CF50-60FA-4F7E-B917-CA5183F53B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05793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271B14-FFCA-4CD0-A276-8437E61303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05793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5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5D5307-A506-45C9-AF8E-140E6D0E81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31912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62B770-0D93-4E86-A424-3D7ECEE136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31912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577" name="Text QSF">
            <a:extLst xmlns:a="http://schemas.openxmlformats.org/drawingml/2006/main">
              <a:ext uri="{FF2B5EF4-FFF2-40B4-BE49-F238E27FC236}">
                <a16:creationId xmlns:a16="http://schemas.microsoft.com/office/drawing/2014/main" id="{0DE313B8-EDFC-41A2-9CC2-A712455A54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206" y="4872396"/>
            <a:ext cx="190479" cy="88120"/>
          </a:xfrm>
          <a:custGeom xmlns:a="http://schemas.openxmlformats.org/drawingml/2006/main">
            <a:pathLst>
              <a:path w="190479" h="88120">
                <a:moveTo>
                  <a:pt x="34181" y="8101"/>
                </a:moveTo>
                <a:cubicBezTo>
                  <a:pt x="26937" y="8101"/>
                  <a:pt x="21182" y="10804"/>
                  <a:pt x="16918" y="16209"/>
                </a:cubicBezTo>
                <a:cubicBezTo>
                  <a:pt x="12653" y="21614"/>
                  <a:pt x="10521" y="28979"/>
                  <a:pt x="10521" y="38306"/>
                </a:cubicBezTo>
                <a:cubicBezTo>
                  <a:pt x="10521" y="47599"/>
                  <a:pt x="12653" y="54949"/>
                  <a:pt x="16918" y="60354"/>
                </a:cubicBezTo>
                <a:cubicBezTo>
                  <a:pt x="21182" y="65759"/>
                  <a:pt x="26937" y="68461"/>
                  <a:pt x="34181" y="68461"/>
                </a:cubicBezTo>
                <a:cubicBezTo>
                  <a:pt x="41426" y="68461"/>
                  <a:pt x="47164" y="65759"/>
                  <a:pt x="51395" y="60354"/>
                </a:cubicBezTo>
                <a:cubicBezTo>
                  <a:pt x="55627" y="54949"/>
                  <a:pt x="57743" y="47599"/>
                  <a:pt x="57743" y="38306"/>
                </a:cubicBezTo>
                <a:cubicBezTo>
                  <a:pt x="57743" y="28979"/>
                  <a:pt x="55627" y="21614"/>
                  <a:pt x="51395" y="16209"/>
                </a:cubicBezTo>
                <a:cubicBezTo>
                  <a:pt x="47164" y="10804"/>
                  <a:pt x="41426" y="8101"/>
                  <a:pt x="34181" y="8101"/>
                </a:cubicBezTo>
                <a:moveTo>
                  <a:pt x="48160" y="73796"/>
                </a:moveTo>
                <a:lnTo>
                  <a:pt x="61299" y="88120"/>
                </a:lnTo>
                <a:lnTo>
                  <a:pt x="49247" y="88120"/>
                </a:lnTo>
                <a:lnTo>
                  <a:pt x="38330" y="76358"/>
                </a:lnTo>
                <a:cubicBezTo>
                  <a:pt x="37244" y="76426"/>
                  <a:pt x="36412" y="76477"/>
                  <a:pt x="35836" y="76511"/>
                </a:cubicBezTo>
                <a:cubicBezTo>
                  <a:pt x="35260" y="76545"/>
                  <a:pt x="34708" y="76562"/>
                  <a:pt x="34181" y="76562"/>
                </a:cubicBezTo>
                <a:cubicBezTo>
                  <a:pt x="23808" y="76562"/>
                  <a:pt x="15518" y="73094"/>
                  <a:pt x="9311" y="66158"/>
                </a:cubicBezTo>
                <a:cubicBezTo>
                  <a:pt x="3104" y="59221"/>
                  <a:pt x="0" y="49937"/>
                  <a:pt x="0" y="38306"/>
                </a:cubicBezTo>
                <a:cubicBezTo>
                  <a:pt x="0" y="26641"/>
                  <a:pt x="3104" y="17341"/>
                  <a:pt x="9311" y="10405"/>
                </a:cubicBezTo>
                <a:cubicBezTo>
                  <a:pt x="15518" y="3468"/>
                  <a:pt x="23808" y="0"/>
                  <a:pt x="34181" y="0"/>
                </a:cubicBezTo>
                <a:cubicBezTo>
                  <a:pt x="44521" y="0"/>
                  <a:pt x="52787" y="3468"/>
                  <a:pt x="58977" y="10405"/>
                </a:cubicBezTo>
                <a:cubicBezTo>
                  <a:pt x="65168" y="17341"/>
                  <a:pt x="68264" y="26642"/>
                  <a:pt x="68264" y="38307"/>
                </a:cubicBezTo>
                <a:cubicBezTo>
                  <a:pt x="68264" y="46874"/>
                  <a:pt x="66543" y="54206"/>
                  <a:pt x="63102" y="60302"/>
                </a:cubicBezTo>
                <a:cubicBezTo>
                  <a:pt x="59661" y="66398"/>
                  <a:pt x="54680" y="70896"/>
                  <a:pt x="48160" y="73796"/>
                </a:cubicBezTo>
                <a:close/>
                <a:moveTo>
                  <a:pt x="128070" y="3754"/>
                </a:moveTo>
                <a:lnTo>
                  <a:pt x="128070" y="13534"/>
                </a:lnTo>
                <a:cubicBezTo>
                  <a:pt x="124283" y="11707"/>
                  <a:pt x="120710" y="10344"/>
                  <a:pt x="117351" y="9447"/>
                </a:cubicBezTo>
                <a:cubicBezTo>
                  <a:pt x="113992" y="8549"/>
                  <a:pt x="110749" y="8101"/>
                  <a:pt x="107620" y="8101"/>
                </a:cubicBezTo>
                <a:cubicBezTo>
                  <a:pt x="102187" y="8101"/>
                  <a:pt x="97996" y="9156"/>
                  <a:pt x="95049" y="11267"/>
                </a:cubicBezTo>
                <a:cubicBezTo>
                  <a:pt x="92102" y="13376"/>
                  <a:pt x="90628" y="16376"/>
                  <a:pt x="90628" y="20267"/>
                </a:cubicBezTo>
                <a:cubicBezTo>
                  <a:pt x="90628" y="23532"/>
                  <a:pt x="91608" y="25997"/>
                  <a:pt x="93567" y="27663"/>
                </a:cubicBezTo>
                <a:cubicBezTo>
                  <a:pt x="95527" y="29328"/>
                  <a:pt x="99240" y="30671"/>
                  <a:pt x="104706" y="31693"/>
                </a:cubicBezTo>
                <a:lnTo>
                  <a:pt x="110732" y="32926"/>
                </a:lnTo>
                <a:cubicBezTo>
                  <a:pt x="118174" y="34343"/>
                  <a:pt x="123665" y="36839"/>
                  <a:pt x="127205" y="40414"/>
                </a:cubicBezTo>
                <a:cubicBezTo>
                  <a:pt x="130745" y="43988"/>
                  <a:pt x="132515" y="48773"/>
                  <a:pt x="132515" y="54770"/>
                </a:cubicBezTo>
                <a:cubicBezTo>
                  <a:pt x="132515" y="61918"/>
                  <a:pt x="130120" y="67338"/>
                  <a:pt x="125328" y="71028"/>
                </a:cubicBezTo>
                <a:cubicBezTo>
                  <a:pt x="120537" y="74717"/>
                  <a:pt x="113515" y="76562"/>
                  <a:pt x="104261" y="76562"/>
                </a:cubicBezTo>
                <a:cubicBezTo>
                  <a:pt x="100771" y="76562"/>
                  <a:pt x="97058" y="76163"/>
                  <a:pt x="93123" y="75364"/>
                </a:cubicBezTo>
                <a:cubicBezTo>
                  <a:pt x="89188" y="74566"/>
                  <a:pt x="85113" y="73384"/>
                  <a:pt x="80898" y="71820"/>
                </a:cubicBezTo>
                <a:lnTo>
                  <a:pt x="80898" y="61546"/>
                </a:lnTo>
                <a:cubicBezTo>
                  <a:pt x="84948" y="63835"/>
                  <a:pt x="88916" y="65559"/>
                  <a:pt x="92802" y="66720"/>
                </a:cubicBezTo>
                <a:cubicBezTo>
                  <a:pt x="96688" y="67881"/>
                  <a:pt x="100507" y="68461"/>
                  <a:pt x="104261" y="68461"/>
                </a:cubicBezTo>
                <a:cubicBezTo>
                  <a:pt x="109958" y="68461"/>
                  <a:pt x="114354" y="67341"/>
                  <a:pt x="117450" y="65099"/>
                </a:cubicBezTo>
                <a:cubicBezTo>
                  <a:pt x="120545" y="62857"/>
                  <a:pt x="122093" y="59659"/>
                  <a:pt x="122093" y="55506"/>
                </a:cubicBezTo>
                <a:cubicBezTo>
                  <a:pt x="122093" y="51880"/>
                  <a:pt x="120982" y="49044"/>
                  <a:pt x="118759" y="47001"/>
                </a:cubicBezTo>
                <a:cubicBezTo>
                  <a:pt x="116536" y="44956"/>
                  <a:pt x="112889" y="43423"/>
                  <a:pt x="107818" y="42401"/>
                </a:cubicBezTo>
                <a:lnTo>
                  <a:pt x="101742" y="41217"/>
                </a:lnTo>
                <a:cubicBezTo>
                  <a:pt x="94300" y="39734"/>
                  <a:pt x="88916" y="37411"/>
                  <a:pt x="85590" y="34249"/>
                </a:cubicBezTo>
                <a:cubicBezTo>
                  <a:pt x="82264" y="31086"/>
                  <a:pt x="80601" y="26687"/>
                  <a:pt x="80601" y="21053"/>
                </a:cubicBezTo>
                <a:cubicBezTo>
                  <a:pt x="80601" y="14530"/>
                  <a:pt x="82898" y="9390"/>
                  <a:pt x="87492" y="5634"/>
                </a:cubicBezTo>
                <a:cubicBezTo>
                  <a:pt x="92086" y="1878"/>
                  <a:pt x="98416" y="0"/>
                  <a:pt x="106484" y="0"/>
                </a:cubicBezTo>
                <a:cubicBezTo>
                  <a:pt x="109942" y="0"/>
                  <a:pt x="113465" y="313"/>
                  <a:pt x="117055" y="938"/>
                </a:cubicBezTo>
                <a:cubicBezTo>
                  <a:pt x="120644" y="1564"/>
                  <a:pt x="124316" y="2503"/>
                  <a:pt x="128070" y="3754"/>
                </a:cubicBezTo>
                <a:close/>
                <a:moveTo>
                  <a:pt x="148098" y="1284"/>
                </a:moveTo>
                <a:lnTo>
                  <a:pt x="190479" y="1284"/>
                </a:lnTo>
                <a:lnTo>
                  <a:pt x="190479" y="9681"/>
                </a:lnTo>
                <a:lnTo>
                  <a:pt x="158076" y="9681"/>
                </a:lnTo>
                <a:lnTo>
                  <a:pt x="158076" y="31415"/>
                </a:lnTo>
                <a:lnTo>
                  <a:pt x="187318" y="31415"/>
                </a:lnTo>
                <a:lnTo>
                  <a:pt x="187318" y="39812"/>
                </a:lnTo>
                <a:lnTo>
                  <a:pt x="158076" y="39812"/>
                </a:lnTo>
                <a:lnTo>
                  <a:pt x="158076" y="75080"/>
                </a:lnTo>
                <a:lnTo>
                  <a:pt x="148098" y="75080"/>
                </a:lnTo>
                <a:lnTo>
                  <a:pt x="148098" y="1284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27D7BA-5D57-483C-AB68-604ABAF0F3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7445" y="4708010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60B6EB-368F-4C20-9DF2-3C12C0D918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7445" y="4708010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6580" name="Text 0">
            <a:extLst xmlns:a="http://schemas.openxmlformats.org/drawingml/2006/main">
              <a:ext uri="{FF2B5EF4-FFF2-40B4-BE49-F238E27FC236}">
                <a16:creationId xmlns:a16="http://schemas.microsoft.com/office/drawing/2014/main" id="{4D2822F9-C095-418F-A18A-E27A10FE36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0065" y="4675946"/>
            <a:ext cx="43693" cy="65625"/>
          </a:xfrm>
          <a:custGeom xmlns:a="http://schemas.openxmlformats.org/drawingml/2006/main">
            <a:pathLst>
              <a:path w="43693" h="65625">
                <a:moveTo>
                  <a:pt x="21847" y="6774"/>
                </a:moveTo>
                <a:cubicBezTo>
                  <a:pt x="17443" y="6774"/>
                  <a:pt x="14134" y="8942"/>
                  <a:pt x="11918" y="13278"/>
                </a:cubicBezTo>
                <a:cubicBezTo>
                  <a:pt x="9703" y="17615"/>
                  <a:pt x="8595" y="24133"/>
                  <a:pt x="8595" y="32833"/>
                </a:cubicBezTo>
                <a:cubicBezTo>
                  <a:pt x="8595" y="41506"/>
                  <a:pt x="9703" y="48010"/>
                  <a:pt x="11918" y="52346"/>
                </a:cubicBezTo>
                <a:cubicBezTo>
                  <a:pt x="14134" y="56682"/>
                  <a:pt x="17443" y="58850"/>
                  <a:pt x="21847" y="58850"/>
                </a:cubicBezTo>
                <a:cubicBezTo>
                  <a:pt x="26278" y="58850"/>
                  <a:pt x="29602" y="56682"/>
                  <a:pt x="31817" y="52346"/>
                </a:cubicBezTo>
                <a:cubicBezTo>
                  <a:pt x="34033" y="48010"/>
                  <a:pt x="35141" y="41506"/>
                  <a:pt x="35141" y="32833"/>
                </a:cubicBezTo>
                <a:cubicBezTo>
                  <a:pt x="35141" y="24133"/>
                  <a:pt x="34033" y="17615"/>
                  <a:pt x="31817" y="13278"/>
                </a:cubicBezTo>
                <a:cubicBezTo>
                  <a:pt x="29602" y="8942"/>
                  <a:pt x="26278" y="6774"/>
                  <a:pt x="21847" y="6774"/>
                </a:cubicBezTo>
                <a:moveTo>
                  <a:pt x="21847" y="0"/>
                </a:moveTo>
                <a:cubicBezTo>
                  <a:pt x="28931" y="0"/>
                  <a:pt x="34344" y="2803"/>
                  <a:pt x="38083" y="8409"/>
                </a:cubicBezTo>
                <a:cubicBezTo>
                  <a:pt x="41823" y="14016"/>
                  <a:pt x="43693" y="22157"/>
                  <a:pt x="43693" y="32833"/>
                </a:cubicBezTo>
                <a:cubicBezTo>
                  <a:pt x="43693" y="43482"/>
                  <a:pt x="41823" y="51609"/>
                  <a:pt x="38083" y="57215"/>
                </a:cubicBezTo>
                <a:cubicBezTo>
                  <a:pt x="34344" y="62821"/>
                  <a:pt x="28931" y="65625"/>
                  <a:pt x="21847" y="65625"/>
                </a:cubicBezTo>
                <a:cubicBezTo>
                  <a:pt x="14762" y="65625"/>
                  <a:pt x="9350" y="62821"/>
                  <a:pt x="5610" y="57215"/>
                </a:cubicBezTo>
                <a:cubicBezTo>
                  <a:pt x="1870" y="51609"/>
                  <a:pt x="0" y="43482"/>
                  <a:pt x="0" y="32833"/>
                </a:cubicBezTo>
                <a:cubicBezTo>
                  <a:pt x="0" y="22157"/>
                  <a:pt x="1870" y="14016"/>
                  <a:pt x="5610" y="8409"/>
                </a:cubicBezTo>
                <a:cubicBezTo>
                  <a:pt x="9350" y="2803"/>
                  <a:pt x="14762" y="0"/>
                  <a:pt x="21847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3D77D8-64E8-44AA-A6B7-1CA61330EB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7445" y="4434897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DFE5DC-B743-42DA-B19B-E6715C97EC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7445" y="4434897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6583" name="Text 10">
            <a:extLst xmlns:a="http://schemas.openxmlformats.org/drawingml/2006/main">
              <a:ext uri="{FF2B5EF4-FFF2-40B4-BE49-F238E27FC236}">
                <a16:creationId xmlns:a16="http://schemas.microsoft.com/office/drawing/2014/main" id="{DEF4CFEC-83A0-4506-911C-339106ECF2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2134" y="4402833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1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1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7" y="41506"/>
                  <a:pt x="86497" y="32833"/>
                </a:cubicBezTo>
                <a:cubicBezTo>
                  <a:pt x="86497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9" y="65625"/>
                  <a:pt x="60706" y="62821"/>
                  <a:pt x="56966" y="57215"/>
                </a:cubicBezTo>
                <a:cubicBezTo>
                  <a:pt x="53226" y="51609"/>
                  <a:pt x="51357" y="43482"/>
                  <a:pt x="51357" y="32833"/>
                </a:cubicBezTo>
                <a:cubicBezTo>
                  <a:pt x="51357" y="22157"/>
                  <a:pt x="53226" y="14016"/>
                  <a:pt x="56966" y="8409"/>
                </a:cubicBezTo>
                <a:cubicBezTo>
                  <a:pt x="60706" y="2803"/>
                  <a:pt x="66119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84" name="Text −1">
            <a:extLst xmlns:a="http://schemas.openxmlformats.org/drawingml/2006/main">
              <a:ext uri="{FF2B5EF4-FFF2-40B4-BE49-F238E27FC236}">
                <a16:creationId xmlns:a16="http://schemas.microsoft.com/office/drawing/2014/main" id="{88393C31-E844-4AA5-9EAF-588E118CF7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0203" y="4389717"/>
            <a:ext cx="77441" cy="44278"/>
          </a:xfrm>
          <a:custGeom xmlns:a="http://schemas.openxmlformats.org/drawingml/2006/main">
            <a:pathLst>
              <a:path w="77441" h="44278">
                <a:moveTo>
                  <a:pt x="0" y="22702"/>
                </a:moveTo>
                <a:lnTo>
                  <a:pt x="37995" y="22702"/>
                </a:lnTo>
                <a:lnTo>
                  <a:pt x="37995" y="27740"/>
                </a:lnTo>
                <a:lnTo>
                  <a:pt x="0" y="27740"/>
                </a:lnTo>
                <a:lnTo>
                  <a:pt x="0" y="22702"/>
                </a:lnTo>
                <a:close/>
                <a:moveTo>
                  <a:pt x="51954" y="39239"/>
                </a:moveTo>
                <a:lnTo>
                  <a:pt x="61734" y="39239"/>
                </a:lnTo>
                <a:lnTo>
                  <a:pt x="61734" y="5453"/>
                </a:lnTo>
                <a:lnTo>
                  <a:pt x="51094" y="7587"/>
                </a:lnTo>
                <a:lnTo>
                  <a:pt x="51094" y="2134"/>
                </a:lnTo>
                <a:lnTo>
                  <a:pt x="61674" y="0"/>
                </a:lnTo>
                <a:lnTo>
                  <a:pt x="67661" y="0"/>
                </a:lnTo>
                <a:lnTo>
                  <a:pt x="67661" y="39239"/>
                </a:lnTo>
                <a:lnTo>
                  <a:pt x="77441" y="39239"/>
                </a:lnTo>
                <a:lnTo>
                  <a:pt x="77441" y="44278"/>
                </a:lnTo>
                <a:lnTo>
                  <a:pt x="51954" y="44278"/>
                </a:lnTo>
                <a:lnTo>
                  <a:pt x="51954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836569-DD65-472D-B143-F412898F48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7445" y="4189096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7DC5CE-6443-4047-927B-9BD39F93EC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7445" y="4189096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6587" name="Text 10">
            <a:extLst xmlns:a="http://schemas.openxmlformats.org/drawingml/2006/main">
              <a:ext uri="{FF2B5EF4-FFF2-40B4-BE49-F238E27FC236}">
                <a16:creationId xmlns:a16="http://schemas.microsoft.com/office/drawing/2014/main" id="{689BD579-8039-47FA-B73E-5E0692211F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2714" y="4157822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1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1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7" y="41506"/>
                  <a:pt x="86497" y="32833"/>
                </a:cubicBezTo>
                <a:cubicBezTo>
                  <a:pt x="86497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9" y="65625"/>
                  <a:pt x="60706" y="62821"/>
                  <a:pt x="56966" y="57215"/>
                </a:cubicBezTo>
                <a:cubicBezTo>
                  <a:pt x="53226" y="51609"/>
                  <a:pt x="51357" y="43482"/>
                  <a:pt x="51357" y="32833"/>
                </a:cubicBezTo>
                <a:cubicBezTo>
                  <a:pt x="51357" y="22157"/>
                  <a:pt x="53226" y="14016"/>
                  <a:pt x="56966" y="8409"/>
                </a:cubicBezTo>
                <a:cubicBezTo>
                  <a:pt x="60706" y="2803"/>
                  <a:pt x="66119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88" name="Text 0">
            <a:extLst xmlns:a="http://schemas.openxmlformats.org/drawingml/2006/main">
              <a:ext uri="{FF2B5EF4-FFF2-40B4-BE49-F238E27FC236}">
                <a16:creationId xmlns:a16="http://schemas.microsoft.com/office/drawing/2014/main" id="{A37D7E33-6EE7-46C8-8D5B-FC49AEF0DB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8353" y="4143935"/>
            <a:ext cx="30585" cy="45937"/>
          </a:xfrm>
          <a:custGeom xmlns:a="http://schemas.openxmlformats.org/drawingml/2006/main">
            <a:pathLst>
              <a:path w="30585" h="45937">
                <a:moveTo>
                  <a:pt x="15293" y="4742"/>
                </a:moveTo>
                <a:cubicBezTo>
                  <a:pt x="12210" y="4742"/>
                  <a:pt x="9894" y="6260"/>
                  <a:pt x="8343" y="9295"/>
                </a:cubicBezTo>
                <a:cubicBezTo>
                  <a:pt x="6792" y="12330"/>
                  <a:pt x="6016" y="16893"/>
                  <a:pt x="6016" y="22983"/>
                </a:cubicBezTo>
                <a:cubicBezTo>
                  <a:pt x="6016" y="29054"/>
                  <a:pt x="6792" y="33607"/>
                  <a:pt x="8343" y="36642"/>
                </a:cubicBezTo>
                <a:cubicBezTo>
                  <a:pt x="9894" y="39678"/>
                  <a:pt x="12210" y="41195"/>
                  <a:pt x="15293" y="41195"/>
                </a:cubicBezTo>
                <a:cubicBezTo>
                  <a:pt x="18395" y="41195"/>
                  <a:pt x="20721" y="39678"/>
                  <a:pt x="22272" y="36642"/>
                </a:cubicBezTo>
                <a:cubicBezTo>
                  <a:pt x="23823" y="33607"/>
                  <a:pt x="24599" y="29054"/>
                  <a:pt x="24599" y="22983"/>
                </a:cubicBezTo>
                <a:cubicBezTo>
                  <a:pt x="24599" y="16893"/>
                  <a:pt x="23823" y="12330"/>
                  <a:pt x="22272" y="9295"/>
                </a:cubicBezTo>
                <a:cubicBezTo>
                  <a:pt x="20721" y="6260"/>
                  <a:pt x="18395" y="4742"/>
                  <a:pt x="15293" y="4742"/>
                </a:cubicBezTo>
                <a:moveTo>
                  <a:pt x="15293" y="0"/>
                </a:moveTo>
                <a:cubicBezTo>
                  <a:pt x="20252" y="0"/>
                  <a:pt x="24040" y="1962"/>
                  <a:pt x="26658" y="5887"/>
                </a:cubicBezTo>
                <a:cubicBezTo>
                  <a:pt x="29276" y="9811"/>
                  <a:pt x="30585" y="15510"/>
                  <a:pt x="30585" y="22983"/>
                </a:cubicBezTo>
                <a:cubicBezTo>
                  <a:pt x="30585" y="30437"/>
                  <a:pt x="29276" y="36126"/>
                  <a:pt x="26658" y="40051"/>
                </a:cubicBezTo>
                <a:cubicBezTo>
                  <a:pt x="24040" y="43975"/>
                  <a:pt x="20252" y="45937"/>
                  <a:pt x="15293" y="45937"/>
                </a:cubicBezTo>
                <a:cubicBezTo>
                  <a:pt x="10333" y="45937"/>
                  <a:pt x="6545" y="43975"/>
                  <a:pt x="3927" y="40051"/>
                </a:cubicBezTo>
                <a:cubicBezTo>
                  <a:pt x="1309" y="36126"/>
                  <a:pt x="0" y="30437"/>
                  <a:pt x="0" y="22983"/>
                </a:cubicBezTo>
                <a:cubicBezTo>
                  <a:pt x="0" y="15510"/>
                  <a:pt x="1309" y="9811"/>
                  <a:pt x="3927" y="5887"/>
                </a:cubicBezTo>
                <a:cubicBezTo>
                  <a:pt x="6545" y="1962"/>
                  <a:pt x="10333" y="0"/>
                  <a:pt x="1529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09FBB1-2D03-49FA-A8A4-51630BA2E2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7445" y="3943294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4636C0-511A-479C-955B-C662A073FD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7445" y="3943294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6591" name="Text 10">
            <a:extLst xmlns:a="http://schemas.openxmlformats.org/drawingml/2006/main">
              <a:ext uri="{FF2B5EF4-FFF2-40B4-BE49-F238E27FC236}">
                <a16:creationId xmlns:a16="http://schemas.microsoft.com/office/drawing/2014/main" id="{C4D6944D-76CC-4FFE-B096-156788CC52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2714" y="3911230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1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1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7" y="41506"/>
                  <a:pt x="86497" y="32833"/>
                </a:cubicBezTo>
                <a:cubicBezTo>
                  <a:pt x="86497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9" y="65625"/>
                  <a:pt x="60706" y="62821"/>
                  <a:pt x="56966" y="57215"/>
                </a:cubicBezTo>
                <a:cubicBezTo>
                  <a:pt x="53226" y="51609"/>
                  <a:pt x="51357" y="43482"/>
                  <a:pt x="51357" y="32833"/>
                </a:cubicBezTo>
                <a:cubicBezTo>
                  <a:pt x="51357" y="22157"/>
                  <a:pt x="53226" y="14016"/>
                  <a:pt x="56966" y="8409"/>
                </a:cubicBezTo>
                <a:cubicBezTo>
                  <a:pt x="60706" y="2803"/>
                  <a:pt x="66119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92" name="Text 1">
            <a:extLst xmlns:a="http://schemas.openxmlformats.org/drawingml/2006/main">
              <a:ext uri="{FF2B5EF4-FFF2-40B4-BE49-F238E27FC236}">
                <a16:creationId xmlns:a16="http://schemas.microsoft.com/office/drawing/2014/main" id="{7575C937-3450-44A7-98E1-1C03809D77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1020" y="3898114"/>
            <a:ext cx="26347" cy="44278"/>
          </a:xfrm>
          <a:custGeom xmlns:a="http://schemas.openxmlformats.org/drawingml/2006/main">
            <a:pathLst>
              <a:path w="26347" h="44278">
                <a:moveTo>
                  <a:pt x="859" y="39239"/>
                </a:moveTo>
                <a:lnTo>
                  <a:pt x="10640" y="39239"/>
                </a:lnTo>
                <a:lnTo>
                  <a:pt x="10640" y="5453"/>
                </a:lnTo>
                <a:lnTo>
                  <a:pt x="0" y="7587"/>
                </a:lnTo>
                <a:lnTo>
                  <a:pt x="0" y="2134"/>
                </a:lnTo>
                <a:lnTo>
                  <a:pt x="10580" y="0"/>
                </a:lnTo>
                <a:lnTo>
                  <a:pt x="16567" y="0"/>
                </a:lnTo>
                <a:lnTo>
                  <a:pt x="16567" y="39239"/>
                </a:lnTo>
                <a:lnTo>
                  <a:pt x="26347" y="39239"/>
                </a:lnTo>
                <a:lnTo>
                  <a:pt x="26347" y="44278"/>
                </a:lnTo>
                <a:lnTo>
                  <a:pt x="859" y="44278"/>
                </a:lnTo>
                <a:lnTo>
                  <a:pt x="859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BE4967-F745-41A1-A6AD-FAF113862D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7445" y="3697492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6330FC-FDE4-4723-B4FA-6F4E162CFC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7445" y="3697492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6595" name="Text 10">
            <a:extLst xmlns:a="http://schemas.openxmlformats.org/drawingml/2006/main">
              <a:ext uri="{FF2B5EF4-FFF2-40B4-BE49-F238E27FC236}">
                <a16:creationId xmlns:a16="http://schemas.microsoft.com/office/drawing/2014/main" id="{604536BB-382F-47D8-9283-5E16779E7F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2714" y="3666219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1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1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7" y="41506"/>
                  <a:pt x="86497" y="32833"/>
                </a:cubicBezTo>
                <a:cubicBezTo>
                  <a:pt x="86497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9" y="65625"/>
                  <a:pt x="60706" y="62821"/>
                  <a:pt x="56966" y="57215"/>
                </a:cubicBezTo>
                <a:cubicBezTo>
                  <a:pt x="53226" y="51609"/>
                  <a:pt x="51357" y="43482"/>
                  <a:pt x="51357" y="32833"/>
                </a:cubicBezTo>
                <a:cubicBezTo>
                  <a:pt x="51357" y="22157"/>
                  <a:pt x="53226" y="14016"/>
                  <a:pt x="56966" y="8409"/>
                </a:cubicBezTo>
                <a:cubicBezTo>
                  <a:pt x="60706" y="2803"/>
                  <a:pt x="66119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96" name="Text 2">
            <a:extLst xmlns:a="http://schemas.openxmlformats.org/drawingml/2006/main">
              <a:ext uri="{FF2B5EF4-FFF2-40B4-BE49-F238E27FC236}">
                <a16:creationId xmlns:a16="http://schemas.microsoft.com/office/drawing/2014/main" id="{4FCD1B82-B05D-463E-9C2E-81AFB331E5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8798" y="3652332"/>
            <a:ext cx="28096" cy="45048"/>
          </a:xfrm>
          <a:custGeom xmlns:a="http://schemas.openxmlformats.org/drawingml/2006/main">
            <a:pathLst>
              <a:path w="28096" h="45048">
                <a:moveTo>
                  <a:pt x="7202" y="40010"/>
                </a:moveTo>
                <a:lnTo>
                  <a:pt x="28096" y="40010"/>
                </a:lnTo>
                <a:lnTo>
                  <a:pt x="28096" y="45048"/>
                </a:lnTo>
                <a:lnTo>
                  <a:pt x="0" y="45048"/>
                </a:lnTo>
                <a:lnTo>
                  <a:pt x="0" y="40010"/>
                </a:lnTo>
                <a:cubicBezTo>
                  <a:pt x="2272" y="37659"/>
                  <a:pt x="5369" y="34502"/>
                  <a:pt x="9291" y="30541"/>
                </a:cubicBezTo>
                <a:cubicBezTo>
                  <a:pt x="13213" y="26579"/>
                  <a:pt x="15678" y="24026"/>
                  <a:pt x="16686" y="22880"/>
                </a:cubicBezTo>
                <a:cubicBezTo>
                  <a:pt x="18602" y="20726"/>
                  <a:pt x="19941" y="18903"/>
                  <a:pt x="20701" y="17412"/>
                </a:cubicBezTo>
                <a:cubicBezTo>
                  <a:pt x="21462" y="15920"/>
                  <a:pt x="21842" y="14453"/>
                  <a:pt x="21842" y="13011"/>
                </a:cubicBezTo>
                <a:cubicBezTo>
                  <a:pt x="21842" y="10659"/>
                  <a:pt x="21018" y="8743"/>
                  <a:pt x="19368" y="7261"/>
                </a:cubicBezTo>
                <a:cubicBezTo>
                  <a:pt x="17718" y="5779"/>
                  <a:pt x="15569" y="5038"/>
                  <a:pt x="12922" y="5038"/>
                </a:cubicBezTo>
                <a:cubicBezTo>
                  <a:pt x="11045" y="5038"/>
                  <a:pt x="9064" y="5367"/>
                  <a:pt x="6979" y="6024"/>
                </a:cubicBezTo>
                <a:cubicBezTo>
                  <a:pt x="4895" y="6681"/>
                  <a:pt x="2667" y="7676"/>
                  <a:pt x="296" y="9010"/>
                </a:cubicBezTo>
                <a:lnTo>
                  <a:pt x="296" y="2964"/>
                </a:lnTo>
                <a:cubicBezTo>
                  <a:pt x="2707" y="1986"/>
                  <a:pt x="4959" y="1247"/>
                  <a:pt x="7054" y="748"/>
                </a:cubicBezTo>
                <a:cubicBezTo>
                  <a:pt x="9148" y="249"/>
                  <a:pt x="11064" y="0"/>
                  <a:pt x="12803" y="0"/>
                </a:cubicBezTo>
                <a:cubicBezTo>
                  <a:pt x="17387" y="0"/>
                  <a:pt x="21042" y="1146"/>
                  <a:pt x="23769" y="3438"/>
                </a:cubicBezTo>
                <a:cubicBezTo>
                  <a:pt x="26495" y="5730"/>
                  <a:pt x="27859" y="8792"/>
                  <a:pt x="27859" y="12625"/>
                </a:cubicBezTo>
                <a:cubicBezTo>
                  <a:pt x="27859" y="14443"/>
                  <a:pt x="27518" y="16167"/>
                  <a:pt x="26836" y="17797"/>
                </a:cubicBezTo>
                <a:cubicBezTo>
                  <a:pt x="26155" y="19427"/>
                  <a:pt x="24915" y="21348"/>
                  <a:pt x="23117" y="23561"/>
                </a:cubicBezTo>
                <a:cubicBezTo>
                  <a:pt x="22623" y="24134"/>
                  <a:pt x="21052" y="25789"/>
                  <a:pt x="18405" y="28526"/>
                </a:cubicBezTo>
                <a:cubicBezTo>
                  <a:pt x="15757" y="31262"/>
                  <a:pt x="12023" y="35090"/>
                  <a:pt x="7202" y="4001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B49FB6-DAE5-479B-B865-407D71C8BE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70773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A41408-7D01-425F-94DF-0852516DC4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70773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5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51EED1-A0B7-42C0-AF13-67A2DE045C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70746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6F1818-C514-42AB-BBB3-A51F547904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70746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6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64F3ED-AA64-4377-A01E-86CFF697AB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70719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DB7681-4BCC-493F-A351-A81FFBA74B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70719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6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FFF495-76AE-49B0-AEA2-85309F0DEB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70691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7486FC-8278-44C9-AD68-62FB17CB80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70691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6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176351-2EA8-4712-9C01-E1436F8823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70664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8A6325-D4FE-4A29-B12B-B0AE897D7C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70664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6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117739-C1FF-4A86-B106-69D122A48A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70637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B17AC8-D8C0-40C1-A9B2-7B52BA32F6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70637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6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230AC6-28FD-414C-97A6-61E7CE67F0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70609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E09B10-8A77-47B7-9A79-EC8B6F69C1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70609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6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21FAFE-4EA0-46F6-9E37-DC17522CA5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70582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E0B821-9921-4050-A63F-9E2D512DDA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70582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6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DC60E5-1DDE-4BB3-95C3-26EA1E166A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70555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A8E31C-6B79-4209-AE05-106D0656B9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70555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6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B23B58-A7CF-4AA7-AA30-EE97739FD4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70527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889A5A-5E7D-4D70-8F85-B000F9722C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70527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6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AE74F1-70CA-4F46-A3B5-708BA98389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70254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416438-CE04-4462-99E6-E95F405608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70254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6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88823C-3266-4B78-B6B9-259FA94812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69981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C13C96-17EE-4700-8373-930E39912F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69981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6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639E21-5D08-4A54-BC76-CB54ABC93B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69708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E51D4A-6920-491F-AE92-22C39DC849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69708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6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D6714D-C909-44C1-9FC9-418338D0F6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69435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198FB5-0D64-4799-B9B4-59DA26DC1A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69435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6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91DCCC-4712-429A-AFD5-364AC9ABD3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69162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5305C7-3B51-4952-B656-471D5C83F2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69162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6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7B1524-3CE4-4926-85E0-25A05ACE68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68889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89CF03-5F26-4755-A7FD-265F576FED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68889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6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35A54E-155D-43F7-8804-4C5A38267E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68616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4B3ECF-5918-4318-AE15-EB645CE896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68616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6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307160-C253-4865-B835-10AC9388C4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68343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E42C9C-EA20-4E97-8491-8B1451B0A4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68343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6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52B167-53B9-4239-8A83-A04FF8653C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68069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116164-4E17-4C16-B7E4-51EA08CF3E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68069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6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7C6175-0EDE-48A2-AF3A-2F56742444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65338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8F8410-0972-4782-9230-EE6CADEA88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65338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6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1CBD3A-4E5C-4668-AC49-FBD00B9A2E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62607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552AE9-EB71-417B-95F0-C1EA4B58AB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62607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6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A35654-9536-46E1-B7F9-E787E5F43E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59876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D0094E-1AFB-4032-BD05-C599BFB795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59876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6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061EE9-8942-4F61-B6A6-009D19E26B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57145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CD150B-8B58-4ACC-B312-77F2304165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57145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6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32DF7F-5871-4AF4-B4D7-905230FC41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54414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EA6B49-1FE9-469C-AA93-72BADE5227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54414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6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6BE0E8-F1E3-4B96-98C1-32CB32CDC0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51683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12749D-0C55-49F6-8A59-338C893064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51683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6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7B09B9-E6F2-4B7B-B105-EFC374D7AB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48952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323561-E950-4CAD-8A81-003023C58E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48952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6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B98E5B-6510-49E1-90EB-FB546751BD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46220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42F3CD-AD27-4953-8D80-8AC30D4695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46220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6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4D5C33-8F06-4DD5-84EE-E7DCD29BDF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43489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2EFC1D-E5D6-4817-9318-9E1F42808B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43489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6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8DD32F-672D-4A56-8E9E-9A79F671A8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36090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A4600E-E6C3-4B4F-9F45-8A7E0CD42C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36090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6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689B6D-5809-46DF-8C1A-B4A39EE04A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31762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F64ED0-E51D-4549-8E56-196BAF44CE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31762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6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621AE7-D25E-405F-9DB9-5FADF650C5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28691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807628-F7C6-43BC-9E7E-D586E8743A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28691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6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AA52C7-BD0A-4A9D-839E-61931B2CF1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26308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C8CFE6-9A55-4EDB-9751-1E5C25152E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26308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6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E46529-CE35-4F78-839F-26CBC8CC73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24362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FF4902-2438-4A1D-8928-4B51FE403A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24362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6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8E1C98-0215-4814-82B3-9BF4064EFF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22717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2D70BB-E014-4C98-934F-4060225E93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22717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6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B41491-098F-4AD8-9136-FD3DE05C66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21291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6775EF-79BF-439A-9E0C-5EA9502222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21291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6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36D000-3672-4779-9D45-BCF76F33E0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20034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331149-C74E-4ED1-B66D-0E865F1F61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20034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6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78A84A-B98B-4ABB-BFB8-9E84BD957B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18909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66EDCA-D9CB-4672-B16A-E9493BAEB1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18909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6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E7081F-04EE-4C3E-BF67-DA8792132E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11510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1B32BF-79CF-42E6-9F75-745D34D67D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11510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6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2F3AAE-80E1-4209-A4E6-30E0905E0D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07181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3DF3C0-139C-4E52-B09E-88EB846E03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07181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6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0ABB96-B4CA-4AAC-9086-4E73A57702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04110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CA306B-4B63-496E-A5E2-C936C11E82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04110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6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97E368-82A7-4F6C-A6FE-EFD42D3D80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01728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E4E916-2FF5-4D2F-B696-F16258F73E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401728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6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52E4A5-34D7-45E2-B7EC-736622302C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399782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A139BE-C5F2-43FD-8144-A18E825D12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399782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6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63DF8F-7D6D-4694-BDDC-088D3194BA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398136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E5366C-1AA8-4FB1-9B25-E29DFC8B76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398136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6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43B0B7-817E-44E3-B407-BA224C79F8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396711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C4591F-CFD4-49F6-91D9-40AD4A255C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396711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6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228F3D-AD44-46D8-BD90-65FD7C3B8F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395454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7A457D-6FF2-4D0A-AAFC-07728758BE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395454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6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ADA528-A9A7-47F9-BD8D-3E9C1C5F4C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394329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AFB05A-682B-4105-B7B0-19B42E740D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394329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6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3167DA-C41C-470D-92DD-9E6D4AAAFD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386930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885B7C-FD10-4FC4-98EB-0D5AE17CAC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386930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6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131C31-A1C8-43BF-A748-717D014614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382601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A2165C-5F7D-4882-9DDA-DFBD1FE5BC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382601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6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168CD6-3FBB-4294-9694-B600974E6D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379530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8A25E3-9F53-43F2-A1D4-619862F3C3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379530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6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86BDC0-A369-44D1-BCD3-E42E5F8D40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377148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0A1FC6-C633-40A5-A46A-3976931694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377148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6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FCE6E8-757E-4531-9EF0-267A890499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375202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C88342-D35C-4F66-8588-69B1E8556E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375202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6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D3B840-984F-4B38-B163-4A1D39403F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373556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AA6F40-B6AB-46EA-969C-522E3A9FF0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373556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7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65F2DE-C8C7-42AC-82E3-F8EB8509B9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372131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0557AC-A23B-478A-93AE-DA385B83C5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372131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7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5EC4B5-9F46-42D0-B145-B5A99540D4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370874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B0D7B1-F23A-4E5F-9054-33534B7B93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370874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7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797CA5-5CA1-4EB7-92D2-4F757C225A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369749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70FD84-4B30-44BD-ADD2-6AB8E085A2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369749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7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ECAFC9-1D40-42C1-A381-4DF6D8A9F9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362349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78BCB7-5C38-4D23-B3E0-6954EDEF5C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362349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7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994CEE-65C2-4ACE-8C2F-A3FA66A273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358021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7CF4F5-F441-4806-8BC6-1A1A3A4F47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358021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7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17C420-6D1C-4526-9917-4FE7F7ACCF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354950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9FED6F-1009-4087-B578-07AC678438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354950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7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B668D1-36E1-436F-8892-3C20390CB4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352568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2936C0-D67A-4D77-A363-EDE64FC360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352568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7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7AB6FA-71D1-4972-A86E-B87634C68F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350622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02295E-23F1-4D52-A393-EB2BD1C161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671" y="350622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6717" name="Text Z">
            <a:extLst xmlns:a="http://schemas.openxmlformats.org/drawingml/2006/main">
              <a:ext uri="{FF2B5EF4-FFF2-40B4-BE49-F238E27FC236}">
                <a16:creationId xmlns:a16="http://schemas.microsoft.com/office/drawing/2014/main" id="{BCCE0EE3-70E3-4F86-85C0-32C0B36E8A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909" y="4109198"/>
            <a:ext cx="73796" cy="60212"/>
          </a:xfrm>
          <a:custGeom xmlns:a="http://schemas.openxmlformats.org/drawingml/2006/main">
            <a:pathLst>
              <a:path w="73796" h="60212">
                <a:moveTo>
                  <a:pt x="0" y="59076"/>
                </a:moveTo>
                <a:lnTo>
                  <a:pt x="0" y="1136"/>
                </a:lnTo>
                <a:lnTo>
                  <a:pt x="7613" y="1136"/>
                </a:lnTo>
                <a:lnTo>
                  <a:pt x="65399" y="47765"/>
                </a:lnTo>
                <a:lnTo>
                  <a:pt x="65399" y="0"/>
                </a:lnTo>
                <a:lnTo>
                  <a:pt x="73796" y="0"/>
                </a:lnTo>
                <a:lnTo>
                  <a:pt x="73796" y="60212"/>
                </a:lnTo>
                <a:lnTo>
                  <a:pt x="66183" y="60212"/>
                </a:lnTo>
                <a:lnTo>
                  <a:pt x="8397" y="13584"/>
                </a:lnTo>
                <a:lnTo>
                  <a:pt x="8397" y="59076"/>
                </a:lnTo>
                <a:lnTo>
                  <a:pt x="0" y="59076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18" name="Text 3">
            <a:extLst xmlns:a="http://schemas.openxmlformats.org/drawingml/2006/main">
              <a:ext uri="{FF2B5EF4-FFF2-40B4-BE49-F238E27FC236}">
                <a16:creationId xmlns:a16="http://schemas.microsoft.com/office/drawing/2014/main" id="{6780EAF3-8FB1-4A6D-8DEE-E95E518DA4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7625" y="4048399"/>
            <a:ext cx="76562" cy="48555"/>
          </a:xfrm>
          <a:custGeom xmlns:a="http://schemas.openxmlformats.org/drawingml/2006/main">
            <a:pathLst>
              <a:path w="76562" h="48555">
                <a:moveTo>
                  <a:pt x="35268" y="15214"/>
                </a:moveTo>
                <a:cubicBezTo>
                  <a:pt x="36291" y="10439"/>
                  <a:pt x="38420" y="6709"/>
                  <a:pt x="41655" y="4026"/>
                </a:cubicBezTo>
                <a:cubicBezTo>
                  <a:pt x="44890" y="1342"/>
                  <a:pt x="48883" y="0"/>
                  <a:pt x="53637" y="0"/>
                </a:cubicBezTo>
                <a:cubicBezTo>
                  <a:pt x="60932" y="0"/>
                  <a:pt x="66577" y="2503"/>
                  <a:pt x="70571" y="7508"/>
                </a:cubicBezTo>
                <a:cubicBezTo>
                  <a:pt x="74565" y="12513"/>
                  <a:pt x="76562" y="19626"/>
                  <a:pt x="76562" y="28847"/>
                </a:cubicBezTo>
                <a:cubicBezTo>
                  <a:pt x="76562" y="31942"/>
                  <a:pt x="76257" y="35128"/>
                  <a:pt x="75648" y="38404"/>
                </a:cubicBezTo>
                <a:cubicBezTo>
                  <a:pt x="75039" y="41681"/>
                  <a:pt x="74125" y="45065"/>
                  <a:pt x="72907" y="48555"/>
                </a:cubicBezTo>
                <a:lnTo>
                  <a:pt x="63225" y="48555"/>
                </a:lnTo>
                <a:cubicBezTo>
                  <a:pt x="64855" y="45789"/>
                  <a:pt x="66086" y="42759"/>
                  <a:pt x="66918" y="39466"/>
                </a:cubicBezTo>
                <a:cubicBezTo>
                  <a:pt x="67749" y="36173"/>
                  <a:pt x="68165" y="32732"/>
                  <a:pt x="68165" y="29143"/>
                </a:cubicBezTo>
                <a:cubicBezTo>
                  <a:pt x="68165" y="22886"/>
                  <a:pt x="66926" y="18120"/>
                  <a:pt x="64448" y="14843"/>
                </a:cubicBezTo>
                <a:cubicBezTo>
                  <a:pt x="61969" y="11567"/>
                  <a:pt x="58367" y="9928"/>
                  <a:pt x="53641" y="9928"/>
                </a:cubicBezTo>
                <a:cubicBezTo>
                  <a:pt x="49280" y="9928"/>
                  <a:pt x="45869" y="11451"/>
                  <a:pt x="43407" y="14497"/>
                </a:cubicBezTo>
                <a:cubicBezTo>
                  <a:pt x="40945" y="17543"/>
                  <a:pt x="39713" y="21783"/>
                  <a:pt x="39713" y="27217"/>
                </a:cubicBezTo>
                <a:lnTo>
                  <a:pt x="39713" y="35811"/>
                </a:lnTo>
                <a:lnTo>
                  <a:pt x="31514" y="35811"/>
                </a:lnTo>
                <a:lnTo>
                  <a:pt x="31514" y="26821"/>
                </a:lnTo>
                <a:cubicBezTo>
                  <a:pt x="31514" y="21915"/>
                  <a:pt x="30536" y="18161"/>
                  <a:pt x="28581" y="15559"/>
                </a:cubicBezTo>
                <a:cubicBezTo>
                  <a:pt x="26626" y="12958"/>
                  <a:pt x="23808" y="11657"/>
                  <a:pt x="20128" y="11657"/>
                </a:cubicBezTo>
                <a:cubicBezTo>
                  <a:pt x="16350" y="11657"/>
                  <a:pt x="13450" y="12999"/>
                  <a:pt x="11429" y="15683"/>
                </a:cubicBezTo>
                <a:cubicBezTo>
                  <a:pt x="9408" y="18367"/>
                  <a:pt x="8397" y="22211"/>
                  <a:pt x="8397" y="27217"/>
                </a:cubicBezTo>
                <a:cubicBezTo>
                  <a:pt x="8397" y="29950"/>
                  <a:pt x="8693" y="32881"/>
                  <a:pt x="9286" y="36009"/>
                </a:cubicBezTo>
                <a:cubicBezTo>
                  <a:pt x="9879" y="39137"/>
                  <a:pt x="10801" y="42578"/>
                  <a:pt x="12052" y="46332"/>
                </a:cubicBezTo>
                <a:lnTo>
                  <a:pt x="3161" y="46332"/>
                </a:lnTo>
                <a:cubicBezTo>
                  <a:pt x="2108" y="42545"/>
                  <a:pt x="1317" y="38997"/>
                  <a:pt x="790" y="35688"/>
                </a:cubicBezTo>
                <a:cubicBezTo>
                  <a:pt x="263" y="32378"/>
                  <a:pt x="0" y="29258"/>
                  <a:pt x="0" y="26327"/>
                </a:cubicBezTo>
                <a:cubicBezTo>
                  <a:pt x="0" y="18754"/>
                  <a:pt x="1719" y="12760"/>
                  <a:pt x="5156" y="8348"/>
                </a:cubicBezTo>
                <a:cubicBezTo>
                  <a:pt x="8592" y="3935"/>
                  <a:pt x="13236" y="1729"/>
                  <a:pt x="19090" y="1729"/>
                </a:cubicBezTo>
                <a:cubicBezTo>
                  <a:pt x="23167" y="1729"/>
                  <a:pt x="26611" y="2898"/>
                  <a:pt x="29422" y="5236"/>
                </a:cubicBezTo>
                <a:cubicBezTo>
                  <a:pt x="32234" y="7574"/>
                  <a:pt x="34182" y="10900"/>
                  <a:pt x="35268" y="15214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6EAE14-C36A-4914-B790-A85824F6B7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9122" y="3506222"/>
            <a:ext cx="1612790" cy="1201788"/>
          </a:xfrm>
          <a:custGeom xmlns:a="http://schemas.openxmlformats.org/drawingml/2006/main">
            <a:pathLst>
              <a:path w="1612790" h="1201788" fill="none">
                <a:moveTo>
                  <a:pt x="0" y="1201788"/>
                </a:moveTo>
                <a:lnTo>
                  <a:pt x="1612790" y="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sq">
            <a:solidFill>
              <a:srgbClr val="000000"/>
            </a:solidFill>
            <a:round/>
          </a:ln>
        </p:spPr>
      </p:sp>
      <p:sp>
        <p:nvSpPr>
          <p:cNvPr id="67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5F0D31-AD55-4500-AE65-09B53C8EAC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9122" y="3506222"/>
            <a:ext cx="10" cy="1201788"/>
          </a:xfrm>
          <a:custGeom xmlns:a="http://schemas.openxmlformats.org/drawingml/2006/main">
            <a:pathLst>
              <a:path w="1" h="1201788" fill="none">
                <a:moveTo>
                  <a:pt x="0" y="1201788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67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8DC0CC-7484-4F4F-B67C-F66B13BC85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31912" y="3506222"/>
            <a:ext cx="10" cy="1201788"/>
          </a:xfrm>
          <a:custGeom xmlns:a="http://schemas.openxmlformats.org/drawingml/2006/main">
            <a:pathLst>
              <a:path w="1" h="1201788" fill="none">
                <a:moveTo>
                  <a:pt x="0" y="1201788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67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D5AAE0-1B61-4615-842A-14D4A9614A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9122" y="4708010"/>
            <a:ext cx="1612790" cy="10"/>
          </a:xfrm>
          <a:custGeom xmlns:a="http://schemas.openxmlformats.org/drawingml/2006/main">
            <a:pathLst>
              <a:path w="1612790" h="1" fill="none">
                <a:moveTo>
                  <a:pt x="0" y="0"/>
                </a:moveTo>
                <a:lnTo>
                  <a:pt x="161279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67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F97EC1-6D31-428F-A741-DDD873BAD6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9122" y="3506222"/>
            <a:ext cx="1612790" cy="10"/>
          </a:xfrm>
          <a:custGeom xmlns:a="http://schemas.openxmlformats.org/drawingml/2006/main">
            <a:pathLst>
              <a:path w="1612790" h="1" fill="none">
                <a:moveTo>
                  <a:pt x="0" y="0"/>
                </a:moveTo>
                <a:lnTo>
                  <a:pt x="161279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6724" name="Text 122">
            <a:extLst xmlns:a="http://schemas.openxmlformats.org/drawingml/2006/main">
              <a:ext uri="{FF2B5EF4-FFF2-40B4-BE49-F238E27FC236}">
                <a16:creationId xmlns:a16="http://schemas.microsoft.com/office/drawing/2014/main" id="{725461EB-EEA4-4D0A-97B0-59718C6A8C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103" y="3885890"/>
            <a:ext cx="368139" cy="160886"/>
          </a:xfrm>
          <a:custGeom xmlns:a="http://schemas.openxmlformats.org/drawingml/2006/main">
            <a:pathLst>
              <a:path w="368139" h="160886">
                <a:moveTo>
                  <a:pt x="3070" y="142892"/>
                </a:moveTo>
                <a:lnTo>
                  <a:pt x="37999" y="142892"/>
                </a:lnTo>
                <a:lnTo>
                  <a:pt x="37999" y="22228"/>
                </a:lnTo>
                <a:lnTo>
                  <a:pt x="0" y="29849"/>
                </a:lnTo>
                <a:lnTo>
                  <a:pt x="0" y="10373"/>
                </a:lnTo>
                <a:lnTo>
                  <a:pt x="37787" y="2752"/>
                </a:lnTo>
                <a:lnTo>
                  <a:pt x="59168" y="2752"/>
                </a:lnTo>
                <a:lnTo>
                  <a:pt x="59168" y="142892"/>
                </a:lnTo>
                <a:lnTo>
                  <a:pt x="94097" y="142892"/>
                </a:lnTo>
                <a:lnTo>
                  <a:pt x="94097" y="160886"/>
                </a:lnTo>
                <a:lnTo>
                  <a:pt x="3070" y="160886"/>
                </a:lnTo>
                <a:lnTo>
                  <a:pt x="3070" y="142892"/>
                </a:lnTo>
                <a:close/>
                <a:moveTo>
                  <a:pt x="155650" y="142892"/>
                </a:moveTo>
                <a:lnTo>
                  <a:pt x="230271" y="142892"/>
                </a:lnTo>
                <a:lnTo>
                  <a:pt x="230271" y="160886"/>
                </a:lnTo>
                <a:lnTo>
                  <a:pt x="129929" y="160886"/>
                </a:lnTo>
                <a:lnTo>
                  <a:pt x="129929" y="142892"/>
                </a:lnTo>
                <a:cubicBezTo>
                  <a:pt x="138044" y="134495"/>
                  <a:pt x="149105" y="123222"/>
                  <a:pt x="163112" y="109074"/>
                </a:cubicBezTo>
                <a:cubicBezTo>
                  <a:pt x="177119" y="94926"/>
                  <a:pt x="185922" y="85806"/>
                  <a:pt x="189520" y="81713"/>
                </a:cubicBezTo>
                <a:cubicBezTo>
                  <a:pt x="196365" y="74022"/>
                  <a:pt x="201146" y="67512"/>
                  <a:pt x="203863" y="62185"/>
                </a:cubicBezTo>
                <a:cubicBezTo>
                  <a:pt x="206579" y="56857"/>
                  <a:pt x="207938" y="51618"/>
                  <a:pt x="207938" y="46466"/>
                </a:cubicBezTo>
                <a:cubicBezTo>
                  <a:pt x="207938" y="38069"/>
                  <a:pt x="204992" y="31225"/>
                  <a:pt x="199099" y="25932"/>
                </a:cubicBezTo>
                <a:cubicBezTo>
                  <a:pt x="193207" y="20640"/>
                  <a:pt x="185534" y="17994"/>
                  <a:pt x="176078" y="17994"/>
                </a:cubicBezTo>
                <a:cubicBezTo>
                  <a:pt x="169374" y="17994"/>
                  <a:pt x="162300" y="19167"/>
                  <a:pt x="154856" y="21513"/>
                </a:cubicBezTo>
                <a:cubicBezTo>
                  <a:pt x="147411" y="23859"/>
                  <a:pt x="139455" y="27414"/>
                  <a:pt x="130988" y="32177"/>
                </a:cubicBezTo>
                <a:lnTo>
                  <a:pt x="130988" y="10585"/>
                </a:lnTo>
                <a:cubicBezTo>
                  <a:pt x="139596" y="7092"/>
                  <a:pt x="147641" y="4454"/>
                  <a:pt x="155120" y="2673"/>
                </a:cubicBezTo>
                <a:cubicBezTo>
                  <a:pt x="162600" y="891"/>
                  <a:pt x="169445" y="0"/>
                  <a:pt x="175655" y="0"/>
                </a:cubicBezTo>
                <a:cubicBezTo>
                  <a:pt x="192025" y="0"/>
                  <a:pt x="205080" y="4093"/>
                  <a:pt x="214818" y="12278"/>
                </a:cubicBezTo>
                <a:cubicBezTo>
                  <a:pt x="224555" y="20464"/>
                  <a:pt x="229424" y="31401"/>
                  <a:pt x="229424" y="45090"/>
                </a:cubicBezTo>
                <a:cubicBezTo>
                  <a:pt x="229424" y="51582"/>
                  <a:pt x="228207" y="57739"/>
                  <a:pt x="225773" y="63561"/>
                </a:cubicBezTo>
                <a:cubicBezTo>
                  <a:pt x="223338" y="69382"/>
                  <a:pt x="218910" y="76244"/>
                  <a:pt x="212489" y="84148"/>
                </a:cubicBezTo>
                <a:cubicBezTo>
                  <a:pt x="210725" y="86194"/>
                  <a:pt x="205115" y="92104"/>
                  <a:pt x="195659" y="101877"/>
                </a:cubicBezTo>
                <a:cubicBezTo>
                  <a:pt x="186204" y="111650"/>
                  <a:pt x="172867" y="125322"/>
                  <a:pt x="155650" y="142892"/>
                </a:cubicBezTo>
                <a:close/>
                <a:moveTo>
                  <a:pt x="293517" y="142892"/>
                </a:moveTo>
                <a:lnTo>
                  <a:pt x="368139" y="142892"/>
                </a:lnTo>
                <a:lnTo>
                  <a:pt x="368139" y="160886"/>
                </a:lnTo>
                <a:lnTo>
                  <a:pt x="267796" y="160886"/>
                </a:lnTo>
                <a:lnTo>
                  <a:pt x="267796" y="142892"/>
                </a:lnTo>
                <a:cubicBezTo>
                  <a:pt x="275911" y="134495"/>
                  <a:pt x="286972" y="123222"/>
                  <a:pt x="300979" y="109074"/>
                </a:cubicBezTo>
                <a:cubicBezTo>
                  <a:pt x="314986" y="94926"/>
                  <a:pt x="323789" y="85806"/>
                  <a:pt x="327388" y="81713"/>
                </a:cubicBezTo>
                <a:cubicBezTo>
                  <a:pt x="334233" y="74022"/>
                  <a:pt x="339013" y="67512"/>
                  <a:pt x="341730" y="62185"/>
                </a:cubicBezTo>
                <a:cubicBezTo>
                  <a:pt x="344447" y="56857"/>
                  <a:pt x="345805" y="51618"/>
                  <a:pt x="345805" y="46466"/>
                </a:cubicBezTo>
                <a:cubicBezTo>
                  <a:pt x="345805" y="38069"/>
                  <a:pt x="342859" y="31225"/>
                  <a:pt x="336967" y="25932"/>
                </a:cubicBezTo>
                <a:cubicBezTo>
                  <a:pt x="331075" y="20640"/>
                  <a:pt x="323401" y="17994"/>
                  <a:pt x="313945" y="17994"/>
                </a:cubicBezTo>
                <a:cubicBezTo>
                  <a:pt x="307242" y="17994"/>
                  <a:pt x="300168" y="19167"/>
                  <a:pt x="292723" y="21513"/>
                </a:cubicBezTo>
                <a:cubicBezTo>
                  <a:pt x="285279" y="23859"/>
                  <a:pt x="277323" y="27414"/>
                  <a:pt x="268855" y="32177"/>
                </a:cubicBezTo>
                <a:lnTo>
                  <a:pt x="268855" y="10585"/>
                </a:lnTo>
                <a:cubicBezTo>
                  <a:pt x="277464" y="7092"/>
                  <a:pt x="285508" y="4454"/>
                  <a:pt x="292988" y="2673"/>
                </a:cubicBezTo>
                <a:cubicBezTo>
                  <a:pt x="300468" y="891"/>
                  <a:pt x="307312" y="0"/>
                  <a:pt x="313522" y="0"/>
                </a:cubicBezTo>
                <a:cubicBezTo>
                  <a:pt x="329893" y="0"/>
                  <a:pt x="342947" y="4093"/>
                  <a:pt x="352685" y="12278"/>
                </a:cubicBezTo>
                <a:cubicBezTo>
                  <a:pt x="362423" y="20464"/>
                  <a:pt x="367292" y="31401"/>
                  <a:pt x="367292" y="45090"/>
                </a:cubicBezTo>
                <a:cubicBezTo>
                  <a:pt x="367292" y="51582"/>
                  <a:pt x="366075" y="57739"/>
                  <a:pt x="363640" y="63561"/>
                </a:cubicBezTo>
                <a:cubicBezTo>
                  <a:pt x="361206" y="69382"/>
                  <a:pt x="356778" y="76244"/>
                  <a:pt x="350356" y="84148"/>
                </a:cubicBezTo>
                <a:cubicBezTo>
                  <a:pt x="348592" y="86194"/>
                  <a:pt x="342982" y="92104"/>
                  <a:pt x="333527" y="101877"/>
                </a:cubicBezTo>
                <a:cubicBezTo>
                  <a:pt x="324071" y="111650"/>
                  <a:pt x="310735" y="125322"/>
                  <a:pt x="293517" y="142892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25" name="Text 17">
            <a:extLst xmlns:a="http://schemas.openxmlformats.org/drawingml/2006/main">
              <a:ext uri="{FF2B5EF4-FFF2-40B4-BE49-F238E27FC236}">
                <a16:creationId xmlns:a16="http://schemas.microsoft.com/office/drawing/2014/main" id="{AA694C6F-C096-4B2F-AEE1-0220E6A60E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72645" y="4128999"/>
            <a:ext cx="233447" cy="158134"/>
          </a:xfrm>
          <a:custGeom xmlns:a="http://schemas.openxmlformats.org/drawingml/2006/main">
            <a:pathLst>
              <a:path w="233447" h="158134">
                <a:moveTo>
                  <a:pt x="3070" y="140140"/>
                </a:moveTo>
                <a:lnTo>
                  <a:pt x="37999" y="140140"/>
                </a:lnTo>
                <a:lnTo>
                  <a:pt x="37999" y="19476"/>
                </a:lnTo>
                <a:lnTo>
                  <a:pt x="0" y="27097"/>
                </a:lnTo>
                <a:lnTo>
                  <a:pt x="0" y="7621"/>
                </a:lnTo>
                <a:lnTo>
                  <a:pt x="37787" y="0"/>
                </a:lnTo>
                <a:lnTo>
                  <a:pt x="59168" y="0"/>
                </a:lnTo>
                <a:lnTo>
                  <a:pt x="59168" y="140140"/>
                </a:lnTo>
                <a:lnTo>
                  <a:pt x="94097" y="140140"/>
                </a:lnTo>
                <a:lnTo>
                  <a:pt x="94097" y="158134"/>
                </a:lnTo>
                <a:lnTo>
                  <a:pt x="3070" y="158134"/>
                </a:lnTo>
                <a:lnTo>
                  <a:pt x="3070" y="140140"/>
                </a:lnTo>
                <a:close/>
                <a:moveTo>
                  <a:pt x="131834" y="0"/>
                </a:moveTo>
                <a:lnTo>
                  <a:pt x="233447" y="0"/>
                </a:lnTo>
                <a:lnTo>
                  <a:pt x="233447" y="9109"/>
                </a:lnTo>
                <a:lnTo>
                  <a:pt x="176078" y="158134"/>
                </a:lnTo>
                <a:lnTo>
                  <a:pt x="153744" y="158134"/>
                </a:lnTo>
                <a:lnTo>
                  <a:pt x="207726" y="17994"/>
                </a:lnTo>
                <a:lnTo>
                  <a:pt x="131834" y="17994"/>
                </a:lnTo>
                <a:lnTo>
                  <a:pt x="131834" y="0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26" name="Text 54.07Xspeedup">
            <a:extLst xmlns:a="http://schemas.openxmlformats.org/drawingml/2006/main">
              <a:ext uri="{FF2B5EF4-FFF2-40B4-BE49-F238E27FC236}">
                <a16:creationId xmlns:a16="http://schemas.microsoft.com/office/drawing/2014/main" id="{735013BC-5D11-4624-A3F8-91B225FBB8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2786" y="3375029"/>
            <a:ext cx="927548" cy="111886"/>
          </a:xfrm>
          <a:custGeom xmlns:a="http://schemas.openxmlformats.org/drawingml/2006/main">
            <a:pathLst>
              <a:path w="927548" h="111886">
                <a:moveTo>
                  <a:pt x="3556" y="3500"/>
                </a:moveTo>
                <a:lnTo>
                  <a:pt x="48322" y="3500"/>
                </a:lnTo>
                <a:lnTo>
                  <a:pt x="48322" y="13097"/>
                </a:lnTo>
                <a:lnTo>
                  <a:pt x="14000" y="13097"/>
                </a:lnTo>
                <a:lnTo>
                  <a:pt x="14000" y="33758"/>
                </a:lnTo>
                <a:cubicBezTo>
                  <a:pt x="15656" y="33193"/>
                  <a:pt x="17312" y="32770"/>
                  <a:pt x="18968" y="32488"/>
                </a:cubicBezTo>
                <a:cubicBezTo>
                  <a:pt x="20624" y="32205"/>
                  <a:pt x="22279" y="32064"/>
                  <a:pt x="23935" y="32064"/>
                </a:cubicBezTo>
                <a:cubicBezTo>
                  <a:pt x="33344" y="32064"/>
                  <a:pt x="40795" y="34648"/>
                  <a:pt x="46290" y="39814"/>
                </a:cubicBezTo>
                <a:cubicBezTo>
                  <a:pt x="51785" y="44979"/>
                  <a:pt x="54532" y="51974"/>
                  <a:pt x="54532" y="60798"/>
                </a:cubicBezTo>
                <a:cubicBezTo>
                  <a:pt x="54532" y="69885"/>
                  <a:pt x="51709" y="76947"/>
                  <a:pt x="46064" y="81981"/>
                </a:cubicBezTo>
                <a:cubicBezTo>
                  <a:pt x="40419" y="87015"/>
                  <a:pt x="32459" y="89532"/>
                  <a:pt x="22185" y="89532"/>
                </a:cubicBezTo>
                <a:cubicBezTo>
                  <a:pt x="18648" y="89532"/>
                  <a:pt x="15044" y="89231"/>
                  <a:pt x="11375" y="88628"/>
                </a:cubicBezTo>
                <a:cubicBezTo>
                  <a:pt x="7706" y="88026"/>
                  <a:pt x="3914" y="87123"/>
                  <a:pt x="0" y="85919"/>
                </a:cubicBezTo>
                <a:lnTo>
                  <a:pt x="0" y="74403"/>
                </a:lnTo>
                <a:cubicBezTo>
                  <a:pt x="3387" y="76266"/>
                  <a:pt x="6887" y="77653"/>
                  <a:pt x="10500" y="78566"/>
                </a:cubicBezTo>
                <a:cubicBezTo>
                  <a:pt x="14113" y="79479"/>
                  <a:pt x="17933" y="79935"/>
                  <a:pt x="21960" y="79935"/>
                </a:cubicBezTo>
                <a:cubicBezTo>
                  <a:pt x="28470" y="79935"/>
                  <a:pt x="33626" y="78218"/>
                  <a:pt x="37427" y="74784"/>
                </a:cubicBezTo>
                <a:cubicBezTo>
                  <a:pt x="41228" y="71348"/>
                  <a:pt x="43129" y="66687"/>
                  <a:pt x="43129" y="60798"/>
                </a:cubicBezTo>
                <a:cubicBezTo>
                  <a:pt x="43129" y="54909"/>
                  <a:pt x="41228" y="50248"/>
                  <a:pt x="37427" y="46814"/>
                </a:cubicBezTo>
                <a:cubicBezTo>
                  <a:pt x="33626" y="43379"/>
                  <a:pt x="28470" y="41661"/>
                  <a:pt x="21960" y="41661"/>
                </a:cubicBezTo>
                <a:cubicBezTo>
                  <a:pt x="18911" y="41661"/>
                  <a:pt x="15872" y="42000"/>
                  <a:pt x="12843" y="42677"/>
                </a:cubicBezTo>
                <a:cubicBezTo>
                  <a:pt x="9813" y="43355"/>
                  <a:pt x="6718" y="44408"/>
                  <a:pt x="3556" y="45838"/>
                </a:cubicBezTo>
                <a:lnTo>
                  <a:pt x="3556" y="3500"/>
                </a:lnTo>
                <a:close/>
                <a:moveTo>
                  <a:pt x="108303" y="13446"/>
                </a:moveTo>
                <a:lnTo>
                  <a:pt x="79513" y="58483"/>
                </a:lnTo>
                <a:lnTo>
                  <a:pt x="108303" y="58483"/>
                </a:lnTo>
                <a:lnTo>
                  <a:pt x="108303" y="13446"/>
                </a:lnTo>
                <a:moveTo>
                  <a:pt x="105312" y="3500"/>
                </a:moveTo>
                <a:lnTo>
                  <a:pt x="119650" y="3500"/>
                </a:lnTo>
                <a:lnTo>
                  <a:pt x="119650" y="58483"/>
                </a:lnTo>
                <a:lnTo>
                  <a:pt x="131674" y="58483"/>
                </a:lnTo>
                <a:lnTo>
                  <a:pt x="131674" y="67967"/>
                </a:lnTo>
                <a:lnTo>
                  <a:pt x="119650" y="67967"/>
                </a:lnTo>
                <a:lnTo>
                  <a:pt x="119650" y="87838"/>
                </a:lnTo>
                <a:lnTo>
                  <a:pt x="108303" y="87838"/>
                </a:lnTo>
                <a:lnTo>
                  <a:pt x="108303" y="67967"/>
                </a:lnTo>
                <a:lnTo>
                  <a:pt x="70255" y="67967"/>
                </a:lnTo>
                <a:lnTo>
                  <a:pt x="70255" y="56950"/>
                </a:lnTo>
                <a:lnTo>
                  <a:pt x="105312" y="3500"/>
                </a:lnTo>
                <a:close/>
                <a:moveTo>
                  <a:pt x="150502" y="73500"/>
                </a:moveTo>
                <a:lnTo>
                  <a:pt x="162414" y="73500"/>
                </a:lnTo>
                <a:lnTo>
                  <a:pt x="162414" y="87838"/>
                </a:lnTo>
                <a:lnTo>
                  <a:pt x="150502" y="87838"/>
                </a:lnTo>
                <a:lnTo>
                  <a:pt x="150502" y="73500"/>
                </a:lnTo>
                <a:close/>
                <a:moveTo>
                  <a:pt x="211654" y="11064"/>
                </a:moveTo>
                <a:cubicBezTo>
                  <a:pt x="205783" y="11064"/>
                  <a:pt x="201370" y="13955"/>
                  <a:pt x="198416" y="19737"/>
                </a:cubicBezTo>
                <a:cubicBezTo>
                  <a:pt x="195462" y="25518"/>
                  <a:pt x="193985" y="34209"/>
                  <a:pt x="193985" y="45810"/>
                </a:cubicBezTo>
                <a:cubicBezTo>
                  <a:pt x="193985" y="57373"/>
                  <a:pt x="195462" y="66046"/>
                  <a:pt x="198416" y="71827"/>
                </a:cubicBezTo>
                <a:cubicBezTo>
                  <a:pt x="201370" y="77609"/>
                  <a:pt x="205783" y="80499"/>
                  <a:pt x="211654" y="80499"/>
                </a:cubicBezTo>
                <a:cubicBezTo>
                  <a:pt x="217562" y="80499"/>
                  <a:pt x="221994" y="77609"/>
                  <a:pt x="224948" y="71827"/>
                </a:cubicBezTo>
                <a:cubicBezTo>
                  <a:pt x="227902" y="66046"/>
                  <a:pt x="229380" y="57373"/>
                  <a:pt x="229380" y="45810"/>
                </a:cubicBezTo>
                <a:cubicBezTo>
                  <a:pt x="229380" y="34209"/>
                  <a:pt x="227902" y="25518"/>
                  <a:pt x="224948" y="19737"/>
                </a:cubicBezTo>
                <a:cubicBezTo>
                  <a:pt x="221994" y="13955"/>
                  <a:pt x="217562" y="11064"/>
                  <a:pt x="211654" y="11064"/>
                </a:cubicBezTo>
                <a:moveTo>
                  <a:pt x="211654" y="2032"/>
                </a:moveTo>
                <a:cubicBezTo>
                  <a:pt x="221100" y="2032"/>
                  <a:pt x="228316" y="5770"/>
                  <a:pt x="233303" y="13245"/>
                </a:cubicBezTo>
                <a:cubicBezTo>
                  <a:pt x="238289" y="20720"/>
                  <a:pt x="240783" y="31575"/>
                  <a:pt x="240783" y="45810"/>
                </a:cubicBezTo>
                <a:cubicBezTo>
                  <a:pt x="240783" y="60008"/>
                  <a:pt x="238289" y="70844"/>
                  <a:pt x="233303" y="78319"/>
                </a:cubicBezTo>
                <a:cubicBezTo>
                  <a:pt x="228316" y="85794"/>
                  <a:pt x="221100" y="89532"/>
                  <a:pt x="211654" y="89532"/>
                </a:cubicBezTo>
                <a:cubicBezTo>
                  <a:pt x="202208" y="89532"/>
                  <a:pt x="194991" y="85794"/>
                  <a:pt x="190005" y="78319"/>
                </a:cubicBezTo>
                <a:cubicBezTo>
                  <a:pt x="185018" y="70844"/>
                  <a:pt x="182525" y="60008"/>
                  <a:pt x="182525" y="45810"/>
                </a:cubicBezTo>
                <a:cubicBezTo>
                  <a:pt x="182525" y="31575"/>
                  <a:pt x="185018" y="20720"/>
                  <a:pt x="190005" y="13245"/>
                </a:cubicBezTo>
                <a:cubicBezTo>
                  <a:pt x="194991" y="5770"/>
                  <a:pt x="202208" y="2032"/>
                  <a:pt x="211654" y="2032"/>
                </a:cubicBezTo>
                <a:close/>
                <a:moveTo>
                  <a:pt x="257917" y="3500"/>
                </a:moveTo>
                <a:lnTo>
                  <a:pt x="312110" y="3500"/>
                </a:lnTo>
                <a:lnTo>
                  <a:pt x="312110" y="8358"/>
                </a:lnTo>
                <a:lnTo>
                  <a:pt x="281514" y="87838"/>
                </a:lnTo>
                <a:lnTo>
                  <a:pt x="269603" y="87838"/>
                </a:lnTo>
                <a:lnTo>
                  <a:pt x="298393" y="13097"/>
                </a:lnTo>
                <a:lnTo>
                  <a:pt x="257917" y="13097"/>
                </a:lnTo>
                <a:lnTo>
                  <a:pt x="257917" y="3500"/>
                </a:lnTo>
                <a:close/>
                <a:moveTo>
                  <a:pt x="329245" y="3500"/>
                </a:moveTo>
                <a:lnTo>
                  <a:pt x="341495" y="3500"/>
                </a:lnTo>
                <a:lnTo>
                  <a:pt x="362438" y="34830"/>
                </a:lnTo>
                <a:lnTo>
                  <a:pt x="383495" y="3500"/>
                </a:lnTo>
                <a:lnTo>
                  <a:pt x="395745" y="3500"/>
                </a:lnTo>
                <a:lnTo>
                  <a:pt x="368648" y="44002"/>
                </a:lnTo>
                <a:lnTo>
                  <a:pt x="397551" y="87838"/>
                </a:lnTo>
                <a:lnTo>
                  <a:pt x="385301" y="87838"/>
                </a:lnTo>
                <a:lnTo>
                  <a:pt x="361592" y="51992"/>
                </a:lnTo>
                <a:lnTo>
                  <a:pt x="337713" y="87838"/>
                </a:lnTo>
                <a:lnTo>
                  <a:pt x="325406" y="87838"/>
                </a:lnTo>
                <a:lnTo>
                  <a:pt x="355495" y="42817"/>
                </a:lnTo>
                <a:lnTo>
                  <a:pt x="329245" y="3500"/>
                </a:lnTo>
                <a:close/>
                <a:moveTo>
                  <a:pt x="489123" y="26419"/>
                </a:moveTo>
                <a:lnTo>
                  <a:pt x="489123" y="36242"/>
                </a:lnTo>
                <a:cubicBezTo>
                  <a:pt x="486188" y="34736"/>
                  <a:pt x="483139" y="33607"/>
                  <a:pt x="479978" y="32855"/>
                </a:cubicBezTo>
                <a:cubicBezTo>
                  <a:pt x="476817" y="32102"/>
                  <a:pt x="473543" y="31726"/>
                  <a:pt x="470155" y="31726"/>
                </a:cubicBezTo>
                <a:cubicBezTo>
                  <a:pt x="465000" y="31726"/>
                  <a:pt x="461133" y="32518"/>
                  <a:pt x="458555" y="34102"/>
                </a:cubicBezTo>
                <a:cubicBezTo>
                  <a:pt x="455977" y="35686"/>
                  <a:pt x="454688" y="38062"/>
                  <a:pt x="454688" y="41231"/>
                </a:cubicBezTo>
                <a:cubicBezTo>
                  <a:pt x="454688" y="43644"/>
                  <a:pt x="455610" y="45539"/>
                  <a:pt x="457454" y="46916"/>
                </a:cubicBezTo>
                <a:cubicBezTo>
                  <a:pt x="459298" y="48293"/>
                  <a:pt x="463005" y="49604"/>
                  <a:pt x="468575" y="50848"/>
                </a:cubicBezTo>
                <a:lnTo>
                  <a:pt x="472131" y="51642"/>
                </a:lnTo>
                <a:cubicBezTo>
                  <a:pt x="479508" y="53225"/>
                  <a:pt x="484748" y="55459"/>
                  <a:pt x="487853" y="58344"/>
                </a:cubicBezTo>
                <a:cubicBezTo>
                  <a:pt x="490958" y="61228"/>
                  <a:pt x="492510" y="65252"/>
                  <a:pt x="492510" y="70418"/>
                </a:cubicBezTo>
                <a:cubicBezTo>
                  <a:pt x="492510" y="76299"/>
                  <a:pt x="490186" y="80955"/>
                  <a:pt x="485538" y="84386"/>
                </a:cubicBezTo>
                <a:cubicBezTo>
                  <a:pt x="480891" y="87816"/>
                  <a:pt x="474502" y="89532"/>
                  <a:pt x="466373" y="89532"/>
                </a:cubicBezTo>
                <a:cubicBezTo>
                  <a:pt x="462986" y="89532"/>
                  <a:pt x="459458" y="89202"/>
                  <a:pt x="455789" y="88544"/>
                </a:cubicBezTo>
                <a:cubicBezTo>
                  <a:pt x="452119" y="87885"/>
                  <a:pt x="448252" y="86897"/>
                  <a:pt x="444188" y="85580"/>
                </a:cubicBezTo>
                <a:lnTo>
                  <a:pt x="444188" y="74854"/>
                </a:lnTo>
                <a:cubicBezTo>
                  <a:pt x="448027" y="76849"/>
                  <a:pt x="451809" y="78345"/>
                  <a:pt x="455535" y="79342"/>
                </a:cubicBezTo>
                <a:cubicBezTo>
                  <a:pt x="459260" y="80340"/>
                  <a:pt x="462949" y="80838"/>
                  <a:pt x="466599" y="80838"/>
                </a:cubicBezTo>
                <a:cubicBezTo>
                  <a:pt x="471491" y="80838"/>
                  <a:pt x="475255" y="79999"/>
                  <a:pt x="477889" y="78321"/>
                </a:cubicBezTo>
                <a:cubicBezTo>
                  <a:pt x="480524" y="76643"/>
                  <a:pt x="481841" y="74276"/>
                  <a:pt x="481841" y="71222"/>
                </a:cubicBezTo>
                <a:cubicBezTo>
                  <a:pt x="481841" y="68394"/>
                  <a:pt x="480891" y="66225"/>
                  <a:pt x="478990" y="64716"/>
                </a:cubicBezTo>
                <a:cubicBezTo>
                  <a:pt x="477090" y="63207"/>
                  <a:pt x="472922" y="61755"/>
                  <a:pt x="466486" y="60360"/>
                </a:cubicBezTo>
                <a:lnTo>
                  <a:pt x="462873" y="59512"/>
                </a:lnTo>
                <a:cubicBezTo>
                  <a:pt x="456438" y="58155"/>
                  <a:pt x="451790" y="56072"/>
                  <a:pt x="448930" y="53264"/>
                </a:cubicBezTo>
                <a:cubicBezTo>
                  <a:pt x="446070" y="50454"/>
                  <a:pt x="444640" y="46598"/>
                  <a:pt x="444640" y="41696"/>
                </a:cubicBezTo>
                <a:cubicBezTo>
                  <a:pt x="444640" y="35738"/>
                  <a:pt x="446747" y="31138"/>
                  <a:pt x="450962" y="27896"/>
                </a:cubicBezTo>
                <a:cubicBezTo>
                  <a:pt x="455177" y="24653"/>
                  <a:pt x="461161" y="23032"/>
                  <a:pt x="468914" y="23032"/>
                </a:cubicBezTo>
                <a:cubicBezTo>
                  <a:pt x="472752" y="23032"/>
                  <a:pt x="476365" y="23314"/>
                  <a:pt x="479752" y="23879"/>
                </a:cubicBezTo>
                <a:cubicBezTo>
                  <a:pt x="483139" y="24443"/>
                  <a:pt x="486263" y="25290"/>
                  <a:pt x="489123" y="26419"/>
                </a:cubicBezTo>
                <a:close/>
                <a:moveTo>
                  <a:pt x="519099" y="78354"/>
                </a:moveTo>
                <a:lnTo>
                  <a:pt x="519099" y="111886"/>
                </a:lnTo>
                <a:lnTo>
                  <a:pt x="508656" y="111886"/>
                </a:lnTo>
                <a:lnTo>
                  <a:pt x="508656" y="24613"/>
                </a:lnTo>
                <a:lnTo>
                  <a:pt x="519099" y="24613"/>
                </a:lnTo>
                <a:lnTo>
                  <a:pt x="519099" y="34209"/>
                </a:lnTo>
                <a:cubicBezTo>
                  <a:pt x="521282" y="30427"/>
                  <a:pt x="524039" y="27619"/>
                  <a:pt x="527369" y="25784"/>
                </a:cubicBezTo>
                <a:cubicBezTo>
                  <a:pt x="530700" y="23949"/>
                  <a:pt x="534680" y="23032"/>
                  <a:pt x="539309" y="23032"/>
                </a:cubicBezTo>
                <a:cubicBezTo>
                  <a:pt x="546986" y="23032"/>
                  <a:pt x="553224" y="26086"/>
                  <a:pt x="558022" y="32193"/>
                </a:cubicBezTo>
                <a:cubicBezTo>
                  <a:pt x="562821" y="38300"/>
                  <a:pt x="565220" y="46330"/>
                  <a:pt x="565220" y="56282"/>
                </a:cubicBezTo>
                <a:cubicBezTo>
                  <a:pt x="565220" y="66234"/>
                  <a:pt x="562821" y="74263"/>
                  <a:pt x="558022" y="80371"/>
                </a:cubicBezTo>
                <a:cubicBezTo>
                  <a:pt x="553224" y="86478"/>
                  <a:pt x="546986" y="89532"/>
                  <a:pt x="539309" y="89532"/>
                </a:cubicBezTo>
                <a:cubicBezTo>
                  <a:pt x="534680" y="89532"/>
                  <a:pt x="530700" y="88614"/>
                  <a:pt x="527369" y="86780"/>
                </a:cubicBezTo>
                <a:cubicBezTo>
                  <a:pt x="524039" y="84945"/>
                  <a:pt x="521282" y="82137"/>
                  <a:pt x="519099" y="78354"/>
                </a:cubicBezTo>
                <a:moveTo>
                  <a:pt x="554438" y="56282"/>
                </a:moveTo>
                <a:cubicBezTo>
                  <a:pt x="554438" y="48625"/>
                  <a:pt x="552866" y="42618"/>
                  <a:pt x="549724" y="38262"/>
                </a:cubicBezTo>
                <a:cubicBezTo>
                  <a:pt x="546581" y="33904"/>
                  <a:pt x="542263" y="31726"/>
                  <a:pt x="536768" y="31726"/>
                </a:cubicBezTo>
                <a:cubicBezTo>
                  <a:pt x="531274" y="31726"/>
                  <a:pt x="526955" y="33904"/>
                  <a:pt x="523813" y="38262"/>
                </a:cubicBezTo>
                <a:cubicBezTo>
                  <a:pt x="520670" y="42618"/>
                  <a:pt x="519099" y="48625"/>
                  <a:pt x="519099" y="56282"/>
                </a:cubicBezTo>
                <a:cubicBezTo>
                  <a:pt x="519099" y="63939"/>
                  <a:pt x="520670" y="69947"/>
                  <a:pt x="523813" y="74304"/>
                </a:cubicBezTo>
                <a:cubicBezTo>
                  <a:pt x="526955" y="78660"/>
                  <a:pt x="531274" y="80838"/>
                  <a:pt x="536768" y="80838"/>
                </a:cubicBezTo>
                <a:cubicBezTo>
                  <a:pt x="542263" y="80838"/>
                  <a:pt x="546581" y="78660"/>
                  <a:pt x="549724" y="74304"/>
                </a:cubicBezTo>
                <a:cubicBezTo>
                  <a:pt x="552866" y="69947"/>
                  <a:pt x="554438" y="63939"/>
                  <a:pt x="554438" y="56282"/>
                </a:cubicBezTo>
                <a:close/>
                <a:moveTo>
                  <a:pt x="636545" y="53629"/>
                </a:moveTo>
                <a:lnTo>
                  <a:pt x="636545" y="58709"/>
                </a:lnTo>
                <a:lnTo>
                  <a:pt x="588787" y="58709"/>
                </a:lnTo>
                <a:cubicBezTo>
                  <a:pt x="589239" y="65879"/>
                  <a:pt x="591393" y="71340"/>
                  <a:pt x="595251" y="75094"/>
                </a:cubicBezTo>
                <a:cubicBezTo>
                  <a:pt x="599108" y="78848"/>
                  <a:pt x="604481" y="80725"/>
                  <a:pt x="611368" y="80725"/>
                </a:cubicBezTo>
                <a:cubicBezTo>
                  <a:pt x="615357" y="80725"/>
                  <a:pt x="619224" y="80236"/>
                  <a:pt x="622968" y="79258"/>
                </a:cubicBezTo>
                <a:cubicBezTo>
                  <a:pt x="626713" y="78279"/>
                  <a:pt x="630429" y="76811"/>
                  <a:pt x="634117" y="74854"/>
                </a:cubicBezTo>
                <a:lnTo>
                  <a:pt x="634117" y="84677"/>
                </a:lnTo>
                <a:cubicBezTo>
                  <a:pt x="630392" y="86258"/>
                  <a:pt x="626572" y="87462"/>
                  <a:pt x="622658" y="88290"/>
                </a:cubicBezTo>
                <a:cubicBezTo>
                  <a:pt x="618744" y="89118"/>
                  <a:pt x="614773" y="89532"/>
                  <a:pt x="610747" y="89532"/>
                </a:cubicBezTo>
                <a:cubicBezTo>
                  <a:pt x="600661" y="89532"/>
                  <a:pt x="592673" y="86592"/>
                  <a:pt x="586783" y="80711"/>
                </a:cubicBezTo>
                <a:cubicBezTo>
                  <a:pt x="580893" y="74830"/>
                  <a:pt x="577948" y="66875"/>
                  <a:pt x="577948" y="56848"/>
                </a:cubicBezTo>
                <a:cubicBezTo>
                  <a:pt x="577948" y="46481"/>
                  <a:pt x="580743" y="38253"/>
                  <a:pt x="586331" y="32165"/>
                </a:cubicBezTo>
                <a:cubicBezTo>
                  <a:pt x="591920" y="26076"/>
                  <a:pt x="599456" y="23032"/>
                  <a:pt x="608940" y="23032"/>
                </a:cubicBezTo>
                <a:cubicBezTo>
                  <a:pt x="617445" y="23032"/>
                  <a:pt x="624173" y="25775"/>
                  <a:pt x="629121" y="31262"/>
                </a:cubicBezTo>
                <a:cubicBezTo>
                  <a:pt x="634070" y="36747"/>
                  <a:pt x="636545" y="44203"/>
                  <a:pt x="636545" y="53629"/>
                </a:cubicBezTo>
                <a:moveTo>
                  <a:pt x="626158" y="50580"/>
                </a:moveTo>
                <a:cubicBezTo>
                  <a:pt x="626083" y="44880"/>
                  <a:pt x="624492" y="40331"/>
                  <a:pt x="621388" y="36935"/>
                </a:cubicBezTo>
                <a:cubicBezTo>
                  <a:pt x="618283" y="33537"/>
                  <a:pt x="614171" y="31839"/>
                  <a:pt x="609053" y="31839"/>
                </a:cubicBezTo>
                <a:cubicBezTo>
                  <a:pt x="603257" y="31839"/>
                  <a:pt x="598619" y="33481"/>
                  <a:pt x="595138" y="36766"/>
                </a:cubicBezTo>
                <a:cubicBezTo>
                  <a:pt x="591657" y="40049"/>
                  <a:pt x="589653" y="44673"/>
                  <a:pt x="589126" y="50637"/>
                </a:cubicBezTo>
                <a:lnTo>
                  <a:pt x="626158" y="50580"/>
                </a:lnTo>
                <a:close/>
                <a:moveTo>
                  <a:pt x="707646" y="53629"/>
                </a:moveTo>
                <a:lnTo>
                  <a:pt x="707646" y="58709"/>
                </a:lnTo>
                <a:lnTo>
                  <a:pt x="659889" y="58709"/>
                </a:lnTo>
                <a:cubicBezTo>
                  <a:pt x="660340" y="65879"/>
                  <a:pt x="662495" y="71340"/>
                  <a:pt x="666352" y="75094"/>
                </a:cubicBezTo>
                <a:cubicBezTo>
                  <a:pt x="670210" y="78848"/>
                  <a:pt x="675582" y="80725"/>
                  <a:pt x="682469" y="80725"/>
                </a:cubicBezTo>
                <a:cubicBezTo>
                  <a:pt x="686458" y="80725"/>
                  <a:pt x="690325" y="80236"/>
                  <a:pt x="694070" y="79258"/>
                </a:cubicBezTo>
                <a:cubicBezTo>
                  <a:pt x="697814" y="78279"/>
                  <a:pt x="701531" y="76811"/>
                  <a:pt x="705219" y="74854"/>
                </a:cubicBezTo>
                <a:lnTo>
                  <a:pt x="705219" y="84677"/>
                </a:lnTo>
                <a:cubicBezTo>
                  <a:pt x="701493" y="86258"/>
                  <a:pt x="697673" y="87462"/>
                  <a:pt x="693759" y="88290"/>
                </a:cubicBezTo>
                <a:cubicBezTo>
                  <a:pt x="689845" y="89118"/>
                  <a:pt x="685875" y="89532"/>
                  <a:pt x="681848" y="89532"/>
                </a:cubicBezTo>
                <a:cubicBezTo>
                  <a:pt x="671762" y="89532"/>
                  <a:pt x="663774" y="86592"/>
                  <a:pt x="657885" y="80711"/>
                </a:cubicBezTo>
                <a:cubicBezTo>
                  <a:pt x="651995" y="74830"/>
                  <a:pt x="649050" y="66875"/>
                  <a:pt x="649050" y="56848"/>
                </a:cubicBezTo>
                <a:cubicBezTo>
                  <a:pt x="649050" y="46481"/>
                  <a:pt x="651844" y="38253"/>
                  <a:pt x="657433" y="32165"/>
                </a:cubicBezTo>
                <a:cubicBezTo>
                  <a:pt x="663022" y="26076"/>
                  <a:pt x="670558" y="23032"/>
                  <a:pt x="680042" y="23032"/>
                </a:cubicBezTo>
                <a:cubicBezTo>
                  <a:pt x="688547" y="23032"/>
                  <a:pt x="695274" y="25775"/>
                  <a:pt x="700223" y="31262"/>
                </a:cubicBezTo>
                <a:cubicBezTo>
                  <a:pt x="705172" y="36747"/>
                  <a:pt x="707646" y="44203"/>
                  <a:pt x="707646" y="53629"/>
                </a:cubicBezTo>
                <a:moveTo>
                  <a:pt x="697259" y="50580"/>
                </a:moveTo>
                <a:cubicBezTo>
                  <a:pt x="697184" y="44880"/>
                  <a:pt x="695594" y="40331"/>
                  <a:pt x="692489" y="36935"/>
                </a:cubicBezTo>
                <a:cubicBezTo>
                  <a:pt x="689384" y="33537"/>
                  <a:pt x="685273" y="31839"/>
                  <a:pt x="680155" y="31839"/>
                </a:cubicBezTo>
                <a:cubicBezTo>
                  <a:pt x="674359" y="31839"/>
                  <a:pt x="669721" y="33481"/>
                  <a:pt x="666239" y="36766"/>
                </a:cubicBezTo>
                <a:cubicBezTo>
                  <a:pt x="662758" y="40049"/>
                  <a:pt x="660754" y="44673"/>
                  <a:pt x="660227" y="50637"/>
                </a:cubicBezTo>
                <a:lnTo>
                  <a:pt x="697259" y="50580"/>
                </a:lnTo>
                <a:close/>
                <a:moveTo>
                  <a:pt x="766272" y="34209"/>
                </a:moveTo>
                <a:lnTo>
                  <a:pt x="766272" y="0"/>
                </a:lnTo>
                <a:lnTo>
                  <a:pt x="776659" y="0"/>
                </a:lnTo>
                <a:lnTo>
                  <a:pt x="776659" y="87838"/>
                </a:lnTo>
                <a:lnTo>
                  <a:pt x="766272" y="87838"/>
                </a:lnTo>
                <a:lnTo>
                  <a:pt x="766272" y="78354"/>
                </a:lnTo>
                <a:cubicBezTo>
                  <a:pt x="764089" y="82137"/>
                  <a:pt x="761333" y="84945"/>
                  <a:pt x="758002" y="86780"/>
                </a:cubicBezTo>
                <a:cubicBezTo>
                  <a:pt x="754671" y="88614"/>
                  <a:pt x="750673" y="89532"/>
                  <a:pt x="746006" y="89532"/>
                </a:cubicBezTo>
                <a:cubicBezTo>
                  <a:pt x="738366" y="89532"/>
                  <a:pt x="732147" y="86478"/>
                  <a:pt x="727349" y="80371"/>
                </a:cubicBezTo>
                <a:cubicBezTo>
                  <a:pt x="722551" y="74263"/>
                  <a:pt x="720151" y="66234"/>
                  <a:pt x="720151" y="56282"/>
                </a:cubicBezTo>
                <a:cubicBezTo>
                  <a:pt x="720151" y="46330"/>
                  <a:pt x="722551" y="38300"/>
                  <a:pt x="727349" y="32193"/>
                </a:cubicBezTo>
                <a:cubicBezTo>
                  <a:pt x="732147" y="26086"/>
                  <a:pt x="738366" y="23032"/>
                  <a:pt x="746006" y="23032"/>
                </a:cubicBezTo>
                <a:cubicBezTo>
                  <a:pt x="750673" y="23032"/>
                  <a:pt x="754671" y="23949"/>
                  <a:pt x="758002" y="25784"/>
                </a:cubicBezTo>
                <a:cubicBezTo>
                  <a:pt x="761333" y="27619"/>
                  <a:pt x="764089" y="30427"/>
                  <a:pt x="766272" y="34209"/>
                </a:cubicBezTo>
                <a:moveTo>
                  <a:pt x="730877" y="56282"/>
                </a:moveTo>
                <a:cubicBezTo>
                  <a:pt x="730877" y="63939"/>
                  <a:pt x="732448" y="69947"/>
                  <a:pt x="735591" y="74304"/>
                </a:cubicBezTo>
                <a:cubicBezTo>
                  <a:pt x="738733" y="78660"/>
                  <a:pt x="743052" y="80838"/>
                  <a:pt x="748546" y="80838"/>
                </a:cubicBezTo>
                <a:cubicBezTo>
                  <a:pt x="754041" y="80838"/>
                  <a:pt x="758369" y="78660"/>
                  <a:pt x="761530" y="74304"/>
                </a:cubicBezTo>
                <a:cubicBezTo>
                  <a:pt x="764691" y="69947"/>
                  <a:pt x="766272" y="63939"/>
                  <a:pt x="766272" y="56282"/>
                </a:cubicBezTo>
                <a:cubicBezTo>
                  <a:pt x="766272" y="48625"/>
                  <a:pt x="764691" y="42618"/>
                  <a:pt x="761530" y="38262"/>
                </a:cubicBezTo>
                <a:cubicBezTo>
                  <a:pt x="758369" y="33904"/>
                  <a:pt x="754041" y="31726"/>
                  <a:pt x="748546" y="31726"/>
                </a:cubicBezTo>
                <a:cubicBezTo>
                  <a:pt x="743052" y="31726"/>
                  <a:pt x="738733" y="33904"/>
                  <a:pt x="735591" y="38262"/>
                </a:cubicBezTo>
                <a:cubicBezTo>
                  <a:pt x="732448" y="42618"/>
                  <a:pt x="730877" y="48625"/>
                  <a:pt x="730877" y="56282"/>
                </a:cubicBezTo>
                <a:close/>
                <a:moveTo>
                  <a:pt x="797009" y="62887"/>
                </a:moveTo>
                <a:lnTo>
                  <a:pt x="797009" y="24613"/>
                </a:lnTo>
                <a:lnTo>
                  <a:pt x="807396" y="24613"/>
                </a:lnTo>
                <a:lnTo>
                  <a:pt x="807396" y="62492"/>
                </a:lnTo>
                <a:cubicBezTo>
                  <a:pt x="807396" y="68494"/>
                  <a:pt x="808562" y="72996"/>
                  <a:pt x="810896" y="75997"/>
                </a:cubicBezTo>
                <a:cubicBezTo>
                  <a:pt x="813229" y="78999"/>
                  <a:pt x="816729" y="80499"/>
                  <a:pt x="821396" y="80499"/>
                </a:cubicBezTo>
                <a:cubicBezTo>
                  <a:pt x="827003" y="80499"/>
                  <a:pt x="831435" y="78707"/>
                  <a:pt x="834690" y="75123"/>
                </a:cubicBezTo>
                <a:cubicBezTo>
                  <a:pt x="837945" y="71537"/>
                  <a:pt x="839573" y="66649"/>
                  <a:pt x="839573" y="60459"/>
                </a:cubicBezTo>
                <a:lnTo>
                  <a:pt x="839573" y="24613"/>
                </a:lnTo>
                <a:lnTo>
                  <a:pt x="849960" y="24613"/>
                </a:lnTo>
                <a:lnTo>
                  <a:pt x="849960" y="87838"/>
                </a:lnTo>
                <a:lnTo>
                  <a:pt x="839573" y="87838"/>
                </a:lnTo>
                <a:lnTo>
                  <a:pt x="839573" y="78129"/>
                </a:lnTo>
                <a:cubicBezTo>
                  <a:pt x="837051" y="81986"/>
                  <a:pt x="834125" y="84851"/>
                  <a:pt x="830795" y="86723"/>
                </a:cubicBezTo>
                <a:cubicBezTo>
                  <a:pt x="827464" y="88596"/>
                  <a:pt x="823597" y="89532"/>
                  <a:pt x="819194" y="89532"/>
                </a:cubicBezTo>
                <a:cubicBezTo>
                  <a:pt x="811931" y="89532"/>
                  <a:pt x="806417" y="87269"/>
                  <a:pt x="802654" y="82743"/>
                </a:cubicBezTo>
                <a:cubicBezTo>
                  <a:pt x="798890" y="78218"/>
                  <a:pt x="797009" y="71599"/>
                  <a:pt x="797009" y="62887"/>
                </a:cubicBezTo>
                <a:moveTo>
                  <a:pt x="823146" y="23032"/>
                </a:moveTo>
                <a:lnTo>
                  <a:pt x="823146" y="23032"/>
                </a:lnTo>
                <a:close/>
                <a:moveTo>
                  <a:pt x="881428" y="78354"/>
                </a:moveTo>
                <a:lnTo>
                  <a:pt x="881428" y="111886"/>
                </a:lnTo>
                <a:lnTo>
                  <a:pt x="870984" y="111886"/>
                </a:lnTo>
                <a:lnTo>
                  <a:pt x="870984" y="24613"/>
                </a:lnTo>
                <a:lnTo>
                  <a:pt x="881428" y="24613"/>
                </a:lnTo>
                <a:lnTo>
                  <a:pt x="881428" y="34209"/>
                </a:lnTo>
                <a:cubicBezTo>
                  <a:pt x="883610" y="30427"/>
                  <a:pt x="886367" y="27619"/>
                  <a:pt x="889698" y="25784"/>
                </a:cubicBezTo>
                <a:cubicBezTo>
                  <a:pt x="893028" y="23949"/>
                  <a:pt x="897008" y="23032"/>
                  <a:pt x="901637" y="23032"/>
                </a:cubicBezTo>
                <a:cubicBezTo>
                  <a:pt x="909314" y="23032"/>
                  <a:pt x="915552" y="26086"/>
                  <a:pt x="920351" y="32193"/>
                </a:cubicBezTo>
                <a:cubicBezTo>
                  <a:pt x="925149" y="38300"/>
                  <a:pt x="927548" y="46330"/>
                  <a:pt x="927548" y="56282"/>
                </a:cubicBezTo>
                <a:cubicBezTo>
                  <a:pt x="927548" y="66234"/>
                  <a:pt x="925149" y="74263"/>
                  <a:pt x="920351" y="80371"/>
                </a:cubicBezTo>
                <a:cubicBezTo>
                  <a:pt x="915552" y="86478"/>
                  <a:pt x="909314" y="89532"/>
                  <a:pt x="901637" y="89532"/>
                </a:cubicBezTo>
                <a:cubicBezTo>
                  <a:pt x="897008" y="89532"/>
                  <a:pt x="893028" y="88614"/>
                  <a:pt x="889698" y="86780"/>
                </a:cubicBezTo>
                <a:cubicBezTo>
                  <a:pt x="886367" y="84945"/>
                  <a:pt x="883610" y="82137"/>
                  <a:pt x="881428" y="78354"/>
                </a:cubicBezTo>
                <a:moveTo>
                  <a:pt x="916766" y="56282"/>
                </a:moveTo>
                <a:cubicBezTo>
                  <a:pt x="916766" y="48625"/>
                  <a:pt x="915195" y="42618"/>
                  <a:pt x="912052" y="38262"/>
                </a:cubicBezTo>
                <a:cubicBezTo>
                  <a:pt x="908910" y="33904"/>
                  <a:pt x="904591" y="31726"/>
                  <a:pt x="899097" y="31726"/>
                </a:cubicBezTo>
                <a:cubicBezTo>
                  <a:pt x="893602" y="31726"/>
                  <a:pt x="889284" y="33904"/>
                  <a:pt x="886141" y="38262"/>
                </a:cubicBezTo>
                <a:cubicBezTo>
                  <a:pt x="882999" y="42618"/>
                  <a:pt x="881428" y="48625"/>
                  <a:pt x="881428" y="56282"/>
                </a:cubicBezTo>
                <a:cubicBezTo>
                  <a:pt x="881428" y="63939"/>
                  <a:pt x="882999" y="69947"/>
                  <a:pt x="886141" y="74304"/>
                </a:cubicBezTo>
                <a:cubicBezTo>
                  <a:pt x="889284" y="78660"/>
                  <a:pt x="893602" y="80838"/>
                  <a:pt x="899097" y="80838"/>
                </a:cubicBezTo>
                <a:cubicBezTo>
                  <a:pt x="904591" y="80838"/>
                  <a:pt x="908910" y="78660"/>
                  <a:pt x="912052" y="74304"/>
                </a:cubicBezTo>
                <a:cubicBezTo>
                  <a:pt x="915195" y="69947"/>
                  <a:pt x="916766" y="63939"/>
                  <a:pt x="916766" y="56282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456989-B805-48D5-A444-B126C0B9A5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18528" y="3506222"/>
            <a:ext cx="1612790" cy="1201788"/>
          </a:xfrm>
          <a:custGeom xmlns:a="http://schemas.openxmlformats.org/drawingml/2006/main">
            <a:pathLst>
              <a:path w="1612790" h="1201788">
                <a:moveTo>
                  <a:pt x="0" y="1201788"/>
                </a:moveTo>
                <a:lnTo>
                  <a:pt x="1612790" y="1201788"/>
                </a:lnTo>
                <a:lnTo>
                  <a:pt x="1612790" y="0"/>
                </a:lnTo>
                <a:lnTo>
                  <a:pt x="0" y="0"/>
                </a:lnTo>
                <a:lnTo>
                  <a:pt x="0" y="1201788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9D8365-1429-4D79-A641-E87C7ACA43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2020" y="405869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4AA33F-31A0-4AC7-91EF-FF39DCDA6D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2020" y="405869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7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72E359-5E82-434B-B3AB-C82F5E42A0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4707" y="466168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B8D205-4E05-4BB6-B206-6727BF0270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4707" y="466168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7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03BE72-2F4B-45A7-B1E4-AC576C4CC5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9466" y="453384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292B0B-CC84-4685-A183-97F9313FEC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9466" y="453384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7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A5D58E-3E28-499A-8511-4FD0F27861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9" y="4490122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29D74C-3212-4F7C-8960-D275957DA6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9" y="4490122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7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E43B59-5A34-4DC3-899B-ABF71FDB03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9" y="4552222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76D6CC-3BC9-4B9F-9F25-1D9E3BD677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9" y="4552222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7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31FDA4-67F3-4EE4-A4D1-2E4DD0AED6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0194" y="466708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DA4FB7-5775-483C-8B36-8D2BF8C4FD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0194" y="466708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7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31B37A-3C4B-41C8-8C60-629D3D5747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9" y="4632203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8AFE3B-1751-4AAC-8890-77BB88FA30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9" y="4632203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7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A50D7F-214D-43D8-8D65-7BC925E50F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3651" y="466463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A6A7DF-AFC7-4A31-8529-556C7EA5A0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3651" y="466463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7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1C1CD8-DDAB-4964-B297-7EFCE72214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9316" y="466921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F09E7C-257C-4AFF-BA7A-DE62CEED59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9316" y="466921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7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499329-FB88-46F1-8D0F-E94DE56D67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0993" y="467165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9F800C-67F3-4BF6-8BE8-DF15C084EF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0993" y="467165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7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2EDFD7-8C04-4023-80AC-44B69FFC03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5947" y="453137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325D46-163E-49C0-97F7-C8A0B5A795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5947" y="453137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7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549A3B-B998-40BF-BE31-16AFF35D26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9" y="4553624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202149-3616-47ED-AFA9-01C197C8C1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9" y="4553624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7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1069BE-FCF6-4B3D-9E76-440C41A4DB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9" y="4501478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25AF63-3930-465D-8A34-E715A64D6A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9" y="4501478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7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5218C8-167F-445B-B60F-3A35EF8A25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2552" y="423379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D61710-E988-43BA-AA3E-8CFFCD86EC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2552" y="423379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7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72A8BE-B60A-470D-BA25-6349C2D39D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7570" y="466698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1FC78E-B5AA-4FE8-8D7E-2D618DEB04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7570" y="466698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7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259577-289C-4D20-8B22-9EA0C1854B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4688" y="466032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5909FD-4656-41D5-A5EE-787688C040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4688" y="466032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7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B94EFF-E8B9-4E1D-B6AF-EE731F67EB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8512" y="466626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95E780-6E57-44D0-8FAC-999AAA2A6E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8512" y="466626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7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58BB2B-C7AC-4C33-95BB-B878F2EFA8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6516" y="467439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7105B8-AA27-4DB6-8770-BC181DBA3F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6516" y="467439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7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8ECE7A-8FBA-409D-8CC5-4C0794C5E5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6006" y="466727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A92E28-ED4D-4336-95F6-45468E3611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6006" y="466727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7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3D796A-817F-4EB3-B14B-A512A81F8A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3351" y="466774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09A8C0-2284-4A7A-9B70-CEE8D043C7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3351" y="466774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7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6A9EEF-46D6-4D50-9B9E-CF77912F80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41508" y="462729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0870A3-006E-4CF8-9311-3E53665F91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41508" y="462729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7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40A4F3-674C-4C03-AA3F-7810F52464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27916" y="466704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2D3BE5-DE76-453D-AAD2-541D58B7AB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27916" y="466704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7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0775D9-1A15-40C9-847B-8C39658183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9" y="4668242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02CE14-6AA8-4615-A47E-3D3C911C8E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9" y="4668242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7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55FC0A-A0CE-470F-A736-2C62896D9C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5613" y="466545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6411C7-E5CB-4E07-8EE5-7EF1B8FEA9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5613" y="466545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7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857935-81A0-4840-87DA-9E4714DFAE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0639" y="465980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2F8E36-2FD6-475C-9280-8435778027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0639" y="465980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7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AC150D-98FC-4BA1-BA70-CD4F1B1E89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1406" y="466428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D3934D-03D0-45CC-B65D-57E2A6F9F2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1406" y="466428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7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4DB28C-4ADD-4207-A02C-66B69F9CF7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5271" y="463580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5AF064-574E-49A5-A9D1-863E49E9A3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5271" y="463580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7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9ECFC7-C16B-4B4A-BFB7-A80F021B9C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2434" y="465280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C3D996-F9F1-4C95-91C8-D4D85DC69F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2434" y="465280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7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D52840-7903-4328-889B-F9BD0286A5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7104" y="431838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50BB31-E5F9-4C79-AB8B-55CA78110C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7104" y="431838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7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ADD370-41E1-48FD-9A22-1E04476C09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0897" y="465482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743E07-E7EE-4FC1-AED7-39E0B47E4A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0897" y="465482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7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0B1E48-75B6-4840-9302-F4F0C574AB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2554" y="463990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D25746-007E-47EF-9DE3-6A2AC11116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2554" y="463990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7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5F5822-750D-4978-855D-9CBEF75D79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4477" y="465120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3B5042-1C00-4E09-9FA3-348525F4E6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4477" y="465120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7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D0FCE9-74D5-45DC-9FF8-BDB872A3C0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6793" y="459533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3CA6E9-F7F3-44B9-A11E-B948DC3BDF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6793" y="459533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7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12FDBE-7946-45FC-8A7D-C93DC12549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5282" y="464811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100AAC-EBD9-492E-83A8-18FA2F65ED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5282" y="464811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7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1AE188-62BF-4A44-9B4C-F43FE94CA1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1689" y="461914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5BEB36-8E9B-4F08-ADCB-77B13AE130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1689" y="461914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7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DBC933-8362-4E40-8393-9668AC82E4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4031" y="464787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B55FE9-AD41-49A2-8554-15D482BD14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4031" y="464787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8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099807-E955-4889-8FB2-26A3368BE3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7035" y="442299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D26E90-700E-4E2B-9B37-AD084C5535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7035" y="442299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8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915BE0-CEED-440F-B7EF-C0B84E24A5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8404" y="464843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3DE68C-C6EA-4A83-A12C-9D0EDA3170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8404" y="464843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8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425B49-9F01-4DEB-8183-6AB375CEAA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58786" y="465179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3B397B-DB13-47F1-B891-FD04A2E002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58786" y="465179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8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7EEE93-A664-4BAB-B340-AFFE87B962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5859" y="463776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A14A03-4D04-4D5B-BC3D-D7A069A485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5859" y="463776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8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FDD2EC-93CD-45DE-8612-41ED487CC8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1973" y="463855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085D35-CF38-4F3E-9AAE-64EA49BAD8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1973" y="463855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8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7C1A95-5673-4B34-90F3-053DEAE639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0617" y="464748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72EE10-03E8-446B-B176-FB66568AF8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0617" y="464748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8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F4347E-DE4D-411E-B549-01AE28F433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7827" y="464884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91A290-8F9A-4D02-BDA5-125C99B4CD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7827" y="464884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8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46501E-6DC1-4552-BBBC-257538282E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8660" y="463359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94B358-44DC-4C25-8718-744FC6CEDF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8660" y="463359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8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8B3CC6-DDE9-4241-B2AD-E8571CE20A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3815" y="465014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230401-B0ED-4AA3-89EA-370BA2ED83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3815" y="465014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8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B59BFB-8067-4FD2-BC88-61257B136A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0403" y="465185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FCE2B7-1E31-4DA8-A80D-C08CA88540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0403" y="465185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8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B92F2D-F7FA-4CE8-B349-8738108E05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0063" y="464049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B5C501-F456-44E0-9BC8-2F220907F7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0063" y="464049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8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8712B7-8850-4EC6-8F1A-CA0F31DB34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8850" y="464944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8A0DBF-1F50-4E17-95B5-22A33560EB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8850" y="464944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8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6ABB03-AD1A-45AA-AC23-87E3BFDAA9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1338" y="464419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6BF08F-BEDF-43CC-A88B-4F7629A2AE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1338" y="464419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8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3C9C33-1B8D-4288-80BC-F5F01C5663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7231" y="465086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730AE6-5C0A-44A7-9695-D299DB5428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7231" y="465086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8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837DD0-46F2-4122-9D23-982A21D854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58866" y="465080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D9DC0B-4F8C-45FF-8BAB-C723F94BEB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58866" y="465080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8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5DF619-AD6E-4434-B162-51AF0C42D2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3471" y="432151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0B4C03-6ADD-435C-BE31-689A1A7610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3471" y="432151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8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F8E7BB-6DCE-4D93-A2D1-CB02891CDD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0689" y="460351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ABA9A1-0E9B-47AC-98F2-4CE0396FF0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0689" y="460351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8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EB89B5-E53A-46FD-B51E-3446E7FD71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5882" y="465357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2DAD85-AAE0-4A79-9F9C-455AC7DFDB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5882" y="465357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8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ED364D-AFB6-4944-B381-8E080AED11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6627" y="464956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859782-A44F-4A9C-990B-6EE209113C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6627" y="464956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8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95FE1E-3685-45C9-9E50-495CDE2CAA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4624" y="465126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6E25FC-C4EF-4418-87D5-2EE3441F86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4624" y="465126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8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D5ECB8-E3D1-46C8-A8F2-F81C8FF4C2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56619" y="465356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D5EE85-108B-4011-97C3-A6CB569769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56619" y="465356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8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0C8DFB-A406-4061-9338-5EE83919E6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0746" y="464057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B5460F-3B0F-48F9-9AB4-1A12C4AA7D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0746" y="464057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8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3FB271-187F-409F-BFF6-202D8361C9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5047" y="449045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52E6E2-73A1-4A7F-A520-A28B9EF830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5047" y="449045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8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A8A31E-5D95-40EB-A800-F639CA4EBA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59194" y="464763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C17C7A-FF21-4AF1-B4B1-55C0ADB159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59194" y="464763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8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2F9A6B-D2E8-452A-A3EB-A81369074C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2939" y="461829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C0C4DA-30D8-4190-8D2E-83C28FC5FA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2939" y="461829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8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73BF80-89FD-4131-8256-B7FC091D95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3938" y="460347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9FCBF0-96B2-43FB-B444-9E4E4348C5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3938" y="460347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8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DF2628-C906-4AE8-8476-350FB983AF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2748" y="465126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F60A9B-E086-448E-AB31-EBA3422908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2748" y="465126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8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C84047-9C8A-4C08-A8C9-76F9C8D592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3706" y="462806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82512D-670A-4F6A-8A21-72F1D50135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3706" y="462806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8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DD5D10-EA68-4E1A-B590-FCF0578B4D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7491" y="461562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B3D01C-73B9-4F73-ADCF-84EB329E90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7491" y="461562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8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FA1E9F-CD2A-4F1E-9E3C-A3A9C27E17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3729" y="463800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06AEB7-B23B-47DC-B306-F1C3062500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3729" y="463800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8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2AA26B-0465-4F29-9B5F-720CE3D483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8039" y="465096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261BB7-4721-440D-BE04-12A979F934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8039" y="465096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8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43DCDE-806B-42E9-BE4B-4BF6318EBA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8126" y="464641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27A92C-1C16-49B6-AA33-738C65379E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8126" y="464641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8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F1BF0A-0626-4CF7-AB8B-6E7B8438EF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4441" y="459334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0BB8BF-76D5-4119-B99B-6CB366C770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4441" y="459334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8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331C0F-285B-46D8-A84F-01A1BDFF4A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4575" y="441950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B7B3E8-553B-4E16-8FEE-9D39156E24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4575" y="441950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8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6953B2-A9B5-41FB-B4A1-610F4C6E04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58966" y="463480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CF90A7-8561-4D03-BF53-D449023C34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58966" y="463480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8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F56EFA-66C8-4B8E-A0C7-1B86A7B08B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6922" y="465319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196B3E-BA6F-404B-B50E-4A8F042845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6922" y="465319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8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A93344-79EF-499C-A8B1-DB4A907504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5654" y="465565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412A6F-D803-44CA-A35F-11E74909D3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5654" y="465565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8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CF74C9-C662-452E-97CD-27BCBA9573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2141" y="463909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CE20B4-372D-4184-A6A0-7E892435E8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2141" y="463909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8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1F8A60-E804-4FE4-806D-58CFE5CA56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6408" y="464466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D2C18B-F00C-4070-88FA-13A94D9D92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6408" y="464466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8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657E00-4444-4A91-9837-80A31567D9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7022" y="464782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4360B1-0092-4FFB-A720-027CD31453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7022" y="464782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8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7F9CA5-FEE0-484F-87E4-B87D59D87C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9" y="4650191"/>
            <a:ext cx="8078" cy="16157"/>
          </a:xfrm>
          <a:custGeom xmlns:a="http://schemas.openxmlformats.org/drawingml/2006/main">
            <a:pathLst>
              <a:path w="8078" h="16157">
                <a:moveTo>
                  <a:pt x="7811" y="4"/>
                </a:move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  <a:lnTo>
                  <a:pt x="8078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EAB918-52E5-47C0-9284-11F7BC6A47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9" y="4650191"/>
            <a:ext cx="8078" cy="16157"/>
          </a:xfrm>
          <a:custGeom xmlns:a="http://schemas.openxmlformats.org/drawingml/2006/main">
            <a:pathLst>
              <a:path w="8078" h="16157" fill="none">
                <a:moveTo>
                  <a:pt x="8078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8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3D67D6-85A7-4C69-8029-324A8F753B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7678" y="464626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92D9CE-CC50-4334-9C36-D57BD40351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7678" y="464626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8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42EA26-7FC5-43C5-B31D-E1CB10F315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9" y="4653373"/>
            <a:ext cx="8078" cy="16157"/>
          </a:xfrm>
          <a:custGeom xmlns:a="http://schemas.openxmlformats.org/drawingml/2006/main">
            <a:pathLst>
              <a:path w="8078" h="16157">
                <a:moveTo>
                  <a:pt x="7811" y="4"/>
                </a:move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  <a:lnTo>
                  <a:pt x="8078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58EF38-0320-45C8-AE61-3FBD3A1695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9" y="4653373"/>
            <a:ext cx="8078" cy="16157"/>
          </a:xfrm>
          <a:custGeom xmlns:a="http://schemas.openxmlformats.org/drawingml/2006/main">
            <a:pathLst>
              <a:path w="8078" h="16157" fill="none">
                <a:moveTo>
                  <a:pt x="8078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8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8173E6-B8F4-45C4-80A9-E7F151D14C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2931" y="447951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15391F-F3B0-4B3C-95F4-5DC51D2B97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2931" y="447951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8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86DDDC-743B-4699-BEAA-5B84532256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2107" y="461791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7DE63B-8DEC-4983-AE73-1AC460725F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2107" y="461791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8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6490E5-55DD-4CC0-B619-836F28A4D7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0912" y="461982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B88E12-974C-4389-8EF8-E75B906144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0912" y="461982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8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A374DE-1CA6-45F4-93D9-53DBE34285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6089" y="449265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45E4B8-AB37-4B8C-AD10-3E53F76767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6089" y="449265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8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83E02C-7FF3-4263-B72C-0CA87FB18B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9463" y="465204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0552CE-12EE-4D26-A713-619C72A89C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9463" y="465204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8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D814AF-A42E-4CDD-A960-9FF5DC032E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9918" y="463462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A4F834-F848-417B-B2E2-5FAE2D730D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9918" y="463462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8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078A9F-2780-4ED5-9057-8E4431E0EE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4508" y="463985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3FEBBC-86F1-42C2-9F9C-F23A7F0F49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4508" y="463985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9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A03DC7-2561-4548-B9E9-01F31419D4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0729" y="464559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046127-671C-46CE-B0EE-25345963FA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0729" y="464559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9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16D330-AB64-4CAF-8B77-9F455112C7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59848" y="461020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BF868D-A3C0-4AD0-A4DF-B1A495EB28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59848" y="461020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9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107B57-2E1B-4461-BCA8-20CC79539B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59881" y="446511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0FF9C2-57BA-4CBF-B962-F4E1DE16D2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59881" y="446511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9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4E163D-B6F7-4ED0-8F0F-A3E2DBA446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1152" y="459658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FC1C4E-9F8E-4755-9ABD-052AB9401E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1152" y="459658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9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242BE9-9204-4013-B475-7FB64CE0DE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4950" y="460376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C6E66C-2139-4AE1-8DC2-B6F04CFDF7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4950" y="460376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9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60D296-8954-442B-9BCE-18F36DECCD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57853" y="464922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3C03EE-E7CB-4C95-9D94-D78717889F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57853" y="464922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9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1369A6-D09C-45C3-8292-6A92461DFB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9529" y="450512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3F89BD-F4B3-4C29-A9FF-3425D1CFED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9529" y="450512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9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E5E60A-6C9E-4EEA-901D-C9A4975379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6389" y="437293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0D6F3E-4AC4-4F2C-86F5-BD0F62F01B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6389" y="437293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9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78CFF4-0B76-49C8-9D91-F2CA37881A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4284" y="460383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C6DAEB-450B-48DF-B74D-574821966C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4284" y="460383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9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5CA157-9D70-4796-A41C-95ACB38DE7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58547" y="451596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8CB675-CB85-42CF-860F-30A8CF58A6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58547" y="451596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9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F8615D-38C2-4E4E-9712-D0449E6118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2070" y="465452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6E4298-0B67-4722-9788-B56DDD2066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2070" y="465452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9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945B91-A474-4257-B407-63F5AB8753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2718" y="452561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7E5D31-5319-4BE5-8A85-5D2A37B963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2718" y="452561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9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069032-F2F5-4F67-935A-9BD1D6168E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57088" y="446396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E5510C-F4B8-4E41-9C1C-3C7ABBEB12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57088" y="446396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9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D9017D-4B5A-4B54-8FA3-747D4AD7F3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0364" y="465124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AC476E-A8B0-4E04-9AC6-25F43063AA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0364" y="465124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9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794F43-C332-47A8-8B7A-AF49D2B1D0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3964" y="464767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6B9441-D24E-427E-A7B5-38D6A41917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3964" y="464767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9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09AF74-3B29-4038-8BE9-E58B994CD5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1809" y="452584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B5CFFD-23B1-4C42-9ED1-7563088BF7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1809" y="452584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9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200E1F-E4D8-448C-ACB7-B6A36006CB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59213" y="465404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85C8EE-F998-49E8-975D-2E6C515AC3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59213" y="465404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9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82C08A-6621-487E-B9FA-EC29A2DC9E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1494" y="466580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24D980-E04B-41C0-9C5D-F8B369F83D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1494" y="466580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9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8A21B8-9135-4198-9878-3F43ED81C5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5186" y="466253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A3EC8A-A753-4705-B3BD-04A6C47E77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5186" y="466253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9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593F30-BAF9-43E7-94DA-80394FD2BB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58493" y="466053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D075EB-6D76-4C8C-BBB8-CBE7A48DB4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58493" y="466053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9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BEF03C-8772-48C2-9ED7-2ABDB8499B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6737" y="465927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60BA96-3DC4-422F-A268-1C6C3299B7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6737" y="465927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9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72925A-CF02-4443-9D4B-A6ACF92702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4045" y="466714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86FDBF-6ADA-45AE-AEFB-E469BBC9A6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4045" y="466714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9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91FB15-E18A-492C-A124-B64D1244B2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4631" y="465429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FACF45-FDD3-4C27-9C36-A2F68228FC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4631" y="465429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9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2E9754-BC19-406C-A13E-DFA36C37D2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1934" y="464463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22E905-34E9-4391-B140-315E782884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1934" y="464463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9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FB2653-23E8-471D-9D3A-95AB6F5454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1160" y="429916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8B1F9F-C9A6-48F4-A2C2-4220ACB5B6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1160" y="429916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9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B86ABA-7508-4DB1-88BD-AD4A69FDBD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8878" y="465095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5B7936-A41B-439B-A2A4-F0A4CEDC17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8878" y="465095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9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B17969-ADDB-4BF5-9F68-0698B29C3F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1072" y="466494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A3EF8E-C87C-4A57-8DC7-16FDE4051A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1072" y="466494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9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BD3193-FEBF-497A-83D9-D4C59EC46A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58089" y="465056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F436AA-D07D-4A6D-9DBC-927080CF07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58089" y="465056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9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4CD9C5-3473-4D6F-A568-8A3AD3111A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2894" y="464880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BE249B-BE9E-4FDA-A1C2-B386FAC524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2894" y="464880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9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ECB08D-7FB1-4D30-9979-7070D9515D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59228" y="465201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AB3428-55B9-4098-BC10-5A31E5D2C2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59228" y="465201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9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4A85BC-1641-4D14-AD8C-22193D4F09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9142" y="464644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F798FA-E53E-410A-B8FE-96341D0102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9142" y="464644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9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B17D6E-24E7-4CEE-A1AA-9826E50BEC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3538" y="466134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38543E-E8EC-49BE-B288-9DCB11C947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3538" y="466134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9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B18B91-3863-448A-848E-E0AE0545B6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36027" y="389047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5381CE-45F5-4C68-A4BF-DB3B4E987B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36027" y="389047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9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6684CC-BCE0-4E7B-BBAB-C93E01BCD9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43477" y="383859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9D11D3-C979-4987-8ED7-8F1481BFC2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43477" y="383859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9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1F92EF-A640-4032-B43E-A7B990945E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5914" y="415152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CAD148-FAF4-415F-BCC3-0C1DC36495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5914" y="415152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9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812AB3-7A57-4E06-8C87-5DA11A920E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85483" y="392860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B01EC6-1D11-4490-A49C-9AC8E8D107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85483" y="392860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9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9AA80F-FEA6-4E99-A676-04B8277C77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34248" y="365163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7CCCE0-F414-4D0E-AAAE-926575FA2E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34248" y="365163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9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A0A0BF-A21C-4840-9D89-99E600EC04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76304" y="386439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DD15BF-654C-4A1E-9DED-9B607611E4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76304" y="386439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9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8722AB-846B-4297-A6B1-4490764866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69099" y="380955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958995-E6B1-4754-9516-261F3FCABD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69099" y="380955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9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A1BFB4-85B8-43FC-BD9B-1F27827875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42722" y="373006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7D3EE2-FBFC-449A-88B3-916916BDAB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42722" y="373006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9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32B85C-0AA0-4C2C-B899-EB434D3A6D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8312" y="415746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09F2E5-6DEB-47DA-A962-5020262CE1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8312" y="415746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9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3F0559-4FB5-497B-8E08-1C53293A56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04199" y="367776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8B3A48-2E09-4272-A3DD-332DC18700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04199" y="367776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9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0EF0D4-8EC1-463A-AB0E-5473AD6818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9" y="3607898"/>
            <a:ext cx="8078" cy="16157"/>
          </a:xfrm>
          <a:custGeom xmlns:a="http://schemas.openxmlformats.org/drawingml/2006/main">
            <a:pathLst>
              <a:path w="8078" h="16157">
                <a:moveTo>
                  <a:pt x="7811" y="4"/>
                </a:move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  <a:lnTo>
                  <a:pt x="8078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E91461-B6C5-4542-A3E3-F702F9DCCB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9" y="3607898"/>
            <a:ext cx="8078" cy="16157"/>
          </a:xfrm>
          <a:custGeom xmlns:a="http://schemas.openxmlformats.org/drawingml/2006/main">
            <a:pathLst>
              <a:path w="8078" h="16157" fill="none">
                <a:moveTo>
                  <a:pt x="8078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9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824440-332F-48A4-97F3-717657B103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9" y="3580430"/>
            <a:ext cx="8078" cy="16157"/>
          </a:xfrm>
          <a:custGeom xmlns:a="http://schemas.openxmlformats.org/drawingml/2006/main">
            <a:pathLst>
              <a:path w="8078" h="16157">
                <a:moveTo>
                  <a:pt x="7811" y="4"/>
                </a:move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  <a:lnTo>
                  <a:pt x="8078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DEC4BA-B02A-441D-BB04-B1C2594BA6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9" y="3580430"/>
            <a:ext cx="8078" cy="16157"/>
          </a:xfrm>
          <a:custGeom xmlns:a="http://schemas.openxmlformats.org/drawingml/2006/main">
            <a:pathLst>
              <a:path w="8078" h="16157" fill="none">
                <a:moveTo>
                  <a:pt x="8078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9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BEC0DF-A7B4-46FB-BCDB-13805B0F47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4342" y="406075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794932-742E-4D1E-BCD4-FA7E35B7A4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4342" y="406075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9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977DDC-69D9-4DE5-B4BA-4594E62678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35111" y="397971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7A769D-44FF-414D-862F-43C69A5D7F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35111" y="397971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9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D014AA-5F6B-4F1E-997C-2DA6A72154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6244" y="419386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363393-BCED-42DF-9DE5-F10BA56453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6244" y="419386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9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5AD8F2-B78E-4287-8FBF-8065B796E0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68222" y="391558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296DCC-17F6-469D-AEF9-5FAB7254E8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68222" y="391558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9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30AFCF-CC0F-427F-BFB6-4B7AEBF1D7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25582" y="371330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62E52F-9092-445A-A190-C073AF0AAA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25582" y="371330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69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652541-B564-4DDB-88C3-A7080EC4CB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00031" y="358483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97927B-CE58-4A75-AE11-7B8EA17AFB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00031" y="358483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0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1C0840-59B5-4C1E-8D64-22AB51F57E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8881" y="442387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DD1149-1E60-4CD7-A59A-4FE343ECA8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8881" y="442387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0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6F26E2-A81D-4F68-AABB-7F41F320F3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3690" y="445413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815B22-38FD-415F-ABA5-A995D6C7DE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3690" y="445413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0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DD3F05-96EB-473B-884D-9378592ABC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0496" y="446532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0AA4B7-0C49-4240-9B22-284BC2F050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0496" y="446532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0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26B749-8385-43FE-9539-E34BC1EBB0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5257" y="422327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B87670-8DA2-49A8-86B1-6505B71741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5257" y="422327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0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E9EDD4-4C5E-4ACC-B8A5-DC3BC54FAB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0048" y="424752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121213-CBC6-4BCF-8831-27145D593D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0048" y="424752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0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FAC4FB-6000-43E4-8263-D581A7521A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1155" y="433948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483840-BE58-4EE0-84D9-918163C1F2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1155" y="433948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0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A315DB-41B0-46F4-9A3C-EFE230E2FA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1832" y="433665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6C9322-96D9-4523-81E7-51E51F8687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1832" y="433665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0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EA4E18-EF91-45F7-ACED-AF8CE11AC6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1000" y="435147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BCC28C-6DA6-40E6-A714-4C21279270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1000" y="435147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0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5B449B-176A-4D3C-BBEB-365076803D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3931" y="437050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16DDDD-5C40-47F1-A8F4-CB9C66DE6F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3931" y="437050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0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66E491-40CA-4C32-9C4E-230335ACCA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5922" y="438846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E8C7AA-3256-444A-9350-02DE59FC99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5922" y="438846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0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EC86CD-F7B4-4FFF-9789-4F9DFE62C2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3396" y="420539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42E17F-7273-4C33-8AFE-6EF33C9C3C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3396" y="420539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0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52816D-1132-438A-8F7A-55BC7DB314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3816" y="419436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67BCC0-0C49-456E-B76D-1E2EB7AA3A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3816" y="419436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0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D34D35-9D47-4086-A587-D4CDE55FC4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21254" y="392973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EF2731-5A28-44A8-87A2-5BA28BD512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21254" y="392973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0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437A3D-4C57-41EF-8672-B66FF15694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9" y="3725468"/>
            <a:ext cx="8078" cy="16157"/>
          </a:xfrm>
          <a:custGeom xmlns:a="http://schemas.openxmlformats.org/drawingml/2006/main">
            <a:pathLst>
              <a:path w="8078" h="16157">
                <a:moveTo>
                  <a:pt x="7811" y="4"/>
                </a:move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  <a:lnTo>
                  <a:pt x="8078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B6CF69-F68D-4D3F-98F3-B0114B7237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9" y="3725468"/>
            <a:ext cx="8078" cy="16157"/>
          </a:xfrm>
          <a:custGeom xmlns:a="http://schemas.openxmlformats.org/drawingml/2006/main">
            <a:pathLst>
              <a:path w="8078" h="16157" fill="none">
                <a:moveTo>
                  <a:pt x="8078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0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80F457-2918-4DFF-9BA3-D287B34CBF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9" y="3506222"/>
            <a:ext cx="8078" cy="8081"/>
          </a:xfrm>
          <a:custGeom xmlns:a="http://schemas.openxmlformats.org/drawingml/2006/main">
            <a:pathLst>
              <a:path w="8078" h="8081">
                <a:moveTo>
                  <a:pt x="0" y="2"/>
                </a:move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8" y="8081"/>
                </a:lnTo>
                <a:lnTo>
                  <a:pt x="8078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8691CD-C246-48DE-B66B-3E19163186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9" y="3506222"/>
            <a:ext cx="8078" cy="8081"/>
          </a:xfrm>
          <a:custGeom xmlns:a="http://schemas.openxmlformats.org/drawingml/2006/main">
            <a:pathLst>
              <a:path w="8078" h="8081" fill="none">
                <a:moveTo>
                  <a:pt x="0" y="0"/>
                </a:moveTo>
                <a:lnTo>
                  <a:pt x="0" y="2"/>
                </a:ln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8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0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D36B63-240D-40FF-9414-6BD0C28AF9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9" y="3905527"/>
            <a:ext cx="8078" cy="16157"/>
          </a:xfrm>
          <a:custGeom xmlns:a="http://schemas.openxmlformats.org/drawingml/2006/main">
            <a:pathLst>
              <a:path w="8078" h="16157">
                <a:moveTo>
                  <a:pt x="7811" y="4"/>
                </a:move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  <a:lnTo>
                  <a:pt x="8078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67666E-B732-4AB7-BAA1-68B36208AC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9" y="3905527"/>
            <a:ext cx="8078" cy="16157"/>
          </a:xfrm>
          <a:custGeom xmlns:a="http://schemas.openxmlformats.org/drawingml/2006/main">
            <a:pathLst>
              <a:path w="8078" h="16157" fill="none">
                <a:moveTo>
                  <a:pt x="8078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0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B64D36-B315-4E08-9090-842077CB25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9" y="3648329"/>
            <a:ext cx="8078" cy="16157"/>
          </a:xfrm>
          <a:custGeom xmlns:a="http://schemas.openxmlformats.org/drawingml/2006/main">
            <a:pathLst>
              <a:path w="8078" h="16157">
                <a:moveTo>
                  <a:pt x="7811" y="4"/>
                </a:move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  <a:lnTo>
                  <a:pt x="8078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BFCE92-AD3B-474F-95D1-1B2FBD5A9B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9" y="3648329"/>
            <a:ext cx="8078" cy="16157"/>
          </a:xfrm>
          <a:custGeom xmlns:a="http://schemas.openxmlformats.org/drawingml/2006/main">
            <a:pathLst>
              <a:path w="8078" h="16157" fill="none">
                <a:moveTo>
                  <a:pt x="8078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0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12F2F3-6E24-4A1A-A161-39588F4AC2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9" y="3506222"/>
            <a:ext cx="8078" cy="8081"/>
          </a:xfrm>
          <a:custGeom xmlns:a="http://schemas.openxmlformats.org/drawingml/2006/main">
            <a:pathLst>
              <a:path w="8078" h="8081">
                <a:moveTo>
                  <a:pt x="0" y="2"/>
                </a:move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8" y="8081"/>
                </a:lnTo>
                <a:lnTo>
                  <a:pt x="8078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A32AEF-A28E-4011-A567-11541F772D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9" y="3506222"/>
            <a:ext cx="8078" cy="8081"/>
          </a:xfrm>
          <a:custGeom xmlns:a="http://schemas.openxmlformats.org/drawingml/2006/main">
            <a:pathLst>
              <a:path w="8078" h="8081" fill="none">
                <a:moveTo>
                  <a:pt x="0" y="0"/>
                </a:moveTo>
                <a:lnTo>
                  <a:pt x="0" y="2"/>
                </a:ln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8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0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080B18-1F84-4099-A003-69A1916C47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9" y="3506222"/>
            <a:ext cx="8078" cy="8081"/>
          </a:xfrm>
          <a:custGeom xmlns:a="http://schemas.openxmlformats.org/drawingml/2006/main">
            <a:pathLst>
              <a:path w="8078" h="8081">
                <a:moveTo>
                  <a:pt x="0" y="2"/>
                </a:move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8" y="8081"/>
                </a:lnTo>
                <a:lnTo>
                  <a:pt x="8078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0D3DE4-7D76-494F-BCD0-4D37861557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9" y="3506222"/>
            <a:ext cx="8078" cy="8081"/>
          </a:xfrm>
          <a:custGeom xmlns:a="http://schemas.openxmlformats.org/drawingml/2006/main">
            <a:pathLst>
              <a:path w="8078" h="8081" fill="none">
                <a:moveTo>
                  <a:pt x="0" y="0"/>
                </a:moveTo>
                <a:lnTo>
                  <a:pt x="0" y="2"/>
                </a:ln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8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0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A525F6-4436-4A5D-88E1-89299EDFCB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9" y="3955644"/>
            <a:ext cx="8078" cy="16157"/>
          </a:xfrm>
          <a:custGeom xmlns:a="http://schemas.openxmlformats.org/drawingml/2006/main">
            <a:pathLst>
              <a:path w="8078" h="16157">
                <a:moveTo>
                  <a:pt x="7811" y="4"/>
                </a:move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  <a:lnTo>
                  <a:pt x="8078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B74E1F-9AB9-4DD2-9F8C-87F2CAEAF8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39" y="3955644"/>
            <a:ext cx="8078" cy="16157"/>
          </a:xfrm>
          <a:custGeom xmlns:a="http://schemas.openxmlformats.org/drawingml/2006/main">
            <a:pathLst>
              <a:path w="8078" h="16157" fill="none">
                <a:moveTo>
                  <a:pt x="8078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0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C65532-B201-40B8-ADD7-AB6D3CAD8E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16746" y="411803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FBBC06-79F1-44DB-B061-0EE50736C5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16746" y="411803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0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8FF797-E507-4DC9-975B-EC74BB080F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36598" y="413816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109D2A-E01B-40D0-9C23-9CB9B8741D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36598" y="413816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0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DB7816-3D13-41F6-9425-4DBAD65240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5616" y="437304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34AB45-586C-47D5-81C5-04BFFDD147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5616" y="437304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0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B7FD0F-F52C-4B19-B343-3839E14229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39983" y="405740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6D64A1-3695-47C4-BDC8-4ED0E07E2F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39983" y="405740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0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5867F9-6EEC-4BBF-BDDB-CED4B64E1C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24084" y="389938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D8C1D7-DA08-477E-8C01-5273B46B19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24084" y="389938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0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4E507F-69D7-4237-ADE3-583047F6B3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91179" y="402933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9DFC8F-01DF-4AF5-A0D6-631C9B751D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91179" y="402933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0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9ED6DD-7AEA-43D4-AF21-894C9E74E9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13092" y="417067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B06B5B-D546-49B3-854B-99AC66A98F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13092" y="417067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0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CF4EB5-8AEC-40DF-A8AB-1D61B9E733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97131" y="409655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4FD916-ECA6-466C-9789-B5015336B8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97131" y="409655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0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6353F8-7C32-45D1-9D9E-8B81944AC6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8764" y="432228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704047-0352-4886-8FFB-71723E2C87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8764" y="432228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0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C8A3D6-567E-4A35-968B-E22CF689EA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76743" y="408725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35CD08-CE07-45E6-A620-D9FE19C018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76743" y="408725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0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230377-E3E0-4A17-B117-87C069E220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30411" y="404900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2DB085-3A65-4B32-A583-60D1023B10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30411" y="404900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0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436110-2416-4C70-AEBF-BFD685661E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52160" y="401137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AB3B33-321E-418C-B8B7-31E2FC20EF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52160" y="401137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0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CCCA44-CFAE-42C9-8457-4787AF22E5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0"/>
          </a:xfrm>
          <a:custGeom xmlns:a="http://schemas.openxmlformats.org/drawingml/2006/main">
            <a:pathLst>
              <a:path w="8078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0"/>
                </a:lnTo>
                <a:lnTo>
                  <a:pt x="8078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B7D93E-50B6-4B2B-934C-2B876A7DBC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0"/>
          </a:xfrm>
          <a:custGeom xmlns:a="http://schemas.openxmlformats.org/drawingml/2006/main">
            <a:pathLst>
              <a:path w="8078" h="8080" fill="none"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0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CC7BB0-FB7E-4A3E-9BB3-F85278391E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0"/>
          </a:xfrm>
          <a:custGeom xmlns:a="http://schemas.openxmlformats.org/drawingml/2006/main">
            <a:pathLst>
              <a:path w="8078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0"/>
                </a:lnTo>
                <a:lnTo>
                  <a:pt x="8078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9D6B3C-D7E7-42E7-84E2-14D3D44949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0"/>
          </a:xfrm>
          <a:custGeom xmlns:a="http://schemas.openxmlformats.org/drawingml/2006/main">
            <a:pathLst>
              <a:path w="8078" h="8080" fill="none"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0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05550D-C837-46A6-AF58-4024695B31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0"/>
          </a:xfrm>
          <a:custGeom xmlns:a="http://schemas.openxmlformats.org/drawingml/2006/main">
            <a:pathLst>
              <a:path w="8078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0"/>
                </a:lnTo>
                <a:lnTo>
                  <a:pt x="8078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13EA4F-11C0-4565-B114-E050CE3064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0"/>
          </a:xfrm>
          <a:custGeom xmlns:a="http://schemas.openxmlformats.org/drawingml/2006/main">
            <a:pathLst>
              <a:path w="8078" h="8080" fill="none"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0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57C218-51C9-491C-ABE6-A6B21B3AF1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0"/>
          </a:xfrm>
          <a:custGeom xmlns:a="http://schemas.openxmlformats.org/drawingml/2006/main">
            <a:pathLst>
              <a:path w="8078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0"/>
                </a:lnTo>
                <a:lnTo>
                  <a:pt x="8078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9B9B7B-EA39-4A0E-8F54-91DE9D8FA8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0"/>
          </a:xfrm>
          <a:custGeom xmlns:a="http://schemas.openxmlformats.org/drawingml/2006/main">
            <a:pathLst>
              <a:path w="8078" h="8080" fill="none"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0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A58ED5-5E9D-4021-A945-A70D8B63BC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0"/>
          </a:xfrm>
          <a:custGeom xmlns:a="http://schemas.openxmlformats.org/drawingml/2006/main">
            <a:pathLst>
              <a:path w="8078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0"/>
                </a:lnTo>
                <a:lnTo>
                  <a:pt x="8078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943A52-7C85-46D7-A81E-388CCC3134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0"/>
          </a:xfrm>
          <a:custGeom xmlns:a="http://schemas.openxmlformats.org/drawingml/2006/main">
            <a:pathLst>
              <a:path w="8078" h="8080" fill="none"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0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2088F9-C489-4BFB-B06C-02EDBB98E0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0"/>
          </a:xfrm>
          <a:custGeom xmlns:a="http://schemas.openxmlformats.org/drawingml/2006/main">
            <a:pathLst>
              <a:path w="8078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0"/>
                </a:lnTo>
                <a:lnTo>
                  <a:pt x="8078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486E07-79E0-431F-9A9A-26F0B1AB9A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0"/>
          </a:xfrm>
          <a:custGeom xmlns:a="http://schemas.openxmlformats.org/drawingml/2006/main">
            <a:pathLst>
              <a:path w="8078" h="8080" fill="none"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0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6E7746-0117-449B-B3CD-D78D575675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0"/>
          </a:xfrm>
          <a:custGeom xmlns:a="http://schemas.openxmlformats.org/drawingml/2006/main">
            <a:pathLst>
              <a:path w="8078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0"/>
                </a:lnTo>
                <a:lnTo>
                  <a:pt x="8078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BD068F-8E7F-49E8-ABFC-007ECB43AC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0"/>
          </a:xfrm>
          <a:custGeom xmlns:a="http://schemas.openxmlformats.org/drawingml/2006/main">
            <a:pathLst>
              <a:path w="8078" h="8080" fill="none"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0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AFC0A0-3EBC-4D08-A9C0-4CF4C342CD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5404" y="408057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ABD3D3-A3FA-4794-97D7-4688BFE4D4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5404" y="408057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0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5AB03A-D692-438C-A3A0-CAF8D4C72E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0"/>
          </a:xfrm>
          <a:custGeom xmlns:a="http://schemas.openxmlformats.org/drawingml/2006/main">
            <a:pathLst>
              <a:path w="8078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0"/>
                </a:lnTo>
                <a:lnTo>
                  <a:pt x="8078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FFA606-2D6C-42C1-B9B6-7B5FE3170D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0"/>
          </a:xfrm>
          <a:custGeom xmlns:a="http://schemas.openxmlformats.org/drawingml/2006/main">
            <a:pathLst>
              <a:path w="8078" h="8080" fill="none"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0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2019D7-AC8A-4905-A7D2-80159B061E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0"/>
          </a:xfrm>
          <a:custGeom xmlns:a="http://schemas.openxmlformats.org/drawingml/2006/main">
            <a:pathLst>
              <a:path w="8078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0"/>
                </a:lnTo>
                <a:lnTo>
                  <a:pt x="8078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63D33C-BA44-480F-A409-7D35F7AFC8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0"/>
          </a:xfrm>
          <a:custGeom xmlns:a="http://schemas.openxmlformats.org/drawingml/2006/main">
            <a:pathLst>
              <a:path w="8078" h="8080" fill="none"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0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88FC28-2DAB-4722-AFAC-224A2B4854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7977" y="409217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61902D-0ADA-4CB2-964F-B5709C561A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7977" y="409217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0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440CC3-8008-4DD2-8325-5313DD9249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0"/>
          </a:xfrm>
          <a:custGeom xmlns:a="http://schemas.openxmlformats.org/drawingml/2006/main">
            <a:pathLst>
              <a:path w="8078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0"/>
                </a:lnTo>
                <a:lnTo>
                  <a:pt x="8078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622044-1B0C-4AA6-A0DC-22285D947B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0"/>
          </a:xfrm>
          <a:custGeom xmlns:a="http://schemas.openxmlformats.org/drawingml/2006/main">
            <a:pathLst>
              <a:path w="8078" h="8080" fill="none"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0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DE8912-660B-4FCB-AF32-B0A7F65C78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0"/>
          </a:xfrm>
          <a:custGeom xmlns:a="http://schemas.openxmlformats.org/drawingml/2006/main">
            <a:pathLst>
              <a:path w="8078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0"/>
                </a:lnTo>
                <a:lnTo>
                  <a:pt x="8078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E1172D-818F-4E47-B7EE-190CFB3942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0"/>
          </a:xfrm>
          <a:custGeom xmlns:a="http://schemas.openxmlformats.org/drawingml/2006/main">
            <a:pathLst>
              <a:path w="8078" h="8080" fill="none"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0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B3DB79-BDD5-4891-AA20-8B2D0AB64F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3619" y="391309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8AAA62-E5E2-4029-A69A-C04E340BC8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3619" y="391309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0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61E21B-A5B8-4D0D-A53C-ED769FDE54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1521" y="381354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3CC102-CFB5-4321-84F2-A7B3D44F40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1521" y="381354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0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F21EAC-8885-415B-B1F4-CD4E16A19F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7154" y="3506222"/>
            <a:ext cx="16157" cy="8080"/>
          </a:xfrm>
          <a:custGeom xmlns:a="http://schemas.openxmlformats.org/drawingml/2006/main">
            <a:pathLst>
              <a:path w="16157" h="8080">
                <a:moveTo>
                  <a:pt x="8612" y="8063"/>
                </a:move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3"/>
                </a:lnTo>
                <a:lnTo>
                  <a:pt x="9920" y="7868"/>
                </a:lnTo>
                <a:lnTo>
                  <a:pt x="10175" y="7803"/>
                </a:lnTo>
                <a:lnTo>
                  <a:pt x="10428" y="7731"/>
                </a:lnTo>
                <a:lnTo>
                  <a:pt x="10678" y="7650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1"/>
                </a:lnTo>
                <a:lnTo>
                  <a:pt x="12339" y="6865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5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1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3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1"/>
                </a:lnTo>
                <a:lnTo>
                  <a:pt x="16157" y="0"/>
                </a:lnTo>
                <a:lnTo>
                  <a:pt x="0" y="0"/>
                </a:ln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346" y="8076"/>
                </a:lnTo>
                <a:lnTo>
                  <a:pt x="8612" y="8063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AB1655-B1FA-4EC5-9A5A-A1EA306E03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7154" y="3506222"/>
            <a:ext cx="16157" cy="8080"/>
          </a:xfrm>
          <a:custGeom xmlns:a="http://schemas.openxmlformats.org/drawingml/2006/main">
            <a:pathLst>
              <a:path w="16157" h="8080" fill="none">
                <a:moveTo>
                  <a:pt x="8079" y="8080"/>
                </a:moveTo>
                <a:lnTo>
                  <a:pt x="8346" y="8076"/>
                </a:lnTo>
                <a:lnTo>
                  <a:pt x="8612" y="8063"/>
                </a:ln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3"/>
                </a:lnTo>
                <a:lnTo>
                  <a:pt x="9920" y="7868"/>
                </a:lnTo>
                <a:lnTo>
                  <a:pt x="10175" y="7803"/>
                </a:lnTo>
                <a:lnTo>
                  <a:pt x="10428" y="7731"/>
                </a:lnTo>
                <a:lnTo>
                  <a:pt x="10678" y="7650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1"/>
                </a:lnTo>
                <a:lnTo>
                  <a:pt x="12339" y="6865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5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1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3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1"/>
                </a:lnTo>
                <a:lnTo>
                  <a:pt x="16157" y="0"/>
                </a:lnTo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0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749F32-B6E7-469E-B4C4-1F9E2C1C12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8975" y="386799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E1AA96-606C-41B6-993C-5F186F1CF3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8975" y="386799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0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0BA22E-5A5E-4DC3-95D5-C9978975BC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8253" y="365200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A87708-EEB6-448E-9937-7D1DF738D6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8253" y="365200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1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BB7B1D-DDA6-4B57-B2F0-1CE60CBD19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4110" y="363263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607C7D-CA46-4E19-82D3-E5D37FE526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4110" y="363263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1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9BF494-9B14-4C35-A949-8C54D098CD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5890" y="410172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CEDF44-B2DA-448A-9528-37A7B5CA1D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5890" y="410172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1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BA29E2-84BD-4E16-B866-E1E8B4B293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3682" y="373602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CB6AFA-9AFB-4975-862C-1B32C2AE7D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3682" y="373602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1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553BBE-CAA5-427B-8A79-53604D834F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13377" y="365165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D06695-F7E4-4D28-8261-38D6497A82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13377" y="365165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1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10BEDF-89F6-48B8-8235-C3D392C1B7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1"/>
          </a:xfrm>
          <a:custGeom xmlns:a="http://schemas.openxmlformats.org/drawingml/2006/main">
            <a:pathLst>
              <a:path w="8078" h="8081">
                <a:moveTo>
                  <a:pt x="0" y="2"/>
                </a:moveTo>
                <a:lnTo>
                  <a:pt x="4" y="269"/>
                </a:lnTo>
                <a:lnTo>
                  <a:pt x="18" y="536"/>
                </a:lnTo>
                <a:lnTo>
                  <a:pt x="40" y="800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6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1"/>
                </a:lnTo>
                <a:lnTo>
                  <a:pt x="8078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2AD719-E414-49A9-A451-6341F60A21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1"/>
          </a:xfrm>
          <a:custGeom xmlns:a="http://schemas.openxmlformats.org/drawingml/2006/main">
            <a:pathLst>
              <a:path w="8078" h="8081" fill="none"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6"/>
                </a:lnTo>
                <a:lnTo>
                  <a:pt x="40" y="800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6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1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DF726E-3B2E-49BD-BB09-FEF62F0B4F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1"/>
          </a:xfrm>
          <a:custGeom xmlns:a="http://schemas.openxmlformats.org/drawingml/2006/main">
            <a:pathLst>
              <a:path w="8078" h="8081">
                <a:moveTo>
                  <a:pt x="0" y="2"/>
                </a:moveTo>
                <a:lnTo>
                  <a:pt x="4" y="269"/>
                </a:lnTo>
                <a:lnTo>
                  <a:pt x="18" y="536"/>
                </a:lnTo>
                <a:lnTo>
                  <a:pt x="40" y="800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6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1"/>
                </a:lnTo>
                <a:lnTo>
                  <a:pt x="8078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6B2006-A3CF-4DC5-846A-7A8FF20A70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1"/>
          </a:xfrm>
          <a:custGeom xmlns:a="http://schemas.openxmlformats.org/drawingml/2006/main">
            <a:pathLst>
              <a:path w="8078" h="8081" fill="none"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6"/>
                </a:lnTo>
                <a:lnTo>
                  <a:pt x="40" y="800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6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1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3B5C28-F94B-4901-8D3D-D219AD1CF8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749824"/>
            <a:ext cx="8078" cy="16157"/>
          </a:xfrm>
          <a:custGeom xmlns:a="http://schemas.openxmlformats.org/drawingml/2006/main">
            <a:pathLst>
              <a:path w="8078" h="16157">
                <a:moveTo>
                  <a:pt x="7811" y="4"/>
                </a:move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  <a:lnTo>
                  <a:pt x="8078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9BAE67-4C66-4871-8571-FB5D5FCCBE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749824"/>
            <a:ext cx="8078" cy="16157"/>
          </a:xfrm>
          <a:custGeom xmlns:a="http://schemas.openxmlformats.org/drawingml/2006/main">
            <a:pathLst>
              <a:path w="8078" h="16157" fill="none">
                <a:moveTo>
                  <a:pt x="8078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1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733171-F333-4695-A708-2BC2686314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1"/>
          </a:xfrm>
          <a:custGeom xmlns:a="http://schemas.openxmlformats.org/drawingml/2006/main">
            <a:pathLst>
              <a:path w="8078" h="8081">
                <a:moveTo>
                  <a:pt x="0" y="2"/>
                </a:moveTo>
                <a:lnTo>
                  <a:pt x="4" y="269"/>
                </a:lnTo>
                <a:lnTo>
                  <a:pt x="18" y="536"/>
                </a:lnTo>
                <a:lnTo>
                  <a:pt x="40" y="800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6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1"/>
                </a:lnTo>
                <a:lnTo>
                  <a:pt x="8078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8E71CA-6617-48B4-B7A9-25445265C9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1"/>
          </a:xfrm>
          <a:custGeom xmlns:a="http://schemas.openxmlformats.org/drawingml/2006/main">
            <a:pathLst>
              <a:path w="8078" h="8081" fill="none"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6"/>
                </a:lnTo>
                <a:lnTo>
                  <a:pt x="40" y="800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6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1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4359D5-F120-4C3F-95B6-0B8EC2D3F8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857449"/>
            <a:ext cx="8078" cy="16157"/>
          </a:xfrm>
          <a:custGeom xmlns:a="http://schemas.openxmlformats.org/drawingml/2006/main">
            <a:pathLst>
              <a:path w="8078" h="16157">
                <a:moveTo>
                  <a:pt x="7811" y="4"/>
                </a:move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  <a:lnTo>
                  <a:pt x="8078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D1E962-9E33-4A01-AE67-ECB0068644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857449"/>
            <a:ext cx="8078" cy="16157"/>
          </a:xfrm>
          <a:custGeom xmlns:a="http://schemas.openxmlformats.org/drawingml/2006/main">
            <a:pathLst>
              <a:path w="8078" h="16157" fill="none">
                <a:moveTo>
                  <a:pt x="8078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1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209727-05BB-4F4E-A171-7534869FA3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1"/>
          </a:xfrm>
          <a:custGeom xmlns:a="http://schemas.openxmlformats.org/drawingml/2006/main">
            <a:pathLst>
              <a:path w="8078" h="8081">
                <a:moveTo>
                  <a:pt x="0" y="2"/>
                </a:moveTo>
                <a:lnTo>
                  <a:pt x="4" y="269"/>
                </a:lnTo>
                <a:lnTo>
                  <a:pt x="18" y="536"/>
                </a:lnTo>
                <a:lnTo>
                  <a:pt x="40" y="800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6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1"/>
                </a:lnTo>
                <a:lnTo>
                  <a:pt x="8078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5170A4-5596-441C-98B2-3F7A75B42A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1"/>
          </a:xfrm>
          <a:custGeom xmlns:a="http://schemas.openxmlformats.org/drawingml/2006/main">
            <a:pathLst>
              <a:path w="8078" h="8081" fill="none"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6"/>
                </a:lnTo>
                <a:lnTo>
                  <a:pt x="40" y="800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6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1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5B1CAB-9492-4865-AEE7-8005526F4D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821575"/>
            <a:ext cx="8078" cy="16157"/>
          </a:xfrm>
          <a:custGeom xmlns:a="http://schemas.openxmlformats.org/drawingml/2006/main">
            <a:pathLst>
              <a:path w="8078" h="16157">
                <a:moveTo>
                  <a:pt x="7811" y="4"/>
                </a:move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  <a:lnTo>
                  <a:pt x="8078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6A5B62-3AF9-49F4-84E1-92BB62CD04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821575"/>
            <a:ext cx="8078" cy="16157"/>
          </a:xfrm>
          <a:custGeom xmlns:a="http://schemas.openxmlformats.org/drawingml/2006/main">
            <a:pathLst>
              <a:path w="8078" h="16157" fill="none">
                <a:moveTo>
                  <a:pt x="8078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1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B06A61-47CA-4693-9888-BD45F67FEC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1"/>
          </a:xfrm>
          <a:custGeom xmlns:a="http://schemas.openxmlformats.org/drawingml/2006/main">
            <a:pathLst>
              <a:path w="8078" h="8081">
                <a:moveTo>
                  <a:pt x="0" y="2"/>
                </a:moveTo>
                <a:lnTo>
                  <a:pt x="4" y="269"/>
                </a:lnTo>
                <a:lnTo>
                  <a:pt x="18" y="536"/>
                </a:lnTo>
                <a:lnTo>
                  <a:pt x="40" y="800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6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1"/>
                </a:lnTo>
                <a:lnTo>
                  <a:pt x="8078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719896-6405-4C2C-9146-6E388D47DD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1"/>
          </a:xfrm>
          <a:custGeom xmlns:a="http://schemas.openxmlformats.org/drawingml/2006/main">
            <a:pathLst>
              <a:path w="8078" h="8081" fill="none"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6"/>
                </a:lnTo>
                <a:lnTo>
                  <a:pt x="40" y="800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6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1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06CC36-957C-4156-8880-2DF12FC7F7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4021165"/>
            <a:ext cx="8078" cy="16157"/>
          </a:xfrm>
          <a:custGeom xmlns:a="http://schemas.openxmlformats.org/drawingml/2006/main">
            <a:pathLst>
              <a:path w="8078" h="16157">
                <a:moveTo>
                  <a:pt x="7811" y="4"/>
                </a:move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  <a:lnTo>
                  <a:pt x="8078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3C5856-048F-4384-94D9-90BD830972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4021165"/>
            <a:ext cx="8078" cy="16157"/>
          </a:xfrm>
          <a:custGeom xmlns:a="http://schemas.openxmlformats.org/drawingml/2006/main">
            <a:pathLst>
              <a:path w="8078" h="16157" fill="none">
                <a:moveTo>
                  <a:pt x="8078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1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836D24-3440-4B4A-8985-A358D68307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774563"/>
            <a:ext cx="8078" cy="16157"/>
          </a:xfrm>
          <a:custGeom xmlns:a="http://schemas.openxmlformats.org/drawingml/2006/main">
            <a:pathLst>
              <a:path w="8078" h="16157">
                <a:moveTo>
                  <a:pt x="7811" y="4"/>
                </a:move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  <a:lnTo>
                  <a:pt x="8078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357747-019B-475B-AF59-3975F1591F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774563"/>
            <a:ext cx="8078" cy="16157"/>
          </a:xfrm>
          <a:custGeom xmlns:a="http://schemas.openxmlformats.org/drawingml/2006/main">
            <a:pathLst>
              <a:path w="8078" h="16157" fill="none">
                <a:moveTo>
                  <a:pt x="8078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1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F10BA0-452B-4B32-A510-F2A5973D96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758098"/>
            <a:ext cx="8078" cy="16157"/>
          </a:xfrm>
          <a:custGeom xmlns:a="http://schemas.openxmlformats.org/drawingml/2006/main">
            <a:pathLst>
              <a:path w="8078" h="16157">
                <a:moveTo>
                  <a:pt x="7811" y="4"/>
                </a:move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  <a:lnTo>
                  <a:pt x="8078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D3D988-FB7E-4652-B920-C98260F4CD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758098"/>
            <a:ext cx="8078" cy="16157"/>
          </a:xfrm>
          <a:custGeom xmlns:a="http://schemas.openxmlformats.org/drawingml/2006/main">
            <a:pathLst>
              <a:path w="8078" h="16157" fill="none">
                <a:moveTo>
                  <a:pt x="8078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1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BF349E-5F2D-408D-BEDD-58D1EAF72C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742483"/>
            <a:ext cx="8078" cy="16157"/>
          </a:xfrm>
          <a:custGeom xmlns:a="http://schemas.openxmlformats.org/drawingml/2006/main">
            <a:pathLst>
              <a:path w="8078" h="16157">
                <a:moveTo>
                  <a:pt x="7811" y="4"/>
                </a:move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  <a:lnTo>
                  <a:pt x="8078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37386F-CAD8-420C-AFD3-341E1CDE03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742483"/>
            <a:ext cx="8078" cy="16157"/>
          </a:xfrm>
          <a:custGeom xmlns:a="http://schemas.openxmlformats.org/drawingml/2006/main">
            <a:pathLst>
              <a:path w="8078" h="16157" fill="none">
                <a:moveTo>
                  <a:pt x="8078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1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8266BD-FEA5-4B0A-AD7B-2EA3101C33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1"/>
          </a:xfrm>
          <a:custGeom xmlns:a="http://schemas.openxmlformats.org/drawingml/2006/main">
            <a:pathLst>
              <a:path w="8078" h="8081">
                <a:moveTo>
                  <a:pt x="0" y="2"/>
                </a:moveTo>
                <a:lnTo>
                  <a:pt x="4" y="269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5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6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1"/>
                </a:lnTo>
                <a:lnTo>
                  <a:pt x="8078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2AB567-2404-4083-A70B-05689302E1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1"/>
          </a:xfrm>
          <a:custGeom xmlns:a="http://schemas.openxmlformats.org/drawingml/2006/main">
            <a:pathLst>
              <a:path w="8078" h="8081" fill="none"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5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6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1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346E5C-104D-4908-9AE3-54ACFC7737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3797" y="391130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05C01B-A7B3-44AE-8CFA-722214CB56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3797" y="391130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1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3B021E-A37A-454F-8BA8-49D3FF04A8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900562"/>
            <a:ext cx="8078" cy="16157"/>
          </a:xfrm>
          <a:custGeom xmlns:a="http://schemas.openxmlformats.org/drawingml/2006/main">
            <a:pathLst>
              <a:path w="8078" h="16157">
                <a:moveTo>
                  <a:pt x="7811" y="4"/>
                </a:move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  <a:lnTo>
                  <a:pt x="8078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8A0F73-8861-4938-8281-78922C781B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900562"/>
            <a:ext cx="8078" cy="16157"/>
          </a:xfrm>
          <a:custGeom xmlns:a="http://schemas.openxmlformats.org/drawingml/2006/main">
            <a:pathLst>
              <a:path w="8078" h="16157" fill="none">
                <a:moveTo>
                  <a:pt x="8078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1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D6D01F-CF07-44A4-950B-5B3C294E47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4050680"/>
            <a:ext cx="8078" cy="16157"/>
          </a:xfrm>
          <a:custGeom xmlns:a="http://schemas.openxmlformats.org/drawingml/2006/main">
            <a:pathLst>
              <a:path w="8078" h="16157">
                <a:moveTo>
                  <a:pt x="7811" y="4"/>
                </a:move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  <a:lnTo>
                  <a:pt x="8078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93B229-F1D6-427F-B275-9966F58299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4050680"/>
            <a:ext cx="8078" cy="16157"/>
          </a:xfrm>
          <a:custGeom xmlns:a="http://schemas.openxmlformats.org/drawingml/2006/main">
            <a:pathLst>
              <a:path w="8078" h="16157" fill="none">
                <a:moveTo>
                  <a:pt x="8078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1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E7077F-C75B-4EA3-A852-2B3D13C875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61203" y="402390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B23642-9F30-4F41-9D78-F46F15B26D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61203" y="402390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1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3C9982-4A1B-4B25-82A2-CDDD9AE3BF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4040228"/>
            <a:ext cx="8078" cy="16157"/>
          </a:xfrm>
          <a:custGeom xmlns:a="http://schemas.openxmlformats.org/drawingml/2006/main">
            <a:pathLst>
              <a:path w="8078" h="16157">
                <a:moveTo>
                  <a:pt x="7811" y="4"/>
                </a:move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  <a:lnTo>
                  <a:pt x="8078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B1AF66-91D3-4989-8C43-22DA88A87E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4040228"/>
            <a:ext cx="8078" cy="16157"/>
          </a:xfrm>
          <a:custGeom xmlns:a="http://schemas.openxmlformats.org/drawingml/2006/main">
            <a:pathLst>
              <a:path w="8078" h="16157" fill="none">
                <a:moveTo>
                  <a:pt x="8078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1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376BA8-931F-48E5-A96D-1B9DC5958D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4020165"/>
            <a:ext cx="8078" cy="16157"/>
          </a:xfrm>
          <a:custGeom xmlns:a="http://schemas.openxmlformats.org/drawingml/2006/main">
            <a:pathLst>
              <a:path w="8078" h="16157">
                <a:moveTo>
                  <a:pt x="7811" y="4"/>
                </a:move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  <a:lnTo>
                  <a:pt x="8078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D450E0-F43A-4429-ACB0-17A8FB4CA7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4020165"/>
            <a:ext cx="8078" cy="16157"/>
          </a:xfrm>
          <a:custGeom xmlns:a="http://schemas.openxmlformats.org/drawingml/2006/main">
            <a:pathLst>
              <a:path w="8078" h="16157" fill="none">
                <a:moveTo>
                  <a:pt x="8078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1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428B8D-5A10-4439-A768-9F26326E01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907746"/>
            <a:ext cx="8078" cy="16157"/>
          </a:xfrm>
          <a:custGeom xmlns:a="http://schemas.openxmlformats.org/drawingml/2006/main">
            <a:pathLst>
              <a:path w="8078" h="16157">
                <a:moveTo>
                  <a:pt x="7811" y="4"/>
                </a:move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  <a:lnTo>
                  <a:pt x="8078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68A5C7-AE16-44C9-A45D-417D179412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907746"/>
            <a:ext cx="8078" cy="16157"/>
          </a:xfrm>
          <a:custGeom xmlns:a="http://schemas.openxmlformats.org/drawingml/2006/main">
            <a:pathLst>
              <a:path w="8078" h="16157" fill="none">
                <a:moveTo>
                  <a:pt x="8078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1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5C5CAC-7FDE-4A23-8245-900F509423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50325" y="467148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DBDC9A-BA0A-4BED-A2E0-C55F8F49CC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50325" y="467148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1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5A9794-3F45-482E-95A0-54581D35D5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25194" y="417297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CC41E4-BC1D-4BE7-A7FA-E3E1EA2D5E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25194" y="417297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1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C7A71A-2FA9-4080-B6F3-7EB1B0C767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3830" y="402034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A45E6F-666E-442B-82BF-FDEB598E3D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3830" y="402034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1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5013F9-40F7-4D1C-A267-B1C0FC4966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9311" y="419552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7BB56F-3156-4013-8ABC-4C8EFDCE27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9311" y="419552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1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9AC352-E33B-4033-9D6F-A1BC04F19F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3923" y="419530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A7434D-D20B-45A5-A1CB-5BE8DB2AF5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3923" y="419530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1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7D88B8-EF1D-445C-90AB-56AE34E67F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9922" y="408684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198F0C-BB34-4765-B641-76BD8AAD81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9922" y="408684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1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9CE473-48F5-4F13-8673-B26F620CFD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2197" y="424056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215329-2106-4466-AD7C-134BF8364D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2197" y="424056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1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E807AB-BB49-4773-8D4B-256764658F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3505" y="417272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670B15-18DB-4FB9-9267-0DE1D032DA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3505" y="417272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1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B7930E-3FDB-479A-AE72-D7A31EAEE9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5590" y="386391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0EA856-2B12-49AC-9F4E-A123BF889D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5590" y="386391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1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D2070C-30D9-46AF-9826-26B535EC11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0"/>
          </a:xfrm>
          <a:custGeom xmlns:a="http://schemas.openxmlformats.org/drawingml/2006/main">
            <a:pathLst>
              <a:path w="8078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2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1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8" y="8080"/>
                </a:lnTo>
                <a:lnTo>
                  <a:pt x="8078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75530E-3769-44C5-86E7-248DEC5126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0"/>
          </a:xfrm>
          <a:custGeom xmlns:a="http://schemas.openxmlformats.org/drawingml/2006/main">
            <a:pathLst>
              <a:path w="8078" h="8080" fill="none"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2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1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8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1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19AC20-D7AD-4883-B67B-D154776431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16478" y="379744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E9CA5C-528E-431A-AD72-6C464B9DDA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16478" y="379744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1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FAC6B4-6003-4880-9E60-AC58EA04A5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12047" y="377129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FA8D0A-6EB7-421A-9346-6FC9DE5200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12047" y="377129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1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362381-BF16-466F-A0C2-CCA21D9ADF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04590" y="375013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84DAA4-6D83-44F3-BFAE-C2759965B3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04590" y="375013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1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78344D-FE66-421A-8AD9-211FEB7B92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56201"/>
            <a:ext cx="8078" cy="16157"/>
          </a:xfrm>
          <a:custGeom xmlns:a="http://schemas.openxmlformats.org/drawingml/2006/main">
            <a:pathLst>
              <a:path w="8078" h="16157">
                <a:moveTo>
                  <a:pt x="7811" y="4"/>
                </a:move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  <a:lnTo>
                  <a:pt x="8078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BF760B-48C1-4295-ADD9-C94D9F28A9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56201"/>
            <a:ext cx="8078" cy="16157"/>
          </a:xfrm>
          <a:custGeom xmlns:a="http://schemas.openxmlformats.org/drawingml/2006/main">
            <a:pathLst>
              <a:path w="8078" h="16157" fill="none">
                <a:moveTo>
                  <a:pt x="8078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1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7F3684-B0A7-4E40-8F8D-595880C1F0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59463" y="467840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403793-6E47-4450-B2AE-34FF6574D9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59463" y="467840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1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7AAE0D-0BCD-4805-AAE9-91B85550AA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0"/>
          </a:xfrm>
          <a:custGeom xmlns:a="http://schemas.openxmlformats.org/drawingml/2006/main">
            <a:pathLst>
              <a:path w="8078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8" y="8080"/>
                </a:lnTo>
                <a:lnTo>
                  <a:pt x="8078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B0A8BB-09D2-4672-8E84-57418A2C18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0"/>
          </a:xfrm>
          <a:custGeom xmlns:a="http://schemas.openxmlformats.org/drawingml/2006/main">
            <a:pathLst>
              <a:path w="8078" h="8080" fill="none"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8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1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279E58-BE53-4A18-9018-F2FBBBA167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0"/>
          </a:xfrm>
          <a:custGeom xmlns:a="http://schemas.openxmlformats.org/drawingml/2006/main">
            <a:pathLst>
              <a:path w="8078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8" y="8080"/>
                </a:lnTo>
                <a:lnTo>
                  <a:pt x="8078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B0F36F-0449-443D-A7A5-B0CEA9D342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0"/>
          </a:xfrm>
          <a:custGeom xmlns:a="http://schemas.openxmlformats.org/drawingml/2006/main">
            <a:pathLst>
              <a:path w="8078" h="8080" fill="none"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8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1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355B36-7DF2-4681-B601-470FDB4A74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3970" y="386094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CFECB0-B5FD-49A6-84C6-9778E94F16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3970" y="386094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1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CB42F1-D93F-43D1-A9A2-BD414ADC29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4434" y="410174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E507A9-1AD2-4B70-B20A-484E0C0AD3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4434" y="410174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1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9B02D8-AED0-4892-94FF-868158D0BC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39296" y="372336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37DB5B-FB5F-4708-93E6-751E7BD775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39296" y="372336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1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DA0274-554E-4982-A11D-1B07126147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95121" y="374504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2D3DDA-D707-4E6B-A2BC-B55BAC2A24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95121" y="374504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1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D2759D-BC74-4AAE-BD50-4926DFB0C0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0827" y="393629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774E39-1867-413F-A5FD-CA6B40E1EA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0827" y="393629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1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CF7B9B-6143-49F6-A7FE-9C5FB2A04C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5389" y="390699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C7C5C0-9629-4B9C-839A-F2B5DB3250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5389" y="390699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1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BD72F6-FD12-4031-93EB-3282922CF3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19558" y="374412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8C3FEC-0D88-4694-B684-F726F9EA49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19558" y="374412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1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73A21C-1EED-4D4E-BA4F-27B364E4AA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644319"/>
            <a:ext cx="8078" cy="16157"/>
          </a:xfrm>
          <a:custGeom xmlns:a="http://schemas.openxmlformats.org/drawingml/2006/main">
            <a:pathLst>
              <a:path w="8078" h="16157">
                <a:moveTo>
                  <a:pt x="7811" y="4"/>
                </a:move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  <a:lnTo>
                  <a:pt x="8078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893080-5D2F-4889-9BB6-8FBBA8CDBA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644319"/>
            <a:ext cx="8078" cy="16157"/>
          </a:xfrm>
          <a:custGeom xmlns:a="http://schemas.openxmlformats.org/drawingml/2006/main">
            <a:pathLst>
              <a:path w="8078" h="16157" fill="none">
                <a:moveTo>
                  <a:pt x="8078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1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EE9E63-0EA6-44F4-9331-C8FBD08193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14965" y="383987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69AFA4-AF3D-4F7D-8858-817929507D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14965" y="383987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2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DCBE38-49F5-4B8E-B12E-B925036FB6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56926" y="3506222"/>
            <a:ext cx="16157" cy="8080"/>
          </a:xfrm>
          <a:custGeom xmlns:a="http://schemas.openxmlformats.org/drawingml/2006/main">
            <a:pathLst>
              <a:path w="16157" h="8080">
                <a:moveTo>
                  <a:pt x="8612" y="8063"/>
                </a:move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3"/>
                </a:lnTo>
                <a:lnTo>
                  <a:pt x="9920" y="7868"/>
                </a:lnTo>
                <a:lnTo>
                  <a:pt x="10175" y="7803"/>
                </a:lnTo>
                <a:lnTo>
                  <a:pt x="10428" y="7731"/>
                </a:lnTo>
                <a:lnTo>
                  <a:pt x="10678" y="7650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1"/>
                </a:lnTo>
                <a:lnTo>
                  <a:pt x="12339" y="6865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5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1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3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1"/>
                </a:lnTo>
                <a:lnTo>
                  <a:pt x="16157" y="0"/>
                </a:lnTo>
                <a:lnTo>
                  <a:pt x="0" y="0"/>
                </a:ln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346" y="8076"/>
                </a:lnTo>
                <a:lnTo>
                  <a:pt x="8612" y="8063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DACE43-6ABE-40F1-9AE2-C141FE68DA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56926" y="3506222"/>
            <a:ext cx="16157" cy="8080"/>
          </a:xfrm>
          <a:custGeom xmlns:a="http://schemas.openxmlformats.org/drawingml/2006/main">
            <a:pathLst>
              <a:path w="16157" h="8080" fill="none">
                <a:moveTo>
                  <a:pt x="8079" y="8080"/>
                </a:moveTo>
                <a:lnTo>
                  <a:pt x="8346" y="8076"/>
                </a:lnTo>
                <a:lnTo>
                  <a:pt x="8612" y="8063"/>
                </a:ln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3"/>
                </a:lnTo>
                <a:lnTo>
                  <a:pt x="9920" y="7868"/>
                </a:lnTo>
                <a:lnTo>
                  <a:pt x="10175" y="7803"/>
                </a:lnTo>
                <a:lnTo>
                  <a:pt x="10428" y="7731"/>
                </a:lnTo>
                <a:lnTo>
                  <a:pt x="10678" y="7650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1"/>
                </a:lnTo>
                <a:lnTo>
                  <a:pt x="12339" y="6865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5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1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3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1"/>
                </a:lnTo>
                <a:lnTo>
                  <a:pt x="16157" y="0"/>
                </a:lnTo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2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8E03AF-FEC6-48FA-9F2E-6A1F822025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0"/>
          </a:xfrm>
          <a:custGeom xmlns:a="http://schemas.openxmlformats.org/drawingml/2006/main">
            <a:pathLst>
              <a:path w="8078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0"/>
                </a:lnTo>
                <a:lnTo>
                  <a:pt x="8078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1A8D85-AEB5-4887-BC3C-0D8FA4994C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0"/>
          </a:xfrm>
          <a:custGeom xmlns:a="http://schemas.openxmlformats.org/drawingml/2006/main">
            <a:pathLst>
              <a:path w="8078" h="8080" fill="none"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2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54C885-07AB-4010-B240-6CEA46C8BA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0"/>
          </a:xfrm>
          <a:custGeom xmlns:a="http://schemas.openxmlformats.org/drawingml/2006/main">
            <a:pathLst>
              <a:path w="8078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0"/>
                </a:lnTo>
                <a:lnTo>
                  <a:pt x="8078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9F604A-36D7-48C0-B768-5F2CB78FBD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0"/>
          </a:xfrm>
          <a:custGeom xmlns:a="http://schemas.openxmlformats.org/drawingml/2006/main">
            <a:pathLst>
              <a:path w="8078" h="8080" fill="none"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2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3EE09A-9CCB-4B6C-BA40-32A0A1F5FC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0"/>
          </a:xfrm>
          <a:custGeom xmlns:a="http://schemas.openxmlformats.org/drawingml/2006/main">
            <a:pathLst>
              <a:path w="8078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0"/>
                </a:lnTo>
                <a:lnTo>
                  <a:pt x="8078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0E713B-D036-4428-82E6-5BDD12D3C8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0"/>
          </a:xfrm>
          <a:custGeom xmlns:a="http://schemas.openxmlformats.org/drawingml/2006/main">
            <a:pathLst>
              <a:path w="8078" h="8080" fill="none"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2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50B3A7-845D-4F73-8A8C-C5DC10DAFA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0"/>
          </a:xfrm>
          <a:custGeom xmlns:a="http://schemas.openxmlformats.org/drawingml/2006/main">
            <a:pathLst>
              <a:path w="8078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0"/>
                </a:lnTo>
                <a:lnTo>
                  <a:pt x="8078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74BBF1-0BA2-4AA4-85CA-288DD2D27C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0"/>
          </a:xfrm>
          <a:custGeom xmlns:a="http://schemas.openxmlformats.org/drawingml/2006/main">
            <a:pathLst>
              <a:path w="8078" h="8080" fill="none"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2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6D775A-684F-444D-9079-02B02AEA7A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39420" y="363392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7981A8-7186-4DF7-A7AB-FF4812D6B0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39420" y="363392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2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D7815B-82D0-43DF-9C03-65C29B33AB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24153" y="361157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94A80B-3FC5-4003-B031-82415EA0C9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24153" y="361157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2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C922A6-EE15-4634-9B0D-35A2B9011E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23981" y="374194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4F71BF-2895-4E93-9840-2E3EE4027B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23981" y="374194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2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8278AB-B516-4793-AA93-715506F8AD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21185" y="3506222"/>
            <a:ext cx="16157" cy="8080"/>
          </a:xfrm>
          <a:custGeom xmlns:a="http://schemas.openxmlformats.org/drawingml/2006/main">
            <a:pathLst>
              <a:path w="16157" h="8080">
                <a:moveTo>
                  <a:pt x="8612" y="8063"/>
                </a:move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3"/>
                </a:lnTo>
                <a:lnTo>
                  <a:pt x="9920" y="7868"/>
                </a:lnTo>
                <a:lnTo>
                  <a:pt x="10175" y="7803"/>
                </a:lnTo>
                <a:lnTo>
                  <a:pt x="10428" y="7731"/>
                </a:lnTo>
                <a:lnTo>
                  <a:pt x="10678" y="7650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1"/>
                </a:lnTo>
                <a:lnTo>
                  <a:pt x="12339" y="6865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5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1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3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1"/>
                </a:lnTo>
                <a:lnTo>
                  <a:pt x="16157" y="0"/>
                </a:lnTo>
                <a:lnTo>
                  <a:pt x="0" y="0"/>
                </a:ln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346" y="8076"/>
                </a:lnTo>
                <a:lnTo>
                  <a:pt x="8612" y="8063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EDE9D8-CE33-4E11-9044-92C4B7805F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21185" y="3506222"/>
            <a:ext cx="16157" cy="8080"/>
          </a:xfrm>
          <a:custGeom xmlns:a="http://schemas.openxmlformats.org/drawingml/2006/main">
            <a:pathLst>
              <a:path w="16157" h="8080" fill="none">
                <a:moveTo>
                  <a:pt x="8079" y="8080"/>
                </a:moveTo>
                <a:lnTo>
                  <a:pt x="8346" y="8076"/>
                </a:lnTo>
                <a:lnTo>
                  <a:pt x="8612" y="8063"/>
                </a:ln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3"/>
                </a:lnTo>
                <a:lnTo>
                  <a:pt x="9920" y="7868"/>
                </a:lnTo>
                <a:lnTo>
                  <a:pt x="10175" y="7803"/>
                </a:lnTo>
                <a:lnTo>
                  <a:pt x="10428" y="7731"/>
                </a:lnTo>
                <a:lnTo>
                  <a:pt x="10678" y="7650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1"/>
                </a:lnTo>
                <a:lnTo>
                  <a:pt x="12339" y="6865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5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1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3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1"/>
                </a:lnTo>
                <a:lnTo>
                  <a:pt x="16157" y="0"/>
                </a:lnTo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2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387E36-72F7-4616-80A3-40E0D76740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0"/>
          </a:xfrm>
          <a:custGeom xmlns:a="http://schemas.openxmlformats.org/drawingml/2006/main">
            <a:pathLst>
              <a:path w="8078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0"/>
                </a:lnTo>
                <a:lnTo>
                  <a:pt x="8078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087B81-7679-47F2-8D73-3BF5B66675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0"/>
          </a:xfrm>
          <a:custGeom xmlns:a="http://schemas.openxmlformats.org/drawingml/2006/main">
            <a:pathLst>
              <a:path w="8078" h="8080" fill="none"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2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8B0897-04CA-469E-A11F-96FB0F95B8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0"/>
          </a:xfrm>
          <a:custGeom xmlns:a="http://schemas.openxmlformats.org/drawingml/2006/main">
            <a:pathLst>
              <a:path w="8078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0"/>
                </a:lnTo>
                <a:lnTo>
                  <a:pt x="8078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707B5D-A2C7-442D-B94A-3CCCF7ABEC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0"/>
          </a:xfrm>
          <a:custGeom xmlns:a="http://schemas.openxmlformats.org/drawingml/2006/main">
            <a:pathLst>
              <a:path w="8078" h="8080" fill="none"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2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8A5634-D190-40CE-97E7-6802CBBC8A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71703" y="3506222"/>
            <a:ext cx="16157" cy="8080"/>
          </a:xfrm>
          <a:custGeom xmlns:a="http://schemas.openxmlformats.org/drawingml/2006/main">
            <a:pathLst>
              <a:path w="16157" h="8080">
                <a:moveTo>
                  <a:pt x="8612" y="8063"/>
                </a:move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3"/>
                </a:lnTo>
                <a:lnTo>
                  <a:pt x="9920" y="7868"/>
                </a:lnTo>
                <a:lnTo>
                  <a:pt x="10175" y="7803"/>
                </a:lnTo>
                <a:lnTo>
                  <a:pt x="10428" y="7731"/>
                </a:lnTo>
                <a:lnTo>
                  <a:pt x="10678" y="7650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1"/>
                </a:lnTo>
                <a:lnTo>
                  <a:pt x="12339" y="6865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5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1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3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1"/>
                </a:lnTo>
                <a:lnTo>
                  <a:pt x="16157" y="0"/>
                </a:lnTo>
                <a:lnTo>
                  <a:pt x="0" y="0"/>
                </a:ln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346" y="8076"/>
                </a:lnTo>
                <a:lnTo>
                  <a:pt x="8612" y="8063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594A86-72B4-4A5D-8D4D-63714DEE4C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71703" y="3506222"/>
            <a:ext cx="16157" cy="8080"/>
          </a:xfrm>
          <a:custGeom xmlns:a="http://schemas.openxmlformats.org/drawingml/2006/main">
            <a:pathLst>
              <a:path w="16157" h="8080" fill="none">
                <a:moveTo>
                  <a:pt x="8079" y="8080"/>
                </a:moveTo>
                <a:lnTo>
                  <a:pt x="8346" y="8076"/>
                </a:lnTo>
                <a:lnTo>
                  <a:pt x="8612" y="8063"/>
                </a:ln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3"/>
                </a:lnTo>
                <a:lnTo>
                  <a:pt x="9920" y="7868"/>
                </a:lnTo>
                <a:lnTo>
                  <a:pt x="10175" y="7803"/>
                </a:lnTo>
                <a:lnTo>
                  <a:pt x="10428" y="7731"/>
                </a:lnTo>
                <a:lnTo>
                  <a:pt x="10678" y="7650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1"/>
                </a:lnTo>
                <a:lnTo>
                  <a:pt x="12339" y="6865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5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1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3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1"/>
                </a:lnTo>
                <a:lnTo>
                  <a:pt x="16157" y="0"/>
                </a:lnTo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2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821AED-EEDF-4FFA-A8A9-9682F0AF33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0"/>
          </a:xfrm>
          <a:custGeom xmlns:a="http://schemas.openxmlformats.org/drawingml/2006/main">
            <a:pathLst>
              <a:path w="8078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0"/>
                </a:lnTo>
                <a:lnTo>
                  <a:pt x="8078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245833-3C6A-45A9-A632-29127BDF4D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0"/>
          </a:xfrm>
          <a:custGeom xmlns:a="http://schemas.openxmlformats.org/drawingml/2006/main">
            <a:pathLst>
              <a:path w="8078" h="8080" fill="none"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2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7C9834-7506-44CA-A34E-71EE6163CC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0"/>
          </a:xfrm>
          <a:custGeom xmlns:a="http://schemas.openxmlformats.org/drawingml/2006/main">
            <a:pathLst>
              <a:path w="8078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0"/>
                </a:lnTo>
                <a:lnTo>
                  <a:pt x="8078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C882EB-DD68-4822-B8C6-61343580FD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0"/>
          </a:xfrm>
          <a:custGeom xmlns:a="http://schemas.openxmlformats.org/drawingml/2006/main">
            <a:pathLst>
              <a:path w="8078" h="8080" fill="none"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2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120013-37B4-4589-86E9-FF7CF001A0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0"/>
          </a:xfrm>
          <a:custGeom xmlns:a="http://schemas.openxmlformats.org/drawingml/2006/main">
            <a:pathLst>
              <a:path w="8078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0"/>
                </a:lnTo>
                <a:lnTo>
                  <a:pt x="8078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2FCC1A-0CED-4515-92D9-6C30171FB7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0"/>
          </a:xfrm>
          <a:custGeom xmlns:a="http://schemas.openxmlformats.org/drawingml/2006/main">
            <a:pathLst>
              <a:path w="8078" h="8080" fill="none"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2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61E641-4032-4552-B49F-2DA25C154D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0"/>
          </a:xfrm>
          <a:custGeom xmlns:a="http://schemas.openxmlformats.org/drawingml/2006/main">
            <a:pathLst>
              <a:path w="8078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0"/>
                </a:lnTo>
                <a:lnTo>
                  <a:pt x="8078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0E41E5-DE78-4555-BBBF-609CEE9944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3240" y="3506222"/>
            <a:ext cx="8078" cy="8080"/>
          </a:xfrm>
          <a:custGeom xmlns:a="http://schemas.openxmlformats.org/drawingml/2006/main">
            <a:pathLst>
              <a:path w="8078" h="8080" fill="none"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2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BD608C-0A99-4B74-9D18-694D4E692E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56472" y="367215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A8595B-FE4A-406B-8A9C-03A3734A59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56472" y="367215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2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A4CE2A-C8DC-475F-88B8-ED08D99E02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01977" y="370077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4160A0-DA8D-4000-8897-DBBC211B53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01977" y="370077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2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1A0784-0F7F-4930-9D13-29B0BFD578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95341" y="356382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7AA4FC-105D-494F-84B1-E17904CF91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95341" y="356382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2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F52221-86E3-420D-B4A5-5BEC79830D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13543" y="370156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37F368-8AC2-4A8B-A509-259A0E1913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13543" y="370156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2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7AAF59-C98C-4EC9-9914-A1EBEEE8AF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23024" y="357265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256461-7772-4C21-BDAA-23A4CE1B18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23024" y="357265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2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A03FF2-ECFC-4684-991D-C61856FC15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23201" y="371107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6B78E7-FA8A-44F6-BE3B-7CDA742749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23201" y="371107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2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2393B9-098D-4118-9648-0D384343AF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93259" y="356574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786167-FD24-4C99-B1FB-3C7571918B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93259" y="356574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2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51216D-8DBE-4E07-9491-9C0FDC74A1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21553" y="370352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2EF7B3-FE74-420F-9C90-A7E8B87603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21553" y="370352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2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902CE7-EC26-4A91-93E5-F6C4753C27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18528" y="4708010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1472F1-0506-409F-AF78-1F36F10C85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18528" y="4708010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7250" name="Text 0">
            <a:extLst xmlns:a="http://schemas.openxmlformats.org/drawingml/2006/main">
              <a:ext uri="{FF2B5EF4-FFF2-40B4-BE49-F238E27FC236}">
                <a16:creationId xmlns:a16="http://schemas.microsoft.com/office/drawing/2014/main" id="{689FBD08-6A9D-45B8-81A4-5C1B2722C4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95340" y="4755881"/>
            <a:ext cx="43693" cy="65625"/>
          </a:xfrm>
          <a:custGeom xmlns:a="http://schemas.openxmlformats.org/drawingml/2006/main">
            <a:pathLst>
              <a:path w="43693" h="65625">
                <a:moveTo>
                  <a:pt x="21847" y="6774"/>
                </a:moveTo>
                <a:cubicBezTo>
                  <a:pt x="17443" y="6774"/>
                  <a:pt x="14134" y="8942"/>
                  <a:pt x="11918" y="13278"/>
                </a:cubicBezTo>
                <a:cubicBezTo>
                  <a:pt x="9703" y="17615"/>
                  <a:pt x="8595" y="24133"/>
                  <a:pt x="8595" y="32833"/>
                </a:cubicBezTo>
                <a:cubicBezTo>
                  <a:pt x="8595" y="41506"/>
                  <a:pt x="9703" y="48010"/>
                  <a:pt x="11918" y="52346"/>
                </a:cubicBezTo>
                <a:cubicBezTo>
                  <a:pt x="14134" y="56682"/>
                  <a:pt x="17443" y="58850"/>
                  <a:pt x="21847" y="58850"/>
                </a:cubicBezTo>
                <a:cubicBezTo>
                  <a:pt x="26278" y="58850"/>
                  <a:pt x="29602" y="56682"/>
                  <a:pt x="31817" y="52346"/>
                </a:cubicBezTo>
                <a:cubicBezTo>
                  <a:pt x="34033" y="48010"/>
                  <a:pt x="35141" y="41506"/>
                  <a:pt x="35141" y="32833"/>
                </a:cubicBezTo>
                <a:cubicBezTo>
                  <a:pt x="35141" y="24133"/>
                  <a:pt x="34033" y="17615"/>
                  <a:pt x="31817" y="13278"/>
                </a:cubicBezTo>
                <a:cubicBezTo>
                  <a:pt x="29602" y="8942"/>
                  <a:pt x="26278" y="6774"/>
                  <a:pt x="21847" y="6774"/>
                </a:cubicBezTo>
                <a:moveTo>
                  <a:pt x="21847" y="0"/>
                </a:moveTo>
                <a:cubicBezTo>
                  <a:pt x="28931" y="0"/>
                  <a:pt x="34344" y="2803"/>
                  <a:pt x="38083" y="8409"/>
                </a:cubicBezTo>
                <a:cubicBezTo>
                  <a:pt x="41823" y="14016"/>
                  <a:pt x="43693" y="22157"/>
                  <a:pt x="43693" y="32833"/>
                </a:cubicBezTo>
                <a:cubicBezTo>
                  <a:pt x="43693" y="43482"/>
                  <a:pt x="41823" y="51609"/>
                  <a:pt x="38083" y="57215"/>
                </a:cubicBezTo>
                <a:cubicBezTo>
                  <a:pt x="34344" y="62821"/>
                  <a:pt x="28931" y="65625"/>
                  <a:pt x="21847" y="65625"/>
                </a:cubicBezTo>
                <a:cubicBezTo>
                  <a:pt x="14762" y="65625"/>
                  <a:pt x="9350" y="62821"/>
                  <a:pt x="5610" y="57215"/>
                </a:cubicBezTo>
                <a:cubicBezTo>
                  <a:pt x="1870" y="51609"/>
                  <a:pt x="0" y="43482"/>
                  <a:pt x="0" y="32833"/>
                </a:cubicBezTo>
                <a:cubicBezTo>
                  <a:pt x="0" y="22157"/>
                  <a:pt x="1870" y="14016"/>
                  <a:pt x="5610" y="8409"/>
                </a:cubicBezTo>
                <a:cubicBezTo>
                  <a:pt x="9350" y="2803"/>
                  <a:pt x="14762" y="0"/>
                  <a:pt x="21847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DC12F3-76B1-4CCD-AEB1-728A7EC1AF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85043" y="4708010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D131CF-04D6-4D73-9FBC-261DF1A254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85043" y="4708010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7253" name="Text 10">
            <a:extLst xmlns:a="http://schemas.openxmlformats.org/drawingml/2006/main">
              <a:ext uri="{FF2B5EF4-FFF2-40B4-BE49-F238E27FC236}">
                <a16:creationId xmlns:a16="http://schemas.microsoft.com/office/drawing/2014/main" id="{1D1930B3-FE49-4B84-8CE5-E4391888C7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89796" y="4757236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54" name="Text −1">
            <a:extLst xmlns:a="http://schemas.openxmlformats.org/drawingml/2006/main">
              <a:ext uri="{FF2B5EF4-FFF2-40B4-BE49-F238E27FC236}">
                <a16:creationId xmlns:a16="http://schemas.microsoft.com/office/drawing/2014/main" id="{E503041B-2EB7-4A5B-9646-538963D4F9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97864" y="4744120"/>
            <a:ext cx="77441" cy="44278"/>
          </a:xfrm>
          <a:custGeom xmlns:a="http://schemas.openxmlformats.org/drawingml/2006/main">
            <a:pathLst>
              <a:path w="77441" h="44278">
                <a:moveTo>
                  <a:pt x="0" y="22702"/>
                </a:moveTo>
                <a:lnTo>
                  <a:pt x="37995" y="22702"/>
                </a:lnTo>
                <a:lnTo>
                  <a:pt x="37995" y="27740"/>
                </a:lnTo>
                <a:lnTo>
                  <a:pt x="0" y="27740"/>
                </a:lnTo>
                <a:lnTo>
                  <a:pt x="0" y="22702"/>
                </a:lnTo>
                <a:close/>
                <a:moveTo>
                  <a:pt x="51953" y="39239"/>
                </a:moveTo>
                <a:lnTo>
                  <a:pt x="61734" y="39239"/>
                </a:lnTo>
                <a:lnTo>
                  <a:pt x="61734" y="5453"/>
                </a:lnTo>
                <a:lnTo>
                  <a:pt x="51094" y="7587"/>
                </a:lnTo>
                <a:lnTo>
                  <a:pt x="51094" y="2134"/>
                </a:lnTo>
                <a:lnTo>
                  <a:pt x="61674" y="0"/>
                </a:lnTo>
                <a:lnTo>
                  <a:pt x="67661" y="0"/>
                </a:lnTo>
                <a:lnTo>
                  <a:pt x="67661" y="39239"/>
                </a:lnTo>
                <a:lnTo>
                  <a:pt x="77441" y="39239"/>
                </a:lnTo>
                <a:lnTo>
                  <a:pt x="77441" y="44278"/>
                </a:lnTo>
                <a:lnTo>
                  <a:pt x="51953" y="44278"/>
                </a:lnTo>
                <a:lnTo>
                  <a:pt x="51953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F051D1-3F44-4FB4-BD74-9263BCED30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314906" y="4708010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88D75C-8C57-4911-8C49-E71099A754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314906" y="4708010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7257" name="Text 10">
            <a:extLst xmlns:a="http://schemas.openxmlformats.org/drawingml/2006/main">
              <a:ext uri="{FF2B5EF4-FFF2-40B4-BE49-F238E27FC236}">
                <a16:creationId xmlns:a16="http://schemas.microsoft.com/office/drawing/2014/main" id="{1E006702-FFC4-497F-859B-4E6B73FA47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44949" y="4758027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58" name="Text 0">
            <a:extLst xmlns:a="http://schemas.openxmlformats.org/drawingml/2006/main">
              <a:ext uri="{FF2B5EF4-FFF2-40B4-BE49-F238E27FC236}">
                <a16:creationId xmlns:a16="http://schemas.microsoft.com/office/drawing/2014/main" id="{724DC9C4-28B7-4CF5-949A-4FD3200E9C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350588" y="4744140"/>
            <a:ext cx="30585" cy="45937"/>
          </a:xfrm>
          <a:custGeom xmlns:a="http://schemas.openxmlformats.org/drawingml/2006/main">
            <a:pathLst>
              <a:path w="30585" h="45937">
                <a:moveTo>
                  <a:pt x="15293" y="4742"/>
                </a:moveTo>
                <a:cubicBezTo>
                  <a:pt x="12210" y="4742"/>
                  <a:pt x="9894" y="6260"/>
                  <a:pt x="8343" y="9295"/>
                </a:cubicBezTo>
                <a:cubicBezTo>
                  <a:pt x="6792" y="12330"/>
                  <a:pt x="6016" y="16893"/>
                  <a:pt x="6016" y="22983"/>
                </a:cubicBezTo>
                <a:cubicBezTo>
                  <a:pt x="6016" y="29054"/>
                  <a:pt x="6792" y="33607"/>
                  <a:pt x="8343" y="36642"/>
                </a:cubicBezTo>
                <a:cubicBezTo>
                  <a:pt x="9894" y="39678"/>
                  <a:pt x="12210" y="41195"/>
                  <a:pt x="15293" y="41195"/>
                </a:cubicBezTo>
                <a:cubicBezTo>
                  <a:pt x="18395" y="41195"/>
                  <a:pt x="20721" y="39678"/>
                  <a:pt x="22272" y="36642"/>
                </a:cubicBezTo>
                <a:cubicBezTo>
                  <a:pt x="23823" y="33607"/>
                  <a:pt x="24599" y="29054"/>
                  <a:pt x="24599" y="22983"/>
                </a:cubicBezTo>
                <a:cubicBezTo>
                  <a:pt x="24599" y="16893"/>
                  <a:pt x="23823" y="12330"/>
                  <a:pt x="22272" y="9295"/>
                </a:cubicBezTo>
                <a:cubicBezTo>
                  <a:pt x="20721" y="6260"/>
                  <a:pt x="18395" y="4742"/>
                  <a:pt x="15293" y="4742"/>
                </a:cubicBezTo>
                <a:moveTo>
                  <a:pt x="15293" y="0"/>
                </a:moveTo>
                <a:cubicBezTo>
                  <a:pt x="20252" y="0"/>
                  <a:pt x="24040" y="1962"/>
                  <a:pt x="26658" y="5887"/>
                </a:cubicBezTo>
                <a:cubicBezTo>
                  <a:pt x="29276" y="9811"/>
                  <a:pt x="30585" y="15510"/>
                  <a:pt x="30585" y="22983"/>
                </a:cubicBezTo>
                <a:cubicBezTo>
                  <a:pt x="30585" y="30437"/>
                  <a:pt x="29276" y="36126"/>
                  <a:pt x="26658" y="40051"/>
                </a:cubicBezTo>
                <a:cubicBezTo>
                  <a:pt x="24040" y="43975"/>
                  <a:pt x="20252" y="45937"/>
                  <a:pt x="15293" y="45937"/>
                </a:cubicBezTo>
                <a:cubicBezTo>
                  <a:pt x="10333" y="45937"/>
                  <a:pt x="6545" y="43975"/>
                  <a:pt x="3927" y="40051"/>
                </a:cubicBezTo>
                <a:cubicBezTo>
                  <a:pt x="1309" y="36126"/>
                  <a:pt x="0" y="30437"/>
                  <a:pt x="0" y="22983"/>
                </a:cubicBezTo>
                <a:cubicBezTo>
                  <a:pt x="0" y="15510"/>
                  <a:pt x="1309" y="9811"/>
                  <a:pt x="3927" y="5887"/>
                </a:cubicBezTo>
                <a:cubicBezTo>
                  <a:pt x="6545" y="1962"/>
                  <a:pt x="10333" y="0"/>
                  <a:pt x="1529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2CE090-47DD-4D0E-810E-9C5EA65FB4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44770" y="4708010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F84754-F030-4A0F-993A-67FC072CE4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44770" y="4708010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7261" name="Text 10">
            <a:extLst xmlns:a="http://schemas.openxmlformats.org/drawingml/2006/main">
              <a:ext uri="{FF2B5EF4-FFF2-40B4-BE49-F238E27FC236}">
                <a16:creationId xmlns:a16="http://schemas.microsoft.com/office/drawing/2014/main" id="{B8DCBD25-AD9D-433B-BF7B-709E694FAB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74813" y="4757236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62" name="Text 1">
            <a:extLst xmlns:a="http://schemas.openxmlformats.org/drawingml/2006/main">
              <a:ext uri="{FF2B5EF4-FFF2-40B4-BE49-F238E27FC236}">
                <a16:creationId xmlns:a16="http://schemas.microsoft.com/office/drawing/2014/main" id="{8279F6D4-5AC8-42DE-9881-64A0E95A49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83119" y="4744120"/>
            <a:ext cx="26347" cy="44278"/>
          </a:xfrm>
          <a:custGeom xmlns:a="http://schemas.openxmlformats.org/drawingml/2006/main">
            <a:pathLst>
              <a:path w="26347" h="44278">
                <a:moveTo>
                  <a:pt x="859" y="39239"/>
                </a:moveTo>
                <a:lnTo>
                  <a:pt x="10640" y="39239"/>
                </a:lnTo>
                <a:lnTo>
                  <a:pt x="10640" y="5453"/>
                </a:lnTo>
                <a:lnTo>
                  <a:pt x="0" y="7587"/>
                </a:lnTo>
                <a:lnTo>
                  <a:pt x="0" y="2134"/>
                </a:lnTo>
                <a:lnTo>
                  <a:pt x="10580" y="0"/>
                </a:lnTo>
                <a:lnTo>
                  <a:pt x="16567" y="0"/>
                </a:lnTo>
                <a:lnTo>
                  <a:pt x="16567" y="39239"/>
                </a:lnTo>
                <a:lnTo>
                  <a:pt x="26347" y="39239"/>
                </a:lnTo>
                <a:lnTo>
                  <a:pt x="26347" y="44278"/>
                </a:lnTo>
                <a:lnTo>
                  <a:pt x="859" y="44278"/>
                </a:lnTo>
                <a:lnTo>
                  <a:pt x="859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88D2C1-1A04-40CD-871B-6291F4D325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74634" y="4708010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2DCC41-A20A-446B-A78F-C9728143C1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74634" y="4708010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7265" name="Text 10">
            <a:extLst xmlns:a="http://schemas.openxmlformats.org/drawingml/2006/main">
              <a:ext uri="{FF2B5EF4-FFF2-40B4-BE49-F238E27FC236}">
                <a16:creationId xmlns:a16="http://schemas.microsoft.com/office/drawing/2014/main" id="{8DBF8E8D-B02C-4A3A-929C-D942712AEB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04676" y="4758027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66" name="Text 2">
            <a:extLst xmlns:a="http://schemas.openxmlformats.org/drawingml/2006/main">
              <a:ext uri="{FF2B5EF4-FFF2-40B4-BE49-F238E27FC236}">
                <a16:creationId xmlns:a16="http://schemas.microsoft.com/office/drawing/2014/main" id="{C01055D1-24DF-453F-95D7-7A142749EA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10759" y="4744140"/>
            <a:ext cx="28096" cy="45048"/>
          </a:xfrm>
          <a:custGeom xmlns:a="http://schemas.openxmlformats.org/drawingml/2006/main">
            <a:pathLst>
              <a:path w="28096" h="45048">
                <a:moveTo>
                  <a:pt x="7202" y="40010"/>
                </a:moveTo>
                <a:lnTo>
                  <a:pt x="28096" y="40010"/>
                </a:lnTo>
                <a:lnTo>
                  <a:pt x="28096" y="45048"/>
                </a:lnTo>
                <a:lnTo>
                  <a:pt x="0" y="45048"/>
                </a:lnTo>
                <a:lnTo>
                  <a:pt x="0" y="40010"/>
                </a:lnTo>
                <a:cubicBezTo>
                  <a:pt x="2272" y="37659"/>
                  <a:pt x="5369" y="34502"/>
                  <a:pt x="9291" y="30541"/>
                </a:cubicBezTo>
                <a:cubicBezTo>
                  <a:pt x="13213" y="26579"/>
                  <a:pt x="15678" y="24026"/>
                  <a:pt x="16686" y="22880"/>
                </a:cubicBezTo>
                <a:cubicBezTo>
                  <a:pt x="18602" y="20726"/>
                  <a:pt x="19941" y="18903"/>
                  <a:pt x="20701" y="17412"/>
                </a:cubicBezTo>
                <a:cubicBezTo>
                  <a:pt x="21462" y="15920"/>
                  <a:pt x="21842" y="14453"/>
                  <a:pt x="21842" y="13011"/>
                </a:cubicBezTo>
                <a:cubicBezTo>
                  <a:pt x="21842" y="10659"/>
                  <a:pt x="21018" y="8743"/>
                  <a:pt x="19368" y="7261"/>
                </a:cubicBezTo>
                <a:cubicBezTo>
                  <a:pt x="17718" y="5779"/>
                  <a:pt x="15569" y="5038"/>
                  <a:pt x="12922" y="5038"/>
                </a:cubicBezTo>
                <a:cubicBezTo>
                  <a:pt x="11045" y="5038"/>
                  <a:pt x="9064" y="5367"/>
                  <a:pt x="6979" y="6024"/>
                </a:cubicBezTo>
                <a:cubicBezTo>
                  <a:pt x="4895" y="6681"/>
                  <a:pt x="2667" y="7676"/>
                  <a:pt x="296" y="9010"/>
                </a:cubicBezTo>
                <a:lnTo>
                  <a:pt x="296" y="2964"/>
                </a:lnTo>
                <a:cubicBezTo>
                  <a:pt x="2707" y="1986"/>
                  <a:pt x="4959" y="1247"/>
                  <a:pt x="7054" y="748"/>
                </a:cubicBezTo>
                <a:cubicBezTo>
                  <a:pt x="9148" y="249"/>
                  <a:pt x="11064" y="0"/>
                  <a:pt x="12803" y="0"/>
                </a:cubicBezTo>
                <a:cubicBezTo>
                  <a:pt x="17387" y="0"/>
                  <a:pt x="21042" y="1146"/>
                  <a:pt x="23769" y="3438"/>
                </a:cubicBezTo>
                <a:cubicBezTo>
                  <a:pt x="26495" y="5730"/>
                  <a:pt x="27859" y="8792"/>
                  <a:pt x="27859" y="12625"/>
                </a:cubicBezTo>
                <a:cubicBezTo>
                  <a:pt x="27859" y="14443"/>
                  <a:pt x="27518" y="16167"/>
                  <a:pt x="26836" y="17797"/>
                </a:cubicBezTo>
                <a:cubicBezTo>
                  <a:pt x="26155" y="19427"/>
                  <a:pt x="24915" y="21348"/>
                  <a:pt x="23117" y="23561"/>
                </a:cubicBezTo>
                <a:cubicBezTo>
                  <a:pt x="22623" y="24134"/>
                  <a:pt x="21052" y="25789"/>
                  <a:pt x="18405" y="28526"/>
                </a:cubicBezTo>
                <a:cubicBezTo>
                  <a:pt x="15757" y="31262"/>
                  <a:pt x="12023" y="35090"/>
                  <a:pt x="7202" y="4001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FC7936-50E6-4812-9AAE-F0C667689D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18894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C614AA-92A2-4F16-AF0E-EA42AEE874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18894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2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455CD7-53D9-4D28-97AA-8288299822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19261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D1FA39-8DC9-4E68-B25E-399C78D3AA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19261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2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617543-BA47-4196-AEBF-C9EB8B43B7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19627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3A6040-2C45-4C2C-94CD-5CA68D931F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19627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2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79FA20-C397-44FF-B82F-702C64A551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19994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E5DF8E-B097-4FB0-B140-00D660433A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19994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2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9CF64F-83E5-491B-8571-35332E4469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20360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D4D15B-85A8-4AA6-9F91-801BBAB74B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20360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2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B167E9-C9DE-4E44-8EA9-0B9912ECBC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20727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AE4D37-FDA2-4782-9852-D13EF18AF1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20727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2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EB013B-66DA-4C2E-BD7E-C4007E784E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21093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0C71C4-4097-4898-8AB0-0039B4A499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21093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2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4FD002-3088-45CF-BEF7-C1AE95B689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21460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3E65B8-9387-46A0-A4E4-E24BF8D496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21460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2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2BC6B2-004A-4681-BE8E-D4B6295900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21826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CCCF2F-2D29-4EBC-9AA6-F5AFE4347C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21826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2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B436AE-8ADC-4BEC-B638-32AF8D5A96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22193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FD6AF0-B435-46A2-B037-44AE8505F9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22193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2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58849F-023A-4747-B83B-80EC752161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25858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C7DE66-7D1A-4846-8785-3A89855BAC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25858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2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A91E44-8963-456F-89AD-285920182B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29523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00CD65-2AAE-496F-B453-EBA61623C0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29523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2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955B42-288A-4A4F-91A5-6ACC63A884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33188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33096F-5369-42A7-A7A7-DBBEBFACC3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33188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2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9AEACF-1D3B-433D-A332-B792214927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36854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68B004-2517-4C2B-AAE3-EAFE66ECA6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36854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2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DAFF49-4144-44D1-A810-A45A45FDFC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40519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460336-74A8-4426-B011-EC5BFE3AE9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40519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2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8816AD-27AA-485B-9602-B6008AEEA2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44184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3FA2E9-95B6-4C68-B506-77B58D4A7E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44184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2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283536-F17D-4111-9DF9-63A1E23A79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47849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DDBDEB-A6E0-4B9B-A9D6-EA0CDA4419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47849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3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CCF5FC-353B-49FC-994A-451D6B3200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51514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8ECB73-E801-4D23-AABB-49255AE9A2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51514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3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83D8D3-8D47-43E1-AE5A-7ED2D83752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55179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86F944-583C-4B13-AC03-15A1770C1D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55179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3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0062DB-6BD0-403B-85BC-8189A3C297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1831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548B7D-6A64-441E-8F31-9B3ED39988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1831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3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E318AB-5DEA-4D80-A61C-793297F473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28482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C107B1-FFA0-4108-ACC7-76CC523283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28482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3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381AB9-C80A-427A-A179-03EB725E9B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65134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123F2A-F774-40EC-8C77-DE1FB758DA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65134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3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9CC019-A7C1-4DE1-AAE3-1E835D6C35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01785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552B53-922F-46A3-AD4D-B73FD46BDF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01785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3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E91805-C95B-4AF6-85EB-EA840D97D9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38437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BF6F50-94F5-4E7A-A22F-91D157AAA3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38437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3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C0CA14-B76A-47C4-80B9-619F5DFEF7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75088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C6463A-C2D3-48E6-99E7-C803B181DB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75088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3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1FC11F-C379-4E78-9C77-4074B5F0D7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11740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00B866-64B1-428A-8D1F-11937A3B46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11740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3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C72326-80E3-44FD-BCAD-BD64E3FB33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48391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5ADFF3-D3E7-48B0-8991-15C20D7D62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48391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3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2B5CA9-2C86-4B2F-83FB-7757CDC051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85043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E9DEBF-D1FB-4498-9820-D58769601C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85043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3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32C098-83DD-41EE-BE38-E6EA7A61E5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84342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A9A6E9-CF02-4806-86C1-5A6D69BC30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84342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3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1B0260-BDD8-46C6-B108-7C2AB9D172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42428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427649-D42B-49E1-B24E-A89EF6F77F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42428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3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8A095C-EA0A-48F2-BF50-689F80255B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83641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8CA348-C768-44B7-86F5-CB75C4A92C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83641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3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C798FC-906E-48AE-BC96-66053AC71F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15608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26AF90-8716-43F0-8F65-B15CDBCA29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15608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3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B6C267-078B-4116-BB66-243C18C48F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41727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616168-19F1-49F0-A257-C60C8998E7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41727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3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47835F-C04E-459B-973A-21B67B5B12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63810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B3C133-32A0-482C-B293-F493718124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63810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3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1FDC66-D754-4F5A-8654-2A04B73B34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82939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F736BC-CA7B-4E13-AC97-1E41486E4A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82939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3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7992E7-F9E8-4362-A25B-167CBE28BA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99813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163B5D-A328-4088-AE34-BC15C83ED9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99813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3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3F3B6C-9E74-422A-8CC0-7E792F2189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314906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767C3F-3D51-4174-964F-1A48DFBA29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314906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3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6AB7EA-A1DC-48ED-98FB-6773F8E29D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14205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832864-6ACC-49F0-A407-EEA2CEFB68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14205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3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C72708-F359-485A-A471-B9E698BF7B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72291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B87025-DF47-4424-92E2-512263515A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72291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3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27E35C-C04E-4EEE-BE1D-33C62CAE9E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13504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28863A-14B1-4AA2-AE60-24790B6C78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13504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3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03CE63-EE0C-4323-B335-1FF5FF6863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45471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332C1B-36F3-441C-BBAE-7B454E40BC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45471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3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0AD857-1751-44FF-8933-353C2009C5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71590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0ECE83-978A-40A9-A005-DA37C9F98A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71590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3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31D632-C3BC-4C92-9C6D-108CED0FAA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93674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2B5885-3D3E-4E8E-8E8D-DB937CEBB2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93674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3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C33EAB-9219-4A09-982B-3E72485ECE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2803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30FE6C-7A2D-4AD7-97C6-DA095B14D6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2803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3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DED19A-B7C1-4363-835B-1494DBB19D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29676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57A3D1-CEED-423D-897D-E6B4F31F97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29676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3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919E51-4C5F-4AA1-99B8-E1EDDA56ED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44770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228734-297F-4B68-A5CA-E49A38C35E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44770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3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B1C13D-8E4F-49F4-B93A-42AB999E64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44069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A9DEE5-332A-46CA-A1A0-480C9D40A6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44069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3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3D0311-DB0A-4023-A3A1-48E904C81F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02155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3710DA-147C-4606-B180-1F1E309D34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02155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3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0BFD4A-52D6-415E-B54B-85BD275462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43368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77819C-6AAA-4D7C-83BB-F74C699AE8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43368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3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A3E523-3FE0-46FF-83B2-14EBEE55CE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75335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B34D5E-FD2F-4C9E-A61C-4402AA3386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75335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3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BE5F6B-2003-49ED-8A7B-A179A58030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01454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ECDA5E-C643-4467-8733-62E014AA74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01454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3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D46F2F-4745-4640-ADF9-332755CB56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23537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750816-6008-4C3B-916C-50D5CC74D9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23537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3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7DC3C4-D4ED-43AF-A590-D0201ECB30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42667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D0D830-8728-40D9-ACD1-C1086078A8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42667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3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9E81F8-E16F-4678-BBF9-CDA8274148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59540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E93553-EA33-45B1-BA7A-234462E539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59540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3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271225-901E-45AC-8CEA-19B2B4D977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74634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C08F59-97F7-43C1-A699-29CDD6BF88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74634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3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803D84-5258-40A2-AB43-4F4A7BB798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73933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099F3F-BC74-4551-8E7E-491ECE1FDE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73933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3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EFCFFB-9A34-4C3A-B370-F8850E7C88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32019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302027-4737-404B-A139-44BA47B796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32019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3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8A56DF-3521-4EC8-83E9-6163F1E4B9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73231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B6B5C3-F795-49CC-9115-FF24B474E5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73231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3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97D7BC-CD92-4C55-82C1-A883BF99C8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05199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5F73DD-AA99-4722-9D41-475D2E098B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05199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3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CB3E0F-E968-4AF1-945F-183E3576E4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31318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436483-DEE0-4F75-8C33-DD3DA0D1D5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31318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387" name="Text QSF">
            <a:extLst xmlns:a="http://schemas.openxmlformats.org/drawingml/2006/main">
              <a:ext uri="{FF2B5EF4-FFF2-40B4-BE49-F238E27FC236}">
                <a16:creationId xmlns:a16="http://schemas.microsoft.com/office/drawing/2014/main" id="{D53F8F18-0FBB-4903-91EB-E01E25B1B9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329612" y="4872396"/>
            <a:ext cx="190479" cy="88120"/>
          </a:xfrm>
          <a:custGeom xmlns:a="http://schemas.openxmlformats.org/drawingml/2006/main">
            <a:pathLst>
              <a:path w="190479" h="88120">
                <a:moveTo>
                  <a:pt x="34181" y="8101"/>
                </a:moveTo>
                <a:cubicBezTo>
                  <a:pt x="26937" y="8101"/>
                  <a:pt x="21182" y="10804"/>
                  <a:pt x="16918" y="16209"/>
                </a:cubicBezTo>
                <a:cubicBezTo>
                  <a:pt x="12653" y="21614"/>
                  <a:pt x="10521" y="28979"/>
                  <a:pt x="10521" y="38306"/>
                </a:cubicBezTo>
                <a:cubicBezTo>
                  <a:pt x="10521" y="47599"/>
                  <a:pt x="12653" y="54949"/>
                  <a:pt x="16918" y="60354"/>
                </a:cubicBezTo>
                <a:cubicBezTo>
                  <a:pt x="21182" y="65759"/>
                  <a:pt x="26937" y="68461"/>
                  <a:pt x="34181" y="68461"/>
                </a:cubicBezTo>
                <a:cubicBezTo>
                  <a:pt x="41426" y="68461"/>
                  <a:pt x="47164" y="65759"/>
                  <a:pt x="51395" y="60354"/>
                </a:cubicBezTo>
                <a:cubicBezTo>
                  <a:pt x="55627" y="54949"/>
                  <a:pt x="57743" y="47599"/>
                  <a:pt x="57743" y="38306"/>
                </a:cubicBezTo>
                <a:cubicBezTo>
                  <a:pt x="57743" y="28979"/>
                  <a:pt x="55627" y="21614"/>
                  <a:pt x="51395" y="16209"/>
                </a:cubicBezTo>
                <a:cubicBezTo>
                  <a:pt x="47164" y="10804"/>
                  <a:pt x="41426" y="8101"/>
                  <a:pt x="34181" y="8101"/>
                </a:cubicBezTo>
                <a:moveTo>
                  <a:pt x="48160" y="73796"/>
                </a:moveTo>
                <a:lnTo>
                  <a:pt x="61299" y="88120"/>
                </a:lnTo>
                <a:lnTo>
                  <a:pt x="49247" y="88120"/>
                </a:lnTo>
                <a:lnTo>
                  <a:pt x="38330" y="76358"/>
                </a:lnTo>
                <a:cubicBezTo>
                  <a:pt x="37244" y="76426"/>
                  <a:pt x="36412" y="76477"/>
                  <a:pt x="35836" y="76511"/>
                </a:cubicBezTo>
                <a:cubicBezTo>
                  <a:pt x="35260" y="76545"/>
                  <a:pt x="34708" y="76562"/>
                  <a:pt x="34181" y="76562"/>
                </a:cubicBezTo>
                <a:cubicBezTo>
                  <a:pt x="23808" y="76562"/>
                  <a:pt x="15518" y="73094"/>
                  <a:pt x="9311" y="66158"/>
                </a:cubicBezTo>
                <a:cubicBezTo>
                  <a:pt x="3104" y="59221"/>
                  <a:pt x="0" y="49937"/>
                  <a:pt x="0" y="38306"/>
                </a:cubicBezTo>
                <a:cubicBezTo>
                  <a:pt x="0" y="26641"/>
                  <a:pt x="3104" y="17341"/>
                  <a:pt x="9311" y="10405"/>
                </a:cubicBezTo>
                <a:cubicBezTo>
                  <a:pt x="15518" y="3468"/>
                  <a:pt x="23808" y="0"/>
                  <a:pt x="34181" y="0"/>
                </a:cubicBezTo>
                <a:cubicBezTo>
                  <a:pt x="44521" y="0"/>
                  <a:pt x="52787" y="3468"/>
                  <a:pt x="58977" y="10405"/>
                </a:cubicBezTo>
                <a:cubicBezTo>
                  <a:pt x="65168" y="17341"/>
                  <a:pt x="68264" y="26642"/>
                  <a:pt x="68264" y="38307"/>
                </a:cubicBezTo>
                <a:cubicBezTo>
                  <a:pt x="68264" y="46874"/>
                  <a:pt x="66543" y="54206"/>
                  <a:pt x="63102" y="60302"/>
                </a:cubicBezTo>
                <a:cubicBezTo>
                  <a:pt x="59661" y="66398"/>
                  <a:pt x="54680" y="70896"/>
                  <a:pt x="48160" y="73796"/>
                </a:cubicBezTo>
                <a:close/>
                <a:moveTo>
                  <a:pt x="128070" y="3754"/>
                </a:moveTo>
                <a:lnTo>
                  <a:pt x="128070" y="13534"/>
                </a:lnTo>
                <a:cubicBezTo>
                  <a:pt x="124283" y="11707"/>
                  <a:pt x="120710" y="10344"/>
                  <a:pt x="117351" y="9447"/>
                </a:cubicBezTo>
                <a:cubicBezTo>
                  <a:pt x="113992" y="8549"/>
                  <a:pt x="110749" y="8101"/>
                  <a:pt x="107621" y="8101"/>
                </a:cubicBezTo>
                <a:cubicBezTo>
                  <a:pt x="102187" y="8101"/>
                  <a:pt x="97997" y="9156"/>
                  <a:pt x="95050" y="11267"/>
                </a:cubicBezTo>
                <a:cubicBezTo>
                  <a:pt x="92102" y="13376"/>
                  <a:pt x="90629" y="16376"/>
                  <a:pt x="90629" y="20267"/>
                </a:cubicBezTo>
                <a:cubicBezTo>
                  <a:pt x="90629" y="23532"/>
                  <a:pt x="91608" y="25997"/>
                  <a:pt x="93568" y="27663"/>
                </a:cubicBezTo>
                <a:cubicBezTo>
                  <a:pt x="95527" y="29328"/>
                  <a:pt x="99240" y="30671"/>
                  <a:pt x="104706" y="31693"/>
                </a:cubicBezTo>
                <a:lnTo>
                  <a:pt x="110732" y="32926"/>
                </a:lnTo>
                <a:cubicBezTo>
                  <a:pt x="118175" y="34343"/>
                  <a:pt x="123666" y="36839"/>
                  <a:pt x="127206" y="40414"/>
                </a:cubicBezTo>
                <a:cubicBezTo>
                  <a:pt x="130746" y="43988"/>
                  <a:pt x="132516" y="48773"/>
                  <a:pt x="132516" y="54770"/>
                </a:cubicBezTo>
                <a:cubicBezTo>
                  <a:pt x="132516" y="61918"/>
                  <a:pt x="130120" y="67338"/>
                  <a:pt x="125329" y="71028"/>
                </a:cubicBezTo>
                <a:cubicBezTo>
                  <a:pt x="120537" y="74717"/>
                  <a:pt x="113515" y="76562"/>
                  <a:pt x="104262" y="76562"/>
                </a:cubicBezTo>
                <a:cubicBezTo>
                  <a:pt x="100771" y="76562"/>
                  <a:pt x="97058" y="76163"/>
                  <a:pt x="93123" y="75364"/>
                </a:cubicBezTo>
                <a:cubicBezTo>
                  <a:pt x="89188" y="74566"/>
                  <a:pt x="85113" y="73384"/>
                  <a:pt x="80898" y="71820"/>
                </a:cubicBezTo>
                <a:lnTo>
                  <a:pt x="80898" y="61546"/>
                </a:lnTo>
                <a:cubicBezTo>
                  <a:pt x="84948" y="63835"/>
                  <a:pt x="88916" y="65559"/>
                  <a:pt x="92802" y="66720"/>
                </a:cubicBezTo>
                <a:cubicBezTo>
                  <a:pt x="96688" y="67881"/>
                  <a:pt x="100508" y="68461"/>
                  <a:pt x="104262" y="68461"/>
                </a:cubicBezTo>
                <a:cubicBezTo>
                  <a:pt x="109959" y="68461"/>
                  <a:pt x="114355" y="67341"/>
                  <a:pt x="117450" y="65099"/>
                </a:cubicBezTo>
                <a:cubicBezTo>
                  <a:pt x="120546" y="62857"/>
                  <a:pt x="122093" y="59659"/>
                  <a:pt x="122093" y="55506"/>
                </a:cubicBezTo>
                <a:cubicBezTo>
                  <a:pt x="122093" y="51880"/>
                  <a:pt x="120982" y="49044"/>
                  <a:pt x="118759" y="47001"/>
                </a:cubicBezTo>
                <a:cubicBezTo>
                  <a:pt x="116536" y="44956"/>
                  <a:pt x="112889" y="43423"/>
                  <a:pt x="107818" y="42401"/>
                </a:cubicBezTo>
                <a:lnTo>
                  <a:pt x="101743" y="41217"/>
                </a:lnTo>
                <a:cubicBezTo>
                  <a:pt x="94300" y="39734"/>
                  <a:pt x="88916" y="37411"/>
                  <a:pt x="85590" y="34249"/>
                </a:cubicBezTo>
                <a:cubicBezTo>
                  <a:pt x="82265" y="31086"/>
                  <a:pt x="80602" y="26687"/>
                  <a:pt x="80602" y="21053"/>
                </a:cubicBezTo>
                <a:cubicBezTo>
                  <a:pt x="80602" y="14530"/>
                  <a:pt x="82898" y="9390"/>
                  <a:pt x="87492" y="5634"/>
                </a:cubicBezTo>
                <a:cubicBezTo>
                  <a:pt x="92086" y="1878"/>
                  <a:pt x="98417" y="0"/>
                  <a:pt x="106484" y="0"/>
                </a:cubicBezTo>
                <a:cubicBezTo>
                  <a:pt x="109942" y="0"/>
                  <a:pt x="113466" y="313"/>
                  <a:pt x="117055" y="938"/>
                </a:cubicBezTo>
                <a:cubicBezTo>
                  <a:pt x="120644" y="1564"/>
                  <a:pt x="124316" y="2503"/>
                  <a:pt x="128070" y="3754"/>
                </a:cubicBezTo>
                <a:close/>
                <a:moveTo>
                  <a:pt x="148099" y="1284"/>
                </a:moveTo>
                <a:lnTo>
                  <a:pt x="190479" y="1284"/>
                </a:lnTo>
                <a:lnTo>
                  <a:pt x="190479" y="9681"/>
                </a:lnTo>
                <a:lnTo>
                  <a:pt x="158076" y="9681"/>
                </a:lnTo>
                <a:lnTo>
                  <a:pt x="158076" y="31415"/>
                </a:lnTo>
                <a:lnTo>
                  <a:pt x="187318" y="31415"/>
                </a:lnTo>
                <a:lnTo>
                  <a:pt x="187318" y="39812"/>
                </a:lnTo>
                <a:lnTo>
                  <a:pt x="158076" y="39812"/>
                </a:lnTo>
                <a:lnTo>
                  <a:pt x="158076" y="75080"/>
                </a:lnTo>
                <a:lnTo>
                  <a:pt x="148099" y="75080"/>
                </a:lnTo>
                <a:lnTo>
                  <a:pt x="148099" y="1284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9F01BE-E277-4601-B700-B859B58946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96851" y="4708010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D10A1F-338A-4CE5-8289-B547F38DEC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96851" y="4708010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7390" name="Text 0">
            <a:extLst xmlns:a="http://schemas.openxmlformats.org/drawingml/2006/main">
              <a:ext uri="{FF2B5EF4-FFF2-40B4-BE49-F238E27FC236}">
                <a16:creationId xmlns:a16="http://schemas.microsoft.com/office/drawing/2014/main" id="{20E89219-B31D-42D3-87F2-F92214AC66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19470" y="4675946"/>
            <a:ext cx="43693" cy="65625"/>
          </a:xfrm>
          <a:custGeom xmlns:a="http://schemas.openxmlformats.org/drawingml/2006/main">
            <a:pathLst>
              <a:path w="43693" h="65625">
                <a:moveTo>
                  <a:pt x="21847" y="6774"/>
                </a:moveTo>
                <a:cubicBezTo>
                  <a:pt x="17443" y="6774"/>
                  <a:pt x="14134" y="8942"/>
                  <a:pt x="11918" y="13278"/>
                </a:cubicBezTo>
                <a:cubicBezTo>
                  <a:pt x="9703" y="17615"/>
                  <a:pt x="8595" y="24133"/>
                  <a:pt x="8595" y="32833"/>
                </a:cubicBezTo>
                <a:cubicBezTo>
                  <a:pt x="8595" y="41506"/>
                  <a:pt x="9703" y="48010"/>
                  <a:pt x="11918" y="52346"/>
                </a:cubicBezTo>
                <a:cubicBezTo>
                  <a:pt x="14134" y="56682"/>
                  <a:pt x="17443" y="58850"/>
                  <a:pt x="21847" y="58850"/>
                </a:cubicBezTo>
                <a:cubicBezTo>
                  <a:pt x="26278" y="58850"/>
                  <a:pt x="29602" y="56682"/>
                  <a:pt x="31817" y="52346"/>
                </a:cubicBezTo>
                <a:cubicBezTo>
                  <a:pt x="34033" y="48010"/>
                  <a:pt x="35141" y="41506"/>
                  <a:pt x="35141" y="32833"/>
                </a:cubicBezTo>
                <a:cubicBezTo>
                  <a:pt x="35141" y="24133"/>
                  <a:pt x="34033" y="17615"/>
                  <a:pt x="31817" y="13278"/>
                </a:cubicBezTo>
                <a:cubicBezTo>
                  <a:pt x="29602" y="8942"/>
                  <a:pt x="26278" y="6774"/>
                  <a:pt x="21847" y="6774"/>
                </a:cubicBezTo>
                <a:moveTo>
                  <a:pt x="21847" y="0"/>
                </a:moveTo>
                <a:cubicBezTo>
                  <a:pt x="28931" y="0"/>
                  <a:pt x="34344" y="2803"/>
                  <a:pt x="38083" y="8409"/>
                </a:cubicBezTo>
                <a:cubicBezTo>
                  <a:pt x="41823" y="14016"/>
                  <a:pt x="43693" y="22157"/>
                  <a:pt x="43693" y="32833"/>
                </a:cubicBezTo>
                <a:cubicBezTo>
                  <a:pt x="43693" y="43482"/>
                  <a:pt x="41823" y="51609"/>
                  <a:pt x="38083" y="57215"/>
                </a:cubicBezTo>
                <a:cubicBezTo>
                  <a:pt x="34344" y="62821"/>
                  <a:pt x="28931" y="65625"/>
                  <a:pt x="21847" y="65625"/>
                </a:cubicBezTo>
                <a:cubicBezTo>
                  <a:pt x="14762" y="65625"/>
                  <a:pt x="9350" y="62821"/>
                  <a:pt x="5610" y="57215"/>
                </a:cubicBezTo>
                <a:cubicBezTo>
                  <a:pt x="1870" y="51609"/>
                  <a:pt x="0" y="43482"/>
                  <a:pt x="0" y="32833"/>
                </a:cubicBezTo>
                <a:cubicBezTo>
                  <a:pt x="0" y="22157"/>
                  <a:pt x="1870" y="14016"/>
                  <a:pt x="5610" y="8409"/>
                </a:cubicBezTo>
                <a:cubicBezTo>
                  <a:pt x="9350" y="2803"/>
                  <a:pt x="14762" y="0"/>
                  <a:pt x="21847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50E692-C3C7-42DA-BFAB-E864ACACA3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96851" y="4434897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DAA1D5-EA69-48E1-BBC5-502433830B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96851" y="4434897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7393" name="Text 10">
            <a:extLst xmlns:a="http://schemas.openxmlformats.org/drawingml/2006/main">
              <a:ext uri="{FF2B5EF4-FFF2-40B4-BE49-F238E27FC236}">
                <a16:creationId xmlns:a16="http://schemas.microsoft.com/office/drawing/2014/main" id="{027BDB6B-A463-44D1-A915-89175BF96F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71539" y="4402833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7" y="41506"/>
                  <a:pt x="86497" y="32833"/>
                </a:cubicBezTo>
                <a:cubicBezTo>
                  <a:pt x="86497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94" name="Text −1">
            <a:extLst xmlns:a="http://schemas.openxmlformats.org/drawingml/2006/main">
              <a:ext uri="{FF2B5EF4-FFF2-40B4-BE49-F238E27FC236}">
                <a16:creationId xmlns:a16="http://schemas.microsoft.com/office/drawing/2014/main" id="{4172CF3F-944E-4E36-9525-02829F6C84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79608" y="4389717"/>
            <a:ext cx="77441" cy="44278"/>
          </a:xfrm>
          <a:custGeom xmlns:a="http://schemas.openxmlformats.org/drawingml/2006/main">
            <a:pathLst>
              <a:path w="77441" h="44278">
                <a:moveTo>
                  <a:pt x="0" y="22702"/>
                </a:moveTo>
                <a:lnTo>
                  <a:pt x="37995" y="22702"/>
                </a:lnTo>
                <a:lnTo>
                  <a:pt x="37995" y="27740"/>
                </a:lnTo>
                <a:lnTo>
                  <a:pt x="0" y="27740"/>
                </a:lnTo>
                <a:lnTo>
                  <a:pt x="0" y="22702"/>
                </a:lnTo>
                <a:close/>
                <a:moveTo>
                  <a:pt x="51953" y="39239"/>
                </a:moveTo>
                <a:lnTo>
                  <a:pt x="61734" y="39239"/>
                </a:lnTo>
                <a:lnTo>
                  <a:pt x="61734" y="5453"/>
                </a:lnTo>
                <a:lnTo>
                  <a:pt x="51094" y="7587"/>
                </a:lnTo>
                <a:lnTo>
                  <a:pt x="51094" y="2134"/>
                </a:lnTo>
                <a:lnTo>
                  <a:pt x="61674" y="0"/>
                </a:lnTo>
                <a:lnTo>
                  <a:pt x="67661" y="0"/>
                </a:lnTo>
                <a:lnTo>
                  <a:pt x="67661" y="39239"/>
                </a:lnTo>
                <a:lnTo>
                  <a:pt x="77441" y="39239"/>
                </a:lnTo>
                <a:lnTo>
                  <a:pt x="77441" y="44278"/>
                </a:lnTo>
                <a:lnTo>
                  <a:pt x="51953" y="44278"/>
                </a:lnTo>
                <a:lnTo>
                  <a:pt x="51953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BBE8D8-3469-4C40-B424-29FBA86A3F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96851" y="4189096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946D36-74E7-42D8-8544-79DA44DCDD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96851" y="4189096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7397" name="Text 10">
            <a:extLst xmlns:a="http://schemas.openxmlformats.org/drawingml/2006/main">
              <a:ext uri="{FF2B5EF4-FFF2-40B4-BE49-F238E27FC236}">
                <a16:creationId xmlns:a16="http://schemas.microsoft.com/office/drawing/2014/main" id="{CC387A4F-3A47-4114-B803-7514001E8A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22120" y="4157822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1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1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8" y="41506"/>
                  <a:pt x="86498" y="32833"/>
                </a:cubicBezTo>
                <a:cubicBezTo>
                  <a:pt x="86498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9" y="65625"/>
                  <a:pt x="60706" y="62821"/>
                  <a:pt x="56967" y="57215"/>
                </a:cubicBezTo>
                <a:cubicBezTo>
                  <a:pt x="53227" y="51609"/>
                  <a:pt x="51357" y="43482"/>
                  <a:pt x="51357" y="32833"/>
                </a:cubicBezTo>
                <a:cubicBezTo>
                  <a:pt x="51357" y="22157"/>
                  <a:pt x="53227" y="14016"/>
                  <a:pt x="56967" y="8409"/>
                </a:cubicBezTo>
                <a:cubicBezTo>
                  <a:pt x="60706" y="2803"/>
                  <a:pt x="66119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98" name="Text 0">
            <a:extLst xmlns:a="http://schemas.openxmlformats.org/drawingml/2006/main">
              <a:ext uri="{FF2B5EF4-FFF2-40B4-BE49-F238E27FC236}">
                <a16:creationId xmlns:a16="http://schemas.microsoft.com/office/drawing/2014/main" id="{C33E1C5A-5DB9-4B67-AB67-886A912DC5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27758" y="4143935"/>
            <a:ext cx="30585" cy="45937"/>
          </a:xfrm>
          <a:custGeom xmlns:a="http://schemas.openxmlformats.org/drawingml/2006/main">
            <a:pathLst>
              <a:path w="30585" h="45937">
                <a:moveTo>
                  <a:pt x="15293" y="4742"/>
                </a:moveTo>
                <a:cubicBezTo>
                  <a:pt x="12210" y="4742"/>
                  <a:pt x="9894" y="6260"/>
                  <a:pt x="8343" y="9295"/>
                </a:cubicBezTo>
                <a:cubicBezTo>
                  <a:pt x="6792" y="12330"/>
                  <a:pt x="6016" y="16893"/>
                  <a:pt x="6016" y="22983"/>
                </a:cubicBezTo>
                <a:cubicBezTo>
                  <a:pt x="6016" y="29054"/>
                  <a:pt x="6792" y="33607"/>
                  <a:pt x="8343" y="36642"/>
                </a:cubicBezTo>
                <a:cubicBezTo>
                  <a:pt x="9894" y="39678"/>
                  <a:pt x="12210" y="41195"/>
                  <a:pt x="15293" y="41195"/>
                </a:cubicBezTo>
                <a:cubicBezTo>
                  <a:pt x="18395" y="41195"/>
                  <a:pt x="20721" y="39678"/>
                  <a:pt x="22272" y="36642"/>
                </a:cubicBezTo>
                <a:cubicBezTo>
                  <a:pt x="23823" y="33607"/>
                  <a:pt x="24599" y="29054"/>
                  <a:pt x="24599" y="22983"/>
                </a:cubicBezTo>
                <a:cubicBezTo>
                  <a:pt x="24599" y="16893"/>
                  <a:pt x="23823" y="12330"/>
                  <a:pt x="22272" y="9295"/>
                </a:cubicBezTo>
                <a:cubicBezTo>
                  <a:pt x="20721" y="6260"/>
                  <a:pt x="18395" y="4742"/>
                  <a:pt x="15293" y="4742"/>
                </a:cubicBezTo>
                <a:moveTo>
                  <a:pt x="15293" y="0"/>
                </a:moveTo>
                <a:cubicBezTo>
                  <a:pt x="20252" y="0"/>
                  <a:pt x="24040" y="1962"/>
                  <a:pt x="26658" y="5887"/>
                </a:cubicBezTo>
                <a:cubicBezTo>
                  <a:pt x="29276" y="9811"/>
                  <a:pt x="30585" y="15510"/>
                  <a:pt x="30585" y="22983"/>
                </a:cubicBezTo>
                <a:cubicBezTo>
                  <a:pt x="30585" y="30437"/>
                  <a:pt x="29276" y="36126"/>
                  <a:pt x="26658" y="40051"/>
                </a:cubicBezTo>
                <a:cubicBezTo>
                  <a:pt x="24040" y="43975"/>
                  <a:pt x="20252" y="45937"/>
                  <a:pt x="15293" y="45937"/>
                </a:cubicBezTo>
                <a:cubicBezTo>
                  <a:pt x="10333" y="45937"/>
                  <a:pt x="6545" y="43975"/>
                  <a:pt x="3927" y="40051"/>
                </a:cubicBezTo>
                <a:cubicBezTo>
                  <a:pt x="1309" y="36126"/>
                  <a:pt x="0" y="30437"/>
                  <a:pt x="0" y="22983"/>
                </a:cubicBezTo>
                <a:cubicBezTo>
                  <a:pt x="0" y="15510"/>
                  <a:pt x="1309" y="9811"/>
                  <a:pt x="3927" y="5887"/>
                </a:cubicBezTo>
                <a:cubicBezTo>
                  <a:pt x="6545" y="1962"/>
                  <a:pt x="10333" y="0"/>
                  <a:pt x="1529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042F2B-394F-4EB7-AB39-556AAE2802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96851" y="3943294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E03C04-930B-41DF-A469-C307CDEBB3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96851" y="3943294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7401" name="Text 10">
            <a:extLst xmlns:a="http://schemas.openxmlformats.org/drawingml/2006/main">
              <a:ext uri="{FF2B5EF4-FFF2-40B4-BE49-F238E27FC236}">
                <a16:creationId xmlns:a16="http://schemas.microsoft.com/office/drawing/2014/main" id="{BF62CFF3-BBDA-4672-8F16-B2CB966B72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22120" y="3911230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1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1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8" y="41506"/>
                  <a:pt x="86498" y="32833"/>
                </a:cubicBezTo>
                <a:cubicBezTo>
                  <a:pt x="86498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9" y="65625"/>
                  <a:pt x="60706" y="62821"/>
                  <a:pt x="56967" y="57215"/>
                </a:cubicBezTo>
                <a:cubicBezTo>
                  <a:pt x="53227" y="51609"/>
                  <a:pt x="51357" y="43482"/>
                  <a:pt x="51357" y="32833"/>
                </a:cubicBezTo>
                <a:cubicBezTo>
                  <a:pt x="51357" y="22157"/>
                  <a:pt x="53227" y="14016"/>
                  <a:pt x="56967" y="8409"/>
                </a:cubicBezTo>
                <a:cubicBezTo>
                  <a:pt x="60706" y="2803"/>
                  <a:pt x="66119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02" name="Text 1">
            <a:extLst xmlns:a="http://schemas.openxmlformats.org/drawingml/2006/main">
              <a:ext uri="{FF2B5EF4-FFF2-40B4-BE49-F238E27FC236}">
                <a16:creationId xmlns:a16="http://schemas.microsoft.com/office/drawing/2014/main" id="{DBB984DF-F3B5-4FF4-A962-AF88A74ADB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30426" y="3898114"/>
            <a:ext cx="26347" cy="44278"/>
          </a:xfrm>
          <a:custGeom xmlns:a="http://schemas.openxmlformats.org/drawingml/2006/main">
            <a:pathLst>
              <a:path w="26347" h="44278">
                <a:moveTo>
                  <a:pt x="859" y="39239"/>
                </a:moveTo>
                <a:lnTo>
                  <a:pt x="10640" y="39239"/>
                </a:lnTo>
                <a:lnTo>
                  <a:pt x="10640" y="5453"/>
                </a:lnTo>
                <a:lnTo>
                  <a:pt x="0" y="7587"/>
                </a:lnTo>
                <a:lnTo>
                  <a:pt x="0" y="2134"/>
                </a:lnTo>
                <a:lnTo>
                  <a:pt x="10580" y="0"/>
                </a:lnTo>
                <a:lnTo>
                  <a:pt x="16567" y="0"/>
                </a:lnTo>
                <a:lnTo>
                  <a:pt x="16567" y="39239"/>
                </a:lnTo>
                <a:lnTo>
                  <a:pt x="26347" y="39239"/>
                </a:lnTo>
                <a:lnTo>
                  <a:pt x="26347" y="44278"/>
                </a:lnTo>
                <a:lnTo>
                  <a:pt x="859" y="44278"/>
                </a:lnTo>
                <a:lnTo>
                  <a:pt x="859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F1BF1E-A206-4696-B1BE-04FED0261A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96851" y="3697492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60E69B-B507-4895-BBC6-7C9392B667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96851" y="3697492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7405" name="Text 10">
            <a:extLst xmlns:a="http://schemas.openxmlformats.org/drawingml/2006/main">
              <a:ext uri="{FF2B5EF4-FFF2-40B4-BE49-F238E27FC236}">
                <a16:creationId xmlns:a16="http://schemas.microsoft.com/office/drawing/2014/main" id="{07257FF7-D0E7-4577-BBAF-AD561EDCA8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22120" y="3666219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1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1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8" y="41506"/>
                  <a:pt x="86498" y="32833"/>
                </a:cubicBezTo>
                <a:cubicBezTo>
                  <a:pt x="86498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9" y="65625"/>
                  <a:pt x="60706" y="62821"/>
                  <a:pt x="56967" y="57215"/>
                </a:cubicBezTo>
                <a:cubicBezTo>
                  <a:pt x="53227" y="51609"/>
                  <a:pt x="51357" y="43482"/>
                  <a:pt x="51357" y="32833"/>
                </a:cubicBezTo>
                <a:cubicBezTo>
                  <a:pt x="51357" y="22157"/>
                  <a:pt x="53227" y="14016"/>
                  <a:pt x="56967" y="8409"/>
                </a:cubicBezTo>
                <a:cubicBezTo>
                  <a:pt x="60706" y="2803"/>
                  <a:pt x="66119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06" name="Text 2">
            <a:extLst xmlns:a="http://schemas.openxmlformats.org/drawingml/2006/main">
              <a:ext uri="{FF2B5EF4-FFF2-40B4-BE49-F238E27FC236}">
                <a16:creationId xmlns:a16="http://schemas.microsoft.com/office/drawing/2014/main" id="{8BBDF4AC-1A9C-4BFC-AC21-16937689B4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28203" y="3652332"/>
            <a:ext cx="28096" cy="45048"/>
          </a:xfrm>
          <a:custGeom xmlns:a="http://schemas.openxmlformats.org/drawingml/2006/main">
            <a:pathLst>
              <a:path w="28096" h="45048">
                <a:moveTo>
                  <a:pt x="7202" y="40010"/>
                </a:moveTo>
                <a:lnTo>
                  <a:pt x="28096" y="40010"/>
                </a:lnTo>
                <a:lnTo>
                  <a:pt x="28096" y="45048"/>
                </a:lnTo>
                <a:lnTo>
                  <a:pt x="0" y="45048"/>
                </a:lnTo>
                <a:lnTo>
                  <a:pt x="0" y="40010"/>
                </a:lnTo>
                <a:cubicBezTo>
                  <a:pt x="2272" y="37659"/>
                  <a:pt x="5369" y="34502"/>
                  <a:pt x="9291" y="30541"/>
                </a:cubicBezTo>
                <a:cubicBezTo>
                  <a:pt x="13213" y="26579"/>
                  <a:pt x="15678" y="24026"/>
                  <a:pt x="16686" y="22880"/>
                </a:cubicBezTo>
                <a:cubicBezTo>
                  <a:pt x="18602" y="20726"/>
                  <a:pt x="19941" y="18903"/>
                  <a:pt x="20701" y="17412"/>
                </a:cubicBezTo>
                <a:cubicBezTo>
                  <a:pt x="21462" y="15920"/>
                  <a:pt x="21842" y="14453"/>
                  <a:pt x="21842" y="13011"/>
                </a:cubicBezTo>
                <a:cubicBezTo>
                  <a:pt x="21842" y="10659"/>
                  <a:pt x="21018" y="8743"/>
                  <a:pt x="19368" y="7261"/>
                </a:cubicBezTo>
                <a:cubicBezTo>
                  <a:pt x="17718" y="5779"/>
                  <a:pt x="15569" y="5038"/>
                  <a:pt x="12922" y="5038"/>
                </a:cubicBezTo>
                <a:cubicBezTo>
                  <a:pt x="11045" y="5038"/>
                  <a:pt x="9064" y="5367"/>
                  <a:pt x="6979" y="6024"/>
                </a:cubicBezTo>
                <a:cubicBezTo>
                  <a:pt x="4895" y="6681"/>
                  <a:pt x="2667" y="7676"/>
                  <a:pt x="296" y="9010"/>
                </a:cubicBezTo>
                <a:lnTo>
                  <a:pt x="296" y="2964"/>
                </a:lnTo>
                <a:cubicBezTo>
                  <a:pt x="2707" y="1986"/>
                  <a:pt x="4959" y="1247"/>
                  <a:pt x="7054" y="748"/>
                </a:cubicBezTo>
                <a:cubicBezTo>
                  <a:pt x="9148" y="249"/>
                  <a:pt x="11064" y="0"/>
                  <a:pt x="12803" y="0"/>
                </a:cubicBezTo>
                <a:cubicBezTo>
                  <a:pt x="17387" y="0"/>
                  <a:pt x="21042" y="1146"/>
                  <a:pt x="23769" y="3438"/>
                </a:cubicBezTo>
                <a:cubicBezTo>
                  <a:pt x="26495" y="5730"/>
                  <a:pt x="27859" y="8792"/>
                  <a:pt x="27859" y="12625"/>
                </a:cubicBezTo>
                <a:cubicBezTo>
                  <a:pt x="27859" y="14443"/>
                  <a:pt x="27518" y="16167"/>
                  <a:pt x="26836" y="17797"/>
                </a:cubicBezTo>
                <a:cubicBezTo>
                  <a:pt x="26155" y="19427"/>
                  <a:pt x="24915" y="21348"/>
                  <a:pt x="23117" y="23561"/>
                </a:cubicBezTo>
                <a:cubicBezTo>
                  <a:pt x="22623" y="24134"/>
                  <a:pt x="21052" y="25789"/>
                  <a:pt x="18405" y="28526"/>
                </a:cubicBezTo>
                <a:cubicBezTo>
                  <a:pt x="15757" y="31262"/>
                  <a:pt x="12023" y="35090"/>
                  <a:pt x="7202" y="4001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68CB0C-89CF-4ECE-8784-8CEDD23B68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70773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D64768-A9A3-4C01-B7BD-6FD0463CD1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70773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4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F58C7A-2D45-4BD3-9E68-C388E9A1FD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70746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94D6A8-3B4A-4CAC-B0E5-5D76297B43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70746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4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F5A505-2258-4097-9F6C-5227BA84CE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70719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AECA2B-6DF1-48A9-8250-EECA220DF6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70719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4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F52122-18FF-4778-B219-080B0A5C11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70691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C72A4D-45BF-439A-ACCB-F63F318039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70691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4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E2975D-AAA6-40A4-AE08-14AF42F955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70664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32A3A4-3BBF-49A8-9304-041CF48657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70664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4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2C2BB8-EBCD-4756-8DA4-DD094526FC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70637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42E508-7BCB-4057-B301-DB39AAAFE7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70637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4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69C369-E241-46CE-8F71-7F1212E9DE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70609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AF6EE3-CB0C-472C-B2ED-7D93204EC7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70609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4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CDC7F4-B6F8-4B79-948F-DDD891160B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70582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0FF60A-56C1-4D4C-BEE2-79BB687573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70582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4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C7E3B2-0CAE-4358-A972-221D42402B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70555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792D37-81FD-453F-B8DB-7827F52E32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70555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4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4AD113-6288-4AA4-8117-3CE8E7C792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70527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205951-3AB1-49F9-B57A-275BF762E6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70527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4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74336D-4E01-4463-BF7D-5775250E19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70254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4A948D-1A6C-4E41-904E-133DCC7229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70254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4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DA566D-D405-4374-9ACC-E234F850D2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69981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AF00F4-BBCA-4657-8C0B-0BE7F78B27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69981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4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F00C5A-6C47-42C4-A9DF-916F12AFEC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69708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1EE034-3875-4102-8DAB-7A0EA5621F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69708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4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F1BD44-95DB-4F43-B6FF-F6ED4E6D74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69435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907F58-D281-4AD5-81C8-16B34EFFB9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69435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4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407DF6-F285-4FF9-9CB3-5EB9D9ECCB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69162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5FBA79-93A2-447A-A8AA-22E13BD96C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69162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4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F50982-D856-47B7-9BBD-FC7782FF34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68889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18A28E-33AA-4B54-B116-4387F546E6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68889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4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EF8DFC-BAB8-4E73-B548-BC0BB43ACF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68616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94DD6D-8F9B-437D-BF90-C6E96C434C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68616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4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79583B-8049-4256-8AD3-E546FC5D3A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68343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E68690-6545-4816-ADFB-CE53D7C59A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68343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4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41E5A6-C791-4DA3-91DD-7E8A8A218C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68069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1FAAF1-5F37-4039-96E0-BE6E2E903C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68069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4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E2B09F-A927-4787-A469-37904D7C9C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65338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8572DA-45B4-4765-BD56-2161D8464A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65338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4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69E11C-2DE1-43B3-BBD0-AE58C0DF89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62607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B13128-FF89-42E3-ACA5-CC3D22A37B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62607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4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F39E4D-4D8E-401F-AE57-0040A5DC76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59876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43A6A1-52CC-4C27-BED9-0A27CA2377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59876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4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736332-4BDE-438B-BAC1-CD2D2EF68E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57145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2A1879-8510-45AE-9768-DB038F4BDD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57145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4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99F45F-9B3D-4432-8C35-D2DFF0224D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54414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A73763-DFDF-48EF-B548-916BEE5E62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54414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4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39EAF8-45CA-4B35-8B21-32AADFC437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51683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C5E82F-D855-4556-8010-4EC9418FE8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51683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4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9EBD54-2AD8-46EE-A8C2-2EAE4C81D5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48952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6F9AC4-188A-48A2-B4B9-19AFE7F6A2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48952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4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A6BE2C-0915-44F1-9101-4CF21AE907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46220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B254D4-38F7-4941-83D2-4DD5B76A33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46220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4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AFD01D-0544-4A68-8222-8F54F0C7BC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43489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8ABDF3-A325-4C58-BAFA-0A36CBABA9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43489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4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5A51D5-2F83-4D03-A044-BCCE38A65C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36090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240044-DB99-45AB-9D99-4C975E7062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36090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4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0DE6AE-51EA-4177-91EA-22A10DE858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31762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E6652F-9FBD-4CBA-BD53-F31CA6B3F0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31762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4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9216AF-D5C7-4D4F-9135-76F9C99D67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28691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A907C4-D553-44D9-9B51-DE0D6E973A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28691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4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56232B-9D2F-4D44-8D34-972CE5C193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26308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489033-1E8A-4CC2-A6FD-03150A17ED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26308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4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DD651E-DBAA-43CC-9060-543CEAD114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24362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B17DD8-8505-4888-BF54-E9CE56536F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24362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4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651AFF-0776-4485-A81D-972983F137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22717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337220-C93B-4DB7-A98F-2372D5FADB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22717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4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AB195A-25D2-4CC9-AC9B-3E9690008E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21291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E5C316-37C8-484B-8384-058A284904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21291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4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081418-151B-4B7F-9678-AE7E087733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20034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6D83DA-65BC-4543-BBC0-F1BF16A27A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20034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4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2F76C6-AB1F-4DF2-B7E2-29F640F1B7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18909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35D3D3-F8B0-4FE5-A5A7-C535497F18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18909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4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100CAD-7284-44F5-8F81-FBC3D814DE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11510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F1789D-EEBE-4A5F-BC92-6FB5D47551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11510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4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1A51F1-40D8-4088-8163-51BAA538F4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07181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7D1345-D772-48DF-B5D2-EC227F9AD6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07181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4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299188-000B-47D7-B5AB-7FA581976C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04110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29A9E8-EEF5-48D6-B19F-F6FA09A970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04110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4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D386DA-134F-4D6B-BE0C-27421E970F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01728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E8B9D1-67A9-4BF6-92C3-A8376BB347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401728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4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5F2FF2-2AC7-4F12-A3D0-535926250A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399782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8E352B-12F5-4A35-8D70-A0D4A19045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399782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4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B7E493-0684-4CD9-BBCC-A84F6A892A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398136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AD2F01-8391-400C-94A9-F39B2A5FBC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398136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4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3B8FBD-C468-4086-9719-CB7E247B03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396711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38F3E1-4856-4145-A68B-BDE40E5CAC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396711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4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9956E0-426A-4E62-81B3-D5A4D7AD0E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395454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B14A89-1075-43D2-A819-06B8240350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395454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4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17EA75-4F81-4A4B-8049-365F0AD6D9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394329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DF6480-77BA-4DAC-829C-B2AD5BE2F2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394329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4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B8D06A-1F0B-4BAE-A0EA-E6084E9787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386930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689D37-B162-4A40-8AFE-1361BA0357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386930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5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D0833E-5759-461A-989C-9300C7EAD6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382601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59941B-C541-4829-A7F5-E2A1205C6E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382601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5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3D3F6F-FDED-48D4-AEB7-70EAA27426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379530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001FBA-53D3-4F05-B197-9532FCA90E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379530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5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DD2D9B-50C6-4E50-BF2B-C1A347B860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377148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92755D-D2B7-4E34-933D-458116DAF5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377148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5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6B0413-1494-4427-8887-A3488FA00C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375202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A433AC-0C16-43DB-A07F-37E7B26A80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375202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5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8B12C6-051B-4342-8171-B95800FB78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373556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F164AC-CBC9-4052-95F2-AFD6B9DEF4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373556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5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76D905-A43F-45BD-974C-A317957958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372131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5D4CB6-DF27-4CF3-B33C-A38C049269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372131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5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56B99C-732E-404B-9209-5FEA72791C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370874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11ED3C-969E-4B3E-95E9-45FA3071E6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370874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5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23E1C9-A168-42BF-9C09-D87AA88087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369749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997AC7-5B7E-4728-BCCF-8043D35A9C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369749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5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9A23A7-A204-427D-A45E-6B2E9BA93C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362349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2DD541-B8BF-47C9-B651-179330382B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362349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5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1A46C1-4CBB-448B-AE08-EE3CFCD77D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358021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C410A6-1E4A-4548-B7B9-4BF63F9F6A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358021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5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2600FD-5332-4EBE-BAE6-1C023E7014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354950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D6D1C4-CAEF-4798-B35A-D42808C9D8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354950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5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87B381-C9E4-4B29-AD4E-416A0E1D82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352568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CC8713-F8D3-4269-8F11-976CDAD926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352568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5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72D26A-11BF-421A-BA30-E8812177C0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350622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57DAA2-03CE-4D8F-8241-2493A6C457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076" y="350622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7527" name="Text C">
            <a:extLst xmlns:a="http://schemas.openxmlformats.org/drawingml/2006/main">
              <a:ext uri="{FF2B5EF4-FFF2-40B4-BE49-F238E27FC236}">
                <a16:creationId xmlns:a16="http://schemas.microsoft.com/office/drawing/2014/main" id="{4B3E1062-544B-4E9A-940B-5A3496AFEF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37030" y="4179423"/>
            <a:ext cx="76562" cy="59471"/>
          </a:xfrm>
          <a:custGeom xmlns:a="http://schemas.openxmlformats.org/drawingml/2006/main">
            <a:pathLst>
              <a:path w="76562" h="59471">
                <a:moveTo>
                  <a:pt x="7014" y="0"/>
                </a:moveTo>
                <a:lnTo>
                  <a:pt x="17585" y="0"/>
                </a:lnTo>
                <a:cubicBezTo>
                  <a:pt x="14440" y="3359"/>
                  <a:pt x="12089" y="6940"/>
                  <a:pt x="10533" y="10743"/>
                </a:cubicBezTo>
                <a:cubicBezTo>
                  <a:pt x="8978" y="14547"/>
                  <a:pt x="8200" y="18589"/>
                  <a:pt x="8200" y="22870"/>
                </a:cubicBezTo>
                <a:cubicBezTo>
                  <a:pt x="8200" y="31300"/>
                  <a:pt x="10778" y="37754"/>
                  <a:pt x="15936" y="42233"/>
                </a:cubicBezTo>
                <a:cubicBezTo>
                  <a:pt x="21094" y="46711"/>
                  <a:pt x="28550" y="48950"/>
                  <a:pt x="38306" y="48950"/>
                </a:cubicBezTo>
                <a:cubicBezTo>
                  <a:pt x="48028" y="48950"/>
                  <a:pt x="55468" y="46711"/>
                  <a:pt x="60626" y="42233"/>
                </a:cubicBezTo>
                <a:cubicBezTo>
                  <a:pt x="65784" y="37754"/>
                  <a:pt x="68362" y="31300"/>
                  <a:pt x="68362" y="22870"/>
                </a:cubicBezTo>
                <a:cubicBezTo>
                  <a:pt x="68362" y="18589"/>
                  <a:pt x="67584" y="14547"/>
                  <a:pt x="66029" y="10743"/>
                </a:cubicBezTo>
                <a:cubicBezTo>
                  <a:pt x="64473" y="6940"/>
                  <a:pt x="62122" y="3359"/>
                  <a:pt x="58977" y="0"/>
                </a:cubicBezTo>
                <a:lnTo>
                  <a:pt x="69449" y="0"/>
                </a:lnTo>
                <a:cubicBezTo>
                  <a:pt x="71820" y="3491"/>
                  <a:pt x="73598" y="7187"/>
                  <a:pt x="74784" y="11089"/>
                </a:cubicBezTo>
                <a:cubicBezTo>
                  <a:pt x="75969" y="14991"/>
                  <a:pt x="76562" y="19116"/>
                  <a:pt x="76562" y="23463"/>
                </a:cubicBezTo>
                <a:cubicBezTo>
                  <a:pt x="76562" y="34626"/>
                  <a:pt x="73143" y="43418"/>
                  <a:pt x="66306" y="49839"/>
                </a:cubicBezTo>
                <a:cubicBezTo>
                  <a:pt x="59468" y="56261"/>
                  <a:pt x="50135" y="59471"/>
                  <a:pt x="38306" y="59471"/>
                </a:cubicBezTo>
                <a:cubicBezTo>
                  <a:pt x="26444" y="59471"/>
                  <a:pt x="17094" y="56261"/>
                  <a:pt x="10257" y="49839"/>
                </a:cubicBezTo>
                <a:cubicBezTo>
                  <a:pt x="3419" y="43418"/>
                  <a:pt x="0" y="34626"/>
                  <a:pt x="0" y="23463"/>
                </a:cubicBezTo>
                <a:cubicBezTo>
                  <a:pt x="0" y="19050"/>
                  <a:pt x="585" y="14893"/>
                  <a:pt x="1754" y="10990"/>
                </a:cubicBezTo>
                <a:cubicBezTo>
                  <a:pt x="2923" y="7088"/>
                  <a:pt x="4676" y="3425"/>
                  <a:pt x="7014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28" name="Text V">
            <a:extLst xmlns:a="http://schemas.openxmlformats.org/drawingml/2006/main">
              <a:ext uri="{FF2B5EF4-FFF2-40B4-BE49-F238E27FC236}">
                <a16:creationId xmlns:a16="http://schemas.microsoft.com/office/drawing/2014/main" id="{BC164C8A-1C6C-4244-A961-4C48112E70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38315" y="4105602"/>
            <a:ext cx="73796" cy="67572"/>
          </a:xfrm>
          <a:custGeom xmlns:a="http://schemas.openxmlformats.org/drawingml/2006/main">
            <a:pathLst>
              <a:path w="73796" h="67572">
                <a:moveTo>
                  <a:pt x="73796" y="39417"/>
                </a:moveTo>
                <a:lnTo>
                  <a:pt x="0" y="67572"/>
                </a:lnTo>
                <a:lnTo>
                  <a:pt x="0" y="57150"/>
                </a:lnTo>
                <a:lnTo>
                  <a:pt x="62131" y="33786"/>
                </a:lnTo>
                <a:lnTo>
                  <a:pt x="0" y="10373"/>
                </a:lnTo>
                <a:lnTo>
                  <a:pt x="0" y="0"/>
                </a:lnTo>
                <a:lnTo>
                  <a:pt x="73796" y="28106"/>
                </a:lnTo>
                <a:lnTo>
                  <a:pt x="73796" y="39417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29" name="Text C">
            <a:extLst xmlns:a="http://schemas.openxmlformats.org/drawingml/2006/main">
              <a:ext uri="{FF2B5EF4-FFF2-40B4-BE49-F238E27FC236}">
                <a16:creationId xmlns:a16="http://schemas.microsoft.com/office/drawing/2014/main" id="{3CE0D545-0D70-4AE4-AC97-2346433F38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37030" y="4039620"/>
            <a:ext cx="76562" cy="59471"/>
          </a:xfrm>
          <a:custGeom xmlns:a="http://schemas.openxmlformats.org/drawingml/2006/main">
            <a:pathLst>
              <a:path w="76562" h="59471">
                <a:moveTo>
                  <a:pt x="7014" y="0"/>
                </a:moveTo>
                <a:lnTo>
                  <a:pt x="17585" y="0"/>
                </a:lnTo>
                <a:cubicBezTo>
                  <a:pt x="14440" y="3359"/>
                  <a:pt x="12089" y="6940"/>
                  <a:pt x="10533" y="10743"/>
                </a:cubicBezTo>
                <a:cubicBezTo>
                  <a:pt x="8978" y="14547"/>
                  <a:pt x="8200" y="18589"/>
                  <a:pt x="8200" y="22870"/>
                </a:cubicBezTo>
                <a:cubicBezTo>
                  <a:pt x="8200" y="31300"/>
                  <a:pt x="10778" y="37754"/>
                  <a:pt x="15936" y="42233"/>
                </a:cubicBezTo>
                <a:cubicBezTo>
                  <a:pt x="21094" y="46711"/>
                  <a:pt x="28550" y="48950"/>
                  <a:pt x="38306" y="48950"/>
                </a:cubicBezTo>
                <a:cubicBezTo>
                  <a:pt x="48028" y="48950"/>
                  <a:pt x="55468" y="46711"/>
                  <a:pt x="60626" y="42233"/>
                </a:cubicBezTo>
                <a:cubicBezTo>
                  <a:pt x="65784" y="37754"/>
                  <a:pt x="68362" y="31300"/>
                  <a:pt x="68362" y="22870"/>
                </a:cubicBezTo>
                <a:cubicBezTo>
                  <a:pt x="68362" y="18589"/>
                  <a:pt x="67584" y="14547"/>
                  <a:pt x="66029" y="10743"/>
                </a:cubicBezTo>
                <a:cubicBezTo>
                  <a:pt x="64473" y="6940"/>
                  <a:pt x="62122" y="3359"/>
                  <a:pt x="58977" y="0"/>
                </a:cubicBezTo>
                <a:lnTo>
                  <a:pt x="69449" y="0"/>
                </a:lnTo>
                <a:cubicBezTo>
                  <a:pt x="71820" y="3491"/>
                  <a:pt x="73598" y="7187"/>
                  <a:pt x="74784" y="11089"/>
                </a:cubicBezTo>
                <a:cubicBezTo>
                  <a:pt x="75969" y="14991"/>
                  <a:pt x="76562" y="19116"/>
                  <a:pt x="76562" y="23463"/>
                </a:cubicBezTo>
                <a:cubicBezTo>
                  <a:pt x="76562" y="34626"/>
                  <a:pt x="73143" y="43418"/>
                  <a:pt x="66306" y="49839"/>
                </a:cubicBezTo>
                <a:cubicBezTo>
                  <a:pt x="59468" y="56261"/>
                  <a:pt x="50135" y="59471"/>
                  <a:pt x="38306" y="59471"/>
                </a:cubicBezTo>
                <a:cubicBezTo>
                  <a:pt x="26444" y="59471"/>
                  <a:pt x="17094" y="56261"/>
                  <a:pt x="10257" y="49839"/>
                </a:cubicBezTo>
                <a:cubicBezTo>
                  <a:pt x="3419" y="43418"/>
                  <a:pt x="0" y="34626"/>
                  <a:pt x="0" y="23463"/>
                </a:cubicBezTo>
                <a:cubicBezTo>
                  <a:pt x="0" y="19050"/>
                  <a:pt x="585" y="14893"/>
                  <a:pt x="1754" y="10990"/>
                </a:cubicBezTo>
                <a:cubicBezTo>
                  <a:pt x="2923" y="7088"/>
                  <a:pt x="4676" y="3425"/>
                  <a:pt x="7014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30" name="Text 5">
            <a:extLst xmlns:a="http://schemas.openxmlformats.org/drawingml/2006/main">
              <a:ext uri="{FF2B5EF4-FFF2-40B4-BE49-F238E27FC236}">
                <a16:creationId xmlns:a16="http://schemas.microsoft.com/office/drawing/2014/main" id="{EA67C136-82EC-4305-BE18-035BDAF7A4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38315" y="3978641"/>
            <a:ext cx="75278" cy="47715"/>
          </a:xfrm>
          <a:custGeom xmlns:a="http://schemas.openxmlformats.org/drawingml/2006/main">
            <a:pathLst>
              <a:path w="75278" h="47715">
                <a:moveTo>
                  <a:pt x="0" y="44604"/>
                </a:moveTo>
                <a:lnTo>
                  <a:pt x="0" y="5433"/>
                </a:lnTo>
                <a:lnTo>
                  <a:pt x="8397" y="5433"/>
                </a:lnTo>
                <a:lnTo>
                  <a:pt x="8397" y="35465"/>
                </a:lnTo>
                <a:lnTo>
                  <a:pt x="26476" y="35465"/>
                </a:lnTo>
                <a:cubicBezTo>
                  <a:pt x="25982" y="34017"/>
                  <a:pt x="25611" y="32568"/>
                  <a:pt x="25364" y="31119"/>
                </a:cubicBezTo>
                <a:cubicBezTo>
                  <a:pt x="25117" y="29670"/>
                  <a:pt x="24994" y="28221"/>
                  <a:pt x="24994" y="26772"/>
                </a:cubicBezTo>
                <a:cubicBezTo>
                  <a:pt x="24994" y="18540"/>
                  <a:pt x="27254" y="12019"/>
                  <a:pt x="31775" y="7212"/>
                </a:cubicBezTo>
                <a:cubicBezTo>
                  <a:pt x="36294" y="2404"/>
                  <a:pt x="42415" y="0"/>
                  <a:pt x="50136" y="0"/>
                </a:cubicBezTo>
                <a:cubicBezTo>
                  <a:pt x="58087" y="0"/>
                  <a:pt x="64266" y="2470"/>
                  <a:pt x="68671" y="7409"/>
                </a:cubicBezTo>
                <a:cubicBezTo>
                  <a:pt x="73076" y="12349"/>
                  <a:pt x="75278" y="19313"/>
                  <a:pt x="75278" y="28303"/>
                </a:cubicBezTo>
                <a:cubicBezTo>
                  <a:pt x="75278" y="31399"/>
                  <a:pt x="75014" y="34552"/>
                  <a:pt x="74487" y="37762"/>
                </a:cubicBezTo>
                <a:cubicBezTo>
                  <a:pt x="73961" y="40973"/>
                  <a:pt x="73170" y="44291"/>
                  <a:pt x="72116" y="47715"/>
                </a:cubicBezTo>
                <a:lnTo>
                  <a:pt x="62040" y="47715"/>
                </a:lnTo>
                <a:cubicBezTo>
                  <a:pt x="63670" y="44752"/>
                  <a:pt x="64884" y="41689"/>
                  <a:pt x="65683" y="38528"/>
                </a:cubicBezTo>
                <a:cubicBezTo>
                  <a:pt x="66481" y="35367"/>
                  <a:pt x="66881" y="32024"/>
                  <a:pt x="66881" y="28501"/>
                </a:cubicBezTo>
                <a:cubicBezTo>
                  <a:pt x="66881" y="22804"/>
                  <a:pt x="65378" y="18293"/>
                  <a:pt x="62373" y="14967"/>
                </a:cubicBezTo>
                <a:cubicBezTo>
                  <a:pt x="59367" y="11641"/>
                  <a:pt x="55288" y="9978"/>
                  <a:pt x="50136" y="9978"/>
                </a:cubicBezTo>
                <a:cubicBezTo>
                  <a:pt x="44983" y="9978"/>
                  <a:pt x="40905" y="11641"/>
                  <a:pt x="37900" y="14967"/>
                </a:cubicBezTo>
                <a:cubicBezTo>
                  <a:pt x="34894" y="18293"/>
                  <a:pt x="33391" y="22804"/>
                  <a:pt x="33391" y="28501"/>
                </a:cubicBezTo>
                <a:cubicBezTo>
                  <a:pt x="33391" y="31168"/>
                  <a:pt x="33687" y="33827"/>
                  <a:pt x="34280" y="36478"/>
                </a:cubicBezTo>
                <a:cubicBezTo>
                  <a:pt x="34873" y="39129"/>
                  <a:pt x="35795" y="41837"/>
                  <a:pt x="37046" y="44604"/>
                </a:cubicBezTo>
                <a:lnTo>
                  <a:pt x="0" y="44604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2162B1-8810-4DBD-9F74-FB3668444B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18528" y="3506222"/>
            <a:ext cx="1612790" cy="1201788"/>
          </a:xfrm>
          <a:custGeom xmlns:a="http://schemas.openxmlformats.org/drawingml/2006/main">
            <a:pathLst>
              <a:path w="1612790" h="1201788" fill="none">
                <a:moveTo>
                  <a:pt x="0" y="1201788"/>
                </a:moveTo>
                <a:lnTo>
                  <a:pt x="1612790" y="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sq">
            <a:solidFill>
              <a:srgbClr val="000000"/>
            </a:solidFill>
            <a:round/>
          </a:ln>
        </p:spPr>
      </p:sp>
      <p:sp>
        <p:nvSpPr>
          <p:cNvPr id="75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58DDEC-DF35-4B9A-8D28-F4D9DA48B4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18528" y="3506222"/>
            <a:ext cx="10" cy="1201788"/>
          </a:xfrm>
          <a:custGeom xmlns:a="http://schemas.openxmlformats.org/drawingml/2006/main">
            <a:pathLst>
              <a:path w="1" h="1201788" fill="none">
                <a:moveTo>
                  <a:pt x="0" y="1201788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75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32ED4C-1C08-44FC-A01E-846F966D0B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31318" y="3506222"/>
            <a:ext cx="10" cy="1201788"/>
          </a:xfrm>
          <a:custGeom xmlns:a="http://schemas.openxmlformats.org/drawingml/2006/main">
            <a:pathLst>
              <a:path w="1" h="1201788" fill="none">
                <a:moveTo>
                  <a:pt x="0" y="1201788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75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6AEA2C-D037-44C8-BAAC-4D3E4B00B0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18528" y="4708010"/>
            <a:ext cx="1612790" cy="10"/>
          </a:xfrm>
          <a:custGeom xmlns:a="http://schemas.openxmlformats.org/drawingml/2006/main">
            <a:pathLst>
              <a:path w="1612790" h="1" fill="none">
                <a:moveTo>
                  <a:pt x="0" y="0"/>
                </a:moveTo>
                <a:lnTo>
                  <a:pt x="161279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75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DBA496-225B-4048-B594-62C42202C0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18528" y="3506222"/>
            <a:ext cx="1612790" cy="10"/>
          </a:xfrm>
          <a:custGeom xmlns:a="http://schemas.openxmlformats.org/drawingml/2006/main">
            <a:pathLst>
              <a:path w="1612790" h="1" fill="none">
                <a:moveTo>
                  <a:pt x="0" y="0"/>
                </a:moveTo>
                <a:lnTo>
                  <a:pt x="161279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7536" name="Text 122">
            <a:extLst xmlns:a="http://schemas.openxmlformats.org/drawingml/2006/main">
              <a:ext uri="{FF2B5EF4-FFF2-40B4-BE49-F238E27FC236}">
                <a16:creationId xmlns:a16="http://schemas.microsoft.com/office/drawing/2014/main" id="{A30A9093-095E-497E-83B5-4672CC96C2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80509" y="3885890"/>
            <a:ext cx="368138" cy="160886"/>
          </a:xfrm>
          <a:custGeom xmlns:a="http://schemas.openxmlformats.org/drawingml/2006/main">
            <a:pathLst>
              <a:path w="368138" h="160886">
                <a:moveTo>
                  <a:pt x="3070" y="142892"/>
                </a:moveTo>
                <a:lnTo>
                  <a:pt x="37999" y="142892"/>
                </a:lnTo>
                <a:lnTo>
                  <a:pt x="37999" y="22228"/>
                </a:lnTo>
                <a:lnTo>
                  <a:pt x="0" y="29849"/>
                </a:lnTo>
                <a:lnTo>
                  <a:pt x="0" y="10373"/>
                </a:lnTo>
                <a:lnTo>
                  <a:pt x="37787" y="2752"/>
                </a:lnTo>
                <a:lnTo>
                  <a:pt x="59168" y="2752"/>
                </a:lnTo>
                <a:lnTo>
                  <a:pt x="59168" y="142892"/>
                </a:lnTo>
                <a:lnTo>
                  <a:pt x="94097" y="142892"/>
                </a:lnTo>
                <a:lnTo>
                  <a:pt x="94097" y="160886"/>
                </a:lnTo>
                <a:lnTo>
                  <a:pt x="3070" y="160886"/>
                </a:lnTo>
                <a:lnTo>
                  <a:pt x="3070" y="142892"/>
                </a:lnTo>
                <a:close/>
                <a:moveTo>
                  <a:pt x="155650" y="142892"/>
                </a:moveTo>
                <a:lnTo>
                  <a:pt x="230271" y="142892"/>
                </a:lnTo>
                <a:lnTo>
                  <a:pt x="230271" y="160886"/>
                </a:lnTo>
                <a:lnTo>
                  <a:pt x="129929" y="160886"/>
                </a:lnTo>
                <a:lnTo>
                  <a:pt x="129929" y="142892"/>
                </a:lnTo>
                <a:cubicBezTo>
                  <a:pt x="138044" y="134495"/>
                  <a:pt x="149105" y="123222"/>
                  <a:pt x="163112" y="109074"/>
                </a:cubicBezTo>
                <a:cubicBezTo>
                  <a:pt x="177119" y="94926"/>
                  <a:pt x="185922" y="85806"/>
                  <a:pt x="189520" y="81713"/>
                </a:cubicBezTo>
                <a:cubicBezTo>
                  <a:pt x="196365" y="74022"/>
                  <a:pt x="201146" y="67512"/>
                  <a:pt x="203863" y="62185"/>
                </a:cubicBezTo>
                <a:cubicBezTo>
                  <a:pt x="206579" y="56857"/>
                  <a:pt x="207938" y="51618"/>
                  <a:pt x="207938" y="46466"/>
                </a:cubicBezTo>
                <a:cubicBezTo>
                  <a:pt x="207938" y="38069"/>
                  <a:pt x="204992" y="31225"/>
                  <a:pt x="199100" y="25932"/>
                </a:cubicBezTo>
                <a:cubicBezTo>
                  <a:pt x="193207" y="20640"/>
                  <a:pt x="185534" y="17994"/>
                  <a:pt x="176078" y="17994"/>
                </a:cubicBezTo>
                <a:cubicBezTo>
                  <a:pt x="169374" y="17994"/>
                  <a:pt x="162300" y="19167"/>
                  <a:pt x="154856" y="21513"/>
                </a:cubicBezTo>
                <a:cubicBezTo>
                  <a:pt x="147411" y="23859"/>
                  <a:pt x="139455" y="27414"/>
                  <a:pt x="130988" y="32177"/>
                </a:cubicBezTo>
                <a:lnTo>
                  <a:pt x="130988" y="10585"/>
                </a:lnTo>
                <a:cubicBezTo>
                  <a:pt x="139596" y="7092"/>
                  <a:pt x="147641" y="4454"/>
                  <a:pt x="155120" y="2673"/>
                </a:cubicBezTo>
                <a:cubicBezTo>
                  <a:pt x="162600" y="891"/>
                  <a:pt x="169445" y="0"/>
                  <a:pt x="175655" y="0"/>
                </a:cubicBezTo>
                <a:cubicBezTo>
                  <a:pt x="192025" y="0"/>
                  <a:pt x="205080" y="4093"/>
                  <a:pt x="214818" y="12278"/>
                </a:cubicBezTo>
                <a:cubicBezTo>
                  <a:pt x="224555" y="20464"/>
                  <a:pt x="229424" y="31401"/>
                  <a:pt x="229424" y="45090"/>
                </a:cubicBezTo>
                <a:cubicBezTo>
                  <a:pt x="229424" y="51582"/>
                  <a:pt x="228207" y="57739"/>
                  <a:pt x="225773" y="63561"/>
                </a:cubicBezTo>
                <a:cubicBezTo>
                  <a:pt x="223338" y="69382"/>
                  <a:pt x="218910" y="76244"/>
                  <a:pt x="212489" y="84148"/>
                </a:cubicBezTo>
                <a:cubicBezTo>
                  <a:pt x="210725" y="86194"/>
                  <a:pt x="205115" y="92104"/>
                  <a:pt x="195660" y="101877"/>
                </a:cubicBezTo>
                <a:cubicBezTo>
                  <a:pt x="186204" y="111650"/>
                  <a:pt x="172867" y="125322"/>
                  <a:pt x="155650" y="142892"/>
                </a:cubicBezTo>
                <a:close/>
                <a:moveTo>
                  <a:pt x="293517" y="142892"/>
                </a:moveTo>
                <a:lnTo>
                  <a:pt x="368138" y="142892"/>
                </a:lnTo>
                <a:lnTo>
                  <a:pt x="368138" y="160886"/>
                </a:lnTo>
                <a:lnTo>
                  <a:pt x="267796" y="160886"/>
                </a:lnTo>
                <a:lnTo>
                  <a:pt x="267796" y="142892"/>
                </a:lnTo>
                <a:cubicBezTo>
                  <a:pt x="275911" y="134495"/>
                  <a:pt x="286972" y="123222"/>
                  <a:pt x="300979" y="109074"/>
                </a:cubicBezTo>
                <a:cubicBezTo>
                  <a:pt x="314986" y="94926"/>
                  <a:pt x="323789" y="85806"/>
                  <a:pt x="327388" y="81713"/>
                </a:cubicBezTo>
                <a:cubicBezTo>
                  <a:pt x="334232" y="74022"/>
                  <a:pt x="339013" y="67512"/>
                  <a:pt x="341730" y="62185"/>
                </a:cubicBezTo>
                <a:cubicBezTo>
                  <a:pt x="344447" y="56857"/>
                  <a:pt x="345805" y="51618"/>
                  <a:pt x="345805" y="46466"/>
                </a:cubicBezTo>
                <a:cubicBezTo>
                  <a:pt x="345805" y="38069"/>
                  <a:pt x="342859" y="31225"/>
                  <a:pt x="336967" y="25932"/>
                </a:cubicBezTo>
                <a:cubicBezTo>
                  <a:pt x="331075" y="20640"/>
                  <a:pt x="323401" y="17994"/>
                  <a:pt x="313945" y="17994"/>
                </a:cubicBezTo>
                <a:cubicBezTo>
                  <a:pt x="307242" y="17994"/>
                  <a:pt x="300168" y="19167"/>
                  <a:pt x="292723" y="21513"/>
                </a:cubicBezTo>
                <a:cubicBezTo>
                  <a:pt x="285279" y="23859"/>
                  <a:pt x="277323" y="27414"/>
                  <a:pt x="268855" y="32177"/>
                </a:cubicBezTo>
                <a:lnTo>
                  <a:pt x="268855" y="10585"/>
                </a:lnTo>
                <a:cubicBezTo>
                  <a:pt x="277464" y="7092"/>
                  <a:pt x="285508" y="4454"/>
                  <a:pt x="292988" y="2673"/>
                </a:cubicBezTo>
                <a:cubicBezTo>
                  <a:pt x="300468" y="891"/>
                  <a:pt x="307312" y="0"/>
                  <a:pt x="313522" y="0"/>
                </a:cubicBezTo>
                <a:cubicBezTo>
                  <a:pt x="329893" y="0"/>
                  <a:pt x="342947" y="4093"/>
                  <a:pt x="352685" y="12278"/>
                </a:cubicBezTo>
                <a:cubicBezTo>
                  <a:pt x="362423" y="20464"/>
                  <a:pt x="367292" y="31401"/>
                  <a:pt x="367292" y="45090"/>
                </a:cubicBezTo>
                <a:cubicBezTo>
                  <a:pt x="367292" y="51582"/>
                  <a:pt x="366074" y="57739"/>
                  <a:pt x="363640" y="63561"/>
                </a:cubicBezTo>
                <a:cubicBezTo>
                  <a:pt x="361206" y="69382"/>
                  <a:pt x="356778" y="76244"/>
                  <a:pt x="350356" y="84148"/>
                </a:cubicBezTo>
                <a:cubicBezTo>
                  <a:pt x="348592" y="86194"/>
                  <a:pt x="342982" y="92104"/>
                  <a:pt x="333527" y="101877"/>
                </a:cubicBezTo>
                <a:cubicBezTo>
                  <a:pt x="324071" y="111650"/>
                  <a:pt x="310735" y="125322"/>
                  <a:pt x="293517" y="142892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37" name="Text 31">
            <a:extLst xmlns:a="http://schemas.openxmlformats.org/drawingml/2006/main">
              <a:ext uri="{FF2B5EF4-FFF2-40B4-BE49-F238E27FC236}">
                <a16:creationId xmlns:a16="http://schemas.microsoft.com/office/drawing/2014/main" id="{E5B5E59E-D157-4A25-91C7-6D184A6E0D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64747" y="4126247"/>
            <a:ext cx="239268" cy="164061"/>
          </a:xfrm>
          <a:custGeom xmlns:a="http://schemas.openxmlformats.org/drawingml/2006/main">
            <a:pathLst>
              <a:path w="239268" h="164061">
                <a:moveTo>
                  <a:pt x="71446" y="75574"/>
                </a:moveTo>
                <a:cubicBezTo>
                  <a:pt x="81678" y="77766"/>
                  <a:pt x="89669" y="82328"/>
                  <a:pt x="95420" y="89261"/>
                </a:cubicBezTo>
                <a:cubicBezTo>
                  <a:pt x="101171" y="96192"/>
                  <a:pt x="104047" y="104750"/>
                  <a:pt x="104047" y="114936"/>
                </a:cubicBezTo>
                <a:cubicBezTo>
                  <a:pt x="104047" y="130568"/>
                  <a:pt x="98684" y="142664"/>
                  <a:pt x="87958" y="151224"/>
                </a:cubicBezTo>
                <a:cubicBezTo>
                  <a:pt x="77232" y="159782"/>
                  <a:pt x="61991" y="164061"/>
                  <a:pt x="42233" y="164061"/>
                </a:cubicBezTo>
                <a:cubicBezTo>
                  <a:pt x="35600" y="164061"/>
                  <a:pt x="28772" y="163409"/>
                  <a:pt x="21751" y="162103"/>
                </a:cubicBezTo>
                <a:cubicBezTo>
                  <a:pt x="14730" y="160798"/>
                  <a:pt x="7480" y="158840"/>
                  <a:pt x="0" y="156229"/>
                </a:cubicBezTo>
                <a:lnTo>
                  <a:pt x="0" y="135483"/>
                </a:lnTo>
                <a:cubicBezTo>
                  <a:pt x="5927" y="138976"/>
                  <a:pt x="12419" y="141613"/>
                  <a:pt x="19476" y="143395"/>
                </a:cubicBezTo>
                <a:cubicBezTo>
                  <a:pt x="26532" y="145177"/>
                  <a:pt x="33906" y="146068"/>
                  <a:pt x="41598" y="146068"/>
                </a:cubicBezTo>
                <a:cubicBezTo>
                  <a:pt x="55005" y="146068"/>
                  <a:pt x="65219" y="143413"/>
                  <a:pt x="72240" y="138103"/>
                </a:cubicBezTo>
                <a:cubicBezTo>
                  <a:pt x="79261" y="132791"/>
                  <a:pt x="82772" y="125071"/>
                  <a:pt x="82772" y="114946"/>
                </a:cubicBezTo>
                <a:cubicBezTo>
                  <a:pt x="82772" y="105600"/>
                  <a:pt x="79508" y="98290"/>
                  <a:pt x="72981" y="93016"/>
                </a:cubicBezTo>
                <a:cubicBezTo>
                  <a:pt x="66454" y="87739"/>
                  <a:pt x="57369" y="85100"/>
                  <a:pt x="45726" y="85100"/>
                </a:cubicBezTo>
                <a:lnTo>
                  <a:pt x="27308" y="85100"/>
                </a:lnTo>
                <a:lnTo>
                  <a:pt x="27308" y="67530"/>
                </a:lnTo>
                <a:lnTo>
                  <a:pt x="46572" y="67530"/>
                </a:lnTo>
                <a:cubicBezTo>
                  <a:pt x="57086" y="67530"/>
                  <a:pt x="65131" y="65435"/>
                  <a:pt x="70705" y="61245"/>
                </a:cubicBezTo>
                <a:cubicBezTo>
                  <a:pt x="76280" y="57055"/>
                  <a:pt x="79067" y="51018"/>
                  <a:pt x="79067" y="43132"/>
                </a:cubicBezTo>
                <a:cubicBezTo>
                  <a:pt x="79067" y="35035"/>
                  <a:pt x="76192" y="28821"/>
                  <a:pt x="70441" y="24490"/>
                </a:cubicBezTo>
                <a:cubicBezTo>
                  <a:pt x="64690" y="20159"/>
                  <a:pt x="56451" y="17994"/>
                  <a:pt x="45726" y="17994"/>
                </a:cubicBezTo>
                <a:cubicBezTo>
                  <a:pt x="39869" y="17994"/>
                  <a:pt x="33588" y="18629"/>
                  <a:pt x="26885" y="19899"/>
                </a:cubicBezTo>
                <a:cubicBezTo>
                  <a:pt x="20181" y="21169"/>
                  <a:pt x="12807" y="23145"/>
                  <a:pt x="4763" y="25826"/>
                </a:cubicBezTo>
                <a:lnTo>
                  <a:pt x="4763" y="6774"/>
                </a:lnTo>
                <a:cubicBezTo>
                  <a:pt x="12878" y="4516"/>
                  <a:pt x="20481" y="2823"/>
                  <a:pt x="27573" y="1694"/>
                </a:cubicBezTo>
                <a:cubicBezTo>
                  <a:pt x="34665" y="565"/>
                  <a:pt x="41351" y="0"/>
                  <a:pt x="47631" y="0"/>
                </a:cubicBezTo>
                <a:cubicBezTo>
                  <a:pt x="63860" y="0"/>
                  <a:pt x="76703" y="3683"/>
                  <a:pt x="86159" y="11048"/>
                </a:cubicBezTo>
                <a:cubicBezTo>
                  <a:pt x="95614" y="18411"/>
                  <a:pt x="100342" y="28363"/>
                  <a:pt x="100342" y="40906"/>
                </a:cubicBezTo>
                <a:cubicBezTo>
                  <a:pt x="100342" y="49643"/>
                  <a:pt x="97837" y="57023"/>
                  <a:pt x="92827" y="63048"/>
                </a:cubicBezTo>
                <a:cubicBezTo>
                  <a:pt x="87817" y="69072"/>
                  <a:pt x="80690" y="73248"/>
                  <a:pt x="71446" y="75574"/>
                </a:cubicBezTo>
                <a:close/>
                <a:moveTo>
                  <a:pt x="148240" y="142892"/>
                </a:moveTo>
                <a:lnTo>
                  <a:pt x="183170" y="142892"/>
                </a:lnTo>
                <a:lnTo>
                  <a:pt x="183170" y="22228"/>
                </a:lnTo>
                <a:lnTo>
                  <a:pt x="145171" y="29849"/>
                </a:lnTo>
                <a:lnTo>
                  <a:pt x="145171" y="10373"/>
                </a:lnTo>
                <a:lnTo>
                  <a:pt x="182958" y="2752"/>
                </a:lnTo>
                <a:lnTo>
                  <a:pt x="204339" y="2752"/>
                </a:lnTo>
                <a:lnTo>
                  <a:pt x="204339" y="142892"/>
                </a:lnTo>
                <a:lnTo>
                  <a:pt x="239268" y="142892"/>
                </a:lnTo>
                <a:lnTo>
                  <a:pt x="239268" y="160886"/>
                </a:lnTo>
                <a:lnTo>
                  <a:pt x="148240" y="160886"/>
                </a:lnTo>
                <a:lnTo>
                  <a:pt x="148240" y="142892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38" name="Text 21.03Xspeedup">
            <a:extLst xmlns:a="http://schemas.openxmlformats.org/drawingml/2006/main">
              <a:ext uri="{FF2B5EF4-FFF2-40B4-BE49-F238E27FC236}">
                <a16:creationId xmlns:a16="http://schemas.microsoft.com/office/drawing/2014/main" id="{4978345B-FA65-42A7-A8F6-070193C60B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61740" y="3375029"/>
            <a:ext cx="928000" cy="111886"/>
          </a:xfrm>
          <a:custGeom xmlns:a="http://schemas.openxmlformats.org/drawingml/2006/main">
            <a:pathLst>
              <a:path w="928000" h="111886">
                <a:moveTo>
                  <a:pt x="13718" y="78241"/>
                </a:moveTo>
                <a:lnTo>
                  <a:pt x="53516" y="78241"/>
                </a:lnTo>
                <a:lnTo>
                  <a:pt x="53516" y="87838"/>
                </a:lnTo>
                <a:lnTo>
                  <a:pt x="0" y="87838"/>
                </a:lnTo>
                <a:lnTo>
                  <a:pt x="0" y="78241"/>
                </a:lnTo>
                <a:cubicBezTo>
                  <a:pt x="4328" y="73763"/>
                  <a:pt x="10227" y="67751"/>
                  <a:pt x="17697" y="60205"/>
                </a:cubicBezTo>
                <a:cubicBezTo>
                  <a:pt x="25168" y="52660"/>
                  <a:pt x="29863" y="47795"/>
                  <a:pt x="31782" y="45613"/>
                </a:cubicBezTo>
                <a:cubicBezTo>
                  <a:pt x="35433" y="41510"/>
                  <a:pt x="37982" y="38039"/>
                  <a:pt x="39431" y="35197"/>
                </a:cubicBezTo>
                <a:cubicBezTo>
                  <a:pt x="40880" y="32356"/>
                  <a:pt x="41605" y="29562"/>
                  <a:pt x="41605" y="26814"/>
                </a:cubicBezTo>
                <a:cubicBezTo>
                  <a:pt x="41605" y="22336"/>
                  <a:pt x="40033" y="18685"/>
                  <a:pt x="36891" y="15863"/>
                </a:cubicBezTo>
                <a:cubicBezTo>
                  <a:pt x="33748" y="13040"/>
                  <a:pt x="29656" y="11629"/>
                  <a:pt x="24613" y="11629"/>
                </a:cubicBezTo>
                <a:cubicBezTo>
                  <a:pt x="21038" y="11629"/>
                  <a:pt x="17265" y="12255"/>
                  <a:pt x="13294" y="13506"/>
                </a:cubicBezTo>
                <a:cubicBezTo>
                  <a:pt x="9324" y="14757"/>
                  <a:pt x="5081" y="16653"/>
                  <a:pt x="565" y="19193"/>
                </a:cubicBezTo>
                <a:lnTo>
                  <a:pt x="565" y="7677"/>
                </a:lnTo>
                <a:cubicBezTo>
                  <a:pt x="5156" y="5814"/>
                  <a:pt x="9446" y="4408"/>
                  <a:pt x="13435" y="3458"/>
                </a:cubicBezTo>
                <a:cubicBezTo>
                  <a:pt x="17425" y="2507"/>
                  <a:pt x="21075" y="2032"/>
                  <a:pt x="24387" y="2032"/>
                </a:cubicBezTo>
                <a:cubicBezTo>
                  <a:pt x="33118" y="2032"/>
                  <a:pt x="40080" y="4215"/>
                  <a:pt x="45274" y="8581"/>
                </a:cubicBezTo>
                <a:cubicBezTo>
                  <a:pt x="50467" y="12946"/>
                  <a:pt x="53064" y="18779"/>
                  <a:pt x="53064" y="26080"/>
                </a:cubicBezTo>
                <a:cubicBezTo>
                  <a:pt x="53064" y="29543"/>
                  <a:pt x="52415" y="32826"/>
                  <a:pt x="51117" y="35931"/>
                </a:cubicBezTo>
                <a:cubicBezTo>
                  <a:pt x="49818" y="39036"/>
                  <a:pt x="47457" y="42696"/>
                  <a:pt x="44032" y="46911"/>
                </a:cubicBezTo>
                <a:cubicBezTo>
                  <a:pt x="43091" y="48002"/>
                  <a:pt x="40099" y="51154"/>
                  <a:pt x="35056" y="56367"/>
                </a:cubicBezTo>
                <a:cubicBezTo>
                  <a:pt x="30013" y="61579"/>
                  <a:pt x="22900" y="68871"/>
                  <a:pt x="13718" y="78241"/>
                </a:cubicBezTo>
                <a:close/>
                <a:moveTo>
                  <a:pt x="79400" y="78241"/>
                </a:moveTo>
                <a:lnTo>
                  <a:pt x="98029" y="78241"/>
                </a:lnTo>
                <a:lnTo>
                  <a:pt x="98029" y="13887"/>
                </a:lnTo>
                <a:lnTo>
                  <a:pt x="77763" y="17951"/>
                </a:lnTo>
                <a:lnTo>
                  <a:pt x="77763" y="7564"/>
                </a:lnTo>
                <a:lnTo>
                  <a:pt x="97916" y="3500"/>
                </a:lnTo>
                <a:lnTo>
                  <a:pt x="109320" y="3500"/>
                </a:lnTo>
                <a:lnTo>
                  <a:pt x="109320" y="78241"/>
                </a:lnTo>
                <a:lnTo>
                  <a:pt x="127948" y="78241"/>
                </a:lnTo>
                <a:lnTo>
                  <a:pt x="127948" y="87838"/>
                </a:lnTo>
                <a:lnTo>
                  <a:pt x="79400" y="87838"/>
                </a:lnTo>
                <a:lnTo>
                  <a:pt x="79400" y="78241"/>
                </a:lnTo>
                <a:close/>
                <a:moveTo>
                  <a:pt x="150954" y="73500"/>
                </a:moveTo>
                <a:lnTo>
                  <a:pt x="162865" y="73500"/>
                </a:lnTo>
                <a:lnTo>
                  <a:pt x="162865" y="87838"/>
                </a:lnTo>
                <a:lnTo>
                  <a:pt x="150954" y="87838"/>
                </a:lnTo>
                <a:lnTo>
                  <a:pt x="150954" y="73500"/>
                </a:lnTo>
                <a:close/>
                <a:moveTo>
                  <a:pt x="212105" y="11064"/>
                </a:moveTo>
                <a:cubicBezTo>
                  <a:pt x="206234" y="11064"/>
                  <a:pt x="201822" y="13955"/>
                  <a:pt x="198868" y="19737"/>
                </a:cubicBezTo>
                <a:cubicBezTo>
                  <a:pt x="195913" y="25518"/>
                  <a:pt x="194436" y="34209"/>
                  <a:pt x="194436" y="45810"/>
                </a:cubicBezTo>
                <a:cubicBezTo>
                  <a:pt x="194436" y="57373"/>
                  <a:pt x="195913" y="66046"/>
                  <a:pt x="198868" y="71827"/>
                </a:cubicBezTo>
                <a:cubicBezTo>
                  <a:pt x="201822" y="77609"/>
                  <a:pt x="206234" y="80499"/>
                  <a:pt x="212105" y="80499"/>
                </a:cubicBezTo>
                <a:cubicBezTo>
                  <a:pt x="218014" y="80499"/>
                  <a:pt x="222445" y="77609"/>
                  <a:pt x="225400" y="71827"/>
                </a:cubicBezTo>
                <a:cubicBezTo>
                  <a:pt x="228354" y="66046"/>
                  <a:pt x="229831" y="57373"/>
                  <a:pt x="229831" y="45810"/>
                </a:cubicBezTo>
                <a:cubicBezTo>
                  <a:pt x="229831" y="34209"/>
                  <a:pt x="228354" y="25518"/>
                  <a:pt x="225400" y="19737"/>
                </a:cubicBezTo>
                <a:cubicBezTo>
                  <a:pt x="222445" y="13955"/>
                  <a:pt x="218014" y="11064"/>
                  <a:pt x="212105" y="11064"/>
                </a:cubicBezTo>
                <a:moveTo>
                  <a:pt x="212105" y="2032"/>
                </a:moveTo>
                <a:cubicBezTo>
                  <a:pt x="221552" y="2032"/>
                  <a:pt x="228768" y="5770"/>
                  <a:pt x="233754" y="13245"/>
                </a:cubicBezTo>
                <a:cubicBezTo>
                  <a:pt x="238741" y="20720"/>
                  <a:pt x="241234" y="31575"/>
                  <a:pt x="241234" y="45810"/>
                </a:cubicBezTo>
                <a:cubicBezTo>
                  <a:pt x="241234" y="60008"/>
                  <a:pt x="238741" y="70844"/>
                  <a:pt x="233754" y="78319"/>
                </a:cubicBezTo>
                <a:cubicBezTo>
                  <a:pt x="228768" y="85794"/>
                  <a:pt x="221552" y="89532"/>
                  <a:pt x="212105" y="89532"/>
                </a:cubicBezTo>
                <a:cubicBezTo>
                  <a:pt x="202659" y="89532"/>
                  <a:pt x="195443" y="85794"/>
                  <a:pt x="190456" y="78319"/>
                </a:cubicBezTo>
                <a:cubicBezTo>
                  <a:pt x="185470" y="70844"/>
                  <a:pt x="182976" y="60008"/>
                  <a:pt x="182976" y="45810"/>
                </a:cubicBezTo>
                <a:cubicBezTo>
                  <a:pt x="182976" y="31575"/>
                  <a:pt x="185470" y="20720"/>
                  <a:pt x="190456" y="13245"/>
                </a:cubicBezTo>
                <a:cubicBezTo>
                  <a:pt x="195443" y="5770"/>
                  <a:pt x="202659" y="2032"/>
                  <a:pt x="212105" y="2032"/>
                </a:cubicBezTo>
                <a:close/>
                <a:moveTo>
                  <a:pt x="295796" y="42338"/>
                </a:moveTo>
                <a:cubicBezTo>
                  <a:pt x="301253" y="43507"/>
                  <a:pt x="305515" y="45941"/>
                  <a:pt x="308582" y="49638"/>
                </a:cubicBezTo>
                <a:cubicBezTo>
                  <a:pt x="311650" y="53335"/>
                  <a:pt x="313183" y="57899"/>
                  <a:pt x="313183" y="63331"/>
                </a:cubicBezTo>
                <a:cubicBezTo>
                  <a:pt x="313183" y="71668"/>
                  <a:pt x="310323" y="78120"/>
                  <a:pt x="304603" y="82685"/>
                </a:cubicBezTo>
                <a:cubicBezTo>
                  <a:pt x="298882" y="87250"/>
                  <a:pt x="290753" y="89532"/>
                  <a:pt x="280216" y="89532"/>
                </a:cubicBezTo>
                <a:cubicBezTo>
                  <a:pt x="276678" y="89532"/>
                  <a:pt x="273037" y="89184"/>
                  <a:pt x="269292" y="88487"/>
                </a:cubicBezTo>
                <a:cubicBezTo>
                  <a:pt x="265548" y="87791"/>
                  <a:pt x="261681" y="86747"/>
                  <a:pt x="257692" y="85354"/>
                </a:cubicBezTo>
                <a:lnTo>
                  <a:pt x="257692" y="74290"/>
                </a:lnTo>
                <a:cubicBezTo>
                  <a:pt x="260853" y="76153"/>
                  <a:pt x="264315" y="77559"/>
                  <a:pt x="268079" y="78510"/>
                </a:cubicBezTo>
                <a:cubicBezTo>
                  <a:pt x="271842" y="79460"/>
                  <a:pt x="275775" y="79935"/>
                  <a:pt x="279877" y="79935"/>
                </a:cubicBezTo>
                <a:cubicBezTo>
                  <a:pt x="287027" y="79935"/>
                  <a:pt x="292475" y="78519"/>
                  <a:pt x="296220" y="75687"/>
                </a:cubicBezTo>
                <a:cubicBezTo>
                  <a:pt x="299964" y="72854"/>
                  <a:pt x="301837" y="68737"/>
                  <a:pt x="301837" y="63337"/>
                </a:cubicBezTo>
                <a:cubicBezTo>
                  <a:pt x="301837" y="58352"/>
                  <a:pt x="300096" y="54454"/>
                  <a:pt x="296615" y="51641"/>
                </a:cubicBezTo>
                <a:cubicBezTo>
                  <a:pt x="293134" y="48826"/>
                  <a:pt x="288288" y="47419"/>
                  <a:pt x="282079" y="47419"/>
                </a:cubicBezTo>
                <a:lnTo>
                  <a:pt x="272256" y="47419"/>
                </a:lnTo>
                <a:lnTo>
                  <a:pt x="272256" y="38048"/>
                </a:lnTo>
                <a:lnTo>
                  <a:pt x="282530" y="38048"/>
                </a:lnTo>
                <a:cubicBezTo>
                  <a:pt x="288138" y="38048"/>
                  <a:pt x="292428" y="36931"/>
                  <a:pt x="295401" y="34696"/>
                </a:cubicBezTo>
                <a:cubicBezTo>
                  <a:pt x="298374" y="32462"/>
                  <a:pt x="299861" y="29242"/>
                  <a:pt x="299861" y="25036"/>
                </a:cubicBezTo>
                <a:cubicBezTo>
                  <a:pt x="299861" y="20718"/>
                  <a:pt x="298327" y="17403"/>
                  <a:pt x="295260" y="15094"/>
                </a:cubicBezTo>
                <a:cubicBezTo>
                  <a:pt x="292193" y="12784"/>
                  <a:pt x="287799" y="11629"/>
                  <a:pt x="282079" y="11629"/>
                </a:cubicBezTo>
                <a:cubicBezTo>
                  <a:pt x="278955" y="11629"/>
                  <a:pt x="275606" y="11968"/>
                  <a:pt x="272030" y="12645"/>
                </a:cubicBezTo>
                <a:cubicBezTo>
                  <a:pt x="268455" y="13322"/>
                  <a:pt x="264522" y="14376"/>
                  <a:pt x="260232" y="15806"/>
                </a:cubicBezTo>
                <a:lnTo>
                  <a:pt x="260232" y="5645"/>
                </a:lnTo>
                <a:cubicBezTo>
                  <a:pt x="264560" y="4441"/>
                  <a:pt x="268615" y="3538"/>
                  <a:pt x="272397" y="2935"/>
                </a:cubicBezTo>
                <a:cubicBezTo>
                  <a:pt x="276179" y="2333"/>
                  <a:pt x="279745" y="2032"/>
                  <a:pt x="283095" y="2032"/>
                </a:cubicBezTo>
                <a:cubicBezTo>
                  <a:pt x="291751" y="2032"/>
                  <a:pt x="298600" y="3996"/>
                  <a:pt x="303643" y="7924"/>
                </a:cubicBezTo>
                <a:cubicBezTo>
                  <a:pt x="308686" y="11851"/>
                  <a:pt x="311207" y="17159"/>
                  <a:pt x="311207" y="23849"/>
                </a:cubicBezTo>
                <a:cubicBezTo>
                  <a:pt x="311207" y="28508"/>
                  <a:pt x="309871" y="32445"/>
                  <a:pt x="307199" y="35658"/>
                </a:cubicBezTo>
                <a:cubicBezTo>
                  <a:pt x="304527" y="38871"/>
                  <a:pt x="300726" y="41098"/>
                  <a:pt x="295796" y="42338"/>
                </a:cubicBezTo>
                <a:close/>
                <a:moveTo>
                  <a:pt x="329696" y="3500"/>
                </a:moveTo>
                <a:lnTo>
                  <a:pt x="341946" y="3500"/>
                </a:lnTo>
                <a:lnTo>
                  <a:pt x="362890" y="34830"/>
                </a:lnTo>
                <a:lnTo>
                  <a:pt x="383946" y="3500"/>
                </a:lnTo>
                <a:lnTo>
                  <a:pt x="396196" y="3500"/>
                </a:lnTo>
                <a:lnTo>
                  <a:pt x="369099" y="44002"/>
                </a:lnTo>
                <a:lnTo>
                  <a:pt x="398002" y="87838"/>
                </a:lnTo>
                <a:lnTo>
                  <a:pt x="385753" y="87838"/>
                </a:lnTo>
                <a:lnTo>
                  <a:pt x="362043" y="51992"/>
                </a:lnTo>
                <a:lnTo>
                  <a:pt x="338164" y="87838"/>
                </a:lnTo>
                <a:lnTo>
                  <a:pt x="325858" y="87838"/>
                </a:lnTo>
                <a:lnTo>
                  <a:pt x="355946" y="42817"/>
                </a:lnTo>
                <a:lnTo>
                  <a:pt x="329696" y="3500"/>
                </a:lnTo>
                <a:close/>
                <a:moveTo>
                  <a:pt x="489575" y="26419"/>
                </a:moveTo>
                <a:lnTo>
                  <a:pt x="489575" y="36242"/>
                </a:lnTo>
                <a:cubicBezTo>
                  <a:pt x="486639" y="34736"/>
                  <a:pt x="483591" y="33607"/>
                  <a:pt x="480429" y="32855"/>
                </a:cubicBezTo>
                <a:cubicBezTo>
                  <a:pt x="477268" y="32102"/>
                  <a:pt x="473994" y="31726"/>
                  <a:pt x="470607" y="31726"/>
                </a:cubicBezTo>
                <a:cubicBezTo>
                  <a:pt x="465451" y="31726"/>
                  <a:pt x="461584" y="32518"/>
                  <a:pt x="459006" y="34102"/>
                </a:cubicBezTo>
                <a:cubicBezTo>
                  <a:pt x="456428" y="35686"/>
                  <a:pt x="455139" y="38062"/>
                  <a:pt x="455139" y="41231"/>
                </a:cubicBezTo>
                <a:cubicBezTo>
                  <a:pt x="455139" y="43644"/>
                  <a:pt x="456061" y="45539"/>
                  <a:pt x="457905" y="46916"/>
                </a:cubicBezTo>
                <a:cubicBezTo>
                  <a:pt x="459750" y="48293"/>
                  <a:pt x="463456" y="49604"/>
                  <a:pt x="469026" y="50848"/>
                </a:cubicBezTo>
                <a:lnTo>
                  <a:pt x="472583" y="51642"/>
                </a:lnTo>
                <a:cubicBezTo>
                  <a:pt x="479959" y="53225"/>
                  <a:pt x="485200" y="55459"/>
                  <a:pt x="488304" y="58344"/>
                </a:cubicBezTo>
                <a:cubicBezTo>
                  <a:pt x="491409" y="61228"/>
                  <a:pt x="492962" y="65252"/>
                  <a:pt x="492962" y="70418"/>
                </a:cubicBezTo>
                <a:cubicBezTo>
                  <a:pt x="492962" y="76299"/>
                  <a:pt x="490638" y="80955"/>
                  <a:pt x="485990" y="84386"/>
                </a:cubicBezTo>
                <a:cubicBezTo>
                  <a:pt x="481342" y="87816"/>
                  <a:pt x="474954" y="89532"/>
                  <a:pt x="466825" y="89532"/>
                </a:cubicBezTo>
                <a:cubicBezTo>
                  <a:pt x="463438" y="89532"/>
                  <a:pt x="459909" y="89202"/>
                  <a:pt x="456240" y="88544"/>
                </a:cubicBezTo>
                <a:cubicBezTo>
                  <a:pt x="452571" y="87885"/>
                  <a:pt x="448704" y="86897"/>
                  <a:pt x="444639" y="85580"/>
                </a:cubicBezTo>
                <a:lnTo>
                  <a:pt x="444639" y="74854"/>
                </a:lnTo>
                <a:cubicBezTo>
                  <a:pt x="448478" y="76849"/>
                  <a:pt x="452260" y="78345"/>
                  <a:pt x="455986" y="79342"/>
                </a:cubicBezTo>
                <a:cubicBezTo>
                  <a:pt x="459712" y="80340"/>
                  <a:pt x="463400" y="80838"/>
                  <a:pt x="467051" y="80838"/>
                </a:cubicBezTo>
                <a:cubicBezTo>
                  <a:pt x="471943" y="80838"/>
                  <a:pt x="475706" y="79999"/>
                  <a:pt x="478341" y="78321"/>
                </a:cubicBezTo>
                <a:cubicBezTo>
                  <a:pt x="480975" y="76643"/>
                  <a:pt x="482292" y="74276"/>
                  <a:pt x="482292" y="71222"/>
                </a:cubicBezTo>
                <a:cubicBezTo>
                  <a:pt x="482292" y="68394"/>
                  <a:pt x="481342" y="66225"/>
                  <a:pt x="479442" y="64716"/>
                </a:cubicBezTo>
                <a:cubicBezTo>
                  <a:pt x="477541" y="63207"/>
                  <a:pt x="473373" y="61755"/>
                  <a:pt x="466938" y="60360"/>
                </a:cubicBezTo>
                <a:lnTo>
                  <a:pt x="463325" y="59512"/>
                </a:lnTo>
                <a:cubicBezTo>
                  <a:pt x="456889" y="58155"/>
                  <a:pt x="452241" y="56072"/>
                  <a:pt x="449381" y="53264"/>
                </a:cubicBezTo>
                <a:cubicBezTo>
                  <a:pt x="446521" y="50454"/>
                  <a:pt x="445091" y="46598"/>
                  <a:pt x="445091" y="41696"/>
                </a:cubicBezTo>
                <a:cubicBezTo>
                  <a:pt x="445091" y="35738"/>
                  <a:pt x="447199" y="31138"/>
                  <a:pt x="451414" y="27896"/>
                </a:cubicBezTo>
                <a:cubicBezTo>
                  <a:pt x="455629" y="24653"/>
                  <a:pt x="461612" y="23032"/>
                  <a:pt x="469365" y="23032"/>
                </a:cubicBezTo>
                <a:cubicBezTo>
                  <a:pt x="473204" y="23032"/>
                  <a:pt x="476817" y="23314"/>
                  <a:pt x="480204" y="23879"/>
                </a:cubicBezTo>
                <a:cubicBezTo>
                  <a:pt x="483591" y="24443"/>
                  <a:pt x="486714" y="25290"/>
                  <a:pt x="489575" y="26419"/>
                </a:cubicBezTo>
                <a:close/>
                <a:moveTo>
                  <a:pt x="519551" y="78354"/>
                </a:moveTo>
                <a:lnTo>
                  <a:pt x="519551" y="111886"/>
                </a:lnTo>
                <a:lnTo>
                  <a:pt x="509107" y="111886"/>
                </a:lnTo>
                <a:lnTo>
                  <a:pt x="509107" y="24613"/>
                </a:lnTo>
                <a:lnTo>
                  <a:pt x="519551" y="24613"/>
                </a:lnTo>
                <a:lnTo>
                  <a:pt x="519551" y="34209"/>
                </a:lnTo>
                <a:cubicBezTo>
                  <a:pt x="521734" y="30427"/>
                  <a:pt x="524490" y="27619"/>
                  <a:pt x="527821" y="25784"/>
                </a:cubicBezTo>
                <a:cubicBezTo>
                  <a:pt x="531152" y="23949"/>
                  <a:pt x="535131" y="23032"/>
                  <a:pt x="539760" y="23032"/>
                </a:cubicBezTo>
                <a:cubicBezTo>
                  <a:pt x="547438" y="23032"/>
                  <a:pt x="553676" y="26086"/>
                  <a:pt x="558474" y="32193"/>
                </a:cubicBezTo>
                <a:cubicBezTo>
                  <a:pt x="563272" y="38300"/>
                  <a:pt x="565671" y="46330"/>
                  <a:pt x="565671" y="56282"/>
                </a:cubicBezTo>
                <a:cubicBezTo>
                  <a:pt x="565671" y="66234"/>
                  <a:pt x="563272" y="74263"/>
                  <a:pt x="558474" y="80371"/>
                </a:cubicBezTo>
                <a:cubicBezTo>
                  <a:pt x="553676" y="86478"/>
                  <a:pt x="547438" y="89532"/>
                  <a:pt x="539760" y="89532"/>
                </a:cubicBezTo>
                <a:cubicBezTo>
                  <a:pt x="535131" y="89532"/>
                  <a:pt x="531152" y="88614"/>
                  <a:pt x="527821" y="86780"/>
                </a:cubicBezTo>
                <a:cubicBezTo>
                  <a:pt x="524490" y="84945"/>
                  <a:pt x="521734" y="82137"/>
                  <a:pt x="519551" y="78354"/>
                </a:cubicBezTo>
                <a:moveTo>
                  <a:pt x="554889" y="56282"/>
                </a:moveTo>
                <a:cubicBezTo>
                  <a:pt x="554889" y="48625"/>
                  <a:pt x="553318" y="42618"/>
                  <a:pt x="550176" y="38262"/>
                </a:cubicBezTo>
                <a:cubicBezTo>
                  <a:pt x="547033" y="33904"/>
                  <a:pt x="542715" y="31726"/>
                  <a:pt x="537220" y="31726"/>
                </a:cubicBezTo>
                <a:cubicBezTo>
                  <a:pt x="531725" y="31726"/>
                  <a:pt x="527407" y="33904"/>
                  <a:pt x="524264" y="38262"/>
                </a:cubicBezTo>
                <a:cubicBezTo>
                  <a:pt x="521122" y="42618"/>
                  <a:pt x="519551" y="48625"/>
                  <a:pt x="519551" y="56282"/>
                </a:cubicBezTo>
                <a:cubicBezTo>
                  <a:pt x="519551" y="63939"/>
                  <a:pt x="521122" y="69947"/>
                  <a:pt x="524264" y="74304"/>
                </a:cubicBezTo>
                <a:cubicBezTo>
                  <a:pt x="527407" y="78660"/>
                  <a:pt x="531725" y="80838"/>
                  <a:pt x="537220" y="80838"/>
                </a:cubicBezTo>
                <a:cubicBezTo>
                  <a:pt x="542715" y="80838"/>
                  <a:pt x="547033" y="78660"/>
                  <a:pt x="550176" y="74304"/>
                </a:cubicBezTo>
                <a:cubicBezTo>
                  <a:pt x="553318" y="69947"/>
                  <a:pt x="554889" y="63939"/>
                  <a:pt x="554889" y="56282"/>
                </a:cubicBezTo>
                <a:close/>
                <a:moveTo>
                  <a:pt x="636997" y="53629"/>
                </a:moveTo>
                <a:lnTo>
                  <a:pt x="636997" y="58709"/>
                </a:lnTo>
                <a:lnTo>
                  <a:pt x="589239" y="58709"/>
                </a:lnTo>
                <a:cubicBezTo>
                  <a:pt x="589690" y="65879"/>
                  <a:pt x="591845" y="71340"/>
                  <a:pt x="595702" y="75094"/>
                </a:cubicBezTo>
                <a:cubicBezTo>
                  <a:pt x="599560" y="78848"/>
                  <a:pt x="604932" y="80725"/>
                  <a:pt x="611819" y="80725"/>
                </a:cubicBezTo>
                <a:cubicBezTo>
                  <a:pt x="615808" y="80725"/>
                  <a:pt x="619675" y="80236"/>
                  <a:pt x="623420" y="79258"/>
                </a:cubicBezTo>
                <a:cubicBezTo>
                  <a:pt x="627165" y="78279"/>
                  <a:pt x="630881" y="76811"/>
                  <a:pt x="634569" y="74854"/>
                </a:cubicBezTo>
                <a:lnTo>
                  <a:pt x="634569" y="84677"/>
                </a:lnTo>
                <a:cubicBezTo>
                  <a:pt x="630843" y="86258"/>
                  <a:pt x="627023" y="87462"/>
                  <a:pt x="623110" y="88290"/>
                </a:cubicBezTo>
                <a:cubicBezTo>
                  <a:pt x="619196" y="89118"/>
                  <a:pt x="615225" y="89532"/>
                  <a:pt x="611198" y="89532"/>
                </a:cubicBezTo>
                <a:cubicBezTo>
                  <a:pt x="601112" y="89532"/>
                  <a:pt x="593124" y="86592"/>
                  <a:pt x="587235" y="80711"/>
                </a:cubicBezTo>
                <a:cubicBezTo>
                  <a:pt x="581345" y="74830"/>
                  <a:pt x="578400" y="66875"/>
                  <a:pt x="578400" y="56848"/>
                </a:cubicBezTo>
                <a:cubicBezTo>
                  <a:pt x="578400" y="46481"/>
                  <a:pt x="581194" y="38253"/>
                  <a:pt x="586783" y="32165"/>
                </a:cubicBezTo>
                <a:cubicBezTo>
                  <a:pt x="592372" y="26076"/>
                  <a:pt x="599908" y="23032"/>
                  <a:pt x="609392" y="23032"/>
                </a:cubicBezTo>
                <a:cubicBezTo>
                  <a:pt x="617897" y="23032"/>
                  <a:pt x="624624" y="25775"/>
                  <a:pt x="629573" y="31262"/>
                </a:cubicBezTo>
                <a:cubicBezTo>
                  <a:pt x="634522" y="36747"/>
                  <a:pt x="636997" y="44203"/>
                  <a:pt x="636997" y="53629"/>
                </a:cubicBezTo>
                <a:moveTo>
                  <a:pt x="626609" y="50580"/>
                </a:moveTo>
                <a:cubicBezTo>
                  <a:pt x="626534" y="44880"/>
                  <a:pt x="624944" y="40331"/>
                  <a:pt x="621839" y="36935"/>
                </a:cubicBezTo>
                <a:cubicBezTo>
                  <a:pt x="618735" y="33537"/>
                  <a:pt x="614623" y="31839"/>
                  <a:pt x="609505" y="31839"/>
                </a:cubicBezTo>
                <a:cubicBezTo>
                  <a:pt x="603709" y="31839"/>
                  <a:pt x="599071" y="33481"/>
                  <a:pt x="595590" y="36766"/>
                </a:cubicBezTo>
                <a:cubicBezTo>
                  <a:pt x="592108" y="40049"/>
                  <a:pt x="590104" y="44673"/>
                  <a:pt x="589577" y="50637"/>
                </a:cubicBezTo>
                <a:lnTo>
                  <a:pt x="626609" y="50580"/>
                </a:lnTo>
                <a:close/>
                <a:moveTo>
                  <a:pt x="708098" y="53629"/>
                </a:moveTo>
                <a:lnTo>
                  <a:pt x="708098" y="58709"/>
                </a:lnTo>
                <a:lnTo>
                  <a:pt x="660340" y="58709"/>
                </a:lnTo>
                <a:cubicBezTo>
                  <a:pt x="660792" y="65879"/>
                  <a:pt x="662946" y="71340"/>
                  <a:pt x="666804" y="75094"/>
                </a:cubicBezTo>
                <a:cubicBezTo>
                  <a:pt x="670661" y="78848"/>
                  <a:pt x="676034" y="80725"/>
                  <a:pt x="682921" y="80725"/>
                </a:cubicBezTo>
                <a:cubicBezTo>
                  <a:pt x="686910" y="80725"/>
                  <a:pt x="690777" y="80236"/>
                  <a:pt x="694521" y="79258"/>
                </a:cubicBezTo>
                <a:cubicBezTo>
                  <a:pt x="698266" y="78279"/>
                  <a:pt x="701982" y="76811"/>
                  <a:pt x="705671" y="74854"/>
                </a:cubicBezTo>
                <a:lnTo>
                  <a:pt x="705671" y="84677"/>
                </a:lnTo>
                <a:cubicBezTo>
                  <a:pt x="701945" y="86258"/>
                  <a:pt x="698125" y="87462"/>
                  <a:pt x="694211" y="88290"/>
                </a:cubicBezTo>
                <a:cubicBezTo>
                  <a:pt x="690297" y="89118"/>
                  <a:pt x="686327" y="89532"/>
                  <a:pt x="682300" y="89532"/>
                </a:cubicBezTo>
                <a:cubicBezTo>
                  <a:pt x="672214" y="89532"/>
                  <a:pt x="664226" y="86592"/>
                  <a:pt x="658336" y="80711"/>
                </a:cubicBezTo>
                <a:cubicBezTo>
                  <a:pt x="652446" y="74830"/>
                  <a:pt x="649502" y="66875"/>
                  <a:pt x="649502" y="56848"/>
                </a:cubicBezTo>
                <a:cubicBezTo>
                  <a:pt x="649502" y="46481"/>
                  <a:pt x="652296" y="38253"/>
                  <a:pt x="657885" y="32165"/>
                </a:cubicBezTo>
                <a:cubicBezTo>
                  <a:pt x="663473" y="26076"/>
                  <a:pt x="671010" y="23032"/>
                  <a:pt x="680493" y="23032"/>
                </a:cubicBezTo>
                <a:cubicBezTo>
                  <a:pt x="688999" y="23032"/>
                  <a:pt x="695726" y="25775"/>
                  <a:pt x="700675" y="31262"/>
                </a:cubicBezTo>
                <a:cubicBezTo>
                  <a:pt x="705624" y="36747"/>
                  <a:pt x="708098" y="44203"/>
                  <a:pt x="708098" y="53629"/>
                </a:cubicBezTo>
                <a:moveTo>
                  <a:pt x="697711" y="50580"/>
                </a:moveTo>
                <a:cubicBezTo>
                  <a:pt x="697636" y="44880"/>
                  <a:pt x="696046" y="40331"/>
                  <a:pt x="692941" y="36935"/>
                </a:cubicBezTo>
                <a:cubicBezTo>
                  <a:pt x="689836" y="33537"/>
                  <a:pt x="685724" y="31839"/>
                  <a:pt x="680606" y="31839"/>
                </a:cubicBezTo>
                <a:cubicBezTo>
                  <a:pt x="674811" y="31839"/>
                  <a:pt x="670172" y="33481"/>
                  <a:pt x="666691" y="36766"/>
                </a:cubicBezTo>
                <a:cubicBezTo>
                  <a:pt x="663210" y="40049"/>
                  <a:pt x="661206" y="44673"/>
                  <a:pt x="660679" y="50637"/>
                </a:cubicBezTo>
                <a:lnTo>
                  <a:pt x="697711" y="50580"/>
                </a:lnTo>
                <a:close/>
                <a:moveTo>
                  <a:pt x="766724" y="34209"/>
                </a:moveTo>
                <a:lnTo>
                  <a:pt x="766724" y="0"/>
                </a:lnTo>
                <a:lnTo>
                  <a:pt x="777111" y="0"/>
                </a:lnTo>
                <a:lnTo>
                  <a:pt x="777111" y="87838"/>
                </a:lnTo>
                <a:lnTo>
                  <a:pt x="766724" y="87838"/>
                </a:lnTo>
                <a:lnTo>
                  <a:pt x="766724" y="78354"/>
                </a:lnTo>
                <a:cubicBezTo>
                  <a:pt x="764541" y="82137"/>
                  <a:pt x="761784" y="84945"/>
                  <a:pt x="758454" y="86780"/>
                </a:cubicBezTo>
                <a:cubicBezTo>
                  <a:pt x="755123" y="88614"/>
                  <a:pt x="751124" y="89532"/>
                  <a:pt x="746458" y="89532"/>
                </a:cubicBezTo>
                <a:cubicBezTo>
                  <a:pt x="738818" y="89532"/>
                  <a:pt x="732599" y="86478"/>
                  <a:pt x="727801" y="80371"/>
                </a:cubicBezTo>
                <a:cubicBezTo>
                  <a:pt x="723002" y="74263"/>
                  <a:pt x="720603" y="66234"/>
                  <a:pt x="720603" y="56282"/>
                </a:cubicBezTo>
                <a:cubicBezTo>
                  <a:pt x="720603" y="46330"/>
                  <a:pt x="723002" y="38300"/>
                  <a:pt x="727801" y="32193"/>
                </a:cubicBezTo>
                <a:cubicBezTo>
                  <a:pt x="732599" y="26086"/>
                  <a:pt x="738818" y="23032"/>
                  <a:pt x="746458" y="23032"/>
                </a:cubicBezTo>
                <a:cubicBezTo>
                  <a:pt x="751124" y="23032"/>
                  <a:pt x="755123" y="23949"/>
                  <a:pt x="758454" y="25784"/>
                </a:cubicBezTo>
                <a:cubicBezTo>
                  <a:pt x="761784" y="27619"/>
                  <a:pt x="764541" y="30427"/>
                  <a:pt x="766724" y="34209"/>
                </a:cubicBezTo>
                <a:moveTo>
                  <a:pt x="731329" y="56282"/>
                </a:moveTo>
                <a:cubicBezTo>
                  <a:pt x="731329" y="63939"/>
                  <a:pt x="732900" y="69947"/>
                  <a:pt x="736042" y="74304"/>
                </a:cubicBezTo>
                <a:cubicBezTo>
                  <a:pt x="739185" y="78660"/>
                  <a:pt x="743503" y="80838"/>
                  <a:pt x="748998" y="80838"/>
                </a:cubicBezTo>
                <a:cubicBezTo>
                  <a:pt x="754493" y="80838"/>
                  <a:pt x="758821" y="78660"/>
                  <a:pt x="761982" y="74304"/>
                </a:cubicBezTo>
                <a:cubicBezTo>
                  <a:pt x="765143" y="69947"/>
                  <a:pt x="766724" y="63939"/>
                  <a:pt x="766724" y="56282"/>
                </a:cubicBezTo>
                <a:cubicBezTo>
                  <a:pt x="766724" y="48625"/>
                  <a:pt x="765143" y="42618"/>
                  <a:pt x="761982" y="38262"/>
                </a:cubicBezTo>
                <a:cubicBezTo>
                  <a:pt x="758821" y="33904"/>
                  <a:pt x="754493" y="31726"/>
                  <a:pt x="748998" y="31726"/>
                </a:cubicBezTo>
                <a:cubicBezTo>
                  <a:pt x="743503" y="31726"/>
                  <a:pt x="739185" y="33904"/>
                  <a:pt x="736042" y="38262"/>
                </a:cubicBezTo>
                <a:cubicBezTo>
                  <a:pt x="732900" y="42618"/>
                  <a:pt x="731329" y="48625"/>
                  <a:pt x="731329" y="56282"/>
                </a:cubicBezTo>
                <a:close/>
                <a:moveTo>
                  <a:pt x="797461" y="62887"/>
                </a:moveTo>
                <a:lnTo>
                  <a:pt x="797461" y="24613"/>
                </a:lnTo>
                <a:lnTo>
                  <a:pt x="807848" y="24613"/>
                </a:lnTo>
                <a:lnTo>
                  <a:pt x="807848" y="62492"/>
                </a:lnTo>
                <a:cubicBezTo>
                  <a:pt x="807848" y="68494"/>
                  <a:pt x="809014" y="72996"/>
                  <a:pt x="811348" y="75997"/>
                </a:cubicBezTo>
                <a:cubicBezTo>
                  <a:pt x="813681" y="78999"/>
                  <a:pt x="817181" y="80499"/>
                  <a:pt x="821848" y="80499"/>
                </a:cubicBezTo>
                <a:cubicBezTo>
                  <a:pt x="827455" y="80499"/>
                  <a:pt x="831886" y="78707"/>
                  <a:pt x="835142" y="75123"/>
                </a:cubicBezTo>
                <a:cubicBezTo>
                  <a:pt x="838397" y="71537"/>
                  <a:pt x="840025" y="66649"/>
                  <a:pt x="840025" y="60459"/>
                </a:cubicBezTo>
                <a:lnTo>
                  <a:pt x="840025" y="24613"/>
                </a:lnTo>
                <a:lnTo>
                  <a:pt x="850412" y="24613"/>
                </a:lnTo>
                <a:lnTo>
                  <a:pt x="850412" y="87838"/>
                </a:lnTo>
                <a:lnTo>
                  <a:pt x="840025" y="87838"/>
                </a:lnTo>
                <a:lnTo>
                  <a:pt x="840025" y="78129"/>
                </a:lnTo>
                <a:cubicBezTo>
                  <a:pt x="837503" y="81986"/>
                  <a:pt x="834577" y="84851"/>
                  <a:pt x="831247" y="86723"/>
                </a:cubicBezTo>
                <a:cubicBezTo>
                  <a:pt x="827916" y="88596"/>
                  <a:pt x="824049" y="89532"/>
                  <a:pt x="819646" y="89532"/>
                </a:cubicBezTo>
                <a:cubicBezTo>
                  <a:pt x="812383" y="89532"/>
                  <a:pt x="806869" y="87269"/>
                  <a:pt x="803106" y="82743"/>
                </a:cubicBezTo>
                <a:cubicBezTo>
                  <a:pt x="799342" y="78218"/>
                  <a:pt x="797461" y="71599"/>
                  <a:pt x="797461" y="62887"/>
                </a:cubicBezTo>
                <a:moveTo>
                  <a:pt x="823598" y="23032"/>
                </a:moveTo>
                <a:lnTo>
                  <a:pt x="823598" y="23032"/>
                </a:lnTo>
                <a:close/>
                <a:moveTo>
                  <a:pt x="881879" y="78354"/>
                </a:moveTo>
                <a:lnTo>
                  <a:pt x="881879" y="111886"/>
                </a:lnTo>
                <a:lnTo>
                  <a:pt x="871436" y="111886"/>
                </a:lnTo>
                <a:lnTo>
                  <a:pt x="871436" y="24613"/>
                </a:lnTo>
                <a:lnTo>
                  <a:pt x="881879" y="24613"/>
                </a:lnTo>
                <a:lnTo>
                  <a:pt x="881879" y="34209"/>
                </a:lnTo>
                <a:cubicBezTo>
                  <a:pt x="884062" y="30427"/>
                  <a:pt x="886819" y="27619"/>
                  <a:pt x="890149" y="25784"/>
                </a:cubicBezTo>
                <a:cubicBezTo>
                  <a:pt x="893480" y="23949"/>
                  <a:pt x="897460" y="23032"/>
                  <a:pt x="902089" y="23032"/>
                </a:cubicBezTo>
                <a:cubicBezTo>
                  <a:pt x="909766" y="23032"/>
                  <a:pt x="916004" y="26086"/>
                  <a:pt x="920802" y="32193"/>
                </a:cubicBezTo>
                <a:cubicBezTo>
                  <a:pt x="925601" y="38300"/>
                  <a:pt x="928000" y="46330"/>
                  <a:pt x="928000" y="56282"/>
                </a:cubicBezTo>
                <a:cubicBezTo>
                  <a:pt x="928000" y="66234"/>
                  <a:pt x="925601" y="74263"/>
                  <a:pt x="920802" y="80371"/>
                </a:cubicBezTo>
                <a:cubicBezTo>
                  <a:pt x="916004" y="86478"/>
                  <a:pt x="909766" y="89532"/>
                  <a:pt x="902089" y="89532"/>
                </a:cubicBezTo>
                <a:cubicBezTo>
                  <a:pt x="897460" y="89532"/>
                  <a:pt x="893480" y="88614"/>
                  <a:pt x="890149" y="86780"/>
                </a:cubicBezTo>
                <a:cubicBezTo>
                  <a:pt x="886819" y="84945"/>
                  <a:pt x="884062" y="82137"/>
                  <a:pt x="881879" y="78354"/>
                </a:cubicBezTo>
                <a:moveTo>
                  <a:pt x="917218" y="56282"/>
                </a:moveTo>
                <a:cubicBezTo>
                  <a:pt x="917218" y="48625"/>
                  <a:pt x="915647" y="42618"/>
                  <a:pt x="912504" y="38262"/>
                </a:cubicBezTo>
                <a:cubicBezTo>
                  <a:pt x="909362" y="33904"/>
                  <a:pt x="905043" y="31726"/>
                  <a:pt x="899548" y="31726"/>
                </a:cubicBezTo>
                <a:cubicBezTo>
                  <a:pt x="894054" y="31726"/>
                  <a:pt x="889735" y="33904"/>
                  <a:pt x="886593" y="38262"/>
                </a:cubicBezTo>
                <a:cubicBezTo>
                  <a:pt x="883450" y="42618"/>
                  <a:pt x="881879" y="48625"/>
                  <a:pt x="881879" y="56282"/>
                </a:cubicBezTo>
                <a:cubicBezTo>
                  <a:pt x="881879" y="63939"/>
                  <a:pt x="883450" y="69947"/>
                  <a:pt x="886593" y="74304"/>
                </a:cubicBezTo>
                <a:cubicBezTo>
                  <a:pt x="889735" y="78660"/>
                  <a:pt x="894054" y="80838"/>
                  <a:pt x="899548" y="80838"/>
                </a:cubicBezTo>
                <a:cubicBezTo>
                  <a:pt x="905043" y="80838"/>
                  <a:pt x="909362" y="78660"/>
                  <a:pt x="912504" y="74304"/>
                </a:cubicBezTo>
                <a:cubicBezTo>
                  <a:pt x="915647" y="69947"/>
                  <a:pt x="917218" y="63939"/>
                  <a:pt x="917218" y="56282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11F805-EF50-44E7-9B91-F41422A30A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17933" y="3506222"/>
            <a:ext cx="1612790" cy="1201788"/>
          </a:xfrm>
          <a:custGeom xmlns:a="http://schemas.openxmlformats.org/drawingml/2006/main">
            <a:pathLst>
              <a:path w="1612790" h="1201788">
                <a:moveTo>
                  <a:pt x="0" y="1201788"/>
                </a:moveTo>
                <a:lnTo>
                  <a:pt x="1612790" y="1201788"/>
                </a:lnTo>
                <a:lnTo>
                  <a:pt x="1612790" y="0"/>
                </a:lnTo>
                <a:lnTo>
                  <a:pt x="0" y="0"/>
                </a:lnTo>
                <a:lnTo>
                  <a:pt x="0" y="1201788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1DEA18-BDDE-4364-A49E-CEE3D92B58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1425" y="400991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55C7F8-55F4-4816-AAC4-089AC4D6E8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1425" y="400991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5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6C3983-F9FF-4FEF-A65A-416493F291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4113" y="465800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52EC1C-D260-4CCE-8E9C-13A7E38F81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4113" y="465800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5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F9C879-C77D-4474-B9E4-EBD942696F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8871" y="448163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78BA2E-2866-4F83-B97C-CC321B4C37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8871" y="448163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5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8EC7D9-B2C5-4198-9BB8-CEA5DA6284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4395637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3FED3C-01F8-43B8-B49E-8B5646A8E3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4395637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5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DD957C-5D33-46E8-9316-4174C73DD1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4478838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46425B-0110-4AD7-89A9-787E0B4D6F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4478838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5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25841F-ABFC-4CB4-B778-86986E03E6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9598" y="466158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D0F262-227F-4716-AD71-594BCFEEBF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9598" y="466158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5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D7DE69-ED9F-4EAE-B5ED-E3481996E3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4605183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8D10DE-300B-44E6-85BB-1EE0CD7E86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4605183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5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1D618E-9700-471D-BA99-8549AFC745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3056" y="465810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25CB53-D751-4D46-8BB3-5E536E5746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3056" y="465810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5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10AC4F-548A-4787-9728-0E4CE59780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8721" y="466551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01F03E-7B05-421E-A0DC-5D98409A42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8721" y="466551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5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A62467-3DB2-403B-9541-6384144417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0398" y="465846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2A0373-2637-408D-8F54-EDB4C1BE65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0398" y="465846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5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910A0E-BA84-47E9-A31A-657E858C85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5353" y="448289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253680-F4F7-4211-9F39-04E6431131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5353" y="448289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5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26EE97-3003-4ECE-A9AB-D084F56AA2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4478849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F7C692-F6B2-4A87-B4F3-29907A7A45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4478849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5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F3BB88-D1BB-46FC-B039-9E586D327D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4393844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75605D-8B3E-4DF8-921F-8CCE485C7C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4393844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5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0D5262-6A95-471F-BE54-32A600FE4D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1958" y="412720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ACEA95-C15D-43F2-8347-317F4D87F5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1958" y="412720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5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5EDAF7-00AE-4D46-A354-27E0253EA9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6976" y="466299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6BEB32-D15E-43FF-8CB9-9D53D6128A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6976" y="466299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5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12D602-D6B9-424E-8645-33A4CB185F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4093" y="466000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079920-E91B-48C4-A7D4-A2BAF6B5FF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4093" y="466000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5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617A4E-F178-43C4-91BB-56E4BCAC5A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7917" y="465769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01F36D-2ADE-4BBF-9709-729048603B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7917" y="465769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5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116B7D-BC9A-4270-AD0D-1056F199AA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5921" y="465888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8F8366-E6E2-4B1D-B1B6-25B2C8A6DE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5921" y="465888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5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DC577C-AD66-4338-9C38-35789811F1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5411" y="465617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BB7A58-CCDE-4B14-AF8E-40E0E73FA7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5411" y="465617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5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E33F78-3BD7-4CF3-A5E4-80BBF30649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2756" y="466383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152C34-4473-4A70-8DDE-259423D248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2756" y="466383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5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99ACB3-BC3D-4A09-AB41-AE7F307740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40914" y="463852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EA84AF-3BD0-4C94-975F-46D12EE518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40914" y="463852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5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9E9F3B-35B7-4FBC-B2DA-EA3F828476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27323" y="465725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C8B217-262F-4955-8B7C-5DA3AE1F55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27323" y="465725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5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36F3FB-AA43-42D6-84B8-9F8A52DB30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5" y="4660642"/>
            <a:ext cx="8078" cy="16157"/>
          </a:xfrm>
          <a:custGeom xmlns:a="http://schemas.openxmlformats.org/drawingml/2006/main">
            <a:pathLst>
              <a:path w="8078" h="16157">
                <a:moveTo>
                  <a:pt x="7811" y="4"/>
                </a:move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  <a:lnTo>
                  <a:pt x="8078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E88C9D-17A6-4ECF-8403-CE24FBBD77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5" y="4660642"/>
            <a:ext cx="8078" cy="16157"/>
          </a:xfrm>
          <a:custGeom xmlns:a="http://schemas.openxmlformats.org/drawingml/2006/main">
            <a:pathLst>
              <a:path w="8078" h="16157" fill="none">
                <a:moveTo>
                  <a:pt x="8078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5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168D3F-7592-4934-8BCF-58F7B8E610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5019" y="465980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35A4CF-EA94-484C-890D-28F4DD2FA5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5019" y="465980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5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6B0491-4B82-479B-985E-7D972E8F6D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0044" y="465609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130F71-A1A7-4378-8CD9-08EE20146B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0044" y="465609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5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344C95-FB38-419A-9EB6-2411C305FD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0811" y="466329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88E2DD-5EE7-4180-92A5-83574746C9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0811" y="466329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5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4D5BC6-9BBB-4B48-8457-44D916D647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4677" y="464362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C4E860-92A2-43F1-B736-A9324FF5EF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4677" y="464362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5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BC6049-7AF9-4025-9F5E-66F9B47D8A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1840" y="464196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E69B5A-0685-44FA-B5E6-776415AF2E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1840" y="464196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5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70E5F3-DBAE-4B09-A62C-70F1AB9BDC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6509" y="431887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E2A938-D7E4-4896-BBEE-0A2EF272CC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6509" y="431887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5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52608B-1580-45C4-8528-FBADE52982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0302" y="464989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79E2B1-08D3-421D-AD5E-80B6D2DFBC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0302" y="464989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6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5467C1-7B9F-4C0A-B90E-08BE9DCF79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1960" y="464279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F48E49-1265-4945-B4EB-E3092C29CE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1960" y="464279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6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E04F18-3E6A-47E2-9EA8-530D49CB59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3882" y="464107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54BCA5-C99E-4A1F-9D0C-4DA56AB44E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3882" y="464107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6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2BFFBF-B0EE-4EB5-BEBB-1F136B473C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6198" y="446749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6EAD33-C1BF-42EE-B0B8-CA2DDA0300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6198" y="446749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6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B89782-5BE0-4609-8FE1-157E256908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4687" y="464518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091CD6-A739-45E3-92EE-0773490CDB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4687" y="464518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6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B3C826-9DED-4B04-B023-01AE8FDA9C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1094" y="450615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F73A84-7B78-4899-93B5-2D383E6645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1094" y="450615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6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49C44A-14F6-478C-824C-10B206B95A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3437" y="464571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51BA5B-F474-4999-99C3-C2EBC502F6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3437" y="464571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6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7B7C43-5CA0-4E17-8221-1A9746A241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6440" y="435614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BC28CB-F2AE-4312-87C3-79E4C2419E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6440" y="435614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6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A7051D-44CA-4039-87BD-EBC0259BF7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7809" y="464682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E6D68A-F191-473E-AEEC-44C0310053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7809" y="464682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6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CBD1BF-EEEE-4B81-99E9-571306D3E7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58191" y="464365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A57A4A-AAE0-40AF-A3D8-CDEE6DFCF9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58191" y="464365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6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06F658-00EB-4787-BAE8-F8492622CA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5264" y="463929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26BD1B-F75E-4735-BBF6-53648240A8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5264" y="463929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6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2AA482-5201-496B-9F5D-80CDD924D2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1378" y="464073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111169-4117-447A-B7A9-C4E900694F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1378" y="464073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6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C7A512-516D-4718-9698-FC254B5E8B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0022" y="463628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116D2E-0A0C-425A-9917-428D109E61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0022" y="463628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6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F4FF4C-59B5-4B9C-87FC-815B86A19F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7232" y="464084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309F78-E137-45A7-BDBF-BF797E1BD2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7232" y="464084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6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197435-FDE8-45C5-B937-82EB0C5973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8065" y="464027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A29275-D252-4785-8DF8-2564116BE5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8065" y="464027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6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05CD41-40EA-4665-9D70-4990F80E85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3221" y="464535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B80BA3-2777-4E98-8A11-B8CB6C67DA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3221" y="464535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6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46181E-2292-481C-97B4-90FA2D357C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59808" y="464561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F1D631-4833-4262-9721-F1A57EC264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59808" y="464561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6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503C57-C9C7-4FCC-B455-263EACE8FD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59468" y="463901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B11F77-6169-4C11-A4CF-07D630A74C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59468" y="463901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6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3105BF-B94E-42E0-8297-AAE5175584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8255" y="464251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645D3A-ED76-4011-ACB8-9978C33B1E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8255" y="464251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6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BD559B-0ABC-4FF4-994A-D62F8F8F2F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0743" y="464236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AA718B-1772-473E-943D-77F27282BF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0743" y="464236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6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915506-B1B3-4F91-BAEA-F6AE7127B5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6636" y="464209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F59E1E-9190-4510-BA9F-7D18000A42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6636" y="464209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6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10AA96-3E95-4051-8365-785AAF5EF1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58271" y="464176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5871A6-6CCB-4F74-8933-38A53EAAF4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58271" y="464176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6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FE2160-8193-46A1-8D45-AAD1E342A6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2876" y="431874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87AFB3-BF48-4E08-9CFE-7E01081FF0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2876" y="431874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6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D4A9B2-DA16-4925-9F70-232BA7C960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0094" y="447184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D36DB5-527B-4EAB-9652-6354A7864C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0094" y="447184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6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FB689C-6883-40AA-BE9A-EB2B159506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5287" y="463944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6F1972-B353-4241-AB4E-4D0895E4A4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5287" y="463944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6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B311DA-4767-40AB-9F4D-27949409B9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6032" y="463738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92D540-4E01-4893-975E-2E720216DD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6032" y="463738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6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24E61A-843D-45C1-AD11-B1AA3B4EAE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4029" y="464418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9E4581-03DE-4456-BEF7-8DA717AC37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4029" y="464418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6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9F3BD6-7892-4F59-843E-55BE583F61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56024" y="464037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F879FA-5DDE-4F00-B4B9-DB36B766DB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56024" y="464037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6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029306-8BFD-41A6-93A7-27CFB89F04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0151" y="463111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28E578-3F82-4122-8620-E70CB0EB62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0151" y="463111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6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AADBAC-5B90-4F84-B9DC-35E31082B5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4452" y="435871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E66A11-1D7A-430D-B281-24343D65B9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4452" y="435871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6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F14D3D-72C6-47C8-85D6-0B20FC5C9C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58599" y="464760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C2D734-25BC-4710-BD56-B423C8FDD6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58599" y="464760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6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550421-2D2F-4BB6-97E1-E8C862A86A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2344" y="463257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E7408F-7747-4CF9-BA8D-59A15397C5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2344" y="463257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6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C92A24-89D5-4450-9A9E-86CCD4D5A5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3343" y="448258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90C86D-A32D-4AEE-AFB1-730AEDD502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3343" y="448258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6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129E92-77B0-444A-B4D2-8419AA71DC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2153" y="464094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3D10A3-267A-4438-9BE5-71B67C47E1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2153" y="464094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6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2F4FB4-297D-494A-8681-F153763682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3111" y="464066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F21A22-35B5-4D0B-BE13-B866396B62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3111" y="464066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6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2D2B3C-0A29-475A-9104-7B61B1B5AF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6895" y="452736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329172-891C-4219-BE55-8789736FEA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6895" y="452736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6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6FF19C-5812-4BC0-9161-28907BE924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3133" y="463368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2BC9C4-14FC-4FC7-9F6C-12588E4C38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3133" y="463368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6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2BBEFA-DB44-4C9B-999F-BEBDC2D790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7444" y="463928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21AC25-4ADF-4FE5-A7FF-AD10598606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7444" y="463928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6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86AEFE-64F6-4F3D-9D24-ADB71CB029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7531" y="463379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791A41-1222-4862-A565-71B727E356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7531" y="463379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6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14F94B-AEDB-44EA-ACDF-62A30D5AA0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3845" y="447360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ED599B-C28A-40CB-A6D3-91B2902FDE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3845" y="447360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6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FA2AD7-57DB-42D7-AD6C-47E70604F9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3980" y="434199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D1537E-9F27-4A7E-9D25-181EEF8C0E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3980" y="434199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6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738610-47E9-4212-AF15-ADDD994640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58370" y="464630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A9E62E-04A6-4ACB-9E9D-95C6801A2F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58370" y="464630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6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32ED4B-E0DB-4384-A606-FB371D82D3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6327" y="464616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3DEB08-A68F-4463-995C-861CA6D2AF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6327" y="464616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6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6B3AC9-7DAE-40B3-8350-195D929186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5058" y="464449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48F043-FD30-40E0-B14A-F65CF6379D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5058" y="464449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6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F0CFE4-64D6-4E60-BD9F-6018EE0BC1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1546" y="463663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DC8010-6482-4092-9D90-9BD5A6086E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1546" y="463663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6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950AF2-D900-43F7-8AED-8B25B8A6AF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5813" y="464584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5A04DF-7F66-4BDF-A02D-3CC3D23C15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5813" y="464584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6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669BB7-1EAE-4809-94A7-330E999975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6428" y="464215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EFAF57-C18C-4FBB-9EEB-269E282563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6428" y="464215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6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1F2F1F-6360-4176-9E40-96E8998D86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4642227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46880D-24D9-42F6-B242-423A716DDD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4642227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6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CC4DC8-0B1E-4746-9C98-8E729343B6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7083" y="464413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87E5ED-C131-4E3F-821F-1790CAD556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7083" y="464413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6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CF1E87-5C9F-444D-8FFF-0108EC1755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4640146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9B8755-9083-486C-AA6F-6F50CD4696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4640146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6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047998-DDFE-4C55-8A03-F68AF2A586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2336" y="436430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FA0E11-9678-4EA7-B98B-7749179BE5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2336" y="436430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7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784572-DEEE-42C3-91C2-6F49BB352F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1511" y="463114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D9A921-93D3-406C-BC67-CBFCEF8981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1511" y="463114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7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AD150C-5ABF-4016-8F75-4A84AB9B45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0316" y="462809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0D9805-629A-45CE-AF0E-CC3698F401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0316" y="462809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7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77A4FB-5A02-417D-8365-22D89F439A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5494" y="435980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9179CC-4BDA-45B4-9525-8A97E720DC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5494" y="435980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7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BD85A9-6321-4174-BBCA-C62D0442C5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8868" y="464061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28D30A-43A1-46C0-847C-F634CAA674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8868" y="464061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7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07F19E-C4D5-4CF3-92B7-D1573B3DE3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9322" y="464161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7833C2-1DD7-46B3-9B3A-1BA3DAD0F7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9322" y="464161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7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02CB43-EC6B-4B85-B561-62B873808E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3912" y="464201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ED9DDF-306A-4457-9957-A15812B7D5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3912" y="464201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7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3F89D7-92EA-4B87-834D-0BCF22E3EE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0133" y="463926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2B1FC7-0F21-447E-BA89-A5F08BDE25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0133" y="463926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7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9A3047-B0FF-4DAB-8593-4F0604EAC4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59253" y="452882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A4A604-D7DB-413B-94E8-EFB954B4D1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59253" y="452882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7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DE8ECA-497B-4AEB-A2B1-342274ADA1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59285" y="431564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A8ACCC-C17B-4305-A165-C9D70CE582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59285" y="431564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7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03460F-1344-4960-9626-1622830297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0556" y="451815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F95A9C-802B-47EB-B8DB-A213E89C95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0556" y="451815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7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76E7B2-6148-472E-8F3D-E6A25F3DDF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4354" y="451820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1E1A2A-082F-435E-89A9-AF67CE9DF0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4354" y="451820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7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D4EC8A-B4D5-4FCE-85A3-EE79214CAF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57258" y="463917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B3E5FD-70C8-4EBA-A316-75BFA65652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57258" y="463917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7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A9E212-ED0D-4990-902B-9D7293EC1F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8933" y="438413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7DA2F0-8F1C-4D89-B685-ADDF476DFE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8933" y="438413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7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260E10-0708-465E-BB7A-0527FB6AF9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5793" y="435712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3115BA-6420-4E96-80E0-A1A68BCDE8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5793" y="435712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7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D1A614-EF7E-46E4-8F55-8B07345F1B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3688" y="452912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61A88D-CF20-4793-884E-76725D4F44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3688" y="452912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7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638395-C885-4AD7-B7A7-5E26D12999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57951" y="438330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524BEC-228A-4AA3-BDCD-D4DC429D77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57951" y="438330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7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CE72DD-DF56-4C43-B46A-18EAD53E58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1474" y="463917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981C58-6FCA-42F6-9B11-EA5767B103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1474" y="463917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7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FFB1FF-1702-478E-AA14-CC6B3397FD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2122" y="438359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A81F79-62FF-4DA5-85F8-EAEADC0B42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2122" y="438359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7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779394-9FEC-4DCB-B545-8844AFFC6D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56492" y="434860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63E9AC-E473-49CD-BC1B-62F3AA11DD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56492" y="434860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7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561894-2081-4AC4-988D-3C59FAE4B2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59768" y="464490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8787F5-3B8F-48D9-8DF7-522B92D634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59768" y="464490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7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70E33B-F5A4-4735-9EE1-648DC2AF81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3368" y="464586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635D0B-42AE-4B73-876A-66EAF2962D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3368" y="464586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7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726B77-4BF4-4E42-AC90-AED8FD1B05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1213" y="438237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F8984C-57EE-48E1-97D5-BCAE6C5D19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1213" y="438237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7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00796A-453C-421F-AB9C-D8D32FBF22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58617" y="463870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79DB5D-7110-4907-84B0-46920A9867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58617" y="463870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7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B589B0-A284-4DE3-BEE4-9C999B6720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0898" y="465850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A7BBF6-BF4C-477E-AF8E-8047B73C4A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0898" y="465850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7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5B1297-BC58-4D39-95D0-A7A06EAF25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4590" y="465737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39DB1B-9A67-4EE0-9CEF-7F679EB6A9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4590" y="465737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7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498BF1-9734-47A8-9D94-E2AE2A6259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57898" y="465882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D2B4DB-7A8A-4FC4-9A95-74B4C5B3B3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57898" y="465882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7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0BB355-FF58-4941-98A6-889F3D8819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6141" y="466170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0E2EFC-4EBC-41A5-8E0E-1EEFE5F68B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6141" y="466170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7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64BE48-498C-4467-9E6F-4F39DA3C57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3449" y="466212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BD0FEB-E6A2-4423-8547-E75E18740E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3449" y="466212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7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0CB655-0C3D-4336-ACFA-82E61E7448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4036" y="464229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50BA17-FA92-4AD8-889A-AD6D771766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4036" y="464229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7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72B04B-5BC5-4FC1-941F-7423CF42A5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1338" y="463327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4FAD71-1944-450F-9288-5FFE54C966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1338" y="463327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7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23FBBB-B9DF-4958-9BC3-A3CFDDC08A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0565" y="423975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BE67D4-784D-4CDA-BD98-10224EE26A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0565" y="423975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7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6559FD-D11F-4E76-BEC5-99FB5715CB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8283" y="464277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897CAD-51A1-493A-83AB-4423A18377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8283" y="464277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7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506C78-E133-400F-A453-F4763B9DFC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0476" y="465592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D4D4CC-9677-4C7A-8463-66BC86CA13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0476" y="465592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7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3E8808-FB42-4E6A-B1C9-84D8545D96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57493" y="464457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525FA2-2030-4F40-BBDE-5FF9388518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57493" y="464457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7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ADA16C-E0A4-4550-A7A4-89155C0B3F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2299" y="463996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4C4F10-1C8E-43EC-AF3F-B1E71099B3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2299" y="463996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7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E28DC5-1145-47E8-AB93-8EB6ADF8B3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58633" y="464210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5DD682-65E4-4434-AE94-70523FD79D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58633" y="464210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7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5C64A9-C74D-4F91-9EAC-E9872F188D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8546" y="463295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760EE0-20AF-4324-B151-C75A5079BD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8546" y="463295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7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F82910-F24A-4568-8964-E11C251828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2942" y="464634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20BDC8-7FDB-4442-A363-D66DA542DE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2942" y="464634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7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E32B32-073E-4CAC-AF36-DB0F3F793D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35431" y="390795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6BC730-0E04-40C9-84EE-591F0A73E3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35431" y="390795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7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2601A7-A114-4A99-A68C-4615DBCE13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42881" y="379837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11D4A8-5F67-4766-97EC-2DC354FD15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42881" y="379837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7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D50A00-F82E-45E9-BC7F-D219C69399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5318" y="411550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7CA89F-7B5F-4546-A198-D045B1195D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5318" y="411550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7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D0F386-C19D-414B-9B29-F0E7060B4F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84887" y="377712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63B5BA-5912-4F8A-A742-FE09D4D9CE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84887" y="377712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7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8DCF96-1C92-40D3-8A5F-06EDDC6479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33653" y="357358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C43FE2-67BC-441D-A1C9-20D9BE74B7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33653" y="357358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7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9374BF-393E-4AF1-BA3B-C2B2DBA4BE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5708" y="355685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A8A15E-3BF2-4CFC-8FFE-7EE13E3C26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5708" y="355685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7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CCA09B-9025-4D31-8E6B-781E287F77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68504" y="392656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A55A79-72B1-4B7A-8B5C-36893CD49E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68504" y="392656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7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AF6439-1B24-4C7A-AB03-3F6265FF9D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42127" y="378435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0E950B-DEA4-496E-A68A-39022FB1F7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42127" y="378435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7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D25A77-5674-48FC-87A4-587A3306CE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7716" y="416543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9721B5-8900-4943-A33E-3771D40F92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7716" y="416543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7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D6FF6C-6376-43CC-BD27-460E183C30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03603" y="371678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A60753-D166-4B3A-89FA-837777CCE3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03603" y="371678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7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57BB26-4BCA-44AF-83FA-B8507E70E2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582376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F9DACF-ABE9-4E78-AD64-4145839542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582376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7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5DC3C1-04EC-4127-8219-513738A096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541914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8C451B-2643-464E-B753-746C856D18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541914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8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A8FEB0-FD98-4BF8-A888-860F6C65BB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3747" y="397422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4FA289-9815-4521-BB51-F1B2A196C6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3747" y="397422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8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1FCF3A-0B6D-47F3-B066-A56C1F976D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34516" y="384814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22DFCB-A4F5-4DA8-A943-7B6EA42E29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34516" y="384814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8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80DA8C-105B-4B93-A58F-24E6BCC43C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5648" y="416907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6B4B31-2A03-40AE-B26F-3C69A3C8D7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5648" y="416907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8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6EC3E2-88EC-4A41-A73E-48FB2BD485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67627" y="376729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7B48A0-427B-46CF-86FC-E65B59EA3B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67627" y="376729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8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89E937-B2F2-4D5F-8CB5-BC311D1838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24986" y="363707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4E417E-9FF8-4E14-BE5B-116C673EDF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24986" y="363707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8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784BAA-E77F-4924-80E3-FB38A0A0D6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99436" y="353898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9544C8-BF01-4F8C-9A65-C7502770C7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99436" y="353898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8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AD3649-62B3-4ED5-BD33-8BFBE66085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8285" y="436286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951CF8-054F-4580-8928-ADA1FBE0A1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8285" y="436286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8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CD2101-F5C7-4DE9-A4B2-CEDBFA7905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3095" y="436686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00F740-5B24-47DC-AB07-73DBCB6618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3095" y="436686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8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0F70D7-CB1C-4087-89C3-0D4DBA60B8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59902" y="436377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E31CD1-236A-408D-ADEB-0A4267250E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59902" y="436377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8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90C7DB-4F9E-417E-930F-B167F28660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4662" y="413747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1FCADC-9E79-4AD0-91C5-A015E5112C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4662" y="413747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8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6234B8-F4C7-4C12-A83F-9D208E2D3A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9452" y="420428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E7722D-6258-411A-81F0-76A547DB73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9452" y="420428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8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F13397-836D-4227-BB1C-30437B3135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0560" y="435321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B30227-6C27-4CFA-97D7-67E57A5A7D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0560" y="435321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8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166869-093D-439F-8DA7-6BAF46C317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1237" y="435417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7761A3-6BDD-4F88-B44F-A49B79ABC9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1237" y="435417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8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475C14-DFD5-47E6-9960-1106400803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0404" y="433083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9865DA-8F27-4398-BCF1-ACEDE05D57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0404" y="433083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8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D2934E-776C-4A72-BBBB-6C517968F8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3336" y="434746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BB889A-1148-4EDF-B9A2-E67090E5E9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3336" y="434746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8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2F729A-7678-4DEC-8A8C-47685974A7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5327" y="434989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8DDD7A-6927-4226-88F7-D67718E7F0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5327" y="434989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8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0EF9BE-0B29-4FE6-8F03-0CBFCDB63D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2801" y="413909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A6E52D-60BC-4098-8029-7ADBC9F32B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2801" y="413909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8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74D4DF-291A-4496-BF10-3A32B25E0F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3221" y="415209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DF23CE-DC84-44B6-920D-1DA9B929AE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3221" y="415209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8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E31891-A5A3-48B2-80FE-7E6950FE9B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20659" y="395258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621F95-DA92-4510-9FA6-BFE954992C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20659" y="395258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8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DA9C31-D51F-4F3E-85ED-B658A1A0AD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1E5FD4-346C-4AF2-9BC6-AEFE46F85C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8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5F1A31-CB5E-41B2-BEAA-42AD3A3A67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E07B7C-CC8B-417A-96B6-F3F7405FF2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8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35F73B-F511-48B9-9FF3-2FB9B1CA4C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758103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2622B3-8E93-4A66-9EA1-3D0FDF6DAC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758103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8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36491E-788A-484E-AB7B-4DBFF33622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9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ABEE62-DA02-47B2-83D1-16A2BA0D75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9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8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01B07E-F130-4ECA-8ECB-966F238859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9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5BF8E7-E876-4004-B25C-4C34D35877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9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8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D36B19-03E8-4B61-B7C8-55771B5931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9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20A348-157C-45E5-AFEF-3570A2E122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9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8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0CA609-97EE-4D8D-A764-4369CA5521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826016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E33C19-7DBA-4266-A006-AA2552E4FA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826016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8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2EF033-FDC6-4593-859F-A66904F183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6151" y="410893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053BD1-1BD2-4B06-AB3C-C0DC8DD0BF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6151" y="410893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8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76D54A-8385-4301-B40C-4DDA333208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36003" y="384161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90E998-183F-4039-AC52-B851C2E8FE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36003" y="384161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8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389D66-B937-40B1-967C-E562E2AE33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5021" y="433888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A29C3C-C0D3-47C5-9654-CE6AF644C4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5021" y="433888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8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B42C8B-A3FD-46EC-A373-4244681340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39388" y="369788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0671DB-742E-452B-96C6-CE746B7A6F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39388" y="369788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8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6826D6-A214-45E2-9149-F716385820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23489" y="368066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AE7DB3-56E3-49EA-A58F-3EC42309E4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23489" y="368066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8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208453-F942-40AB-AC3A-DD2601C01A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90583" y="355323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411397-E434-4932-A5A6-1094C004CD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90583" y="355323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8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40B4A5-E540-41D8-BEC7-C7E050240F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2497" y="408252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F4433D-E1EA-40F0-B559-A52FD773B1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2497" y="408252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8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F2F594-6C7D-4F7B-90EB-F4BB381225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96536" y="382589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F7C8F6-6C73-421E-BE7F-BB443FA1BB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96536" y="382589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8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88F420-D8F1-4675-90CA-6B1838BC10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8168" y="425935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944C93-3440-4918-AE7A-6DC09D6CCD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8168" y="425935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8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8B9682-F8A0-468B-8710-C49F569B85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76148" y="371372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D0462B-23F8-4E1A-9626-91C25B2E66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76148" y="371372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8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864432-402A-4288-AC92-E5EFD43F9F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29816" y="367389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57CB07-8793-4308-BE7C-2C5D66DF0C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29816" y="367389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8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C94F9A-503F-4B8B-993E-8327C4344C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51564" y="359780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49C822-BD0B-4776-A8B9-3C6BF43610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51564" y="359780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8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FAA1F3-1DDD-4322-BB56-3540AE13BA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9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B0DE34-6E39-4332-92AC-0FBDD01755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9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8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EB83E9-8543-44C4-BABA-CDFBFC7099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9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95C70A-6B5F-489E-917B-4AB8E7590B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9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8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2F853F-0619-4721-AAAE-28A4210CFF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4809" y="371541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174E00-8FA1-4BFA-B21B-D19F01E099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4809" y="371541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8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7F7904-DE3A-449F-9A28-3619AC96BC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9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FC854F-303F-4AEC-898D-BE190705B7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9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8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6BB357-90F0-4E31-AD69-C33E4A60AB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7381" y="386010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22C6E4-408A-4B33-9768-26C1905F41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7381" y="386010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8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726783-6952-4F18-A438-BFDB620806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4AE668-6E44-4907-B696-02295DA5AB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8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65010A-DA16-41DA-ACD0-50D264A4A3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3023" y="393111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2615F2-5D35-417D-8D34-34025D493E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3023" y="393111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8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6F6100-D53C-4C4C-A2DB-213D697A4C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0926" y="378617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27FD77-C6F1-48E9-8D00-AF00BB2E0E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0926" y="378617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8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FD13E2-BF54-4BBE-A450-331C5E5C7C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6559" y="378002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2FE5B8-87F6-41F4-A683-C436058677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6559" y="378002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8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77211D-6A4E-4D70-9C2A-F19FB2787C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8379" y="400175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A0FB36-6323-44BF-AF13-AF82C9CF14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68379" y="400175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8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9BEF7F-436F-4BB3-A4DC-CD87179DD3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7657" y="380012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8917E0-0FA2-4E54-AEDB-DC792914D6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7657" y="380012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8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673BED-3F54-467F-A507-33AC045755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3515" y="370816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642DDB-AE9B-4AA2-BA64-90401C0D8D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3515" y="370816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9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313020-AAD8-4DBC-9580-C10DF98D23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5295" y="387637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EBC117-40E3-4273-AEF8-E5C9777F53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5295" y="387637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9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1F14F1-AE6E-4D27-8B92-6F0CF26D8F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3087" y="376761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C6665B-4F08-4AB9-9154-4BAFC9DBE1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3087" y="376761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9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C3EF67-04E4-44FF-B918-D93B988063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2782" y="373398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7FEC5A-EA06-4217-8B5A-BE6406721E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2782" y="373398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9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591157-5280-480B-AE87-05A9356650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5" y="3506222"/>
            <a:ext cx="8078" cy="8078"/>
          </a:xfrm>
          <a:custGeom xmlns:a="http://schemas.openxmlformats.org/drawingml/2006/main">
            <a:pathLst>
              <a:path w="8078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9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8" y="8078"/>
                </a:lnTo>
                <a:lnTo>
                  <a:pt x="8078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070FD1-D90C-4CC4-8F88-FA39BCC274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5" y="3506222"/>
            <a:ext cx="8078" cy="8078"/>
          </a:xfrm>
          <a:custGeom xmlns:a="http://schemas.openxmlformats.org/drawingml/2006/main">
            <a:pathLst>
              <a:path w="8078" h="8078" fill="none"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9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8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9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FB0AE9-2ABF-4796-ADE6-1A77B14603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5" y="3506222"/>
            <a:ext cx="8078" cy="8078"/>
          </a:xfrm>
          <a:custGeom xmlns:a="http://schemas.openxmlformats.org/drawingml/2006/main">
            <a:pathLst>
              <a:path w="8078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9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8" y="8078"/>
                </a:lnTo>
                <a:lnTo>
                  <a:pt x="8078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B9A8A6-0B6E-485B-BA90-BC6C0D7EEF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5" y="3506222"/>
            <a:ext cx="8078" cy="8078"/>
          </a:xfrm>
          <a:custGeom xmlns:a="http://schemas.openxmlformats.org/drawingml/2006/main">
            <a:pathLst>
              <a:path w="8078" h="8078" fill="none"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9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8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9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8ABBFD-68E1-4FB5-9573-4B090F751E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5" y="3506222"/>
            <a:ext cx="8078" cy="8078"/>
          </a:xfrm>
          <a:custGeom xmlns:a="http://schemas.openxmlformats.org/drawingml/2006/main">
            <a:pathLst>
              <a:path w="8078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9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8" y="8078"/>
                </a:lnTo>
                <a:lnTo>
                  <a:pt x="8078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784FBB-3860-4170-AC5C-56BB28D8CA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5" y="3506222"/>
            <a:ext cx="8078" cy="8078"/>
          </a:xfrm>
          <a:custGeom xmlns:a="http://schemas.openxmlformats.org/drawingml/2006/main">
            <a:pathLst>
              <a:path w="8078" h="8078" fill="none"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9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8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9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E60DF3-ABD0-4400-91AA-553ED1EF68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5" y="3506222"/>
            <a:ext cx="8078" cy="8078"/>
          </a:xfrm>
          <a:custGeom xmlns:a="http://schemas.openxmlformats.org/drawingml/2006/main">
            <a:pathLst>
              <a:path w="8078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9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8" y="8078"/>
                </a:lnTo>
                <a:lnTo>
                  <a:pt x="8078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5E17FD-6536-4ACE-BED0-30D188D592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5" y="3506222"/>
            <a:ext cx="8078" cy="8078"/>
          </a:xfrm>
          <a:custGeom xmlns:a="http://schemas.openxmlformats.org/drawingml/2006/main">
            <a:pathLst>
              <a:path w="8078" h="8078" fill="none"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9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8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9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480371-D2DC-4A22-8940-1FF4BB872D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5" y="3506222"/>
            <a:ext cx="8078" cy="8078"/>
          </a:xfrm>
          <a:custGeom xmlns:a="http://schemas.openxmlformats.org/drawingml/2006/main">
            <a:pathLst>
              <a:path w="8078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9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8" y="8078"/>
                </a:lnTo>
                <a:lnTo>
                  <a:pt x="8078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73FEC1-9F1A-4726-8C8A-33CC4AA6FA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5" y="3506222"/>
            <a:ext cx="8078" cy="8078"/>
          </a:xfrm>
          <a:custGeom xmlns:a="http://schemas.openxmlformats.org/drawingml/2006/main">
            <a:pathLst>
              <a:path w="8078" h="8078" fill="none"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9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8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9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648818-A0EC-4C6A-B341-AA190E6409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5" y="3506222"/>
            <a:ext cx="8078" cy="8078"/>
          </a:xfrm>
          <a:custGeom xmlns:a="http://schemas.openxmlformats.org/drawingml/2006/main">
            <a:pathLst>
              <a:path w="8078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9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8" y="8078"/>
                </a:lnTo>
                <a:lnTo>
                  <a:pt x="8078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F6C3A2-6010-4930-8F2D-1FFD34210C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5" y="3506222"/>
            <a:ext cx="8078" cy="8078"/>
          </a:xfrm>
          <a:custGeom xmlns:a="http://schemas.openxmlformats.org/drawingml/2006/main">
            <a:pathLst>
              <a:path w="8078" h="8078" fill="none"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9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8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9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2B039D-F2B1-4CBB-AE0A-8F9BD6BA27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5" y="3506222"/>
            <a:ext cx="8078" cy="8078"/>
          </a:xfrm>
          <a:custGeom xmlns:a="http://schemas.openxmlformats.org/drawingml/2006/main">
            <a:pathLst>
              <a:path w="8078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9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8" y="8078"/>
                </a:lnTo>
                <a:lnTo>
                  <a:pt x="8078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73FE1F-E9AE-4E4A-8D5A-BFE2D47E51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5" y="3506222"/>
            <a:ext cx="8078" cy="8078"/>
          </a:xfrm>
          <a:custGeom xmlns:a="http://schemas.openxmlformats.org/drawingml/2006/main">
            <a:pathLst>
              <a:path w="8078" h="8078" fill="none"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9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8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9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A2E6FA-EA15-447E-8706-1FCC5DCE98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5" y="3506222"/>
            <a:ext cx="8078" cy="8078"/>
          </a:xfrm>
          <a:custGeom xmlns:a="http://schemas.openxmlformats.org/drawingml/2006/main">
            <a:pathLst>
              <a:path w="8078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9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8" y="8078"/>
                </a:lnTo>
                <a:lnTo>
                  <a:pt x="8078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E79605-D8AF-4BED-AB35-5186F6734C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5" y="3506222"/>
            <a:ext cx="8078" cy="8078"/>
          </a:xfrm>
          <a:custGeom xmlns:a="http://schemas.openxmlformats.org/drawingml/2006/main">
            <a:pathLst>
              <a:path w="8078" h="8078" fill="none"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9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8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9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3D8D15-DF3C-4BF7-AD8D-2B045E2258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5" y="3936795"/>
            <a:ext cx="8078" cy="16157"/>
          </a:xfrm>
          <a:custGeom xmlns:a="http://schemas.openxmlformats.org/drawingml/2006/main">
            <a:pathLst>
              <a:path w="8078" h="16157">
                <a:moveTo>
                  <a:pt x="7811" y="4"/>
                </a:move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  <a:lnTo>
                  <a:pt x="8078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2A1CD3-3A7E-40E5-95E6-65B985EFBA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5" y="3936795"/>
            <a:ext cx="8078" cy="16157"/>
          </a:xfrm>
          <a:custGeom xmlns:a="http://schemas.openxmlformats.org/drawingml/2006/main">
            <a:pathLst>
              <a:path w="8078" h="16157" fill="none">
                <a:moveTo>
                  <a:pt x="8078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9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B30326-8ABA-4294-B7E1-E4A22AC8D6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5" y="3506222"/>
            <a:ext cx="8078" cy="8078"/>
          </a:xfrm>
          <a:custGeom xmlns:a="http://schemas.openxmlformats.org/drawingml/2006/main">
            <a:pathLst>
              <a:path w="8078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8" y="8078"/>
                </a:lnTo>
                <a:lnTo>
                  <a:pt x="8078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731DFB-5F96-4B7A-BEE5-67463C368E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5" y="3506222"/>
            <a:ext cx="8078" cy="8078"/>
          </a:xfrm>
          <a:custGeom xmlns:a="http://schemas.openxmlformats.org/drawingml/2006/main">
            <a:pathLst>
              <a:path w="8078" h="8078" fill="none"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8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9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B1F346-5224-4692-9D69-DB4F4762F4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5" y="3506222"/>
            <a:ext cx="8078" cy="8078"/>
          </a:xfrm>
          <a:custGeom xmlns:a="http://schemas.openxmlformats.org/drawingml/2006/main">
            <a:pathLst>
              <a:path w="8078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8" y="8078"/>
                </a:lnTo>
                <a:lnTo>
                  <a:pt x="8078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1710C1-609D-40C6-8940-EFAABF793B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5" y="3506222"/>
            <a:ext cx="8078" cy="8078"/>
          </a:xfrm>
          <a:custGeom xmlns:a="http://schemas.openxmlformats.org/drawingml/2006/main">
            <a:pathLst>
              <a:path w="8078" h="8078" fill="none"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8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9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A11746-F77B-4AA0-A8FB-9331091C78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5" y="3749330"/>
            <a:ext cx="8078" cy="16157"/>
          </a:xfrm>
          <a:custGeom xmlns:a="http://schemas.openxmlformats.org/drawingml/2006/main">
            <a:pathLst>
              <a:path w="8078" h="16157">
                <a:moveTo>
                  <a:pt x="7811" y="4"/>
                </a:move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  <a:lnTo>
                  <a:pt x="8078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C01970-291A-4E7F-86FC-682FD16CA3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5" y="3749330"/>
            <a:ext cx="8078" cy="16157"/>
          </a:xfrm>
          <a:custGeom xmlns:a="http://schemas.openxmlformats.org/drawingml/2006/main">
            <a:pathLst>
              <a:path w="8078" h="16157" fill="none">
                <a:moveTo>
                  <a:pt x="8078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9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371CE3-CC04-4A60-B5D2-2A5986A361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5" y="3506222"/>
            <a:ext cx="8078" cy="8078"/>
          </a:xfrm>
          <a:custGeom xmlns:a="http://schemas.openxmlformats.org/drawingml/2006/main">
            <a:pathLst>
              <a:path w="8078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9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8" y="8078"/>
                </a:lnTo>
                <a:lnTo>
                  <a:pt x="8078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CFE12C-6DF7-4E23-8AED-8FE67C817D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5" y="3506222"/>
            <a:ext cx="8078" cy="8078"/>
          </a:xfrm>
          <a:custGeom xmlns:a="http://schemas.openxmlformats.org/drawingml/2006/main">
            <a:pathLst>
              <a:path w="8078" h="8078" fill="none"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9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8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9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3F40C6-5D25-40D7-961E-107C5A370E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3202" y="402269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732415-E9CE-4E6A-8335-849D339210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3202" y="402269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9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9A9F3F-C88F-45B9-A796-2708FC5EB5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5" y="3771530"/>
            <a:ext cx="8078" cy="16157"/>
          </a:xfrm>
          <a:custGeom xmlns:a="http://schemas.openxmlformats.org/drawingml/2006/main">
            <a:pathLst>
              <a:path w="8078" h="16157">
                <a:moveTo>
                  <a:pt x="7811" y="4"/>
                </a:move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  <a:lnTo>
                  <a:pt x="8078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944462-702F-4C56-9313-32ACF8E9E9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5" y="3771530"/>
            <a:ext cx="8078" cy="16157"/>
          </a:xfrm>
          <a:custGeom xmlns:a="http://schemas.openxmlformats.org/drawingml/2006/main">
            <a:pathLst>
              <a:path w="8078" h="16157" fill="none">
                <a:moveTo>
                  <a:pt x="8078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9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7A2AB4-AC96-4D91-A0EE-FDD1A7A1CA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5" y="3776059"/>
            <a:ext cx="8078" cy="16157"/>
          </a:xfrm>
          <a:custGeom xmlns:a="http://schemas.openxmlformats.org/drawingml/2006/main">
            <a:pathLst>
              <a:path w="8078" h="16157">
                <a:moveTo>
                  <a:pt x="7811" y="4"/>
                </a:move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  <a:lnTo>
                  <a:pt x="8078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DFD05A-8DEE-4A3E-B13D-4F4A4EF442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5" y="3776059"/>
            <a:ext cx="8078" cy="16157"/>
          </a:xfrm>
          <a:custGeom xmlns:a="http://schemas.openxmlformats.org/drawingml/2006/main">
            <a:pathLst>
              <a:path w="8078" h="16157" fill="none">
                <a:moveTo>
                  <a:pt x="8078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9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BE94A2-E3C4-4567-8784-93A2D8941B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60608" y="392012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A5AA6D-D70C-4B31-AACC-D19ADC93CF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60608" y="392012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9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A08D9F-4CD1-439F-8BA8-A82CE685A6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5" y="3788843"/>
            <a:ext cx="8078" cy="16157"/>
          </a:xfrm>
          <a:custGeom xmlns:a="http://schemas.openxmlformats.org/drawingml/2006/main">
            <a:pathLst>
              <a:path w="8078" h="16157">
                <a:moveTo>
                  <a:pt x="7811" y="4"/>
                </a:move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  <a:lnTo>
                  <a:pt x="8078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734474-94A2-42FA-98FB-C5F077FBFB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5" y="3788843"/>
            <a:ext cx="8078" cy="16157"/>
          </a:xfrm>
          <a:custGeom xmlns:a="http://schemas.openxmlformats.org/drawingml/2006/main">
            <a:pathLst>
              <a:path w="8078" h="16157" fill="none">
                <a:moveTo>
                  <a:pt x="8078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9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FAF8F5-C87A-4F9F-A6EC-5BC9C0F62E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5" y="3787113"/>
            <a:ext cx="8078" cy="16157"/>
          </a:xfrm>
          <a:custGeom xmlns:a="http://schemas.openxmlformats.org/drawingml/2006/main">
            <a:pathLst>
              <a:path w="8078" h="16157">
                <a:moveTo>
                  <a:pt x="7811" y="4"/>
                </a:move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  <a:lnTo>
                  <a:pt x="8078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56DF61-638B-493D-AB0B-EFFE3982CE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5" y="3787113"/>
            <a:ext cx="8078" cy="16157"/>
          </a:xfrm>
          <a:custGeom xmlns:a="http://schemas.openxmlformats.org/drawingml/2006/main">
            <a:pathLst>
              <a:path w="8078" h="16157" fill="none">
                <a:moveTo>
                  <a:pt x="8078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9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4ADF3B-D0A4-4420-97DA-226C74AD55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5" y="3773677"/>
            <a:ext cx="8078" cy="16157"/>
          </a:xfrm>
          <a:custGeom xmlns:a="http://schemas.openxmlformats.org/drawingml/2006/main">
            <a:pathLst>
              <a:path w="8078" h="16157">
                <a:moveTo>
                  <a:pt x="7811" y="4"/>
                </a:move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  <a:lnTo>
                  <a:pt x="8078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A075C6-7679-4959-AE7A-B5919C20D1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5" y="3773677"/>
            <a:ext cx="8078" cy="16157"/>
          </a:xfrm>
          <a:custGeom xmlns:a="http://schemas.openxmlformats.org/drawingml/2006/main">
            <a:pathLst>
              <a:path w="8078" h="16157" fill="none">
                <a:moveTo>
                  <a:pt x="8078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9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FD78AD-DE87-40B7-940D-DB555D32C1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49730" y="466626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549AE9-F36D-472D-AC3A-5C38779AFD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49730" y="466626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9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13C2D6-CC59-458A-9AF4-1720427D46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24599" y="413492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106259-E804-48BC-ADAF-45DD1299D7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24599" y="413492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9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73287A-F6DC-4F12-B073-04BF1E6962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3235" y="411462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F6F30A-AE74-47EF-A65A-71909B63F7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3235" y="411462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9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E85B0E-EE24-44B8-A7DA-CE3E030114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8716" y="408754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B7EA75-7230-4C6A-BE12-C176B0B514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8716" y="408754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9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53F0C4-D5BC-4243-BE5B-EB7530287C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3328" y="414351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F71006-8459-485A-9DFC-D01CC6B9A9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3328" y="414351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9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D77DE7-1446-4205-9561-9810A2399A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9327" y="412330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417EF7-23F8-4012-8C7A-8C1D6E39E2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9327" y="412330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9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2063AB-979E-4862-9AE4-B4332648C6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1602" y="416007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9D1369-F7B9-4840-82A4-FB815ADD68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1602" y="416007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9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CE71BC-E4B4-4BFC-A0BC-887B2383D5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2910" y="413683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3A3F95-F36C-40A3-84FA-2762E528F6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2910" y="413683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9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CB7A8D-7F32-434B-A796-BD16D50E03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4996" y="395929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22DB53-3AC6-4255-978B-F4CEE6E8A2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4996" y="395929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9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50FF23-8EEB-4F6B-9C86-02B222272C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5" y="3506222"/>
            <a:ext cx="8078" cy="8077"/>
          </a:xfrm>
          <a:custGeom xmlns:a="http://schemas.openxmlformats.org/drawingml/2006/main">
            <a:pathLst>
              <a:path w="8078" h="8077">
                <a:moveTo>
                  <a:pt x="4" y="266"/>
                </a:moveTo>
                <a:lnTo>
                  <a:pt x="18" y="532"/>
                </a:lnTo>
                <a:lnTo>
                  <a:pt x="40" y="797"/>
                </a:lnTo>
                <a:lnTo>
                  <a:pt x="70" y="1060"/>
                </a:lnTo>
                <a:lnTo>
                  <a:pt x="109" y="1322"/>
                </a:lnTo>
                <a:lnTo>
                  <a:pt x="157" y="1582"/>
                </a:lnTo>
                <a:lnTo>
                  <a:pt x="213" y="1840"/>
                </a:lnTo>
                <a:lnTo>
                  <a:pt x="277" y="2095"/>
                </a:lnTo>
                <a:lnTo>
                  <a:pt x="349" y="2348"/>
                </a:lnTo>
                <a:lnTo>
                  <a:pt x="430" y="2598"/>
                </a:lnTo>
                <a:lnTo>
                  <a:pt x="518" y="2846"/>
                </a:lnTo>
                <a:lnTo>
                  <a:pt x="615" y="3090"/>
                </a:lnTo>
                <a:lnTo>
                  <a:pt x="719" y="3331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8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1"/>
                </a:lnTo>
                <a:lnTo>
                  <a:pt x="2180" y="5519"/>
                </a:lnTo>
                <a:lnTo>
                  <a:pt x="2366" y="5711"/>
                </a:lnTo>
                <a:lnTo>
                  <a:pt x="2558" y="5897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2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2"/>
                </a:lnTo>
                <a:lnTo>
                  <a:pt x="5231" y="7559"/>
                </a:lnTo>
                <a:lnTo>
                  <a:pt x="5479" y="7647"/>
                </a:lnTo>
                <a:lnTo>
                  <a:pt x="5729" y="7728"/>
                </a:lnTo>
                <a:lnTo>
                  <a:pt x="5982" y="7800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8"/>
                </a:lnTo>
                <a:lnTo>
                  <a:pt x="7017" y="8007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8" y="8077"/>
                </a:lnTo>
                <a:lnTo>
                  <a:pt x="8078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E32133-BA37-4858-A68F-70C0626F6A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5" y="3506222"/>
            <a:ext cx="8078" cy="8077"/>
          </a:xfrm>
          <a:custGeom xmlns:a="http://schemas.openxmlformats.org/drawingml/2006/main">
            <a:pathLst>
              <a:path w="8078" h="8077" fill="none">
                <a:moveTo>
                  <a:pt x="0" y="0"/>
                </a:moveTo>
                <a:lnTo>
                  <a:pt x="4" y="266"/>
                </a:lnTo>
                <a:lnTo>
                  <a:pt x="18" y="532"/>
                </a:lnTo>
                <a:lnTo>
                  <a:pt x="40" y="797"/>
                </a:lnTo>
                <a:lnTo>
                  <a:pt x="70" y="1060"/>
                </a:lnTo>
                <a:lnTo>
                  <a:pt x="109" y="1322"/>
                </a:lnTo>
                <a:lnTo>
                  <a:pt x="157" y="1582"/>
                </a:lnTo>
                <a:lnTo>
                  <a:pt x="213" y="1840"/>
                </a:lnTo>
                <a:lnTo>
                  <a:pt x="277" y="2095"/>
                </a:lnTo>
                <a:lnTo>
                  <a:pt x="349" y="2348"/>
                </a:lnTo>
                <a:lnTo>
                  <a:pt x="430" y="2598"/>
                </a:lnTo>
                <a:lnTo>
                  <a:pt x="518" y="2846"/>
                </a:lnTo>
                <a:lnTo>
                  <a:pt x="615" y="3090"/>
                </a:lnTo>
                <a:lnTo>
                  <a:pt x="719" y="3331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8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1"/>
                </a:lnTo>
                <a:lnTo>
                  <a:pt x="2180" y="5519"/>
                </a:lnTo>
                <a:lnTo>
                  <a:pt x="2366" y="5711"/>
                </a:lnTo>
                <a:lnTo>
                  <a:pt x="2558" y="5897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2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2"/>
                </a:lnTo>
                <a:lnTo>
                  <a:pt x="5231" y="7559"/>
                </a:lnTo>
                <a:lnTo>
                  <a:pt x="5479" y="7647"/>
                </a:lnTo>
                <a:lnTo>
                  <a:pt x="5729" y="7728"/>
                </a:lnTo>
                <a:lnTo>
                  <a:pt x="5982" y="7800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8"/>
                </a:lnTo>
                <a:lnTo>
                  <a:pt x="7017" y="8007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8" y="807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9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BD66AF-8237-4009-88BB-4F9B6B7A21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5883" y="367746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A93A29-FC6B-4C69-BC9A-E6F82C685F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5883" y="367746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9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CEED2F-4C09-423A-817E-209AB1D93D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1452" y="381528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25F298-22DD-47EB-9250-405A281799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1452" y="381528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9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BD8DC5-E69F-4288-932A-1CF180CBB3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3995" y="370377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40EE6B-C890-4674-9F15-6F3D70F732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3995" y="370377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9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226F79-0F2D-48D7-AA3F-70FAE04EE2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5" y="3506222"/>
            <a:ext cx="8078" cy="10433"/>
          </a:xfrm>
          <a:custGeom xmlns:a="http://schemas.openxmlformats.org/drawingml/2006/main">
            <a:pathLst>
              <a:path w="8078" h="10433">
                <a:moveTo>
                  <a:pt x="349" y="5"/>
                </a:moveTo>
                <a:lnTo>
                  <a:pt x="277" y="258"/>
                </a:lnTo>
                <a:lnTo>
                  <a:pt x="213" y="514"/>
                </a:lnTo>
                <a:lnTo>
                  <a:pt x="157" y="771"/>
                </a:lnTo>
                <a:lnTo>
                  <a:pt x="109" y="1031"/>
                </a:lnTo>
                <a:lnTo>
                  <a:pt x="70" y="1293"/>
                </a:lnTo>
                <a:lnTo>
                  <a:pt x="40" y="1556"/>
                </a:lnTo>
                <a:lnTo>
                  <a:pt x="18" y="1821"/>
                </a:lnTo>
                <a:lnTo>
                  <a:pt x="4" y="2087"/>
                </a:lnTo>
                <a:lnTo>
                  <a:pt x="0" y="2355"/>
                </a:lnTo>
                <a:lnTo>
                  <a:pt x="4" y="2622"/>
                </a:lnTo>
                <a:lnTo>
                  <a:pt x="18" y="2888"/>
                </a:lnTo>
                <a:lnTo>
                  <a:pt x="40" y="3153"/>
                </a:lnTo>
                <a:lnTo>
                  <a:pt x="70" y="3416"/>
                </a:lnTo>
                <a:lnTo>
                  <a:pt x="109" y="3678"/>
                </a:lnTo>
                <a:lnTo>
                  <a:pt x="157" y="3938"/>
                </a:lnTo>
                <a:lnTo>
                  <a:pt x="213" y="4196"/>
                </a:lnTo>
                <a:lnTo>
                  <a:pt x="277" y="4451"/>
                </a:lnTo>
                <a:lnTo>
                  <a:pt x="349" y="4704"/>
                </a:lnTo>
                <a:lnTo>
                  <a:pt x="430" y="4954"/>
                </a:lnTo>
                <a:lnTo>
                  <a:pt x="518" y="5202"/>
                </a:lnTo>
                <a:lnTo>
                  <a:pt x="615" y="5446"/>
                </a:lnTo>
                <a:lnTo>
                  <a:pt x="719" y="5687"/>
                </a:lnTo>
                <a:lnTo>
                  <a:pt x="832" y="5925"/>
                </a:lnTo>
                <a:lnTo>
                  <a:pt x="952" y="6159"/>
                </a:lnTo>
                <a:lnTo>
                  <a:pt x="1079" y="6389"/>
                </a:lnTo>
                <a:lnTo>
                  <a:pt x="1215" y="6615"/>
                </a:lnTo>
                <a:lnTo>
                  <a:pt x="1357" y="6837"/>
                </a:lnTo>
                <a:lnTo>
                  <a:pt x="1507" y="7054"/>
                </a:lnTo>
                <a:lnTo>
                  <a:pt x="1665" y="7267"/>
                </a:lnTo>
                <a:lnTo>
                  <a:pt x="1830" y="7475"/>
                </a:lnTo>
                <a:lnTo>
                  <a:pt x="2001" y="7677"/>
                </a:lnTo>
                <a:lnTo>
                  <a:pt x="2180" y="7875"/>
                </a:lnTo>
                <a:lnTo>
                  <a:pt x="2366" y="8067"/>
                </a:lnTo>
                <a:lnTo>
                  <a:pt x="2558" y="8253"/>
                </a:lnTo>
                <a:lnTo>
                  <a:pt x="2756" y="8432"/>
                </a:lnTo>
                <a:lnTo>
                  <a:pt x="2959" y="8604"/>
                </a:lnTo>
                <a:lnTo>
                  <a:pt x="3167" y="8768"/>
                </a:lnTo>
                <a:lnTo>
                  <a:pt x="3379" y="8926"/>
                </a:lnTo>
                <a:lnTo>
                  <a:pt x="3597" y="9076"/>
                </a:lnTo>
                <a:lnTo>
                  <a:pt x="3818" y="9219"/>
                </a:lnTo>
                <a:lnTo>
                  <a:pt x="4044" y="9354"/>
                </a:lnTo>
                <a:lnTo>
                  <a:pt x="4274" y="9482"/>
                </a:lnTo>
                <a:lnTo>
                  <a:pt x="4508" y="9602"/>
                </a:lnTo>
                <a:lnTo>
                  <a:pt x="4746" y="9714"/>
                </a:lnTo>
                <a:lnTo>
                  <a:pt x="4987" y="9818"/>
                </a:lnTo>
                <a:lnTo>
                  <a:pt x="5231" y="9915"/>
                </a:lnTo>
                <a:lnTo>
                  <a:pt x="5479" y="10003"/>
                </a:lnTo>
                <a:lnTo>
                  <a:pt x="5729" y="10084"/>
                </a:lnTo>
                <a:lnTo>
                  <a:pt x="5982" y="10156"/>
                </a:lnTo>
                <a:lnTo>
                  <a:pt x="6238" y="10221"/>
                </a:lnTo>
                <a:lnTo>
                  <a:pt x="6495" y="10277"/>
                </a:lnTo>
                <a:lnTo>
                  <a:pt x="6755" y="10324"/>
                </a:lnTo>
                <a:lnTo>
                  <a:pt x="7017" y="10363"/>
                </a:lnTo>
                <a:lnTo>
                  <a:pt x="7280" y="10394"/>
                </a:lnTo>
                <a:lnTo>
                  <a:pt x="7545" y="10416"/>
                </a:lnTo>
                <a:lnTo>
                  <a:pt x="7811" y="10429"/>
                </a:lnTo>
                <a:lnTo>
                  <a:pt x="8078" y="10433"/>
                </a:lnTo>
                <a:lnTo>
                  <a:pt x="8078" y="0"/>
                </a:lnTo>
                <a:lnTo>
                  <a:pt x="351" y="0"/>
                </a:lnTo>
                <a:lnTo>
                  <a:pt x="349" y="5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40E76E-502A-49EF-8922-F8F8F79D32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5" y="3506222"/>
            <a:ext cx="8078" cy="10433"/>
          </a:xfrm>
          <a:custGeom xmlns:a="http://schemas.openxmlformats.org/drawingml/2006/main">
            <a:pathLst>
              <a:path w="8078" h="10433" fill="none">
                <a:moveTo>
                  <a:pt x="351" y="0"/>
                </a:moveTo>
                <a:lnTo>
                  <a:pt x="349" y="5"/>
                </a:lnTo>
                <a:lnTo>
                  <a:pt x="277" y="258"/>
                </a:lnTo>
                <a:lnTo>
                  <a:pt x="213" y="514"/>
                </a:lnTo>
                <a:lnTo>
                  <a:pt x="157" y="771"/>
                </a:lnTo>
                <a:lnTo>
                  <a:pt x="109" y="1031"/>
                </a:lnTo>
                <a:lnTo>
                  <a:pt x="70" y="1293"/>
                </a:lnTo>
                <a:lnTo>
                  <a:pt x="40" y="1556"/>
                </a:lnTo>
                <a:lnTo>
                  <a:pt x="18" y="1821"/>
                </a:lnTo>
                <a:lnTo>
                  <a:pt x="4" y="2087"/>
                </a:lnTo>
                <a:lnTo>
                  <a:pt x="0" y="2355"/>
                </a:lnTo>
                <a:lnTo>
                  <a:pt x="4" y="2622"/>
                </a:lnTo>
                <a:lnTo>
                  <a:pt x="18" y="2888"/>
                </a:lnTo>
                <a:lnTo>
                  <a:pt x="40" y="3153"/>
                </a:lnTo>
                <a:lnTo>
                  <a:pt x="70" y="3416"/>
                </a:lnTo>
                <a:lnTo>
                  <a:pt x="109" y="3678"/>
                </a:lnTo>
                <a:lnTo>
                  <a:pt x="157" y="3938"/>
                </a:lnTo>
                <a:lnTo>
                  <a:pt x="213" y="4196"/>
                </a:lnTo>
                <a:lnTo>
                  <a:pt x="277" y="4451"/>
                </a:lnTo>
                <a:lnTo>
                  <a:pt x="349" y="4704"/>
                </a:lnTo>
                <a:lnTo>
                  <a:pt x="430" y="4954"/>
                </a:lnTo>
                <a:lnTo>
                  <a:pt x="518" y="5202"/>
                </a:lnTo>
                <a:lnTo>
                  <a:pt x="615" y="5446"/>
                </a:lnTo>
                <a:lnTo>
                  <a:pt x="719" y="5687"/>
                </a:lnTo>
                <a:lnTo>
                  <a:pt x="832" y="5925"/>
                </a:lnTo>
                <a:lnTo>
                  <a:pt x="952" y="6159"/>
                </a:lnTo>
                <a:lnTo>
                  <a:pt x="1079" y="6389"/>
                </a:lnTo>
                <a:lnTo>
                  <a:pt x="1215" y="6615"/>
                </a:lnTo>
                <a:lnTo>
                  <a:pt x="1357" y="6837"/>
                </a:lnTo>
                <a:lnTo>
                  <a:pt x="1507" y="7054"/>
                </a:lnTo>
                <a:lnTo>
                  <a:pt x="1665" y="7267"/>
                </a:lnTo>
                <a:lnTo>
                  <a:pt x="1830" y="7475"/>
                </a:lnTo>
                <a:lnTo>
                  <a:pt x="2001" y="7677"/>
                </a:lnTo>
                <a:lnTo>
                  <a:pt x="2180" y="7875"/>
                </a:lnTo>
                <a:lnTo>
                  <a:pt x="2366" y="8067"/>
                </a:lnTo>
                <a:lnTo>
                  <a:pt x="2558" y="8253"/>
                </a:lnTo>
                <a:lnTo>
                  <a:pt x="2756" y="8432"/>
                </a:lnTo>
                <a:lnTo>
                  <a:pt x="2959" y="8604"/>
                </a:lnTo>
                <a:lnTo>
                  <a:pt x="3167" y="8768"/>
                </a:lnTo>
                <a:lnTo>
                  <a:pt x="3379" y="8926"/>
                </a:lnTo>
                <a:lnTo>
                  <a:pt x="3597" y="9076"/>
                </a:lnTo>
                <a:lnTo>
                  <a:pt x="3818" y="9219"/>
                </a:lnTo>
                <a:lnTo>
                  <a:pt x="4044" y="9354"/>
                </a:lnTo>
                <a:lnTo>
                  <a:pt x="4274" y="9482"/>
                </a:lnTo>
                <a:lnTo>
                  <a:pt x="4508" y="9602"/>
                </a:lnTo>
                <a:lnTo>
                  <a:pt x="4746" y="9714"/>
                </a:lnTo>
                <a:lnTo>
                  <a:pt x="4987" y="9818"/>
                </a:lnTo>
                <a:lnTo>
                  <a:pt x="5231" y="9915"/>
                </a:lnTo>
                <a:lnTo>
                  <a:pt x="5479" y="10003"/>
                </a:lnTo>
                <a:lnTo>
                  <a:pt x="5729" y="10084"/>
                </a:lnTo>
                <a:lnTo>
                  <a:pt x="5982" y="10156"/>
                </a:lnTo>
                <a:lnTo>
                  <a:pt x="6238" y="10221"/>
                </a:lnTo>
                <a:lnTo>
                  <a:pt x="6495" y="10277"/>
                </a:lnTo>
                <a:lnTo>
                  <a:pt x="6755" y="10324"/>
                </a:lnTo>
                <a:lnTo>
                  <a:pt x="7017" y="10363"/>
                </a:lnTo>
                <a:lnTo>
                  <a:pt x="7280" y="10394"/>
                </a:lnTo>
                <a:lnTo>
                  <a:pt x="7545" y="10416"/>
                </a:lnTo>
                <a:lnTo>
                  <a:pt x="7811" y="10429"/>
                </a:lnTo>
                <a:lnTo>
                  <a:pt x="8078" y="10433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9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CDF53F-0343-4636-B17D-23080BC28A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58868" y="466229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F9E6FE-7290-489D-9BFE-024AE52697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58868" y="466229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9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E7EF91-8E15-46A9-9C1F-EA4B3E1805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6"/>
                </a:moveTo>
                <a:lnTo>
                  <a:pt x="18" y="532"/>
                </a:lnTo>
                <a:lnTo>
                  <a:pt x="40" y="797"/>
                </a:lnTo>
                <a:lnTo>
                  <a:pt x="70" y="1061"/>
                </a:lnTo>
                <a:lnTo>
                  <a:pt x="109" y="1322"/>
                </a:lnTo>
                <a:lnTo>
                  <a:pt x="157" y="1582"/>
                </a:lnTo>
                <a:lnTo>
                  <a:pt x="213" y="1840"/>
                </a:lnTo>
                <a:lnTo>
                  <a:pt x="277" y="2095"/>
                </a:lnTo>
                <a:lnTo>
                  <a:pt x="349" y="2348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0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8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1"/>
                </a:lnTo>
                <a:lnTo>
                  <a:pt x="2558" y="5897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8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8"/>
                </a:lnTo>
                <a:lnTo>
                  <a:pt x="7017" y="8007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496D9D-1EDF-4EF3-B6CC-8CAA80BAB9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6"/>
                </a:lnTo>
                <a:lnTo>
                  <a:pt x="18" y="532"/>
                </a:lnTo>
                <a:lnTo>
                  <a:pt x="40" y="797"/>
                </a:lnTo>
                <a:lnTo>
                  <a:pt x="70" y="1061"/>
                </a:lnTo>
                <a:lnTo>
                  <a:pt x="109" y="1322"/>
                </a:lnTo>
                <a:lnTo>
                  <a:pt x="157" y="1582"/>
                </a:lnTo>
                <a:lnTo>
                  <a:pt x="213" y="1840"/>
                </a:lnTo>
                <a:lnTo>
                  <a:pt x="277" y="2095"/>
                </a:lnTo>
                <a:lnTo>
                  <a:pt x="349" y="2348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0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8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1"/>
                </a:lnTo>
                <a:lnTo>
                  <a:pt x="2558" y="5897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8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8"/>
                </a:lnTo>
                <a:lnTo>
                  <a:pt x="7017" y="8007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9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E9ECDB-1D2B-4FEF-9EA8-47C609F515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506222"/>
            <a:ext cx="8079" cy="8078"/>
          </a:xfrm>
          <a:custGeom xmlns:a="http://schemas.openxmlformats.org/drawingml/2006/main">
            <a:pathLst>
              <a:path w="8079" h="8078">
                <a:moveTo>
                  <a:pt x="4" y="266"/>
                </a:moveTo>
                <a:lnTo>
                  <a:pt x="18" y="532"/>
                </a:lnTo>
                <a:lnTo>
                  <a:pt x="40" y="797"/>
                </a:lnTo>
                <a:lnTo>
                  <a:pt x="70" y="1061"/>
                </a:lnTo>
                <a:lnTo>
                  <a:pt x="109" y="1322"/>
                </a:lnTo>
                <a:lnTo>
                  <a:pt x="157" y="1582"/>
                </a:lnTo>
                <a:lnTo>
                  <a:pt x="213" y="1840"/>
                </a:lnTo>
                <a:lnTo>
                  <a:pt x="277" y="2095"/>
                </a:lnTo>
                <a:lnTo>
                  <a:pt x="349" y="2348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0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8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1"/>
                </a:lnTo>
                <a:lnTo>
                  <a:pt x="2558" y="5897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8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8"/>
                </a:lnTo>
                <a:lnTo>
                  <a:pt x="7017" y="8007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3D837C-8A73-4CDD-B11A-4E0EC6FD04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506222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6"/>
                </a:lnTo>
                <a:lnTo>
                  <a:pt x="18" y="532"/>
                </a:lnTo>
                <a:lnTo>
                  <a:pt x="40" y="797"/>
                </a:lnTo>
                <a:lnTo>
                  <a:pt x="70" y="1061"/>
                </a:lnTo>
                <a:lnTo>
                  <a:pt x="109" y="1322"/>
                </a:lnTo>
                <a:lnTo>
                  <a:pt x="157" y="1582"/>
                </a:lnTo>
                <a:lnTo>
                  <a:pt x="213" y="1840"/>
                </a:lnTo>
                <a:lnTo>
                  <a:pt x="277" y="2095"/>
                </a:lnTo>
                <a:lnTo>
                  <a:pt x="349" y="2348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0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8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19"/>
                </a:lnTo>
                <a:lnTo>
                  <a:pt x="2366" y="5711"/>
                </a:lnTo>
                <a:lnTo>
                  <a:pt x="2558" y="5897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8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8"/>
                </a:lnTo>
                <a:lnTo>
                  <a:pt x="7017" y="8007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9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F6A560-8B05-4C86-94C4-6532294348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3374" y="390751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5EC41A-38AB-4655-A93B-1813F11361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3374" y="390751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9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B8AD47-6B45-4227-A04E-D7FCC48D49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3839" y="397898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2F68B7-937C-44D9-AC65-AEB53D0542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3839" y="397898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9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0F63C3-24DF-47B8-9D3B-DD83829450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38700" y="386215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CEE2EA-887A-4F81-A21D-8E2B9CFA9C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38700" y="386215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9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7918DC-61AA-420D-803F-3A5676FD7C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94525" y="389734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D58F5D-7DA1-4D36-A089-666D165328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94525" y="389734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9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C58814-A119-4009-840A-D5E53777BB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0231" y="395538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8E7B59-85D1-42BE-BA6C-FFF36F81CF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0231" y="395538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9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E5BA5E-1865-4468-8A38-843CDEA444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4794" y="392284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358C08-0698-461C-9F10-5B72C4C12C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4794" y="392284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9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AECD6B-CF66-4921-94A0-11F4BA8104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8962" y="383255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3197A7-F090-486A-94D9-05C8571C1A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8962" y="383255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9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133B34-52B5-44FD-B29F-4C74153264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702255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AD8D90-2107-4219-BF0A-A12966566C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702255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9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4674D0-245B-493F-9941-06DCF39DDA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4370" y="385811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4441B5-180E-4C0B-B97A-70DAD30B55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4370" y="385811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79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247C5E-6305-4034-B510-1CF7BA7FBD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56330" y="355685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1850A7-C8FE-414E-AEBD-B839A080E5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56330" y="355685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0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A77461-6F27-4CCE-A534-7D5BA0B583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506222"/>
            <a:ext cx="8079" cy="8077"/>
          </a:xfrm>
          <a:custGeom xmlns:a="http://schemas.openxmlformats.org/drawingml/2006/main">
            <a:pathLst>
              <a:path w="8079" h="8077">
                <a:moveTo>
                  <a:pt x="4" y="266"/>
                </a:moveTo>
                <a:lnTo>
                  <a:pt x="18" y="532"/>
                </a:lnTo>
                <a:lnTo>
                  <a:pt x="40" y="797"/>
                </a:lnTo>
                <a:lnTo>
                  <a:pt x="70" y="1060"/>
                </a:lnTo>
                <a:lnTo>
                  <a:pt x="109" y="1322"/>
                </a:lnTo>
                <a:lnTo>
                  <a:pt x="157" y="1582"/>
                </a:lnTo>
                <a:lnTo>
                  <a:pt x="213" y="1839"/>
                </a:lnTo>
                <a:lnTo>
                  <a:pt x="277" y="2095"/>
                </a:lnTo>
                <a:lnTo>
                  <a:pt x="349" y="2348"/>
                </a:lnTo>
                <a:lnTo>
                  <a:pt x="430" y="2598"/>
                </a:lnTo>
                <a:lnTo>
                  <a:pt x="518" y="2845"/>
                </a:lnTo>
                <a:lnTo>
                  <a:pt x="615" y="3090"/>
                </a:lnTo>
                <a:lnTo>
                  <a:pt x="719" y="3331"/>
                </a:lnTo>
                <a:lnTo>
                  <a:pt x="832" y="3569"/>
                </a:lnTo>
                <a:lnTo>
                  <a:pt x="952" y="3802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0"/>
                </a:lnTo>
                <a:lnTo>
                  <a:pt x="1507" y="4698"/>
                </a:lnTo>
                <a:lnTo>
                  <a:pt x="1665" y="4910"/>
                </a:lnTo>
                <a:lnTo>
                  <a:pt x="1830" y="5118"/>
                </a:lnTo>
                <a:lnTo>
                  <a:pt x="2001" y="5321"/>
                </a:lnTo>
                <a:lnTo>
                  <a:pt x="2180" y="5519"/>
                </a:lnTo>
                <a:lnTo>
                  <a:pt x="2366" y="5711"/>
                </a:lnTo>
                <a:lnTo>
                  <a:pt x="2558" y="5897"/>
                </a:lnTo>
                <a:lnTo>
                  <a:pt x="2756" y="6076"/>
                </a:lnTo>
                <a:lnTo>
                  <a:pt x="2959" y="6247"/>
                </a:lnTo>
                <a:lnTo>
                  <a:pt x="3167" y="6412"/>
                </a:lnTo>
                <a:lnTo>
                  <a:pt x="3379" y="6569"/>
                </a:lnTo>
                <a:lnTo>
                  <a:pt x="3597" y="6720"/>
                </a:lnTo>
                <a:lnTo>
                  <a:pt x="3818" y="6862"/>
                </a:lnTo>
                <a:lnTo>
                  <a:pt x="4044" y="6998"/>
                </a:lnTo>
                <a:lnTo>
                  <a:pt x="4274" y="7125"/>
                </a:lnTo>
                <a:lnTo>
                  <a:pt x="4508" y="7245"/>
                </a:lnTo>
                <a:lnTo>
                  <a:pt x="4746" y="7357"/>
                </a:lnTo>
                <a:lnTo>
                  <a:pt x="4987" y="7462"/>
                </a:lnTo>
                <a:lnTo>
                  <a:pt x="5231" y="7559"/>
                </a:lnTo>
                <a:lnTo>
                  <a:pt x="5479" y="7647"/>
                </a:lnTo>
                <a:lnTo>
                  <a:pt x="5729" y="7728"/>
                </a:lnTo>
                <a:lnTo>
                  <a:pt x="5982" y="7800"/>
                </a:lnTo>
                <a:lnTo>
                  <a:pt x="6237" y="7864"/>
                </a:lnTo>
                <a:lnTo>
                  <a:pt x="6495" y="7920"/>
                </a:lnTo>
                <a:lnTo>
                  <a:pt x="6755" y="7968"/>
                </a:lnTo>
                <a:lnTo>
                  <a:pt x="7017" y="8007"/>
                </a:lnTo>
                <a:lnTo>
                  <a:pt x="7280" y="8037"/>
                </a:lnTo>
                <a:lnTo>
                  <a:pt x="7545" y="8059"/>
                </a:lnTo>
                <a:lnTo>
                  <a:pt x="7811" y="8073"/>
                </a:lnTo>
                <a:lnTo>
                  <a:pt x="8079" y="8077"/>
                </a:lnTo>
                <a:lnTo>
                  <a:pt x="8079" y="8077"/>
                </a:lnTo>
                <a:lnTo>
                  <a:pt x="8079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D75803-C535-4C50-96A6-039EA1F560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506222"/>
            <a:ext cx="8079" cy="8077"/>
          </a:xfrm>
          <a:custGeom xmlns:a="http://schemas.openxmlformats.org/drawingml/2006/main">
            <a:pathLst>
              <a:path w="8079" h="8077" fill="none">
                <a:moveTo>
                  <a:pt x="8079" y="8077"/>
                </a:moveTo>
                <a:lnTo>
                  <a:pt x="8079" y="8077"/>
                </a:lnTo>
                <a:moveTo>
                  <a:pt x="0" y="0"/>
                </a:moveTo>
                <a:lnTo>
                  <a:pt x="4" y="266"/>
                </a:lnTo>
                <a:lnTo>
                  <a:pt x="18" y="532"/>
                </a:lnTo>
                <a:lnTo>
                  <a:pt x="40" y="797"/>
                </a:lnTo>
                <a:lnTo>
                  <a:pt x="70" y="1060"/>
                </a:lnTo>
                <a:lnTo>
                  <a:pt x="109" y="1322"/>
                </a:lnTo>
                <a:lnTo>
                  <a:pt x="157" y="1582"/>
                </a:lnTo>
                <a:lnTo>
                  <a:pt x="213" y="1839"/>
                </a:lnTo>
                <a:lnTo>
                  <a:pt x="277" y="2095"/>
                </a:lnTo>
                <a:lnTo>
                  <a:pt x="349" y="2348"/>
                </a:lnTo>
                <a:lnTo>
                  <a:pt x="430" y="2598"/>
                </a:lnTo>
                <a:lnTo>
                  <a:pt x="518" y="2845"/>
                </a:lnTo>
                <a:lnTo>
                  <a:pt x="615" y="3090"/>
                </a:lnTo>
                <a:lnTo>
                  <a:pt x="719" y="3331"/>
                </a:lnTo>
                <a:lnTo>
                  <a:pt x="832" y="3569"/>
                </a:lnTo>
                <a:lnTo>
                  <a:pt x="952" y="3802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0"/>
                </a:lnTo>
                <a:lnTo>
                  <a:pt x="1507" y="4698"/>
                </a:lnTo>
                <a:lnTo>
                  <a:pt x="1665" y="4910"/>
                </a:lnTo>
                <a:lnTo>
                  <a:pt x="1830" y="5118"/>
                </a:lnTo>
                <a:lnTo>
                  <a:pt x="2001" y="5321"/>
                </a:lnTo>
                <a:lnTo>
                  <a:pt x="2180" y="5519"/>
                </a:lnTo>
                <a:lnTo>
                  <a:pt x="2366" y="5711"/>
                </a:lnTo>
                <a:lnTo>
                  <a:pt x="2558" y="5897"/>
                </a:lnTo>
                <a:lnTo>
                  <a:pt x="2756" y="6076"/>
                </a:lnTo>
                <a:lnTo>
                  <a:pt x="2959" y="6247"/>
                </a:lnTo>
                <a:lnTo>
                  <a:pt x="3167" y="6412"/>
                </a:lnTo>
                <a:lnTo>
                  <a:pt x="3379" y="6569"/>
                </a:lnTo>
                <a:lnTo>
                  <a:pt x="3597" y="6720"/>
                </a:lnTo>
                <a:lnTo>
                  <a:pt x="3818" y="6862"/>
                </a:lnTo>
                <a:lnTo>
                  <a:pt x="4044" y="6998"/>
                </a:lnTo>
                <a:lnTo>
                  <a:pt x="4274" y="7125"/>
                </a:lnTo>
                <a:lnTo>
                  <a:pt x="4508" y="7245"/>
                </a:lnTo>
                <a:lnTo>
                  <a:pt x="4746" y="7357"/>
                </a:lnTo>
                <a:lnTo>
                  <a:pt x="4987" y="7462"/>
                </a:lnTo>
                <a:lnTo>
                  <a:pt x="5231" y="7559"/>
                </a:lnTo>
                <a:lnTo>
                  <a:pt x="5479" y="7647"/>
                </a:lnTo>
                <a:lnTo>
                  <a:pt x="5729" y="7728"/>
                </a:lnTo>
                <a:lnTo>
                  <a:pt x="5982" y="7800"/>
                </a:lnTo>
                <a:lnTo>
                  <a:pt x="6237" y="7864"/>
                </a:lnTo>
                <a:lnTo>
                  <a:pt x="6495" y="7920"/>
                </a:lnTo>
                <a:lnTo>
                  <a:pt x="6755" y="7968"/>
                </a:lnTo>
                <a:lnTo>
                  <a:pt x="7017" y="8007"/>
                </a:lnTo>
                <a:lnTo>
                  <a:pt x="7280" y="8037"/>
                </a:lnTo>
                <a:lnTo>
                  <a:pt x="7545" y="8059"/>
                </a:lnTo>
                <a:lnTo>
                  <a:pt x="7811" y="8073"/>
                </a:lnTo>
                <a:lnTo>
                  <a:pt x="8079" y="807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0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27DA3E-CE02-4FAC-819B-43BC191076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506222"/>
            <a:ext cx="8079" cy="8077"/>
          </a:xfrm>
          <a:custGeom xmlns:a="http://schemas.openxmlformats.org/drawingml/2006/main">
            <a:pathLst>
              <a:path w="8079" h="8077">
                <a:moveTo>
                  <a:pt x="4" y="266"/>
                </a:moveTo>
                <a:lnTo>
                  <a:pt x="18" y="532"/>
                </a:lnTo>
                <a:lnTo>
                  <a:pt x="40" y="797"/>
                </a:lnTo>
                <a:lnTo>
                  <a:pt x="70" y="1060"/>
                </a:lnTo>
                <a:lnTo>
                  <a:pt x="109" y="1322"/>
                </a:lnTo>
                <a:lnTo>
                  <a:pt x="157" y="1582"/>
                </a:lnTo>
                <a:lnTo>
                  <a:pt x="213" y="1839"/>
                </a:lnTo>
                <a:lnTo>
                  <a:pt x="277" y="2095"/>
                </a:lnTo>
                <a:lnTo>
                  <a:pt x="349" y="2348"/>
                </a:lnTo>
                <a:lnTo>
                  <a:pt x="430" y="2598"/>
                </a:lnTo>
                <a:lnTo>
                  <a:pt x="518" y="2845"/>
                </a:lnTo>
                <a:lnTo>
                  <a:pt x="615" y="3090"/>
                </a:lnTo>
                <a:lnTo>
                  <a:pt x="719" y="3331"/>
                </a:lnTo>
                <a:lnTo>
                  <a:pt x="832" y="3569"/>
                </a:lnTo>
                <a:lnTo>
                  <a:pt x="952" y="3802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0"/>
                </a:lnTo>
                <a:lnTo>
                  <a:pt x="1507" y="4698"/>
                </a:lnTo>
                <a:lnTo>
                  <a:pt x="1665" y="4910"/>
                </a:lnTo>
                <a:lnTo>
                  <a:pt x="1830" y="5118"/>
                </a:lnTo>
                <a:lnTo>
                  <a:pt x="2001" y="5321"/>
                </a:lnTo>
                <a:lnTo>
                  <a:pt x="2180" y="5519"/>
                </a:lnTo>
                <a:lnTo>
                  <a:pt x="2366" y="5711"/>
                </a:lnTo>
                <a:lnTo>
                  <a:pt x="2558" y="5897"/>
                </a:lnTo>
                <a:lnTo>
                  <a:pt x="2756" y="6076"/>
                </a:lnTo>
                <a:lnTo>
                  <a:pt x="2959" y="6247"/>
                </a:lnTo>
                <a:lnTo>
                  <a:pt x="3167" y="6412"/>
                </a:lnTo>
                <a:lnTo>
                  <a:pt x="3379" y="6569"/>
                </a:lnTo>
                <a:lnTo>
                  <a:pt x="3597" y="6720"/>
                </a:lnTo>
                <a:lnTo>
                  <a:pt x="3818" y="6862"/>
                </a:lnTo>
                <a:lnTo>
                  <a:pt x="4044" y="6998"/>
                </a:lnTo>
                <a:lnTo>
                  <a:pt x="4274" y="7125"/>
                </a:lnTo>
                <a:lnTo>
                  <a:pt x="4508" y="7245"/>
                </a:lnTo>
                <a:lnTo>
                  <a:pt x="4746" y="7357"/>
                </a:lnTo>
                <a:lnTo>
                  <a:pt x="4987" y="7462"/>
                </a:lnTo>
                <a:lnTo>
                  <a:pt x="5231" y="7559"/>
                </a:lnTo>
                <a:lnTo>
                  <a:pt x="5479" y="7647"/>
                </a:lnTo>
                <a:lnTo>
                  <a:pt x="5729" y="7728"/>
                </a:lnTo>
                <a:lnTo>
                  <a:pt x="5982" y="7800"/>
                </a:lnTo>
                <a:lnTo>
                  <a:pt x="6237" y="7864"/>
                </a:lnTo>
                <a:lnTo>
                  <a:pt x="6495" y="7920"/>
                </a:lnTo>
                <a:lnTo>
                  <a:pt x="6755" y="7968"/>
                </a:lnTo>
                <a:lnTo>
                  <a:pt x="7017" y="8007"/>
                </a:lnTo>
                <a:lnTo>
                  <a:pt x="7280" y="8037"/>
                </a:lnTo>
                <a:lnTo>
                  <a:pt x="7545" y="8059"/>
                </a:lnTo>
                <a:lnTo>
                  <a:pt x="7811" y="8073"/>
                </a:lnTo>
                <a:lnTo>
                  <a:pt x="8079" y="8077"/>
                </a:lnTo>
                <a:lnTo>
                  <a:pt x="8079" y="8077"/>
                </a:lnTo>
                <a:lnTo>
                  <a:pt x="8079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FCB8D0-B522-48C5-A69F-AB4B0DF97A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506222"/>
            <a:ext cx="8079" cy="8077"/>
          </a:xfrm>
          <a:custGeom xmlns:a="http://schemas.openxmlformats.org/drawingml/2006/main">
            <a:pathLst>
              <a:path w="8079" h="8077" fill="none">
                <a:moveTo>
                  <a:pt x="8079" y="8077"/>
                </a:moveTo>
                <a:lnTo>
                  <a:pt x="8079" y="8077"/>
                </a:lnTo>
                <a:moveTo>
                  <a:pt x="0" y="0"/>
                </a:moveTo>
                <a:lnTo>
                  <a:pt x="4" y="266"/>
                </a:lnTo>
                <a:lnTo>
                  <a:pt x="18" y="532"/>
                </a:lnTo>
                <a:lnTo>
                  <a:pt x="40" y="797"/>
                </a:lnTo>
                <a:lnTo>
                  <a:pt x="70" y="1060"/>
                </a:lnTo>
                <a:lnTo>
                  <a:pt x="109" y="1322"/>
                </a:lnTo>
                <a:lnTo>
                  <a:pt x="157" y="1582"/>
                </a:lnTo>
                <a:lnTo>
                  <a:pt x="213" y="1839"/>
                </a:lnTo>
                <a:lnTo>
                  <a:pt x="277" y="2095"/>
                </a:lnTo>
                <a:lnTo>
                  <a:pt x="349" y="2348"/>
                </a:lnTo>
                <a:lnTo>
                  <a:pt x="430" y="2598"/>
                </a:lnTo>
                <a:lnTo>
                  <a:pt x="518" y="2845"/>
                </a:lnTo>
                <a:lnTo>
                  <a:pt x="615" y="3090"/>
                </a:lnTo>
                <a:lnTo>
                  <a:pt x="719" y="3331"/>
                </a:lnTo>
                <a:lnTo>
                  <a:pt x="832" y="3569"/>
                </a:lnTo>
                <a:lnTo>
                  <a:pt x="952" y="3802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0"/>
                </a:lnTo>
                <a:lnTo>
                  <a:pt x="1507" y="4698"/>
                </a:lnTo>
                <a:lnTo>
                  <a:pt x="1665" y="4910"/>
                </a:lnTo>
                <a:lnTo>
                  <a:pt x="1830" y="5118"/>
                </a:lnTo>
                <a:lnTo>
                  <a:pt x="2001" y="5321"/>
                </a:lnTo>
                <a:lnTo>
                  <a:pt x="2180" y="5519"/>
                </a:lnTo>
                <a:lnTo>
                  <a:pt x="2366" y="5711"/>
                </a:lnTo>
                <a:lnTo>
                  <a:pt x="2558" y="5897"/>
                </a:lnTo>
                <a:lnTo>
                  <a:pt x="2756" y="6076"/>
                </a:lnTo>
                <a:lnTo>
                  <a:pt x="2959" y="6247"/>
                </a:lnTo>
                <a:lnTo>
                  <a:pt x="3167" y="6412"/>
                </a:lnTo>
                <a:lnTo>
                  <a:pt x="3379" y="6569"/>
                </a:lnTo>
                <a:lnTo>
                  <a:pt x="3597" y="6720"/>
                </a:lnTo>
                <a:lnTo>
                  <a:pt x="3818" y="6862"/>
                </a:lnTo>
                <a:lnTo>
                  <a:pt x="4044" y="6998"/>
                </a:lnTo>
                <a:lnTo>
                  <a:pt x="4274" y="7125"/>
                </a:lnTo>
                <a:lnTo>
                  <a:pt x="4508" y="7245"/>
                </a:lnTo>
                <a:lnTo>
                  <a:pt x="4746" y="7357"/>
                </a:lnTo>
                <a:lnTo>
                  <a:pt x="4987" y="7462"/>
                </a:lnTo>
                <a:lnTo>
                  <a:pt x="5231" y="7559"/>
                </a:lnTo>
                <a:lnTo>
                  <a:pt x="5479" y="7647"/>
                </a:lnTo>
                <a:lnTo>
                  <a:pt x="5729" y="7728"/>
                </a:lnTo>
                <a:lnTo>
                  <a:pt x="5982" y="7800"/>
                </a:lnTo>
                <a:lnTo>
                  <a:pt x="6237" y="7864"/>
                </a:lnTo>
                <a:lnTo>
                  <a:pt x="6495" y="7920"/>
                </a:lnTo>
                <a:lnTo>
                  <a:pt x="6755" y="7968"/>
                </a:lnTo>
                <a:lnTo>
                  <a:pt x="7017" y="8007"/>
                </a:lnTo>
                <a:lnTo>
                  <a:pt x="7280" y="8037"/>
                </a:lnTo>
                <a:lnTo>
                  <a:pt x="7545" y="8059"/>
                </a:lnTo>
                <a:lnTo>
                  <a:pt x="7811" y="8073"/>
                </a:lnTo>
                <a:lnTo>
                  <a:pt x="8079" y="807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0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760BD0-C850-409F-90AE-3BF722BE04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506222"/>
            <a:ext cx="8079" cy="8077"/>
          </a:xfrm>
          <a:custGeom xmlns:a="http://schemas.openxmlformats.org/drawingml/2006/main">
            <a:pathLst>
              <a:path w="8079" h="8077">
                <a:moveTo>
                  <a:pt x="4" y="266"/>
                </a:moveTo>
                <a:lnTo>
                  <a:pt x="18" y="532"/>
                </a:lnTo>
                <a:lnTo>
                  <a:pt x="40" y="797"/>
                </a:lnTo>
                <a:lnTo>
                  <a:pt x="70" y="1060"/>
                </a:lnTo>
                <a:lnTo>
                  <a:pt x="109" y="1322"/>
                </a:lnTo>
                <a:lnTo>
                  <a:pt x="157" y="1582"/>
                </a:lnTo>
                <a:lnTo>
                  <a:pt x="213" y="1839"/>
                </a:lnTo>
                <a:lnTo>
                  <a:pt x="277" y="2095"/>
                </a:lnTo>
                <a:lnTo>
                  <a:pt x="349" y="2348"/>
                </a:lnTo>
                <a:lnTo>
                  <a:pt x="430" y="2598"/>
                </a:lnTo>
                <a:lnTo>
                  <a:pt x="518" y="2845"/>
                </a:lnTo>
                <a:lnTo>
                  <a:pt x="615" y="3090"/>
                </a:lnTo>
                <a:lnTo>
                  <a:pt x="719" y="3331"/>
                </a:lnTo>
                <a:lnTo>
                  <a:pt x="832" y="3569"/>
                </a:lnTo>
                <a:lnTo>
                  <a:pt x="952" y="3802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0"/>
                </a:lnTo>
                <a:lnTo>
                  <a:pt x="1507" y="4698"/>
                </a:lnTo>
                <a:lnTo>
                  <a:pt x="1665" y="4910"/>
                </a:lnTo>
                <a:lnTo>
                  <a:pt x="1830" y="5118"/>
                </a:lnTo>
                <a:lnTo>
                  <a:pt x="2001" y="5321"/>
                </a:lnTo>
                <a:lnTo>
                  <a:pt x="2180" y="5519"/>
                </a:lnTo>
                <a:lnTo>
                  <a:pt x="2366" y="5711"/>
                </a:lnTo>
                <a:lnTo>
                  <a:pt x="2558" y="5897"/>
                </a:lnTo>
                <a:lnTo>
                  <a:pt x="2756" y="6076"/>
                </a:lnTo>
                <a:lnTo>
                  <a:pt x="2959" y="6247"/>
                </a:lnTo>
                <a:lnTo>
                  <a:pt x="3167" y="6412"/>
                </a:lnTo>
                <a:lnTo>
                  <a:pt x="3379" y="6569"/>
                </a:lnTo>
                <a:lnTo>
                  <a:pt x="3597" y="6720"/>
                </a:lnTo>
                <a:lnTo>
                  <a:pt x="3818" y="6862"/>
                </a:lnTo>
                <a:lnTo>
                  <a:pt x="4044" y="6998"/>
                </a:lnTo>
                <a:lnTo>
                  <a:pt x="4274" y="7125"/>
                </a:lnTo>
                <a:lnTo>
                  <a:pt x="4508" y="7245"/>
                </a:lnTo>
                <a:lnTo>
                  <a:pt x="4746" y="7357"/>
                </a:lnTo>
                <a:lnTo>
                  <a:pt x="4987" y="7462"/>
                </a:lnTo>
                <a:lnTo>
                  <a:pt x="5231" y="7559"/>
                </a:lnTo>
                <a:lnTo>
                  <a:pt x="5479" y="7647"/>
                </a:lnTo>
                <a:lnTo>
                  <a:pt x="5729" y="7728"/>
                </a:lnTo>
                <a:lnTo>
                  <a:pt x="5982" y="7800"/>
                </a:lnTo>
                <a:lnTo>
                  <a:pt x="6237" y="7864"/>
                </a:lnTo>
                <a:lnTo>
                  <a:pt x="6495" y="7920"/>
                </a:lnTo>
                <a:lnTo>
                  <a:pt x="6755" y="7968"/>
                </a:lnTo>
                <a:lnTo>
                  <a:pt x="7017" y="8007"/>
                </a:lnTo>
                <a:lnTo>
                  <a:pt x="7280" y="8037"/>
                </a:lnTo>
                <a:lnTo>
                  <a:pt x="7545" y="8059"/>
                </a:lnTo>
                <a:lnTo>
                  <a:pt x="7811" y="8073"/>
                </a:lnTo>
                <a:lnTo>
                  <a:pt x="8079" y="8077"/>
                </a:lnTo>
                <a:lnTo>
                  <a:pt x="8079" y="8077"/>
                </a:lnTo>
                <a:lnTo>
                  <a:pt x="8079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2CF684-89AD-45CF-AF3A-6ACBF921C2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506222"/>
            <a:ext cx="8079" cy="8077"/>
          </a:xfrm>
          <a:custGeom xmlns:a="http://schemas.openxmlformats.org/drawingml/2006/main">
            <a:pathLst>
              <a:path w="8079" h="8077" fill="none">
                <a:moveTo>
                  <a:pt x="8079" y="8077"/>
                </a:moveTo>
                <a:lnTo>
                  <a:pt x="8079" y="8077"/>
                </a:lnTo>
                <a:moveTo>
                  <a:pt x="0" y="0"/>
                </a:moveTo>
                <a:lnTo>
                  <a:pt x="4" y="266"/>
                </a:lnTo>
                <a:lnTo>
                  <a:pt x="18" y="532"/>
                </a:lnTo>
                <a:lnTo>
                  <a:pt x="40" y="797"/>
                </a:lnTo>
                <a:lnTo>
                  <a:pt x="70" y="1060"/>
                </a:lnTo>
                <a:lnTo>
                  <a:pt x="109" y="1322"/>
                </a:lnTo>
                <a:lnTo>
                  <a:pt x="157" y="1582"/>
                </a:lnTo>
                <a:lnTo>
                  <a:pt x="213" y="1839"/>
                </a:lnTo>
                <a:lnTo>
                  <a:pt x="277" y="2095"/>
                </a:lnTo>
                <a:lnTo>
                  <a:pt x="349" y="2348"/>
                </a:lnTo>
                <a:lnTo>
                  <a:pt x="430" y="2598"/>
                </a:lnTo>
                <a:lnTo>
                  <a:pt x="518" y="2845"/>
                </a:lnTo>
                <a:lnTo>
                  <a:pt x="615" y="3090"/>
                </a:lnTo>
                <a:lnTo>
                  <a:pt x="719" y="3331"/>
                </a:lnTo>
                <a:lnTo>
                  <a:pt x="832" y="3569"/>
                </a:lnTo>
                <a:lnTo>
                  <a:pt x="952" y="3802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0"/>
                </a:lnTo>
                <a:lnTo>
                  <a:pt x="1507" y="4698"/>
                </a:lnTo>
                <a:lnTo>
                  <a:pt x="1665" y="4910"/>
                </a:lnTo>
                <a:lnTo>
                  <a:pt x="1830" y="5118"/>
                </a:lnTo>
                <a:lnTo>
                  <a:pt x="2001" y="5321"/>
                </a:lnTo>
                <a:lnTo>
                  <a:pt x="2180" y="5519"/>
                </a:lnTo>
                <a:lnTo>
                  <a:pt x="2366" y="5711"/>
                </a:lnTo>
                <a:lnTo>
                  <a:pt x="2558" y="5897"/>
                </a:lnTo>
                <a:lnTo>
                  <a:pt x="2756" y="6076"/>
                </a:lnTo>
                <a:lnTo>
                  <a:pt x="2959" y="6247"/>
                </a:lnTo>
                <a:lnTo>
                  <a:pt x="3167" y="6412"/>
                </a:lnTo>
                <a:lnTo>
                  <a:pt x="3379" y="6569"/>
                </a:lnTo>
                <a:lnTo>
                  <a:pt x="3597" y="6720"/>
                </a:lnTo>
                <a:lnTo>
                  <a:pt x="3818" y="6862"/>
                </a:lnTo>
                <a:lnTo>
                  <a:pt x="4044" y="6998"/>
                </a:lnTo>
                <a:lnTo>
                  <a:pt x="4274" y="7125"/>
                </a:lnTo>
                <a:lnTo>
                  <a:pt x="4508" y="7245"/>
                </a:lnTo>
                <a:lnTo>
                  <a:pt x="4746" y="7357"/>
                </a:lnTo>
                <a:lnTo>
                  <a:pt x="4987" y="7462"/>
                </a:lnTo>
                <a:lnTo>
                  <a:pt x="5231" y="7559"/>
                </a:lnTo>
                <a:lnTo>
                  <a:pt x="5479" y="7647"/>
                </a:lnTo>
                <a:lnTo>
                  <a:pt x="5729" y="7728"/>
                </a:lnTo>
                <a:lnTo>
                  <a:pt x="5982" y="7800"/>
                </a:lnTo>
                <a:lnTo>
                  <a:pt x="6237" y="7864"/>
                </a:lnTo>
                <a:lnTo>
                  <a:pt x="6495" y="7920"/>
                </a:lnTo>
                <a:lnTo>
                  <a:pt x="6755" y="7968"/>
                </a:lnTo>
                <a:lnTo>
                  <a:pt x="7017" y="8007"/>
                </a:lnTo>
                <a:lnTo>
                  <a:pt x="7280" y="8037"/>
                </a:lnTo>
                <a:lnTo>
                  <a:pt x="7545" y="8059"/>
                </a:lnTo>
                <a:lnTo>
                  <a:pt x="7811" y="8073"/>
                </a:lnTo>
                <a:lnTo>
                  <a:pt x="8079" y="807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0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3C3893-BB09-40E0-9ADB-BCCCD36417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506222"/>
            <a:ext cx="8079" cy="8077"/>
          </a:xfrm>
          <a:custGeom xmlns:a="http://schemas.openxmlformats.org/drawingml/2006/main">
            <a:pathLst>
              <a:path w="8079" h="8077">
                <a:moveTo>
                  <a:pt x="4" y="266"/>
                </a:moveTo>
                <a:lnTo>
                  <a:pt x="18" y="532"/>
                </a:lnTo>
                <a:lnTo>
                  <a:pt x="40" y="797"/>
                </a:lnTo>
                <a:lnTo>
                  <a:pt x="70" y="1060"/>
                </a:lnTo>
                <a:lnTo>
                  <a:pt x="109" y="1322"/>
                </a:lnTo>
                <a:lnTo>
                  <a:pt x="157" y="1582"/>
                </a:lnTo>
                <a:lnTo>
                  <a:pt x="213" y="1839"/>
                </a:lnTo>
                <a:lnTo>
                  <a:pt x="277" y="2095"/>
                </a:lnTo>
                <a:lnTo>
                  <a:pt x="349" y="2348"/>
                </a:lnTo>
                <a:lnTo>
                  <a:pt x="430" y="2598"/>
                </a:lnTo>
                <a:lnTo>
                  <a:pt x="518" y="2845"/>
                </a:lnTo>
                <a:lnTo>
                  <a:pt x="615" y="3090"/>
                </a:lnTo>
                <a:lnTo>
                  <a:pt x="719" y="3331"/>
                </a:lnTo>
                <a:lnTo>
                  <a:pt x="832" y="3569"/>
                </a:lnTo>
                <a:lnTo>
                  <a:pt x="952" y="3802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0"/>
                </a:lnTo>
                <a:lnTo>
                  <a:pt x="1507" y="4698"/>
                </a:lnTo>
                <a:lnTo>
                  <a:pt x="1665" y="4910"/>
                </a:lnTo>
                <a:lnTo>
                  <a:pt x="1830" y="5118"/>
                </a:lnTo>
                <a:lnTo>
                  <a:pt x="2001" y="5321"/>
                </a:lnTo>
                <a:lnTo>
                  <a:pt x="2180" y="5519"/>
                </a:lnTo>
                <a:lnTo>
                  <a:pt x="2366" y="5711"/>
                </a:lnTo>
                <a:lnTo>
                  <a:pt x="2558" y="5897"/>
                </a:lnTo>
                <a:lnTo>
                  <a:pt x="2756" y="6076"/>
                </a:lnTo>
                <a:lnTo>
                  <a:pt x="2959" y="6247"/>
                </a:lnTo>
                <a:lnTo>
                  <a:pt x="3167" y="6412"/>
                </a:lnTo>
                <a:lnTo>
                  <a:pt x="3379" y="6569"/>
                </a:lnTo>
                <a:lnTo>
                  <a:pt x="3597" y="6720"/>
                </a:lnTo>
                <a:lnTo>
                  <a:pt x="3818" y="6862"/>
                </a:lnTo>
                <a:lnTo>
                  <a:pt x="4044" y="6998"/>
                </a:lnTo>
                <a:lnTo>
                  <a:pt x="4274" y="7125"/>
                </a:lnTo>
                <a:lnTo>
                  <a:pt x="4508" y="7245"/>
                </a:lnTo>
                <a:lnTo>
                  <a:pt x="4746" y="7357"/>
                </a:lnTo>
                <a:lnTo>
                  <a:pt x="4987" y="7462"/>
                </a:lnTo>
                <a:lnTo>
                  <a:pt x="5231" y="7559"/>
                </a:lnTo>
                <a:lnTo>
                  <a:pt x="5479" y="7647"/>
                </a:lnTo>
                <a:lnTo>
                  <a:pt x="5729" y="7728"/>
                </a:lnTo>
                <a:lnTo>
                  <a:pt x="5982" y="7800"/>
                </a:lnTo>
                <a:lnTo>
                  <a:pt x="6237" y="7864"/>
                </a:lnTo>
                <a:lnTo>
                  <a:pt x="6495" y="7920"/>
                </a:lnTo>
                <a:lnTo>
                  <a:pt x="6755" y="7968"/>
                </a:lnTo>
                <a:lnTo>
                  <a:pt x="7017" y="8007"/>
                </a:lnTo>
                <a:lnTo>
                  <a:pt x="7280" y="8037"/>
                </a:lnTo>
                <a:lnTo>
                  <a:pt x="7545" y="8059"/>
                </a:lnTo>
                <a:lnTo>
                  <a:pt x="7811" y="8073"/>
                </a:lnTo>
                <a:lnTo>
                  <a:pt x="8079" y="8077"/>
                </a:lnTo>
                <a:lnTo>
                  <a:pt x="8079" y="8077"/>
                </a:lnTo>
                <a:lnTo>
                  <a:pt x="8079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2086E4-E895-4F75-872B-9B824F3137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506222"/>
            <a:ext cx="8079" cy="8077"/>
          </a:xfrm>
          <a:custGeom xmlns:a="http://schemas.openxmlformats.org/drawingml/2006/main">
            <a:pathLst>
              <a:path w="8079" h="8077" fill="none">
                <a:moveTo>
                  <a:pt x="8079" y="8077"/>
                </a:moveTo>
                <a:lnTo>
                  <a:pt x="8079" y="8077"/>
                </a:lnTo>
                <a:moveTo>
                  <a:pt x="0" y="0"/>
                </a:moveTo>
                <a:lnTo>
                  <a:pt x="4" y="266"/>
                </a:lnTo>
                <a:lnTo>
                  <a:pt x="18" y="532"/>
                </a:lnTo>
                <a:lnTo>
                  <a:pt x="40" y="797"/>
                </a:lnTo>
                <a:lnTo>
                  <a:pt x="70" y="1060"/>
                </a:lnTo>
                <a:lnTo>
                  <a:pt x="109" y="1322"/>
                </a:lnTo>
                <a:lnTo>
                  <a:pt x="157" y="1582"/>
                </a:lnTo>
                <a:lnTo>
                  <a:pt x="213" y="1839"/>
                </a:lnTo>
                <a:lnTo>
                  <a:pt x="277" y="2095"/>
                </a:lnTo>
                <a:lnTo>
                  <a:pt x="349" y="2348"/>
                </a:lnTo>
                <a:lnTo>
                  <a:pt x="430" y="2598"/>
                </a:lnTo>
                <a:lnTo>
                  <a:pt x="518" y="2845"/>
                </a:lnTo>
                <a:lnTo>
                  <a:pt x="615" y="3090"/>
                </a:lnTo>
                <a:lnTo>
                  <a:pt x="719" y="3331"/>
                </a:lnTo>
                <a:lnTo>
                  <a:pt x="832" y="3569"/>
                </a:lnTo>
                <a:lnTo>
                  <a:pt x="952" y="3802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0"/>
                </a:lnTo>
                <a:lnTo>
                  <a:pt x="1507" y="4698"/>
                </a:lnTo>
                <a:lnTo>
                  <a:pt x="1665" y="4910"/>
                </a:lnTo>
                <a:lnTo>
                  <a:pt x="1830" y="5118"/>
                </a:lnTo>
                <a:lnTo>
                  <a:pt x="2001" y="5321"/>
                </a:lnTo>
                <a:lnTo>
                  <a:pt x="2180" y="5519"/>
                </a:lnTo>
                <a:lnTo>
                  <a:pt x="2366" y="5711"/>
                </a:lnTo>
                <a:lnTo>
                  <a:pt x="2558" y="5897"/>
                </a:lnTo>
                <a:lnTo>
                  <a:pt x="2756" y="6076"/>
                </a:lnTo>
                <a:lnTo>
                  <a:pt x="2959" y="6247"/>
                </a:lnTo>
                <a:lnTo>
                  <a:pt x="3167" y="6412"/>
                </a:lnTo>
                <a:lnTo>
                  <a:pt x="3379" y="6569"/>
                </a:lnTo>
                <a:lnTo>
                  <a:pt x="3597" y="6720"/>
                </a:lnTo>
                <a:lnTo>
                  <a:pt x="3818" y="6862"/>
                </a:lnTo>
                <a:lnTo>
                  <a:pt x="4044" y="6998"/>
                </a:lnTo>
                <a:lnTo>
                  <a:pt x="4274" y="7125"/>
                </a:lnTo>
                <a:lnTo>
                  <a:pt x="4508" y="7245"/>
                </a:lnTo>
                <a:lnTo>
                  <a:pt x="4746" y="7357"/>
                </a:lnTo>
                <a:lnTo>
                  <a:pt x="4987" y="7462"/>
                </a:lnTo>
                <a:lnTo>
                  <a:pt x="5231" y="7559"/>
                </a:lnTo>
                <a:lnTo>
                  <a:pt x="5479" y="7647"/>
                </a:lnTo>
                <a:lnTo>
                  <a:pt x="5729" y="7728"/>
                </a:lnTo>
                <a:lnTo>
                  <a:pt x="5982" y="7800"/>
                </a:lnTo>
                <a:lnTo>
                  <a:pt x="6237" y="7864"/>
                </a:lnTo>
                <a:lnTo>
                  <a:pt x="6495" y="7920"/>
                </a:lnTo>
                <a:lnTo>
                  <a:pt x="6755" y="7968"/>
                </a:lnTo>
                <a:lnTo>
                  <a:pt x="7017" y="8007"/>
                </a:lnTo>
                <a:lnTo>
                  <a:pt x="7280" y="8037"/>
                </a:lnTo>
                <a:lnTo>
                  <a:pt x="7545" y="8059"/>
                </a:lnTo>
                <a:lnTo>
                  <a:pt x="7811" y="8073"/>
                </a:lnTo>
                <a:lnTo>
                  <a:pt x="8079" y="807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0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7C8E36-DC2A-47B3-A3CC-65242E364F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506222"/>
            <a:ext cx="8079" cy="8077"/>
          </a:xfrm>
          <a:custGeom xmlns:a="http://schemas.openxmlformats.org/drawingml/2006/main">
            <a:pathLst>
              <a:path w="8079" h="8077">
                <a:moveTo>
                  <a:pt x="4" y="266"/>
                </a:moveTo>
                <a:lnTo>
                  <a:pt x="18" y="532"/>
                </a:lnTo>
                <a:lnTo>
                  <a:pt x="40" y="797"/>
                </a:lnTo>
                <a:lnTo>
                  <a:pt x="70" y="1060"/>
                </a:lnTo>
                <a:lnTo>
                  <a:pt x="109" y="1322"/>
                </a:lnTo>
                <a:lnTo>
                  <a:pt x="157" y="1582"/>
                </a:lnTo>
                <a:lnTo>
                  <a:pt x="213" y="1839"/>
                </a:lnTo>
                <a:lnTo>
                  <a:pt x="277" y="2095"/>
                </a:lnTo>
                <a:lnTo>
                  <a:pt x="349" y="2348"/>
                </a:lnTo>
                <a:lnTo>
                  <a:pt x="430" y="2598"/>
                </a:lnTo>
                <a:lnTo>
                  <a:pt x="518" y="2845"/>
                </a:lnTo>
                <a:lnTo>
                  <a:pt x="615" y="3090"/>
                </a:lnTo>
                <a:lnTo>
                  <a:pt x="719" y="3331"/>
                </a:lnTo>
                <a:lnTo>
                  <a:pt x="832" y="3569"/>
                </a:lnTo>
                <a:lnTo>
                  <a:pt x="952" y="3802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0"/>
                </a:lnTo>
                <a:lnTo>
                  <a:pt x="1507" y="4698"/>
                </a:lnTo>
                <a:lnTo>
                  <a:pt x="1665" y="4910"/>
                </a:lnTo>
                <a:lnTo>
                  <a:pt x="1830" y="5118"/>
                </a:lnTo>
                <a:lnTo>
                  <a:pt x="2001" y="5321"/>
                </a:lnTo>
                <a:lnTo>
                  <a:pt x="2180" y="5519"/>
                </a:lnTo>
                <a:lnTo>
                  <a:pt x="2366" y="5711"/>
                </a:lnTo>
                <a:lnTo>
                  <a:pt x="2558" y="5897"/>
                </a:lnTo>
                <a:lnTo>
                  <a:pt x="2756" y="6076"/>
                </a:lnTo>
                <a:lnTo>
                  <a:pt x="2959" y="6247"/>
                </a:lnTo>
                <a:lnTo>
                  <a:pt x="3167" y="6412"/>
                </a:lnTo>
                <a:lnTo>
                  <a:pt x="3379" y="6569"/>
                </a:lnTo>
                <a:lnTo>
                  <a:pt x="3597" y="6720"/>
                </a:lnTo>
                <a:lnTo>
                  <a:pt x="3818" y="6862"/>
                </a:lnTo>
                <a:lnTo>
                  <a:pt x="4044" y="6998"/>
                </a:lnTo>
                <a:lnTo>
                  <a:pt x="4274" y="7125"/>
                </a:lnTo>
                <a:lnTo>
                  <a:pt x="4508" y="7245"/>
                </a:lnTo>
                <a:lnTo>
                  <a:pt x="4746" y="7357"/>
                </a:lnTo>
                <a:lnTo>
                  <a:pt x="4987" y="7462"/>
                </a:lnTo>
                <a:lnTo>
                  <a:pt x="5231" y="7559"/>
                </a:lnTo>
                <a:lnTo>
                  <a:pt x="5479" y="7647"/>
                </a:lnTo>
                <a:lnTo>
                  <a:pt x="5729" y="7728"/>
                </a:lnTo>
                <a:lnTo>
                  <a:pt x="5982" y="7800"/>
                </a:lnTo>
                <a:lnTo>
                  <a:pt x="6237" y="7864"/>
                </a:lnTo>
                <a:lnTo>
                  <a:pt x="6495" y="7920"/>
                </a:lnTo>
                <a:lnTo>
                  <a:pt x="6755" y="7968"/>
                </a:lnTo>
                <a:lnTo>
                  <a:pt x="7017" y="8007"/>
                </a:lnTo>
                <a:lnTo>
                  <a:pt x="7280" y="8037"/>
                </a:lnTo>
                <a:lnTo>
                  <a:pt x="7545" y="8059"/>
                </a:lnTo>
                <a:lnTo>
                  <a:pt x="7811" y="8073"/>
                </a:lnTo>
                <a:lnTo>
                  <a:pt x="8079" y="8077"/>
                </a:lnTo>
                <a:lnTo>
                  <a:pt x="8079" y="8077"/>
                </a:lnTo>
                <a:lnTo>
                  <a:pt x="8079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E90EC6-4448-42DE-8A6D-FA6BEA391C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506222"/>
            <a:ext cx="8079" cy="8077"/>
          </a:xfrm>
          <a:custGeom xmlns:a="http://schemas.openxmlformats.org/drawingml/2006/main">
            <a:pathLst>
              <a:path w="8079" h="8077" fill="none">
                <a:moveTo>
                  <a:pt x="8079" y="8077"/>
                </a:moveTo>
                <a:lnTo>
                  <a:pt x="8079" y="8077"/>
                </a:lnTo>
                <a:moveTo>
                  <a:pt x="0" y="0"/>
                </a:moveTo>
                <a:lnTo>
                  <a:pt x="4" y="266"/>
                </a:lnTo>
                <a:lnTo>
                  <a:pt x="18" y="532"/>
                </a:lnTo>
                <a:lnTo>
                  <a:pt x="40" y="797"/>
                </a:lnTo>
                <a:lnTo>
                  <a:pt x="70" y="1060"/>
                </a:lnTo>
                <a:lnTo>
                  <a:pt x="109" y="1322"/>
                </a:lnTo>
                <a:lnTo>
                  <a:pt x="157" y="1582"/>
                </a:lnTo>
                <a:lnTo>
                  <a:pt x="213" y="1839"/>
                </a:lnTo>
                <a:lnTo>
                  <a:pt x="277" y="2095"/>
                </a:lnTo>
                <a:lnTo>
                  <a:pt x="349" y="2348"/>
                </a:lnTo>
                <a:lnTo>
                  <a:pt x="430" y="2598"/>
                </a:lnTo>
                <a:lnTo>
                  <a:pt x="518" y="2845"/>
                </a:lnTo>
                <a:lnTo>
                  <a:pt x="615" y="3090"/>
                </a:lnTo>
                <a:lnTo>
                  <a:pt x="719" y="3331"/>
                </a:lnTo>
                <a:lnTo>
                  <a:pt x="832" y="3569"/>
                </a:lnTo>
                <a:lnTo>
                  <a:pt x="952" y="3802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0"/>
                </a:lnTo>
                <a:lnTo>
                  <a:pt x="1507" y="4698"/>
                </a:lnTo>
                <a:lnTo>
                  <a:pt x="1665" y="4910"/>
                </a:lnTo>
                <a:lnTo>
                  <a:pt x="1830" y="5118"/>
                </a:lnTo>
                <a:lnTo>
                  <a:pt x="2001" y="5321"/>
                </a:lnTo>
                <a:lnTo>
                  <a:pt x="2180" y="5519"/>
                </a:lnTo>
                <a:lnTo>
                  <a:pt x="2366" y="5711"/>
                </a:lnTo>
                <a:lnTo>
                  <a:pt x="2558" y="5897"/>
                </a:lnTo>
                <a:lnTo>
                  <a:pt x="2756" y="6076"/>
                </a:lnTo>
                <a:lnTo>
                  <a:pt x="2959" y="6247"/>
                </a:lnTo>
                <a:lnTo>
                  <a:pt x="3167" y="6412"/>
                </a:lnTo>
                <a:lnTo>
                  <a:pt x="3379" y="6569"/>
                </a:lnTo>
                <a:lnTo>
                  <a:pt x="3597" y="6720"/>
                </a:lnTo>
                <a:lnTo>
                  <a:pt x="3818" y="6862"/>
                </a:lnTo>
                <a:lnTo>
                  <a:pt x="4044" y="6998"/>
                </a:lnTo>
                <a:lnTo>
                  <a:pt x="4274" y="7125"/>
                </a:lnTo>
                <a:lnTo>
                  <a:pt x="4508" y="7245"/>
                </a:lnTo>
                <a:lnTo>
                  <a:pt x="4746" y="7357"/>
                </a:lnTo>
                <a:lnTo>
                  <a:pt x="4987" y="7462"/>
                </a:lnTo>
                <a:lnTo>
                  <a:pt x="5231" y="7559"/>
                </a:lnTo>
                <a:lnTo>
                  <a:pt x="5479" y="7647"/>
                </a:lnTo>
                <a:lnTo>
                  <a:pt x="5729" y="7728"/>
                </a:lnTo>
                <a:lnTo>
                  <a:pt x="5982" y="7800"/>
                </a:lnTo>
                <a:lnTo>
                  <a:pt x="6237" y="7864"/>
                </a:lnTo>
                <a:lnTo>
                  <a:pt x="6495" y="7920"/>
                </a:lnTo>
                <a:lnTo>
                  <a:pt x="6755" y="7968"/>
                </a:lnTo>
                <a:lnTo>
                  <a:pt x="7017" y="8007"/>
                </a:lnTo>
                <a:lnTo>
                  <a:pt x="7280" y="8037"/>
                </a:lnTo>
                <a:lnTo>
                  <a:pt x="7545" y="8059"/>
                </a:lnTo>
                <a:lnTo>
                  <a:pt x="7811" y="8073"/>
                </a:lnTo>
                <a:lnTo>
                  <a:pt x="8079" y="807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0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2C84A4-1D07-4EBD-B38B-E5AF02972F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38824" y="359955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2C0A57-7543-4D2C-8853-FFC9E97040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38824" y="359955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0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517E32-445A-4759-BCDA-B23DE7192B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23557" y="365627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E1EF64-4101-4E3D-B84F-C7D28D28F9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23557" y="365627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0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12E93E-335A-4845-89C8-D797A2E969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23385" y="372285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A33CD4-2395-4CC4-A060-A16077F320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23385" y="372285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0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323812-5725-4847-8A4B-41BAED82F5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20590" y="3506222"/>
            <a:ext cx="16157" cy="8077"/>
          </a:xfrm>
          <a:custGeom xmlns:a="http://schemas.openxmlformats.org/drawingml/2006/main">
            <a:pathLst>
              <a:path w="16157" h="8077">
                <a:moveTo>
                  <a:pt x="8612" y="8059"/>
                </a:moveTo>
                <a:lnTo>
                  <a:pt x="8877" y="8037"/>
                </a:lnTo>
                <a:lnTo>
                  <a:pt x="9140" y="8007"/>
                </a:lnTo>
                <a:lnTo>
                  <a:pt x="9402" y="7968"/>
                </a:lnTo>
                <a:lnTo>
                  <a:pt x="9662" y="7920"/>
                </a:lnTo>
                <a:lnTo>
                  <a:pt x="9920" y="7864"/>
                </a:lnTo>
                <a:lnTo>
                  <a:pt x="10175" y="7800"/>
                </a:lnTo>
                <a:lnTo>
                  <a:pt x="10428" y="7728"/>
                </a:lnTo>
                <a:lnTo>
                  <a:pt x="10678" y="7647"/>
                </a:lnTo>
                <a:lnTo>
                  <a:pt x="10926" y="7559"/>
                </a:lnTo>
                <a:lnTo>
                  <a:pt x="11170" y="7462"/>
                </a:lnTo>
                <a:lnTo>
                  <a:pt x="11411" y="7357"/>
                </a:lnTo>
                <a:lnTo>
                  <a:pt x="11649" y="7245"/>
                </a:lnTo>
                <a:lnTo>
                  <a:pt x="11883" y="7125"/>
                </a:lnTo>
                <a:lnTo>
                  <a:pt x="12113" y="6998"/>
                </a:lnTo>
                <a:lnTo>
                  <a:pt x="12339" y="6862"/>
                </a:lnTo>
                <a:lnTo>
                  <a:pt x="12561" y="6720"/>
                </a:lnTo>
                <a:lnTo>
                  <a:pt x="12778" y="6569"/>
                </a:lnTo>
                <a:lnTo>
                  <a:pt x="12991" y="6412"/>
                </a:lnTo>
                <a:lnTo>
                  <a:pt x="13199" y="6247"/>
                </a:lnTo>
                <a:lnTo>
                  <a:pt x="13401" y="6076"/>
                </a:lnTo>
                <a:lnTo>
                  <a:pt x="13599" y="5897"/>
                </a:lnTo>
                <a:lnTo>
                  <a:pt x="13791" y="5711"/>
                </a:lnTo>
                <a:lnTo>
                  <a:pt x="13977" y="5519"/>
                </a:lnTo>
                <a:lnTo>
                  <a:pt x="14156" y="5321"/>
                </a:lnTo>
                <a:lnTo>
                  <a:pt x="14328" y="5118"/>
                </a:lnTo>
                <a:lnTo>
                  <a:pt x="14492" y="4910"/>
                </a:lnTo>
                <a:lnTo>
                  <a:pt x="14650" y="4698"/>
                </a:lnTo>
                <a:lnTo>
                  <a:pt x="14800" y="4480"/>
                </a:lnTo>
                <a:lnTo>
                  <a:pt x="14943" y="4259"/>
                </a:lnTo>
                <a:lnTo>
                  <a:pt x="15078" y="4033"/>
                </a:lnTo>
                <a:lnTo>
                  <a:pt x="15206" y="3802"/>
                </a:lnTo>
                <a:lnTo>
                  <a:pt x="15326" y="3569"/>
                </a:lnTo>
                <a:lnTo>
                  <a:pt x="15438" y="3331"/>
                </a:lnTo>
                <a:lnTo>
                  <a:pt x="15542" y="3090"/>
                </a:lnTo>
                <a:lnTo>
                  <a:pt x="15639" y="2845"/>
                </a:lnTo>
                <a:lnTo>
                  <a:pt x="15727" y="2598"/>
                </a:lnTo>
                <a:lnTo>
                  <a:pt x="15808" y="2348"/>
                </a:lnTo>
                <a:lnTo>
                  <a:pt x="15880" y="2095"/>
                </a:lnTo>
                <a:lnTo>
                  <a:pt x="15945" y="1839"/>
                </a:lnTo>
                <a:lnTo>
                  <a:pt x="16001" y="1582"/>
                </a:lnTo>
                <a:lnTo>
                  <a:pt x="16048" y="1322"/>
                </a:lnTo>
                <a:lnTo>
                  <a:pt x="16087" y="1060"/>
                </a:lnTo>
                <a:lnTo>
                  <a:pt x="16118" y="797"/>
                </a:lnTo>
                <a:lnTo>
                  <a:pt x="16140" y="532"/>
                </a:lnTo>
                <a:lnTo>
                  <a:pt x="16153" y="266"/>
                </a:lnTo>
                <a:lnTo>
                  <a:pt x="16157" y="0"/>
                </a:lnTo>
                <a:lnTo>
                  <a:pt x="0" y="0"/>
                </a:lnTo>
                <a:lnTo>
                  <a:pt x="4" y="266"/>
                </a:lnTo>
                <a:lnTo>
                  <a:pt x="18" y="532"/>
                </a:lnTo>
                <a:lnTo>
                  <a:pt x="40" y="797"/>
                </a:lnTo>
                <a:lnTo>
                  <a:pt x="70" y="1060"/>
                </a:lnTo>
                <a:lnTo>
                  <a:pt x="109" y="1322"/>
                </a:lnTo>
                <a:lnTo>
                  <a:pt x="157" y="1582"/>
                </a:lnTo>
                <a:lnTo>
                  <a:pt x="213" y="1839"/>
                </a:lnTo>
                <a:lnTo>
                  <a:pt x="277" y="2095"/>
                </a:lnTo>
                <a:lnTo>
                  <a:pt x="349" y="2348"/>
                </a:lnTo>
                <a:lnTo>
                  <a:pt x="430" y="2598"/>
                </a:lnTo>
                <a:lnTo>
                  <a:pt x="518" y="2845"/>
                </a:lnTo>
                <a:lnTo>
                  <a:pt x="615" y="3090"/>
                </a:lnTo>
                <a:lnTo>
                  <a:pt x="719" y="3331"/>
                </a:lnTo>
                <a:lnTo>
                  <a:pt x="832" y="3569"/>
                </a:lnTo>
                <a:lnTo>
                  <a:pt x="952" y="3802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0"/>
                </a:lnTo>
                <a:lnTo>
                  <a:pt x="1507" y="4698"/>
                </a:lnTo>
                <a:lnTo>
                  <a:pt x="1665" y="4910"/>
                </a:lnTo>
                <a:lnTo>
                  <a:pt x="1830" y="5118"/>
                </a:lnTo>
                <a:lnTo>
                  <a:pt x="2001" y="5321"/>
                </a:lnTo>
                <a:lnTo>
                  <a:pt x="2180" y="5519"/>
                </a:lnTo>
                <a:lnTo>
                  <a:pt x="2366" y="5711"/>
                </a:lnTo>
                <a:lnTo>
                  <a:pt x="2558" y="5897"/>
                </a:lnTo>
                <a:lnTo>
                  <a:pt x="2756" y="6076"/>
                </a:lnTo>
                <a:lnTo>
                  <a:pt x="2959" y="6247"/>
                </a:lnTo>
                <a:lnTo>
                  <a:pt x="3167" y="6412"/>
                </a:lnTo>
                <a:lnTo>
                  <a:pt x="3379" y="6569"/>
                </a:lnTo>
                <a:lnTo>
                  <a:pt x="3597" y="6720"/>
                </a:lnTo>
                <a:lnTo>
                  <a:pt x="3818" y="6862"/>
                </a:lnTo>
                <a:lnTo>
                  <a:pt x="4044" y="6998"/>
                </a:lnTo>
                <a:lnTo>
                  <a:pt x="4274" y="7125"/>
                </a:lnTo>
                <a:lnTo>
                  <a:pt x="4508" y="7245"/>
                </a:lnTo>
                <a:lnTo>
                  <a:pt x="4746" y="7357"/>
                </a:lnTo>
                <a:lnTo>
                  <a:pt x="4987" y="7462"/>
                </a:lnTo>
                <a:lnTo>
                  <a:pt x="5231" y="7559"/>
                </a:lnTo>
                <a:lnTo>
                  <a:pt x="5479" y="7647"/>
                </a:lnTo>
                <a:lnTo>
                  <a:pt x="5729" y="7728"/>
                </a:lnTo>
                <a:lnTo>
                  <a:pt x="5982" y="7800"/>
                </a:lnTo>
                <a:lnTo>
                  <a:pt x="6237" y="7864"/>
                </a:lnTo>
                <a:lnTo>
                  <a:pt x="6495" y="7920"/>
                </a:lnTo>
                <a:lnTo>
                  <a:pt x="6755" y="7968"/>
                </a:lnTo>
                <a:lnTo>
                  <a:pt x="7017" y="8007"/>
                </a:lnTo>
                <a:lnTo>
                  <a:pt x="7280" y="8037"/>
                </a:lnTo>
                <a:lnTo>
                  <a:pt x="7545" y="8059"/>
                </a:lnTo>
                <a:lnTo>
                  <a:pt x="7811" y="8073"/>
                </a:lnTo>
                <a:lnTo>
                  <a:pt x="8079" y="8077"/>
                </a:lnTo>
                <a:lnTo>
                  <a:pt x="8346" y="8073"/>
                </a:lnTo>
                <a:lnTo>
                  <a:pt x="8612" y="8059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A51245-81EF-472E-B358-F3D7A32473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20590" y="3506222"/>
            <a:ext cx="16157" cy="8077"/>
          </a:xfrm>
          <a:custGeom xmlns:a="http://schemas.openxmlformats.org/drawingml/2006/main">
            <a:pathLst>
              <a:path w="16157" h="8077" fill="none">
                <a:moveTo>
                  <a:pt x="8079" y="8077"/>
                </a:moveTo>
                <a:lnTo>
                  <a:pt x="8346" y="8073"/>
                </a:lnTo>
                <a:lnTo>
                  <a:pt x="8612" y="8059"/>
                </a:lnTo>
                <a:lnTo>
                  <a:pt x="8877" y="8037"/>
                </a:lnTo>
                <a:lnTo>
                  <a:pt x="9140" y="8007"/>
                </a:lnTo>
                <a:lnTo>
                  <a:pt x="9402" y="7968"/>
                </a:lnTo>
                <a:lnTo>
                  <a:pt x="9662" y="7920"/>
                </a:lnTo>
                <a:lnTo>
                  <a:pt x="9920" y="7864"/>
                </a:lnTo>
                <a:lnTo>
                  <a:pt x="10175" y="7800"/>
                </a:lnTo>
                <a:lnTo>
                  <a:pt x="10428" y="7728"/>
                </a:lnTo>
                <a:lnTo>
                  <a:pt x="10678" y="7647"/>
                </a:lnTo>
                <a:lnTo>
                  <a:pt x="10926" y="7559"/>
                </a:lnTo>
                <a:lnTo>
                  <a:pt x="11170" y="7462"/>
                </a:lnTo>
                <a:lnTo>
                  <a:pt x="11411" y="7357"/>
                </a:lnTo>
                <a:lnTo>
                  <a:pt x="11649" y="7245"/>
                </a:lnTo>
                <a:lnTo>
                  <a:pt x="11883" y="7125"/>
                </a:lnTo>
                <a:lnTo>
                  <a:pt x="12113" y="6998"/>
                </a:lnTo>
                <a:lnTo>
                  <a:pt x="12339" y="6862"/>
                </a:lnTo>
                <a:lnTo>
                  <a:pt x="12561" y="6720"/>
                </a:lnTo>
                <a:lnTo>
                  <a:pt x="12778" y="6569"/>
                </a:lnTo>
                <a:lnTo>
                  <a:pt x="12991" y="6412"/>
                </a:lnTo>
                <a:lnTo>
                  <a:pt x="13199" y="6247"/>
                </a:lnTo>
                <a:lnTo>
                  <a:pt x="13401" y="6076"/>
                </a:lnTo>
                <a:lnTo>
                  <a:pt x="13599" y="5897"/>
                </a:lnTo>
                <a:lnTo>
                  <a:pt x="13791" y="5711"/>
                </a:lnTo>
                <a:lnTo>
                  <a:pt x="13977" y="5519"/>
                </a:lnTo>
                <a:lnTo>
                  <a:pt x="14156" y="5321"/>
                </a:lnTo>
                <a:lnTo>
                  <a:pt x="14328" y="5118"/>
                </a:lnTo>
                <a:lnTo>
                  <a:pt x="14492" y="4910"/>
                </a:lnTo>
                <a:lnTo>
                  <a:pt x="14650" y="4698"/>
                </a:lnTo>
                <a:lnTo>
                  <a:pt x="14800" y="4480"/>
                </a:lnTo>
                <a:lnTo>
                  <a:pt x="14943" y="4259"/>
                </a:lnTo>
                <a:lnTo>
                  <a:pt x="15078" y="4033"/>
                </a:lnTo>
                <a:lnTo>
                  <a:pt x="15206" y="3802"/>
                </a:lnTo>
                <a:lnTo>
                  <a:pt x="15326" y="3569"/>
                </a:lnTo>
                <a:lnTo>
                  <a:pt x="15438" y="3331"/>
                </a:lnTo>
                <a:lnTo>
                  <a:pt x="15542" y="3090"/>
                </a:lnTo>
                <a:lnTo>
                  <a:pt x="15639" y="2845"/>
                </a:lnTo>
                <a:lnTo>
                  <a:pt x="15727" y="2598"/>
                </a:lnTo>
                <a:lnTo>
                  <a:pt x="15808" y="2348"/>
                </a:lnTo>
                <a:lnTo>
                  <a:pt x="15880" y="2095"/>
                </a:lnTo>
                <a:lnTo>
                  <a:pt x="15945" y="1839"/>
                </a:lnTo>
                <a:lnTo>
                  <a:pt x="16001" y="1582"/>
                </a:lnTo>
                <a:lnTo>
                  <a:pt x="16048" y="1322"/>
                </a:lnTo>
                <a:lnTo>
                  <a:pt x="16087" y="1060"/>
                </a:lnTo>
                <a:lnTo>
                  <a:pt x="16118" y="797"/>
                </a:lnTo>
                <a:lnTo>
                  <a:pt x="16140" y="532"/>
                </a:lnTo>
                <a:lnTo>
                  <a:pt x="16153" y="266"/>
                </a:lnTo>
                <a:lnTo>
                  <a:pt x="16157" y="0"/>
                </a:lnTo>
                <a:moveTo>
                  <a:pt x="0" y="0"/>
                </a:moveTo>
                <a:lnTo>
                  <a:pt x="4" y="266"/>
                </a:lnTo>
                <a:lnTo>
                  <a:pt x="18" y="532"/>
                </a:lnTo>
                <a:lnTo>
                  <a:pt x="40" y="797"/>
                </a:lnTo>
                <a:lnTo>
                  <a:pt x="70" y="1060"/>
                </a:lnTo>
                <a:lnTo>
                  <a:pt x="109" y="1322"/>
                </a:lnTo>
                <a:lnTo>
                  <a:pt x="157" y="1582"/>
                </a:lnTo>
                <a:lnTo>
                  <a:pt x="213" y="1839"/>
                </a:lnTo>
                <a:lnTo>
                  <a:pt x="277" y="2095"/>
                </a:lnTo>
                <a:lnTo>
                  <a:pt x="349" y="2348"/>
                </a:lnTo>
                <a:lnTo>
                  <a:pt x="430" y="2598"/>
                </a:lnTo>
                <a:lnTo>
                  <a:pt x="518" y="2845"/>
                </a:lnTo>
                <a:lnTo>
                  <a:pt x="615" y="3090"/>
                </a:lnTo>
                <a:lnTo>
                  <a:pt x="719" y="3331"/>
                </a:lnTo>
                <a:lnTo>
                  <a:pt x="832" y="3569"/>
                </a:lnTo>
                <a:lnTo>
                  <a:pt x="952" y="3802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0"/>
                </a:lnTo>
                <a:lnTo>
                  <a:pt x="1507" y="4698"/>
                </a:lnTo>
                <a:lnTo>
                  <a:pt x="1665" y="4910"/>
                </a:lnTo>
                <a:lnTo>
                  <a:pt x="1830" y="5118"/>
                </a:lnTo>
                <a:lnTo>
                  <a:pt x="2001" y="5321"/>
                </a:lnTo>
                <a:lnTo>
                  <a:pt x="2180" y="5519"/>
                </a:lnTo>
                <a:lnTo>
                  <a:pt x="2366" y="5711"/>
                </a:lnTo>
                <a:lnTo>
                  <a:pt x="2558" y="5897"/>
                </a:lnTo>
                <a:lnTo>
                  <a:pt x="2756" y="6076"/>
                </a:lnTo>
                <a:lnTo>
                  <a:pt x="2959" y="6247"/>
                </a:lnTo>
                <a:lnTo>
                  <a:pt x="3167" y="6412"/>
                </a:lnTo>
                <a:lnTo>
                  <a:pt x="3379" y="6569"/>
                </a:lnTo>
                <a:lnTo>
                  <a:pt x="3597" y="6720"/>
                </a:lnTo>
                <a:lnTo>
                  <a:pt x="3818" y="6862"/>
                </a:lnTo>
                <a:lnTo>
                  <a:pt x="4044" y="6998"/>
                </a:lnTo>
                <a:lnTo>
                  <a:pt x="4274" y="7125"/>
                </a:lnTo>
                <a:lnTo>
                  <a:pt x="4508" y="7245"/>
                </a:lnTo>
                <a:lnTo>
                  <a:pt x="4746" y="7357"/>
                </a:lnTo>
                <a:lnTo>
                  <a:pt x="4987" y="7462"/>
                </a:lnTo>
                <a:lnTo>
                  <a:pt x="5231" y="7559"/>
                </a:lnTo>
                <a:lnTo>
                  <a:pt x="5479" y="7647"/>
                </a:lnTo>
                <a:lnTo>
                  <a:pt x="5729" y="7728"/>
                </a:lnTo>
                <a:lnTo>
                  <a:pt x="5982" y="7800"/>
                </a:lnTo>
                <a:lnTo>
                  <a:pt x="6237" y="7864"/>
                </a:lnTo>
                <a:lnTo>
                  <a:pt x="6495" y="7920"/>
                </a:lnTo>
                <a:lnTo>
                  <a:pt x="6755" y="7968"/>
                </a:lnTo>
                <a:lnTo>
                  <a:pt x="7017" y="8007"/>
                </a:lnTo>
                <a:lnTo>
                  <a:pt x="7280" y="8037"/>
                </a:lnTo>
                <a:lnTo>
                  <a:pt x="7545" y="8059"/>
                </a:lnTo>
                <a:lnTo>
                  <a:pt x="7811" y="8073"/>
                </a:lnTo>
                <a:lnTo>
                  <a:pt x="8079" y="807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0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2DCF7E-383C-4D03-AC0B-8501492D57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506222"/>
            <a:ext cx="8079" cy="8077"/>
          </a:xfrm>
          <a:custGeom xmlns:a="http://schemas.openxmlformats.org/drawingml/2006/main">
            <a:pathLst>
              <a:path w="8079" h="8077">
                <a:moveTo>
                  <a:pt x="4" y="266"/>
                </a:moveTo>
                <a:lnTo>
                  <a:pt x="18" y="532"/>
                </a:lnTo>
                <a:lnTo>
                  <a:pt x="40" y="797"/>
                </a:lnTo>
                <a:lnTo>
                  <a:pt x="70" y="1060"/>
                </a:lnTo>
                <a:lnTo>
                  <a:pt x="109" y="1322"/>
                </a:lnTo>
                <a:lnTo>
                  <a:pt x="157" y="1582"/>
                </a:lnTo>
                <a:lnTo>
                  <a:pt x="213" y="1839"/>
                </a:lnTo>
                <a:lnTo>
                  <a:pt x="277" y="2095"/>
                </a:lnTo>
                <a:lnTo>
                  <a:pt x="349" y="2348"/>
                </a:lnTo>
                <a:lnTo>
                  <a:pt x="430" y="2598"/>
                </a:lnTo>
                <a:lnTo>
                  <a:pt x="518" y="2845"/>
                </a:lnTo>
                <a:lnTo>
                  <a:pt x="615" y="3090"/>
                </a:lnTo>
                <a:lnTo>
                  <a:pt x="719" y="3331"/>
                </a:lnTo>
                <a:lnTo>
                  <a:pt x="832" y="3569"/>
                </a:lnTo>
                <a:lnTo>
                  <a:pt x="952" y="3802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0"/>
                </a:lnTo>
                <a:lnTo>
                  <a:pt x="1507" y="4698"/>
                </a:lnTo>
                <a:lnTo>
                  <a:pt x="1665" y="4910"/>
                </a:lnTo>
                <a:lnTo>
                  <a:pt x="1830" y="5118"/>
                </a:lnTo>
                <a:lnTo>
                  <a:pt x="2001" y="5321"/>
                </a:lnTo>
                <a:lnTo>
                  <a:pt x="2180" y="5519"/>
                </a:lnTo>
                <a:lnTo>
                  <a:pt x="2366" y="5711"/>
                </a:lnTo>
                <a:lnTo>
                  <a:pt x="2558" y="5897"/>
                </a:lnTo>
                <a:lnTo>
                  <a:pt x="2756" y="6076"/>
                </a:lnTo>
                <a:lnTo>
                  <a:pt x="2959" y="6247"/>
                </a:lnTo>
                <a:lnTo>
                  <a:pt x="3167" y="6412"/>
                </a:lnTo>
                <a:lnTo>
                  <a:pt x="3379" y="6569"/>
                </a:lnTo>
                <a:lnTo>
                  <a:pt x="3597" y="6720"/>
                </a:lnTo>
                <a:lnTo>
                  <a:pt x="3818" y="6862"/>
                </a:lnTo>
                <a:lnTo>
                  <a:pt x="4044" y="6998"/>
                </a:lnTo>
                <a:lnTo>
                  <a:pt x="4274" y="7125"/>
                </a:lnTo>
                <a:lnTo>
                  <a:pt x="4508" y="7245"/>
                </a:lnTo>
                <a:lnTo>
                  <a:pt x="4746" y="7357"/>
                </a:lnTo>
                <a:lnTo>
                  <a:pt x="4987" y="7462"/>
                </a:lnTo>
                <a:lnTo>
                  <a:pt x="5231" y="7559"/>
                </a:lnTo>
                <a:lnTo>
                  <a:pt x="5479" y="7647"/>
                </a:lnTo>
                <a:lnTo>
                  <a:pt x="5729" y="7728"/>
                </a:lnTo>
                <a:lnTo>
                  <a:pt x="5982" y="7800"/>
                </a:lnTo>
                <a:lnTo>
                  <a:pt x="6237" y="7864"/>
                </a:lnTo>
                <a:lnTo>
                  <a:pt x="6495" y="7920"/>
                </a:lnTo>
                <a:lnTo>
                  <a:pt x="6755" y="7968"/>
                </a:lnTo>
                <a:lnTo>
                  <a:pt x="7017" y="8007"/>
                </a:lnTo>
                <a:lnTo>
                  <a:pt x="7280" y="8037"/>
                </a:lnTo>
                <a:lnTo>
                  <a:pt x="7545" y="8059"/>
                </a:lnTo>
                <a:lnTo>
                  <a:pt x="7811" y="8073"/>
                </a:lnTo>
                <a:lnTo>
                  <a:pt x="8079" y="8077"/>
                </a:lnTo>
                <a:lnTo>
                  <a:pt x="8079" y="8077"/>
                </a:lnTo>
                <a:lnTo>
                  <a:pt x="8079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096E1E-8758-45CF-B15A-3133698685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506222"/>
            <a:ext cx="8079" cy="8077"/>
          </a:xfrm>
          <a:custGeom xmlns:a="http://schemas.openxmlformats.org/drawingml/2006/main">
            <a:pathLst>
              <a:path w="8079" h="8077" fill="none">
                <a:moveTo>
                  <a:pt x="8079" y="8077"/>
                </a:moveTo>
                <a:lnTo>
                  <a:pt x="8079" y="8077"/>
                </a:lnTo>
                <a:moveTo>
                  <a:pt x="0" y="0"/>
                </a:moveTo>
                <a:lnTo>
                  <a:pt x="4" y="266"/>
                </a:lnTo>
                <a:lnTo>
                  <a:pt x="18" y="532"/>
                </a:lnTo>
                <a:lnTo>
                  <a:pt x="40" y="797"/>
                </a:lnTo>
                <a:lnTo>
                  <a:pt x="70" y="1060"/>
                </a:lnTo>
                <a:lnTo>
                  <a:pt x="109" y="1322"/>
                </a:lnTo>
                <a:lnTo>
                  <a:pt x="157" y="1582"/>
                </a:lnTo>
                <a:lnTo>
                  <a:pt x="213" y="1839"/>
                </a:lnTo>
                <a:lnTo>
                  <a:pt x="277" y="2095"/>
                </a:lnTo>
                <a:lnTo>
                  <a:pt x="349" y="2348"/>
                </a:lnTo>
                <a:lnTo>
                  <a:pt x="430" y="2598"/>
                </a:lnTo>
                <a:lnTo>
                  <a:pt x="518" y="2845"/>
                </a:lnTo>
                <a:lnTo>
                  <a:pt x="615" y="3090"/>
                </a:lnTo>
                <a:lnTo>
                  <a:pt x="719" y="3331"/>
                </a:lnTo>
                <a:lnTo>
                  <a:pt x="832" y="3569"/>
                </a:lnTo>
                <a:lnTo>
                  <a:pt x="952" y="3802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0"/>
                </a:lnTo>
                <a:lnTo>
                  <a:pt x="1507" y="4698"/>
                </a:lnTo>
                <a:lnTo>
                  <a:pt x="1665" y="4910"/>
                </a:lnTo>
                <a:lnTo>
                  <a:pt x="1830" y="5118"/>
                </a:lnTo>
                <a:lnTo>
                  <a:pt x="2001" y="5321"/>
                </a:lnTo>
                <a:lnTo>
                  <a:pt x="2180" y="5519"/>
                </a:lnTo>
                <a:lnTo>
                  <a:pt x="2366" y="5711"/>
                </a:lnTo>
                <a:lnTo>
                  <a:pt x="2558" y="5897"/>
                </a:lnTo>
                <a:lnTo>
                  <a:pt x="2756" y="6076"/>
                </a:lnTo>
                <a:lnTo>
                  <a:pt x="2959" y="6247"/>
                </a:lnTo>
                <a:lnTo>
                  <a:pt x="3167" y="6412"/>
                </a:lnTo>
                <a:lnTo>
                  <a:pt x="3379" y="6569"/>
                </a:lnTo>
                <a:lnTo>
                  <a:pt x="3597" y="6720"/>
                </a:lnTo>
                <a:lnTo>
                  <a:pt x="3818" y="6862"/>
                </a:lnTo>
                <a:lnTo>
                  <a:pt x="4044" y="6998"/>
                </a:lnTo>
                <a:lnTo>
                  <a:pt x="4274" y="7125"/>
                </a:lnTo>
                <a:lnTo>
                  <a:pt x="4508" y="7245"/>
                </a:lnTo>
                <a:lnTo>
                  <a:pt x="4746" y="7357"/>
                </a:lnTo>
                <a:lnTo>
                  <a:pt x="4987" y="7462"/>
                </a:lnTo>
                <a:lnTo>
                  <a:pt x="5231" y="7559"/>
                </a:lnTo>
                <a:lnTo>
                  <a:pt x="5479" y="7647"/>
                </a:lnTo>
                <a:lnTo>
                  <a:pt x="5729" y="7728"/>
                </a:lnTo>
                <a:lnTo>
                  <a:pt x="5982" y="7800"/>
                </a:lnTo>
                <a:lnTo>
                  <a:pt x="6237" y="7864"/>
                </a:lnTo>
                <a:lnTo>
                  <a:pt x="6495" y="7920"/>
                </a:lnTo>
                <a:lnTo>
                  <a:pt x="6755" y="7968"/>
                </a:lnTo>
                <a:lnTo>
                  <a:pt x="7017" y="8007"/>
                </a:lnTo>
                <a:lnTo>
                  <a:pt x="7280" y="8037"/>
                </a:lnTo>
                <a:lnTo>
                  <a:pt x="7545" y="8059"/>
                </a:lnTo>
                <a:lnTo>
                  <a:pt x="7811" y="8073"/>
                </a:lnTo>
                <a:lnTo>
                  <a:pt x="8079" y="807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0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6A3C85-129C-4E49-9E07-050C65B4A6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506222"/>
            <a:ext cx="8079" cy="8077"/>
          </a:xfrm>
          <a:custGeom xmlns:a="http://schemas.openxmlformats.org/drawingml/2006/main">
            <a:pathLst>
              <a:path w="8079" h="8077">
                <a:moveTo>
                  <a:pt x="4" y="266"/>
                </a:moveTo>
                <a:lnTo>
                  <a:pt x="18" y="532"/>
                </a:lnTo>
                <a:lnTo>
                  <a:pt x="40" y="797"/>
                </a:lnTo>
                <a:lnTo>
                  <a:pt x="70" y="1060"/>
                </a:lnTo>
                <a:lnTo>
                  <a:pt x="109" y="1322"/>
                </a:lnTo>
                <a:lnTo>
                  <a:pt x="157" y="1582"/>
                </a:lnTo>
                <a:lnTo>
                  <a:pt x="213" y="1839"/>
                </a:lnTo>
                <a:lnTo>
                  <a:pt x="277" y="2095"/>
                </a:lnTo>
                <a:lnTo>
                  <a:pt x="349" y="2348"/>
                </a:lnTo>
                <a:lnTo>
                  <a:pt x="430" y="2598"/>
                </a:lnTo>
                <a:lnTo>
                  <a:pt x="518" y="2845"/>
                </a:lnTo>
                <a:lnTo>
                  <a:pt x="615" y="3090"/>
                </a:lnTo>
                <a:lnTo>
                  <a:pt x="719" y="3331"/>
                </a:lnTo>
                <a:lnTo>
                  <a:pt x="832" y="3569"/>
                </a:lnTo>
                <a:lnTo>
                  <a:pt x="952" y="3802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0"/>
                </a:lnTo>
                <a:lnTo>
                  <a:pt x="1507" y="4698"/>
                </a:lnTo>
                <a:lnTo>
                  <a:pt x="1665" y="4910"/>
                </a:lnTo>
                <a:lnTo>
                  <a:pt x="1830" y="5118"/>
                </a:lnTo>
                <a:lnTo>
                  <a:pt x="2001" y="5321"/>
                </a:lnTo>
                <a:lnTo>
                  <a:pt x="2180" y="5519"/>
                </a:lnTo>
                <a:lnTo>
                  <a:pt x="2366" y="5711"/>
                </a:lnTo>
                <a:lnTo>
                  <a:pt x="2558" y="5897"/>
                </a:lnTo>
                <a:lnTo>
                  <a:pt x="2756" y="6076"/>
                </a:lnTo>
                <a:lnTo>
                  <a:pt x="2959" y="6247"/>
                </a:lnTo>
                <a:lnTo>
                  <a:pt x="3167" y="6412"/>
                </a:lnTo>
                <a:lnTo>
                  <a:pt x="3379" y="6569"/>
                </a:lnTo>
                <a:lnTo>
                  <a:pt x="3597" y="6720"/>
                </a:lnTo>
                <a:lnTo>
                  <a:pt x="3818" y="6862"/>
                </a:lnTo>
                <a:lnTo>
                  <a:pt x="4044" y="6998"/>
                </a:lnTo>
                <a:lnTo>
                  <a:pt x="4274" y="7125"/>
                </a:lnTo>
                <a:lnTo>
                  <a:pt x="4508" y="7245"/>
                </a:lnTo>
                <a:lnTo>
                  <a:pt x="4746" y="7357"/>
                </a:lnTo>
                <a:lnTo>
                  <a:pt x="4987" y="7462"/>
                </a:lnTo>
                <a:lnTo>
                  <a:pt x="5231" y="7559"/>
                </a:lnTo>
                <a:lnTo>
                  <a:pt x="5479" y="7647"/>
                </a:lnTo>
                <a:lnTo>
                  <a:pt x="5729" y="7728"/>
                </a:lnTo>
                <a:lnTo>
                  <a:pt x="5982" y="7800"/>
                </a:lnTo>
                <a:lnTo>
                  <a:pt x="6237" y="7864"/>
                </a:lnTo>
                <a:lnTo>
                  <a:pt x="6495" y="7920"/>
                </a:lnTo>
                <a:lnTo>
                  <a:pt x="6755" y="7968"/>
                </a:lnTo>
                <a:lnTo>
                  <a:pt x="7017" y="8007"/>
                </a:lnTo>
                <a:lnTo>
                  <a:pt x="7280" y="8037"/>
                </a:lnTo>
                <a:lnTo>
                  <a:pt x="7545" y="8059"/>
                </a:lnTo>
                <a:lnTo>
                  <a:pt x="7811" y="8073"/>
                </a:lnTo>
                <a:lnTo>
                  <a:pt x="8079" y="8077"/>
                </a:lnTo>
                <a:lnTo>
                  <a:pt x="8079" y="8077"/>
                </a:lnTo>
                <a:lnTo>
                  <a:pt x="8079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169608-F572-416B-A1DC-F21D917C6A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506222"/>
            <a:ext cx="8079" cy="8077"/>
          </a:xfrm>
          <a:custGeom xmlns:a="http://schemas.openxmlformats.org/drawingml/2006/main">
            <a:pathLst>
              <a:path w="8079" h="8077" fill="none">
                <a:moveTo>
                  <a:pt x="8079" y="8077"/>
                </a:moveTo>
                <a:lnTo>
                  <a:pt x="8079" y="8077"/>
                </a:lnTo>
                <a:moveTo>
                  <a:pt x="0" y="0"/>
                </a:moveTo>
                <a:lnTo>
                  <a:pt x="4" y="266"/>
                </a:lnTo>
                <a:lnTo>
                  <a:pt x="18" y="532"/>
                </a:lnTo>
                <a:lnTo>
                  <a:pt x="40" y="797"/>
                </a:lnTo>
                <a:lnTo>
                  <a:pt x="70" y="1060"/>
                </a:lnTo>
                <a:lnTo>
                  <a:pt x="109" y="1322"/>
                </a:lnTo>
                <a:lnTo>
                  <a:pt x="157" y="1582"/>
                </a:lnTo>
                <a:lnTo>
                  <a:pt x="213" y="1839"/>
                </a:lnTo>
                <a:lnTo>
                  <a:pt x="277" y="2095"/>
                </a:lnTo>
                <a:lnTo>
                  <a:pt x="349" y="2348"/>
                </a:lnTo>
                <a:lnTo>
                  <a:pt x="430" y="2598"/>
                </a:lnTo>
                <a:lnTo>
                  <a:pt x="518" y="2845"/>
                </a:lnTo>
                <a:lnTo>
                  <a:pt x="615" y="3090"/>
                </a:lnTo>
                <a:lnTo>
                  <a:pt x="719" y="3331"/>
                </a:lnTo>
                <a:lnTo>
                  <a:pt x="832" y="3569"/>
                </a:lnTo>
                <a:lnTo>
                  <a:pt x="952" y="3802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0"/>
                </a:lnTo>
                <a:lnTo>
                  <a:pt x="1507" y="4698"/>
                </a:lnTo>
                <a:lnTo>
                  <a:pt x="1665" y="4910"/>
                </a:lnTo>
                <a:lnTo>
                  <a:pt x="1830" y="5118"/>
                </a:lnTo>
                <a:lnTo>
                  <a:pt x="2001" y="5321"/>
                </a:lnTo>
                <a:lnTo>
                  <a:pt x="2180" y="5519"/>
                </a:lnTo>
                <a:lnTo>
                  <a:pt x="2366" y="5711"/>
                </a:lnTo>
                <a:lnTo>
                  <a:pt x="2558" y="5897"/>
                </a:lnTo>
                <a:lnTo>
                  <a:pt x="2756" y="6076"/>
                </a:lnTo>
                <a:lnTo>
                  <a:pt x="2959" y="6247"/>
                </a:lnTo>
                <a:lnTo>
                  <a:pt x="3167" y="6412"/>
                </a:lnTo>
                <a:lnTo>
                  <a:pt x="3379" y="6569"/>
                </a:lnTo>
                <a:lnTo>
                  <a:pt x="3597" y="6720"/>
                </a:lnTo>
                <a:lnTo>
                  <a:pt x="3818" y="6862"/>
                </a:lnTo>
                <a:lnTo>
                  <a:pt x="4044" y="6998"/>
                </a:lnTo>
                <a:lnTo>
                  <a:pt x="4274" y="7125"/>
                </a:lnTo>
                <a:lnTo>
                  <a:pt x="4508" y="7245"/>
                </a:lnTo>
                <a:lnTo>
                  <a:pt x="4746" y="7357"/>
                </a:lnTo>
                <a:lnTo>
                  <a:pt x="4987" y="7462"/>
                </a:lnTo>
                <a:lnTo>
                  <a:pt x="5231" y="7559"/>
                </a:lnTo>
                <a:lnTo>
                  <a:pt x="5479" y="7647"/>
                </a:lnTo>
                <a:lnTo>
                  <a:pt x="5729" y="7728"/>
                </a:lnTo>
                <a:lnTo>
                  <a:pt x="5982" y="7800"/>
                </a:lnTo>
                <a:lnTo>
                  <a:pt x="6237" y="7864"/>
                </a:lnTo>
                <a:lnTo>
                  <a:pt x="6495" y="7920"/>
                </a:lnTo>
                <a:lnTo>
                  <a:pt x="6755" y="7968"/>
                </a:lnTo>
                <a:lnTo>
                  <a:pt x="7017" y="8007"/>
                </a:lnTo>
                <a:lnTo>
                  <a:pt x="7280" y="8037"/>
                </a:lnTo>
                <a:lnTo>
                  <a:pt x="7545" y="8059"/>
                </a:lnTo>
                <a:lnTo>
                  <a:pt x="7811" y="8073"/>
                </a:lnTo>
                <a:lnTo>
                  <a:pt x="8079" y="807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0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ADEA34-B82F-4D42-9F8E-E6D333524B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71108" y="3506222"/>
            <a:ext cx="16157" cy="8077"/>
          </a:xfrm>
          <a:custGeom xmlns:a="http://schemas.openxmlformats.org/drawingml/2006/main">
            <a:pathLst>
              <a:path w="16157" h="8077">
                <a:moveTo>
                  <a:pt x="8612" y="8059"/>
                </a:moveTo>
                <a:lnTo>
                  <a:pt x="8877" y="8037"/>
                </a:lnTo>
                <a:lnTo>
                  <a:pt x="9140" y="8007"/>
                </a:lnTo>
                <a:lnTo>
                  <a:pt x="9402" y="7968"/>
                </a:lnTo>
                <a:lnTo>
                  <a:pt x="9662" y="7920"/>
                </a:lnTo>
                <a:lnTo>
                  <a:pt x="9920" y="7864"/>
                </a:lnTo>
                <a:lnTo>
                  <a:pt x="10175" y="7800"/>
                </a:lnTo>
                <a:lnTo>
                  <a:pt x="10428" y="7728"/>
                </a:lnTo>
                <a:lnTo>
                  <a:pt x="10678" y="7647"/>
                </a:lnTo>
                <a:lnTo>
                  <a:pt x="10926" y="7559"/>
                </a:lnTo>
                <a:lnTo>
                  <a:pt x="11170" y="7462"/>
                </a:lnTo>
                <a:lnTo>
                  <a:pt x="11411" y="7357"/>
                </a:lnTo>
                <a:lnTo>
                  <a:pt x="11649" y="7245"/>
                </a:lnTo>
                <a:lnTo>
                  <a:pt x="11883" y="7125"/>
                </a:lnTo>
                <a:lnTo>
                  <a:pt x="12113" y="6998"/>
                </a:lnTo>
                <a:lnTo>
                  <a:pt x="12339" y="6862"/>
                </a:lnTo>
                <a:lnTo>
                  <a:pt x="12561" y="6720"/>
                </a:lnTo>
                <a:lnTo>
                  <a:pt x="12778" y="6569"/>
                </a:lnTo>
                <a:lnTo>
                  <a:pt x="12991" y="6412"/>
                </a:lnTo>
                <a:lnTo>
                  <a:pt x="13199" y="6247"/>
                </a:lnTo>
                <a:lnTo>
                  <a:pt x="13401" y="6076"/>
                </a:lnTo>
                <a:lnTo>
                  <a:pt x="13599" y="5897"/>
                </a:lnTo>
                <a:lnTo>
                  <a:pt x="13791" y="5711"/>
                </a:lnTo>
                <a:lnTo>
                  <a:pt x="13977" y="5519"/>
                </a:lnTo>
                <a:lnTo>
                  <a:pt x="14156" y="5321"/>
                </a:lnTo>
                <a:lnTo>
                  <a:pt x="14328" y="5118"/>
                </a:lnTo>
                <a:lnTo>
                  <a:pt x="14492" y="4910"/>
                </a:lnTo>
                <a:lnTo>
                  <a:pt x="14650" y="4698"/>
                </a:lnTo>
                <a:lnTo>
                  <a:pt x="14800" y="4480"/>
                </a:lnTo>
                <a:lnTo>
                  <a:pt x="14943" y="4259"/>
                </a:lnTo>
                <a:lnTo>
                  <a:pt x="15078" y="4033"/>
                </a:lnTo>
                <a:lnTo>
                  <a:pt x="15206" y="3802"/>
                </a:lnTo>
                <a:lnTo>
                  <a:pt x="15326" y="3569"/>
                </a:lnTo>
                <a:lnTo>
                  <a:pt x="15438" y="3331"/>
                </a:lnTo>
                <a:lnTo>
                  <a:pt x="15542" y="3090"/>
                </a:lnTo>
                <a:lnTo>
                  <a:pt x="15639" y="2845"/>
                </a:lnTo>
                <a:lnTo>
                  <a:pt x="15727" y="2598"/>
                </a:lnTo>
                <a:lnTo>
                  <a:pt x="15808" y="2348"/>
                </a:lnTo>
                <a:lnTo>
                  <a:pt x="15880" y="2095"/>
                </a:lnTo>
                <a:lnTo>
                  <a:pt x="15945" y="1839"/>
                </a:lnTo>
                <a:lnTo>
                  <a:pt x="16001" y="1582"/>
                </a:lnTo>
                <a:lnTo>
                  <a:pt x="16048" y="1322"/>
                </a:lnTo>
                <a:lnTo>
                  <a:pt x="16087" y="1060"/>
                </a:lnTo>
                <a:lnTo>
                  <a:pt x="16118" y="797"/>
                </a:lnTo>
                <a:lnTo>
                  <a:pt x="16140" y="532"/>
                </a:lnTo>
                <a:lnTo>
                  <a:pt x="16153" y="266"/>
                </a:lnTo>
                <a:lnTo>
                  <a:pt x="16157" y="0"/>
                </a:lnTo>
                <a:lnTo>
                  <a:pt x="0" y="0"/>
                </a:lnTo>
                <a:lnTo>
                  <a:pt x="4" y="266"/>
                </a:lnTo>
                <a:lnTo>
                  <a:pt x="18" y="532"/>
                </a:lnTo>
                <a:lnTo>
                  <a:pt x="40" y="797"/>
                </a:lnTo>
                <a:lnTo>
                  <a:pt x="70" y="1060"/>
                </a:lnTo>
                <a:lnTo>
                  <a:pt x="109" y="1322"/>
                </a:lnTo>
                <a:lnTo>
                  <a:pt x="157" y="1582"/>
                </a:lnTo>
                <a:lnTo>
                  <a:pt x="213" y="1839"/>
                </a:lnTo>
                <a:lnTo>
                  <a:pt x="277" y="2095"/>
                </a:lnTo>
                <a:lnTo>
                  <a:pt x="349" y="2348"/>
                </a:lnTo>
                <a:lnTo>
                  <a:pt x="430" y="2598"/>
                </a:lnTo>
                <a:lnTo>
                  <a:pt x="518" y="2845"/>
                </a:lnTo>
                <a:lnTo>
                  <a:pt x="615" y="3090"/>
                </a:lnTo>
                <a:lnTo>
                  <a:pt x="719" y="3331"/>
                </a:lnTo>
                <a:lnTo>
                  <a:pt x="832" y="3569"/>
                </a:lnTo>
                <a:lnTo>
                  <a:pt x="952" y="3802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0"/>
                </a:lnTo>
                <a:lnTo>
                  <a:pt x="1507" y="4698"/>
                </a:lnTo>
                <a:lnTo>
                  <a:pt x="1665" y="4910"/>
                </a:lnTo>
                <a:lnTo>
                  <a:pt x="1830" y="5118"/>
                </a:lnTo>
                <a:lnTo>
                  <a:pt x="2001" y="5321"/>
                </a:lnTo>
                <a:lnTo>
                  <a:pt x="2180" y="5519"/>
                </a:lnTo>
                <a:lnTo>
                  <a:pt x="2366" y="5711"/>
                </a:lnTo>
                <a:lnTo>
                  <a:pt x="2558" y="5897"/>
                </a:lnTo>
                <a:lnTo>
                  <a:pt x="2756" y="6076"/>
                </a:lnTo>
                <a:lnTo>
                  <a:pt x="2959" y="6247"/>
                </a:lnTo>
                <a:lnTo>
                  <a:pt x="3167" y="6412"/>
                </a:lnTo>
                <a:lnTo>
                  <a:pt x="3379" y="6569"/>
                </a:lnTo>
                <a:lnTo>
                  <a:pt x="3597" y="6720"/>
                </a:lnTo>
                <a:lnTo>
                  <a:pt x="3818" y="6862"/>
                </a:lnTo>
                <a:lnTo>
                  <a:pt x="4044" y="6998"/>
                </a:lnTo>
                <a:lnTo>
                  <a:pt x="4274" y="7125"/>
                </a:lnTo>
                <a:lnTo>
                  <a:pt x="4508" y="7245"/>
                </a:lnTo>
                <a:lnTo>
                  <a:pt x="4746" y="7357"/>
                </a:lnTo>
                <a:lnTo>
                  <a:pt x="4987" y="7462"/>
                </a:lnTo>
                <a:lnTo>
                  <a:pt x="5231" y="7559"/>
                </a:lnTo>
                <a:lnTo>
                  <a:pt x="5479" y="7647"/>
                </a:lnTo>
                <a:lnTo>
                  <a:pt x="5729" y="7728"/>
                </a:lnTo>
                <a:lnTo>
                  <a:pt x="5982" y="7800"/>
                </a:lnTo>
                <a:lnTo>
                  <a:pt x="6237" y="7864"/>
                </a:lnTo>
                <a:lnTo>
                  <a:pt x="6495" y="7920"/>
                </a:lnTo>
                <a:lnTo>
                  <a:pt x="6755" y="7968"/>
                </a:lnTo>
                <a:lnTo>
                  <a:pt x="7017" y="8007"/>
                </a:lnTo>
                <a:lnTo>
                  <a:pt x="7280" y="8037"/>
                </a:lnTo>
                <a:lnTo>
                  <a:pt x="7545" y="8059"/>
                </a:lnTo>
                <a:lnTo>
                  <a:pt x="7811" y="8073"/>
                </a:lnTo>
                <a:lnTo>
                  <a:pt x="8079" y="8077"/>
                </a:lnTo>
                <a:lnTo>
                  <a:pt x="8346" y="8073"/>
                </a:lnTo>
                <a:lnTo>
                  <a:pt x="8612" y="8059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473296-5171-47E9-9CB4-C7A8AB6BBB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71108" y="3506222"/>
            <a:ext cx="16157" cy="8077"/>
          </a:xfrm>
          <a:custGeom xmlns:a="http://schemas.openxmlformats.org/drawingml/2006/main">
            <a:pathLst>
              <a:path w="16157" h="8077" fill="none">
                <a:moveTo>
                  <a:pt x="8079" y="8077"/>
                </a:moveTo>
                <a:lnTo>
                  <a:pt x="8346" y="8073"/>
                </a:lnTo>
                <a:lnTo>
                  <a:pt x="8612" y="8059"/>
                </a:lnTo>
                <a:lnTo>
                  <a:pt x="8877" y="8037"/>
                </a:lnTo>
                <a:lnTo>
                  <a:pt x="9140" y="8007"/>
                </a:lnTo>
                <a:lnTo>
                  <a:pt x="9402" y="7968"/>
                </a:lnTo>
                <a:lnTo>
                  <a:pt x="9662" y="7920"/>
                </a:lnTo>
                <a:lnTo>
                  <a:pt x="9920" y="7864"/>
                </a:lnTo>
                <a:lnTo>
                  <a:pt x="10175" y="7800"/>
                </a:lnTo>
                <a:lnTo>
                  <a:pt x="10428" y="7728"/>
                </a:lnTo>
                <a:lnTo>
                  <a:pt x="10678" y="7647"/>
                </a:lnTo>
                <a:lnTo>
                  <a:pt x="10926" y="7559"/>
                </a:lnTo>
                <a:lnTo>
                  <a:pt x="11170" y="7462"/>
                </a:lnTo>
                <a:lnTo>
                  <a:pt x="11411" y="7357"/>
                </a:lnTo>
                <a:lnTo>
                  <a:pt x="11649" y="7245"/>
                </a:lnTo>
                <a:lnTo>
                  <a:pt x="11883" y="7125"/>
                </a:lnTo>
                <a:lnTo>
                  <a:pt x="12113" y="6998"/>
                </a:lnTo>
                <a:lnTo>
                  <a:pt x="12339" y="6862"/>
                </a:lnTo>
                <a:lnTo>
                  <a:pt x="12561" y="6720"/>
                </a:lnTo>
                <a:lnTo>
                  <a:pt x="12778" y="6569"/>
                </a:lnTo>
                <a:lnTo>
                  <a:pt x="12991" y="6412"/>
                </a:lnTo>
                <a:lnTo>
                  <a:pt x="13199" y="6247"/>
                </a:lnTo>
                <a:lnTo>
                  <a:pt x="13401" y="6076"/>
                </a:lnTo>
                <a:lnTo>
                  <a:pt x="13599" y="5897"/>
                </a:lnTo>
                <a:lnTo>
                  <a:pt x="13791" y="5711"/>
                </a:lnTo>
                <a:lnTo>
                  <a:pt x="13977" y="5519"/>
                </a:lnTo>
                <a:lnTo>
                  <a:pt x="14156" y="5321"/>
                </a:lnTo>
                <a:lnTo>
                  <a:pt x="14328" y="5118"/>
                </a:lnTo>
                <a:lnTo>
                  <a:pt x="14492" y="4910"/>
                </a:lnTo>
                <a:lnTo>
                  <a:pt x="14650" y="4698"/>
                </a:lnTo>
                <a:lnTo>
                  <a:pt x="14800" y="4480"/>
                </a:lnTo>
                <a:lnTo>
                  <a:pt x="14943" y="4259"/>
                </a:lnTo>
                <a:lnTo>
                  <a:pt x="15078" y="4033"/>
                </a:lnTo>
                <a:lnTo>
                  <a:pt x="15206" y="3802"/>
                </a:lnTo>
                <a:lnTo>
                  <a:pt x="15326" y="3569"/>
                </a:lnTo>
                <a:lnTo>
                  <a:pt x="15438" y="3331"/>
                </a:lnTo>
                <a:lnTo>
                  <a:pt x="15542" y="3090"/>
                </a:lnTo>
                <a:lnTo>
                  <a:pt x="15639" y="2845"/>
                </a:lnTo>
                <a:lnTo>
                  <a:pt x="15727" y="2598"/>
                </a:lnTo>
                <a:lnTo>
                  <a:pt x="15808" y="2348"/>
                </a:lnTo>
                <a:lnTo>
                  <a:pt x="15880" y="2095"/>
                </a:lnTo>
                <a:lnTo>
                  <a:pt x="15945" y="1839"/>
                </a:lnTo>
                <a:lnTo>
                  <a:pt x="16001" y="1582"/>
                </a:lnTo>
                <a:lnTo>
                  <a:pt x="16048" y="1322"/>
                </a:lnTo>
                <a:lnTo>
                  <a:pt x="16087" y="1060"/>
                </a:lnTo>
                <a:lnTo>
                  <a:pt x="16118" y="797"/>
                </a:lnTo>
                <a:lnTo>
                  <a:pt x="16140" y="532"/>
                </a:lnTo>
                <a:lnTo>
                  <a:pt x="16153" y="266"/>
                </a:lnTo>
                <a:lnTo>
                  <a:pt x="16157" y="0"/>
                </a:lnTo>
                <a:moveTo>
                  <a:pt x="0" y="0"/>
                </a:moveTo>
                <a:lnTo>
                  <a:pt x="4" y="266"/>
                </a:lnTo>
                <a:lnTo>
                  <a:pt x="18" y="532"/>
                </a:lnTo>
                <a:lnTo>
                  <a:pt x="40" y="797"/>
                </a:lnTo>
                <a:lnTo>
                  <a:pt x="70" y="1060"/>
                </a:lnTo>
                <a:lnTo>
                  <a:pt x="109" y="1322"/>
                </a:lnTo>
                <a:lnTo>
                  <a:pt x="157" y="1582"/>
                </a:lnTo>
                <a:lnTo>
                  <a:pt x="213" y="1839"/>
                </a:lnTo>
                <a:lnTo>
                  <a:pt x="277" y="2095"/>
                </a:lnTo>
                <a:lnTo>
                  <a:pt x="349" y="2348"/>
                </a:lnTo>
                <a:lnTo>
                  <a:pt x="430" y="2598"/>
                </a:lnTo>
                <a:lnTo>
                  <a:pt x="518" y="2845"/>
                </a:lnTo>
                <a:lnTo>
                  <a:pt x="615" y="3090"/>
                </a:lnTo>
                <a:lnTo>
                  <a:pt x="719" y="3331"/>
                </a:lnTo>
                <a:lnTo>
                  <a:pt x="832" y="3569"/>
                </a:lnTo>
                <a:lnTo>
                  <a:pt x="952" y="3802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0"/>
                </a:lnTo>
                <a:lnTo>
                  <a:pt x="1507" y="4698"/>
                </a:lnTo>
                <a:lnTo>
                  <a:pt x="1665" y="4910"/>
                </a:lnTo>
                <a:lnTo>
                  <a:pt x="1830" y="5118"/>
                </a:lnTo>
                <a:lnTo>
                  <a:pt x="2001" y="5321"/>
                </a:lnTo>
                <a:lnTo>
                  <a:pt x="2180" y="5519"/>
                </a:lnTo>
                <a:lnTo>
                  <a:pt x="2366" y="5711"/>
                </a:lnTo>
                <a:lnTo>
                  <a:pt x="2558" y="5897"/>
                </a:lnTo>
                <a:lnTo>
                  <a:pt x="2756" y="6076"/>
                </a:lnTo>
                <a:lnTo>
                  <a:pt x="2959" y="6247"/>
                </a:lnTo>
                <a:lnTo>
                  <a:pt x="3167" y="6412"/>
                </a:lnTo>
                <a:lnTo>
                  <a:pt x="3379" y="6569"/>
                </a:lnTo>
                <a:lnTo>
                  <a:pt x="3597" y="6720"/>
                </a:lnTo>
                <a:lnTo>
                  <a:pt x="3818" y="6862"/>
                </a:lnTo>
                <a:lnTo>
                  <a:pt x="4044" y="6998"/>
                </a:lnTo>
                <a:lnTo>
                  <a:pt x="4274" y="7125"/>
                </a:lnTo>
                <a:lnTo>
                  <a:pt x="4508" y="7245"/>
                </a:lnTo>
                <a:lnTo>
                  <a:pt x="4746" y="7357"/>
                </a:lnTo>
                <a:lnTo>
                  <a:pt x="4987" y="7462"/>
                </a:lnTo>
                <a:lnTo>
                  <a:pt x="5231" y="7559"/>
                </a:lnTo>
                <a:lnTo>
                  <a:pt x="5479" y="7647"/>
                </a:lnTo>
                <a:lnTo>
                  <a:pt x="5729" y="7728"/>
                </a:lnTo>
                <a:lnTo>
                  <a:pt x="5982" y="7800"/>
                </a:lnTo>
                <a:lnTo>
                  <a:pt x="6237" y="7864"/>
                </a:lnTo>
                <a:lnTo>
                  <a:pt x="6495" y="7920"/>
                </a:lnTo>
                <a:lnTo>
                  <a:pt x="6755" y="7968"/>
                </a:lnTo>
                <a:lnTo>
                  <a:pt x="7017" y="8007"/>
                </a:lnTo>
                <a:lnTo>
                  <a:pt x="7280" y="8037"/>
                </a:lnTo>
                <a:lnTo>
                  <a:pt x="7545" y="8059"/>
                </a:lnTo>
                <a:lnTo>
                  <a:pt x="7811" y="8073"/>
                </a:lnTo>
                <a:lnTo>
                  <a:pt x="8079" y="807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0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0B693F-C804-465B-B5C8-8EEE97FB33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506222"/>
            <a:ext cx="8079" cy="8077"/>
          </a:xfrm>
          <a:custGeom xmlns:a="http://schemas.openxmlformats.org/drawingml/2006/main">
            <a:pathLst>
              <a:path w="8079" h="8077">
                <a:moveTo>
                  <a:pt x="4" y="266"/>
                </a:moveTo>
                <a:lnTo>
                  <a:pt x="18" y="532"/>
                </a:lnTo>
                <a:lnTo>
                  <a:pt x="40" y="797"/>
                </a:lnTo>
                <a:lnTo>
                  <a:pt x="70" y="1060"/>
                </a:lnTo>
                <a:lnTo>
                  <a:pt x="109" y="1322"/>
                </a:lnTo>
                <a:lnTo>
                  <a:pt x="157" y="1582"/>
                </a:lnTo>
                <a:lnTo>
                  <a:pt x="213" y="1839"/>
                </a:lnTo>
                <a:lnTo>
                  <a:pt x="277" y="2095"/>
                </a:lnTo>
                <a:lnTo>
                  <a:pt x="349" y="2348"/>
                </a:lnTo>
                <a:lnTo>
                  <a:pt x="430" y="2598"/>
                </a:lnTo>
                <a:lnTo>
                  <a:pt x="518" y="2845"/>
                </a:lnTo>
                <a:lnTo>
                  <a:pt x="615" y="3090"/>
                </a:lnTo>
                <a:lnTo>
                  <a:pt x="719" y="3331"/>
                </a:lnTo>
                <a:lnTo>
                  <a:pt x="832" y="3569"/>
                </a:lnTo>
                <a:lnTo>
                  <a:pt x="952" y="3802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0"/>
                </a:lnTo>
                <a:lnTo>
                  <a:pt x="1507" y="4698"/>
                </a:lnTo>
                <a:lnTo>
                  <a:pt x="1665" y="4910"/>
                </a:lnTo>
                <a:lnTo>
                  <a:pt x="1830" y="5118"/>
                </a:lnTo>
                <a:lnTo>
                  <a:pt x="2001" y="5321"/>
                </a:lnTo>
                <a:lnTo>
                  <a:pt x="2180" y="5519"/>
                </a:lnTo>
                <a:lnTo>
                  <a:pt x="2366" y="5711"/>
                </a:lnTo>
                <a:lnTo>
                  <a:pt x="2558" y="5897"/>
                </a:lnTo>
                <a:lnTo>
                  <a:pt x="2756" y="6076"/>
                </a:lnTo>
                <a:lnTo>
                  <a:pt x="2959" y="6247"/>
                </a:lnTo>
                <a:lnTo>
                  <a:pt x="3167" y="6412"/>
                </a:lnTo>
                <a:lnTo>
                  <a:pt x="3379" y="6569"/>
                </a:lnTo>
                <a:lnTo>
                  <a:pt x="3597" y="6720"/>
                </a:lnTo>
                <a:lnTo>
                  <a:pt x="3818" y="6862"/>
                </a:lnTo>
                <a:lnTo>
                  <a:pt x="4044" y="6998"/>
                </a:lnTo>
                <a:lnTo>
                  <a:pt x="4274" y="7125"/>
                </a:lnTo>
                <a:lnTo>
                  <a:pt x="4508" y="7245"/>
                </a:lnTo>
                <a:lnTo>
                  <a:pt x="4746" y="7357"/>
                </a:lnTo>
                <a:lnTo>
                  <a:pt x="4987" y="7462"/>
                </a:lnTo>
                <a:lnTo>
                  <a:pt x="5231" y="7559"/>
                </a:lnTo>
                <a:lnTo>
                  <a:pt x="5479" y="7647"/>
                </a:lnTo>
                <a:lnTo>
                  <a:pt x="5729" y="7728"/>
                </a:lnTo>
                <a:lnTo>
                  <a:pt x="5982" y="7800"/>
                </a:lnTo>
                <a:lnTo>
                  <a:pt x="6237" y="7864"/>
                </a:lnTo>
                <a:lnTo>
                  <a:pt x="6495" y="7920"/>
                </a:lnTo>
                <a:lnTo>
                  <a:pt x="6755" y="7968"/>
                </a:lnTo>
                <a:lnTo>
                  <a:pt x="7017" y="8007"/>
                </a:lnTo>
                <a:lnTo>
                  <a:pt x="7280" y="8037"/>
                </a:lnTo>
                <a:lnTo>
                  <a:pt x="7545" y="8059"/>
                </a:lnTo>
                <a:lnTo>
                  <a:pt x="7811" y="8073"/>
                </a:lnTo>
                <a:lnTo>
                  <a:pt x="8079" y="8077"/>
                </a:lnTo>
                <a:lnTo>
                  <a:pt x="8079" y="8077"/>
                </a:lnTo>
                <a:lnTo>
                  <a:pt x="8079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FDDC30-CD8C-418E-9980-10A0526915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506222"/>
            <a:ext cx="8079" cy="8077"/>
          </a:xfrm>
          <a:custGeom xmlns:a="http://schemas.openxmlformats.org/drawingml/2006/main">
            <a:pathLst>
              <a:path w="8079" h="8077" fill="none">
                <a:moveTo>
                  <a:pt x="8079" y="8077"/>
                </a:moveTo>
                <a:lnTo>
                  <a:pt x="8079" y="8077"/>
                </a:lnTo>
                <a:moveTo>
                  <a:pt x="0" y="0"/>
                </a:moveTo>
                <a:lnTo>
                  <a:pt x="4" y="266"/>
                </a:lnTo>
                <a:lnTo>
                  <a:pt x="18" y="532"/>
                </a:lnTo>
                <a:lnTo>
                  <a:pt x="40" y="797"/>
                </a:lnTo>
                <a:lnTo>
                  <a:pt x="70" y="1060"/>
                </a:lnTo>
                <a:lnTo>
                  <a:pt x="109" y="1322"/>
                </a:lnTo>
                <a:lnTo>
                  <a:pt x="157" y="1582"/>
                </a:lnTo>
                <a:lnTo>
                  <a:pt x="213" y="1839"/>
                </a:lnTo>
                <a:lnTo>
                  <a:pt x="277" y="2095"/>
                </a:lnTo>
                <a:lnTo>
                  <a:pt x="349" y="2348"/>
                </a:lnTo>
                <a:lnTo>
                  <a:pt x="430" y="2598"/>
                </a:lnTo>
                <a:lnTo>
                  <a:pt x="518" y="2845"/>
                </a:lnTo>
                <a:lnTo>
                  <a:pt x="615" y="3090"/>
                </a:lnTo>
                <a:lnTo>
                  <a:pt x="719" y="3331"/>
                </a:lnTo>
                <a:lnTo>
                  <a:pt x="832" y="3569"/>
                </a:lnTo>
                <a:lnTo>
                  <a:pt x="952" y="3802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0"/>
                </a:lnTo>
                <a:lnTo>
                  <a:pt x="1507" y="4698"/>
                </a:lnTo>
                <a:lnTo>
                  <a:pt x="1665" y="4910"/>
                </a:lnTo>
                <a:lnTo>
                  <a:pt x="1830" y="5118"/>
                </a:lnTo>
                <a:lnTo>
                  <a:pt x="2001" y="5321"/>
                </a:lnTo>
                <a:lnTo>
                  <a:pt x="2180" y="5519"/>
                </a:lnTo>
                <a:lnTo>
                  <a:pt x="2366" y="5711"/>
                </a:lnTo>
                <a:lnTo>
                  <a:pt x="2558" y="5897"/>
                </a:lnTo>
                <a:lnTo>
                  <a:pt x="2756" y="6076"/>
                </a:lnTo>
                <a:lnTo>
                  <a:pt x="2959" y="6247"/>
                </a:lnTo>
                <a:lnTo>
                  <a:pt x="3167" y="6412"/>
                </a:lnTo>
                <a:lnTo>
                  <a:pt x="3379" y="6569"/>
                </a:lnTo>
                <a:lnTo>
                  <a:pt x="3597" y="6720"/>
                </a:lnTo>
                <a:lnTo>
                  <a:pt x="3818" y="6862"/>
                </a:lnTo>
                <a:lnTo>
                  <a:pt x="4044" y="6998"/>
                </a:lnTo>
                <a:lnTo>
                  <a:pt x="4274" y="7125"/>
                </a:lnTo>
                <a:lnTo>
                  <a:pt x="4508" y="7245"/>
                </a:lnTo>
                <a:lnTo>
                  <a:pt x="4746" y="7357"/>
                </a:lnTo>
                <a:lnTo>
                  <a:pt x="4987" y="7462"/>
                </a:lnTo>
                <a:lnTo>
                  <a:pt x="5231" y="7559"/>
                </a:lnTo>
                <a:lnTo>
                  <a:pt x="5479" y="7647"/>
                </a:lnTo>
                <a:lnTo>
                  <a:pt x="5729" y="7728"/>
                </a:lnTo>
                <a:lnTo>
                  <a:pt x="5982" y="7800"/>
                </a:lnTo>
                <a:lnTo>
                  <a:pt x="6237" y="7864"/>
                </a:lnTo>
                <a:lnTo>
                  <a:pt x="6495" y="7920"/>
                </a:lnTo>
                <a:lnTo>
                  <a:pt x="6755" y="7968"/>
                </a:lnTo>
                <a:lnTo>
                  <a:pt x="7017" y="8007"/>
                </a:lnTo>
                <a:lnTo>
                  <a:pt x="7280" y="8037"/>
                </a:lnTo>
                <a:lnTo>
                  <a:pt x="7545" y="8059"/>
                </a:lnTo>
                <a:lnTo>
                  <a:pt x="7811" y="8073"/>
                </a:lnTo>
                <a:lnTo>
                  <a:pt x="8079" y="807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0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A2F5B5-6BF8-42BB-867C-225D6147BD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506222"/>
            <a:ext cx="8079" cy="8077"/>
          </a:xfrm>
          <a:custGeom xmlns:a="http://schemas.openxmlformats.org/drawingml/2006/main">
            <a:pathLst>
              <a:path w="8079" h="8077">
                <a:moveTo>
                  <a:pt x="4" y="266"/>
                </a:moveTo>
                <a:lnTo>
                  <a:pt x="18" y="532"/>
                </a:lnTo>
                <a:lnTo>
                  <a:pt x="40" y="797"/>
                </a:lnTo>
                <a:lnTo>
                  <a:pt x="70" y="1060"/>
                </a:lnTo>
                <a:lnTo>
                  <a:pt x="109" y="1322"/>
                </a:lnTo>
                <a:lnTo>
                  <a:pt x="157" y="1582"/>
                </a:lnTo>
                <a:lnTo>
                  <a:pt x="213" y="1839"/>
                </a:lnTo>
                <a:lnTo>
                  <a:pt x="277" y="2095"/>
                </a:lnTo>
                <a:lnTo>
                  <a:pt x="349" y="2348"/>
                </a:lnTo>
                <a:lnTo>
                  <a:pt x="430" y="2598"/>
                </a:lnTo>
                <a:lnTo>
                  <a:pt x="518" y="2845"/>
                </a:lnTo>
                <a:lnTo>
                  <a:pt x="615" y="3090"/>
                </a:lnTo>
                <a:lnTo>
                  <a:pt x="719" y="3331"/>
                </a:lnTo>
                <a:lnTo>
                  <a:pt x="832" y="3569"/>
                </a:lnTo>
                <a:lnTo>
                  <a:pt x="952" y="3802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0"/>
                </a:lnTo>
                <a:lnTo>
                  <a:pt x="1507" y="4698"/>
                </a:lnTo>
                <a:lnTo>
                  <a:pt x="1665" y="4910"/>
                </a:lnTo>
                <a:lnTo>
                  <a:pt x="1830" y="5118"/>
                </a:lnTo>
                <a:lnTo>
                  <a:pt x="2001" y="5321"/>
                </a:lnTo>
                <a:lnTo>
                  <a:pt x="2180" y="5519"/>
                </a:lnTo>
                <a:lnTo>
                  <a:pt x="2366" y="5711"/>
                </a:lnTo>
                <a:lnTo>
                  <a:pt x="2558" y="5897"/>
                </a:lnTo>
                <a:lnTo>
                  <a:pt x="2756" y="6076"/>
                </a:lnTo>
                <a:lnTo>
                  <a:pt x="2959" y="6247"/>
                </a:lnTo>
                <a:lnTo>
                  <a:pt x="3167" y="6412"/>
                </a:lnTo>
                <a:lnTo>
                  <a:pt x="3379" y="6569"/>
                </a:lnTo>
                <a:lnTo>
                  <a:pt x="3597" y="6720"/>
                </a:lnTo>
                <a:lnTo>
                  <a:pt x="3818" y="6862"/>
                </a:lnTo>
                <a:lnTo>
                  <a:pt x="4044" y="6998"/>
                </a:lnTo>
                <a:lnTo>
                  <a:pt x="4274" y="7125"/>
                </a:lnTo>
                <a:lnTo>
                  <a:pt x="4508" y="7245"/>
                </a:lnTo>
                <a:lnTo>
                  <a:pt x="4746" y="7357"/>
                </a:lnTo>
                <a:lnTo>
                  <a:pt x="4987" y="7462"/>
                </a:lnTo>
                <a:lnTo>
                  <a:pt x="5231" y="7559"/>
                </a:lnTo>
                <a:lnTo>
                  <a:pt x="5479" y="7647"/>
                </a:lnTo>
                <a:lnTo>
                  <a:pt x="5729" y="7728"/>
                </a:lnTo>
                <a:lnTo>
                  <a:pt x="5982" y="7800"/>
                </a:lnTo>
                <a:lnTo>
                  <a:pt x="6237" y="7864"/>
                </a:lnTo>
                <a:lnTo>
                  <a:pt x="6495" y="7920"/>
                </a:lnTo>
                <a:lnTo>
                  <a:pt x="6755" y="7968"/>
                </a:lnTo>
                <a:lnTo>
                  <a:pt x="7017" y="8007"/>
                </a:lnTo>
                <a:lnTo>
                  <a:pt x="7280" y="8037"/>
                </a:lnTo>
                <a:lnTo>
                  <a:pt x="7545" y="8059"/>
                </a:lnTo>
                <a:lnTo>
                  <a:pt x="7811" y="8073"/>
                </a:lnTo>
                <a:lnTo>
                  <a:pt x="8079" y="8077"/>
                </a:lnTo>
                <a:lnTo>
                  <a:pt x="8079" y="8077"/>
                </a:lnTo>
                <a:lnTo>
                  <a:pt x="8079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D5A62A-54D0-401E-B971-112309AAD2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506222"/>
            <a:ext cx="8079" cy="8077"/>
          </a:xfrm>
          <a:custGeom xmlns:a="http://schemas.openxmlformats.org/drawingml/2006/main">
            <a:pathLst>
              <a:path w="8079" h="8077" fill="none">
                <a:moveTo>
                  <a:pt x="8079" y="8077"/>
                </a:moveTo>
                <a:lnTo>
                  <a:pt x="8079" y="8077"/>
                </a:lnTo>
                <a:moveTo>
                  <a:pt x="0" y="0"/>
                </a:moveTo>
                <a:lnTo>
                  <a:pt x="4" y="266"/>
                </a:lnTo>
                <a:lnTo>
                  <a:pt x="18" y="532"/>
                </a:lnTo>
                <a:lnTo>
                  <a:pt x="40" y="797"/>
                </a:lnTo>
                <a:lnTo>
                  <a:pt x="70" y="1060"/>
                </a:lnTo>
                <a:lnTo>
                  <a:pt x="109" y="1322"/>
                </a:lnTo>
                <a:lnTo>
                  <a:pt x="157" y="1582"/>
                </a:lnTo>
                <a:lnTo>
                  <a:pt x="213" y="1839"/>
                </a:lnTo>
                <a:lnTo>
                  <a:pt x="277" y="2095"/>
                </a:lnTo>
                <a:lnTo>
                  <a:pt x="349" y="2348"/>
                </a:lnTo>
                <a:lnTo>
                  <a:pt x="430" y="2598"/>
                </a:lnTo>
                <a:lnTo>
                  <a:pt x="518" y="2845"/>
                </a:lnTo>
                <a:lnTo>
                  <a:pt x="615" y="3090"/>
                </a:lnTo>
                <a:lnTo>
                  <a:pt x="719" y="3331"/>
                </a:lnTo>
                <a:lnTo>
                  <a:pt x="832" y="3569"/>
                </a:lnTo>
                <a:lnTo>
                  <a:pt x="952" y="3802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0"/>
                </a:lnTo>
                <a:lnTo>
                  <a:pt x="1507" y="4698"/>
                </a:lnTo>
                <a:lnTo>
                  <a:pt x="1665" y="4910"/>
                </a:lnTo>
                <a:lnTo>
                  <a:pt x="1830" y="5118"/>
                </a:lnTo>
                <a:lnTo>
                  <a:pt x="2001" y="5321"/>
                </a:lnTo>
                <a:lnTo>
                  <a:pt x="2180" y="5519"/>
                </a:lnTo>
                <a:lnTo>
                  <a:pt x="2366" y="5711"/>
                </a:lnTo>
                <a:lnTo>
                  <a:pt x="2558" y="5897"/>
                </a:lnTo>
                <a:lnTo>
                  <a:pt x="2756" y="6076"/>
                </a:lnTo>
                <a:lnTo>
                  <a:pt x="2959" y="6247"/>
                </a:lnTo>
                <a:lnTo>
                  <a:pt x="3167" y="6412"/>
                </a:lnTo>
                <a:lnTo>
                  <a:pt x="3379" y="6569"/>
                </a:lnTo>
                <a:lnTo>
                  <a:pt x="3597" y="6720"/>
                </a:lnTo>
                <a:lnTo>
                  <a:pt x="3818" y="6862"/>
                </a:lnTo>
                <a:lnTo>
                  <a:pt x="4044" y="6998"/>
                </a:lnTo>
                <a:lnTo>
                  <a:pt x="4274" y="7125"/>
                </a:lnTo>
                <a:lnTo>
                  <a:pt x="4508" y="7245"/>
                </a:lnTo>
                <a:lnTo>
                  <a:pt x="4746" y="7357"/>
                </a:lnTo>
                <a:lnTo>
                  <a:pt x="4987" y="7462"/>
                </a:lnTo>
                <a:lnTo>
                  <a:pt x="5231" y="7559"/>
                </a:lnTo>
                <a:lnTo>
                  <a:pt x="5479" y="7647"/>
                </a:lnTo>
                <a:lnTo>
                  <a:pt x="5729" y="7728"/>
                </a:lnTo>
                <a:lnTo>
                  <a:pt x="5982" y="7800"/>
                </a:lnTo>
                <a:lnTo>
                  <a:pt x="6237" y="7864"/>
                </a:lnTo>
                <a:lnTo>
                  <a:pt x="6495" y="7920"/>
                </a:lnTo>
                <a:lnTo>
                  <a:pt x="6755" y="7968"/>
                </a:lnTo>
                <a:lnTo>
                  <a:pt x="7017" y="8007"/>
                </a:lnTo>
                <a:lnTo>
                  <a:pt x="7280" y="8037"/>
                </a:lnTo>
                <a:lnTo>
                  <a:pt x="7545" y="8059"/>
                </a:lnTo>
                <a:lnTo>
                  <a:pt x="7811" y="8073"/>
                </a:lnTo>
                <a:lnTo>
                  <a:pt x="8079" y="807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0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AD439F-3BAC-433E-A471-8835E920ED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506222"/>
            <a:ext cx="8079" cy="8077"/>
          </a:xfrm>
          <a:custGeom xmlns:a="http://schemas.openxmlformats.org/drawingml/2006/main">
            <a:pathLst>
              <a:path w="8079" h="8077">
                <a:moveTo>
                  <a:pt x="4" y="266"/>
                </a:moveTo>
                <a:lnTo>
                  <a:pt x="18" y="532"/>
                </a:lnTo>
                <a:lnTo>
                  <a:pt x="40" y="797"/>
                </a:lnTo>
                <a:lnTo>
                  <a:pt x="70" y="1060"/>
                </a:lnTo>
                <a:lnTo>
                  <a:pt x="109" y="1322"/>
                </a:lnTo>
                <a:lnTo>
                  <a:pt x="157" y="1582"/>
                </a:lnTo>
                <a:lnTo>
                  <a:pt x="213" y="1839"/>
                </a:lnTo>
                <a:lnTo>
                  <a:pt x="277" y="2095"/>
                </a:lnTo>
                <a:lnTo>
                  <a:pt x="349" y="2348"/>
                </a:lnTo>
                <a:lnTo>
                  <a:pt x="430" y="2598"/>
                </a:lnTo>
                <a:lnTo>
                  <a:pt x="518" y="2845"/>
                </a:lnTo>
                <a:lnTo>
                  <a:pt x="615" y="3090"/>
                </a:lnTo>
                <a:lnTo>
                  <a:pt x="719" y="3331"/>
                </a:lnTo>
                <a:lnTo>
                  <a:pt x="832" y="3569"/>
                </a:lnTo>
                <a:lnTo>
                  <a:pt x="952" y="3802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0"/>
                </a:lnTo>
                <a:lnTo>
                  <a:pt x="1507" y="4698"/>
                </a:lnTo>
                <a:lnTo>
                  <a:pt x="1665" y="4910"/>
                </a:lnTo>
                <a:lnTo>
                  <a:pt x="1830" y="5118"/>
                </a:lnTo>
                <a:lnTo>
                  <a:pt x="2001" y="5321"/>
                </a:lnTo>
                <a:lnTo>
                  <a:pt x="2180" y="5519"/>
                </a:lnTo>
                <a:lnTo>
                  <a:pt x="2366" y="5711"/>
                </a:lnTo>
                <a:lnTo>
                  <a:pt x="2558" y="5897"/>
                </a:lnTo>
                <a:lnTo>
                  <a:pt x="2756" y="6076"/>
                </a:lnTo>
                <a:lnTo>
                  <a:pt x="2959" y="6247"/>
                </a:lnTo>
                <a:lnTo>
                  <a:pt x="3167" y="6412"/>
                </a:lnTo>
                <a:lnTo>
                  <a:pt x="3379" y="6569"/>
                </a:lnTo>
                <a:lnTo>
                  <a:pt x="3597" y="6720"/>
                </a:lnTo>
                <a:lnTo>
                  <a:pt x="3818" y="6862"/>
                </a:lnTo>
                <a:lnTo>
                  <a:pt x="4044" y="6998"/>
                </a:lnTo>
                <a:lnTo>
                  <a:pt x="4274" y="7125"/>
                </a:lnTo>
                <a:lnTo>
                  <a:pt x="4508" y="7245"/>
                </a:lnTo>
                <a:lnTo>
                  <a:pt x="4746" y="7357"/>
                </a:lnTo>
                <a:lnTo>
                  <a:pt x="4987" y="7462"/>
                </a:lnTo>
                <a:lnTo>
                  <a:pt x="5231" y="7559"/>
                </a:lnTo>
                <a:lnTo>
                  <a:pt x="5479" y="7647"/>
                </a:lnTo>
                <a:lnTo>
                  <a:pt x="5729" y="7728"/>
                </a:lnTo>
                <a:lnTo>
                  <a:pt x="5982" y="7800"/>
                </a:lnTo>
                <a:lnTo>
                  <a:pt x="6237" y="7864"/>
                </a:lnTo>
                <a:lnTo>
                  <a:pt x="6495" y="7920"/>
                </a:lnTo>
                <a:lnTo>
                  <a:pt x="6755" y="7968"/>
                </a:lnTo>
                <a:lnTo>
                  <a:pt x="7017" y="8007"/>
                </a:lnTo>
                <a:lnTo>
                  <a:pt x="7280" y="8037"/>
                </a:lnTo>
                <a:lnTo>
                  <a:pt x="7545" y="8059"/>
                </a:lnTo>
                <a:lnTo>
                  <a:pt x="7811" y="8073"/>
                </a:lnTo>
                <a:lnTo>
                  <a:pt x="8079" y="8077"/>
                </a:lnTo>
                <a:lnTo>
                  <a:pt x="8079" y="8077"/>
                </a:lnTo>
                <a:lnTo>
                  <a:pt x="8079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80EE6E-E631-4FEA-87C7-7B86649518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506222"/>
            <a:ext cx="8079" cy="8077"/>
          </a:xfrm>
          <a:custGeom xmlns:a="http://schemas.openxmlformats.org/drawingml/2006/main">
            <a:pathLst>
              <a:path w="8079" h="8077" fill="none">
                <a:moveTo>
                  <a:pt x="8079" y="8077"/>
                </a:moveTo>
                <a:lnTo>
                  <a:pt x="8079" y="8077"/>
                </a:lnTo>
                <a:moveTo>
                  <a:pt x="0" y="0"/>
                </a:moveTo>
                <a:lnTo>
                  <a:pt x="4" y="266"/>
                </a:lnTo>
                <a:lnTo>
                  <a:pt x="18" y="532"/>
                </a:lnTo>
                <a:lnTo>
                  <a:pt x="40" y="797"/>
                </a:lnTo>
                <a:lnTo>
                  <a:pt x="70" y="1060"/>
                </a:lnTo>
                <a:lnTo>
                  <a:pt x="109" y="1322"/>
                </a:lnTo>
                <a:lnTo>
                  <a:pt x="157" y="1582"/>
                </a:lnTo>
                <a:lnTo>
                  <a:pt x="213" y="1839"/>
                </a:lnTo>
                <a:lnTo>
                  <a:pt x="277" y="2095"/>
                </a:lnTo>
                <a:lnTo>
                  <a:pt x="349" y="2348"/>
                </a:lnTo>
                <a:lnTo>
                  <a:pt x="430" y="2598"/>
                </a:lnTo>
                <a:lnTo>
                  <a:pt x="518" y="2845"/>
                </a:lnTo>
                <a:lnTo>
                  <a:pt x="615" y="3090"/>
                </a:lnTo>
                <a:lnTo>
                  <a:pt x="719" y="3331"/>
                </a:lnTo>
                <a:lnTo>
                  <a:pt x="832" y="3569"/>
                </a:lnTo>
                <a:lnTo>
                  <a:pt x="952" y="3802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0"/>
                </a:lnTo>
                <a:lnTo>
                  <a:pt x="1507" y="4698"/>
                </a:lnTo>
                <a:lnTo>
                  <a:pt x="1665" y="4910"/>
                </a:lnTo>
                <a:lnTo>
                  <a:pt x="1830" y="5118"/>
                </a:lnTo>
                <a:lnTo>
                  <a:pt x="2001" y="5321"/>
                </a:lnTo>
                <a:lnTo>
                  <a:pt x="2180" y="5519"/>
                </a:lnTo>
                <a:lnTo>
                  <a:pt x="2366" y="5711"/>
                </a:lnTo>
                <a:lnTo>
                  <a:pt x="2558" y="5897"/>
                </a:lnTo>
                <a:lnTo>
                  <a:pt x="2756" y="6076"/>
                </a:lnTo>
                <a:lnTo>
                  <a:pt x="2959" y="6247"/>
                </a:lnTo>
                <a:lnTo>
                  <a:pt x="3167" y="6412"/>
                </a:lnTo>
                <a:lnTo>
                  <a:pt x="3379" y="6569"/>
                </a:lnTo>
                <a:lnTo>
                  <a:pt x="3597" y="6720"/>
                </a:lnTo>
                <a:lnTo>
                  <a:pt x="3818" y="6862"/>
                </a:lnTo>
                <a:lnTo>
                  <a:pt x="4044" y="6998"/>
                </a:lnTo>
                <a:lnTo>
                  <a:pt x="4274" y="7125"/>
                </a:lnTo>
                <a:lnTo>
                  <a:pt x="4508" y="7245"/>
                </a:lnTo>
                <a:lnTo>
                  <a:pt x="4746" y="7357"/>
                </a:lnTo>
                <a:lnTo>
                  <a:pt x="4987" y="7462"/>
                </a:lnTo>
                <a:lnTo>
                  <a:pt x="5231" y="7559"/>
                </a:lnTo>
                <a:lnTo>
                  <a:pt x="5479" y="7647"/>
                </a:lnTo>
                <a:lnTo>
                  <a:pt x="5729" y="7728"/>
                </a:lnTo>
                <a:lnTo>
                  <a:pt x="5982" y="7800"/>
                </a:lnTo>
                <a:lnTo>
                  <a:pt x="6237" y="7864"/>
                </a:lnTo>
                <a:lnTo>
                  <a:pt x="6495" y="7920"/>
                </a:lnTo>
                <a:lnTo>
                  <a:pt x="6755" y="7968"/>
                </a:lnTo>
                <a:lnTo>
                  <a:pt x="7017" y="8007"/>
                </a:lnTo>
                <a:lnTo>
                  <a:pt x="7280" y="8037"/>
                </a:lnTo>
                <a:lnTo>
                  <a:pt x="7545" y="8059"/>
                </a:lnTo>
                <a:lnTo>
                  <a:pt x="7811" y="8073"/>
                </a:lnTo>
                <a:lnTo>
                  <a:pt x="8079" y="807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0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74CD53-1D05-4837-8B41-945478E5AD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506222"/>
            <a:ext cx="8079" cy="8077"/>
          </a:xfrm>
          <a:custGeom xmlns:a="http://schemas.openxmlformats.org/drawingml/2006/main">
            <a:pathLst>
              <a:path w="8079" h="8077">
                <a:moveTo>
                  <a:pt x="4" y="266"/>
                </a:moveTo>
                <a:lnTo>
                  <a:pt x="18" y="532"/>
                </a:lnTo>
                <a:lnTo>
                  <a:pt x="40" y="797"/>
                </a:lnTo>
                <a:lnTo>
                  <a:pt x="70" y="1060"/>
                </a:lnTo>
                <a:lnTo>
                  <a:pt x="109" y="1322"/>
                </a:lnTo>
                <a:lnTo>
                  <a:pt x="157" y="1582"/>
                </a:lnTo>
                <a:lnTo>
                  <a:pt x="213" y="1839"/>
                </a:lnTo>
                <a:lnTo>
                  <a:pt x="277" y="2095"/>
                </a:lnTo>
                <a:lnTo>
                  <a:pt x="349" y="2348"/>
                </a:lnTo>
                <a:lnTo>
                  <a:pt x="430" y="2598"/>
                </a:lnTo>
                <a:lnTo>
                  <a:pt x="518" y="2845"/>
                </a:lnTo>
                <a:lnTo>
                  <a:pt x="615" y="3090"/>
                </a:lnTo>
                <a:lnTo>
                  <a:pt x="719" y="3331"/>
                </a:lnTo>
                <a:lnTo>
                  <a:pt x="832" y="3569"/>
                </a:lnTo>
                <a:lnTo>
                  <a:pt x="952" y="3802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0"/>
                </a:lnTo>
                <a:lnTo>
                  <a:pt x="1507" y="4698"/>
                </a:lnTo>
                <a:lnTo>
                  <a:pt x="1665" y="4910"/>
                </a:lnTo>
                <a:lnTo>
                  <a:pt x="1830" y="5118"/>
                </a:lnTo>
                <a:lnTo>
                  <a:pt x="2001" y="5321"/>
                </a:lnTo>
                <a:lnTo>
                  <a:pt x="2180" y="5519"/>
                </a:lnTo>
                <a:lnTo>
                  <a:pt x="2366" y="5711"/>
                </a:lnTo>
                <a:lnTo>
                  <a:pt x="2558" y="5897"/>
                </a:lnTo>
                <a:lnTo>
                  <a:pt x="2756" y="6076"/>
                </a:lnTo>
                <a:lnTo>
                  <a:pt x="2959" y="6247"/>
                </a:lnTo>
                <a:lnTo>
                  <a:pt x="3167" y="6412"/>
                </a:lnTo>
                <a:lnTo>
                  <a:pt x="3379" y="6569"/>
                </a:lnTo>
                <a:lnTo>
                  <a:pt x="3597" y="6720"/>
                </a:lnTo>
                <a:lnTo>
                  <a:pt x="3818" y="6862"/>
                </a:lnTo>
                <a:lnTo>
                  <a:pt x="4044" y="6998"/>
                </a:lnTo>
                <a:lnTo>
                  <a:pt x="4274" y="7125"/>
                </a:lnTo>
                <a:lnTo>
                  <a:pt x="4508" y="7245"/>
                </a:lnTo>
                <a:lnTo>
                  <a:pt x="4746" y="7357"/>
                </a:lnTo>
                <a:lnTo>
                  <a:pt x="4987" y="7462"/>
                </a:lnTo>
                <a:lnTo>
                  <a:pt x="5231" y="7559"/>
                </a:lnTo>
                <a:lnTo>
                  <a:pt x="5479" y="7647"/>
                </a:lnTo>
                <a:lnTo>
                  <a:pt x="5729" y="7728"/>
                </a:lnTo>
                <a:lnTo>
                  <a:pt x="5982" y="7800"/>
                </a:lnTo>
                <a:lnTo>
                  <a:pt x="6237" y="7864"/>
                </a:lnTo>
                <a:lnTo>
                  <a:pt x="6495" y="7920"/>
                </a:lnTo>
                <a:lnTo>
                  <a:pt x="6755" y="7968"/>
                </a:lnTo>
                <a:lnTo>
                  <a:pt x="7017" y="8007"/>
                </a:lnTo>
                <a:lnTo>
                  <a:pt x="7280" y="8037"/>
                </a:lnTo>
                <a:lnTo>
                  <a:pt x="7545" y="8059"/>
                </a:lnTo>
                <a:lnTo>
                  <a:pt x="7811" y="8073"/>
                </a:lnTo>
                <a:lnTo>
                  <a:pt x="8079" y="8077"/>
                </a:lnTo>
                <a:lnTo>
                  <a:pt x="8079" y="8077"/>
                </a:lnTo>
                <a:lnTo>
                  <a:pt x="8079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A73F5C-FCED-42C3-8929-BDEFD271E3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644" y="3506222"/>
            <a:ext cx="8079" cy="8077"/>
          </a:xfrm>
          <a:custGeom xmlns:a="http://schemas.openxmlformats.org/drawingml/2006/main">
            <a:pathLst>
              <a:path w="8079" h="8077" fill="none">
                <a:moveTo>
                  <a:pt x="8079" y="8077"/>
                </a:moveTo>
                <a:lnTo>
                  <a:pt x="8079" y="8077"/>
                </a:lnTo>
                <a:moveTo>
                  <a:pt x="0" y="0"/>
                </a:moveTo>
                <a:lnTo>
                  <a:pt x="4" y="266"/>
                </a:lnTo>
                <a:lnTo>
                  <a:pt x="18" y="532"/>
                </a:lnTo>
                <a:lnTo>
                  <a:pt x="40" y="797"/>
                </a:lnTo>
                <a:lnTo>
                  <a:pt x="70" y="1060"/>
                </a:lnTo>
                <a:lnTo>
                  <a:pt x="109" y="1322"/>
                </a:lnTo>
                <a:lnTo>
                  <a:pt x="157" y="1582"/>
                </a:lnTo>
                <a:lnTo>
                  <a:pt x="213" y="1839"/>
                </a:lnTo>
                <a:lnTo>
                  <a:pt x="277" y="2095"/>
                </a:lnTo>
                <a:lnTo>
                  <a:pt x="349" y="2348"/>
                </a:lnTo>
                <a:lnTo>
                  <a:pt x="430" y="2598"/>
                </a:lnTo>
                <a:lnTo>
                  <a:pt x="518" y="2845"/>
                </a:lnTo>
                <a:lnTo>
                  <a:pt x="615" y="3090"/>
                </a:lnTo>
                <a:lnTo>
                  <a:pt x="719" y="3331"/>
                </a:lnTo>
                <a:lnTo>
                  <a:pt x="832" y="3569"/>
                </a:lnTo>
                <a:lnTo>
                  <a:pt x="952" y="3802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0"/>
                </a:lnTo>
                <a:lnTo>
                  <a:pt x="1507" y="4698"/>
                </a:lnTo>
                <a:lnTo>
                  <a:pt x="1665" y="4910"/>
                </a:lnTo>
                <a:lnTo>
                  <a:pt x="1830" y="5118"/>
                </a:lnTo>
                <a:lnTo>
                  <a:pt x="2001" y="5321"/>
                </a:lnTo>
                <a:lnTo>
                  <a:pt x="2180" y="5519"/>
                </a:lnTo>
                <a:lnTo>
                  <a:pt x="2366" y="5711"/>
                </a:lnTo>
                <a:lnTo>
                  <a:pt x="2558" y="5897"/>
                </a:lnTo>
                <a:lnTo>
                  <a:pt x="2756" y="6076"/>
                </a:lnTo>
                <a:lnTo>
                  <a:pt x="2959" y="6247"/>
                </a:lnTo>
                <a:lnTo>
                  <a:pt x="3167" y="6412"/>
                </a:lnTo>
                <a:lnTo>
                  <a:pt x="3379" y="6569"/>
                </a:lnTo>
                <a:lnTo>
                  <a:pt x="3597" y="6720"/>
                </a:lnTo>
                <a:lnTo>
                  <a:pt x="3818" y="6862"/>
                </a:lnTo>
                <a:lnTo>
                  <a:pt x="4044" y="6998"/>
                </a:lnTo>
                <a:lnTo>
                  <a:pt x="4274" y="7125"/>
                </a:lnTo>
                <a:lnTo>
                  <a:pt x="4508" y="7245"/>
                </a:lnTo>
                <a:lnTo>
                  <a:pt x="4746" y="7357"/>
                </a:lnTo>
                <a:lnTo>
                  <a:pt x="4987" y="7462"/>
                </a:lnTo>
                <a:lnTo>
                  <a:pt x="5231" y="7559"/>
                </a:lnTo>
                <a:lnTo>
                  <a:pt x="5479" y="7647"/>
                </a:lnTo>
                <a:lnTo>
                  <a:pt x="5729" y="7728"/>
                </a:lnTo>
                <a:lnTo>
                  <a:pt x="5982" y="7800"/>
                </a:lnTo>
                <a:lnTo>
                  <a:pt x="6237" y="7864"/>
                </a:lnTo>
                <a:lnTo>
                  <a:pt x="6495" y="7920"/>
                </a:lnTo>
                <a:lnTo>
                  <a:pt x="6755" y="7968"/>
                </a:lnTo>
                <a:lnTo>
                  <a:pt x="7017" y="8007"/>
                </a:lnTo>
                <a:lnTo>
                  <a:pt x="7280" y="8037"/>
                </a:lnTo>
                <a:lnTo>
                  <a:pt x="7545" y="8059"/>
                </a:lnTo>
                <a:lnTo>
                  <a:pt x="7811" y="8073"/>
                </a:lnTo>
                <a:lnTo>
                  <a:pt x="8079" y="807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0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28E2F9-5F99-4A3D-B576-13D1877F4D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55876" y="370248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4489C1-1D92-44B2-850C-B7E677D622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55876" y="370248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0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8EE96D-EE7F-41A1-866C-CF4958AB4A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1381" y="383083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ADC935-785D-4219-BE5C-AE241C1234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1381" y="383083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0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293825-0408-4E91-9916-956C99C4BF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94746" y="361152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D85502-703E-43CF-A24F-B067A1D907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94746" y="361152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0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C783A5-F466-4069-A9D3-A0FE39554A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2947" y="358680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45EB41-244D-451B-A14F-C4E26500DE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2947" y="358680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0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70FD21-492F-4B39-9328-F220AAE128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22429" y="368288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28BC1E-A55A-4BEB-89AF-52E7C32CE8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22429" y="368288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0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FDB5B5-E47C-4365-867F-A62009B7FD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22605" y="372394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56681C-C6DC-407A-B1EF-29BB8F956D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22605" y="372394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0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BDA92A-C932-456A-A8CA-F55D78AB7F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92663" y="356464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D96C17-9474-4FC7-93AC-EFC9E54FB0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92663" y="356464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0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F3B7A5-D136-46D3-B6EE-D48F72114F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20957" y="382632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94FBC2-DECC-491E-BB91-F25EE7FD48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20957" y="382632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0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59052E-C910-452E-9E50-0669923560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17933" y="4708010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26D154-00AB-4A0E-8189-C64E7449DC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17933" y="4708010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8050" name="Text 0">
            <a:extLst xmlns:a="http://schemas.openxmlformats.org/drawingml/2006/main">
              <a:ext uri="{FF2B5EF4-FFF2-40B4-BE49-F238E27FC236}">
                <a16:creationId xmlns:a16="http://schemas.microsoft.com/office/drawing/2014/main" id="{BC28FEB9-2FCF-4FB1-AD15-38CCA95636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94746" y="4755881"/>
            <a:ext cx="43693" cy="65625"/>
          </a:xfrm>
          <a:custGeom xmlns:a="http://schemas.openxmlformats.org/drawingml/2006/main">
            <a:pathLst>
              <a:path w="43693" h="65625">
                <a:moveTo>
                  <a:pt x="21847" y="6774"/>
                </a:moveTo>
                <a:cubicBezTo>
                  <a:pt x="17443" y="6774"/>
                  <a:pt x="14134" y="8942"/>
                  <a:pt x="11918" y="13278"/>
                </a:cubicBezTo>
                <a:cubicBezTo>
                  <a:pt x="9703" y="17615"/>
                  <a:pt x="8595" y="24133"/>
                  <a:pt x="8595" y="32833"/>
                </a:cubicBezTo>
                <a:cubicBezTo>
                  <a:pt x="8595" y="41506"/>
                  <a:pt x="9703" y="48010"/>
                  <a:pt x="11918" y="52346"/>
                </a:cubicBezTo>
                <a:cubicBezTo>
                  <a:pt x="14134" y="56682"/>
                  <a:pt x="17443" y="58850"/>
                  <a:pt x="21847" y="58850"/>
                </a:cubicBezTo>
                <a:cubicBezTo>
                  <a:pt x="26278" y="58850"/>
                  <a:pt x="29602" y="56682"/>
                  <a:pt x="31817" y="52346"/>
                </a:cubicBezTo>
                <a:cubicBezTo>
                  <a:pt x="34033" y="48010"/>
                  <a:pt x="35141" y="41506"/>
                  <a:pt x="35141" y="32833"/>
                </a:cubicBezTo>
                <a:cubicBezTo>
                  <a:pt x="35141" y="24133"/>
                  <a:pt x="34033" y="17615"/>
                  <a:pt x="31817" y="13278"/>
                </a:cubicBezTo>
                <a:cubicBezTo>
                  <a:pt x="29602" y="8942"/>
                  <a:pt x="26278" y="6774"/>
                  <a:pt x="21847" y="6774"/>
                </a:cubicBezTo>
                <a:moveTo>
                  <a:pt x="21847" y="0"/>
                </a:moveTo>
                <a:cubicBezTo>
                  <a:pt x="28931" y="0"/>
                  <a:pt x="34344" y="2803"/>
                  <a:pt x="38083" y="8409"/>
                </a:cubicBezTo>
                <a:cubicBezTo>
                  <a:pt x="41823" y="14016"/>
                  <a:pt x="43693" y="22157"/>
                  <a:pt x="43693" y="32833"/>
                </a:cubicBezTo>
                <a:cubicBezTo>
                  <a:pt x="43693" y="43482"/>
                  <a:pt x="41823" y="51609"/>
                  <a:pt x="38083" y="57215"/>
                </a:cubicBezTo>
                <a:cubicBezTo>
                  <a:pt x="34344" y="62821"/>
                  <a:pt x="28931" y="65625"/>
                  <a:pt x="21847" y="65625"/>
                </a:cubicBezTo>
                <a:cubicBezTo>
                  <a:pt x="14762" y="65625"/>
                  <a:pt x="9350" y="62821"/>
                  <a:pt x="5610" y="57215"/>
                </a:cubicBezTo>
                <a:cubicBezTo>
                  <a:pt x="1870" y="51609"/>
                  <a:pt x="0" y="43482"/>
                  <a:pt x="0" y="32833"/>
                </a:cubicBezTo>
                <a:cubicBezTo>
                  <a:pt x="0" y="22157"/>
                  <a:pt x="1870" y="14016"/>
                  <a:pt x="5610" y="8409"/>
                </a:cubicBezTo>
                <a:cubicBezTo>
                  <a:pt x="9350" y="2803"/>
                  <a:pt x="14762" y="0"/>
                  <a:pt x="21847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6229E4-2262-4DA0-900C-76612C5E2A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84448" y="4708010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7D070E-9ABB-4986-8BEB-E62CE4A4A9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84448" y="4708010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8053" name="Text 10">
            <a:extLst xmlns:a="http://schemas.openxmlformats.org/drawingml/2006/main">
              <a:ext uri="{FF2B5EF4-FFF2-40B4-BE49-F238E27FC236}">
                <a16:creationId xmlns:a16="http://schemas.microsoft.com/office/drawing/2014/main" id="{5FFF8E2A-80A7-4D98-864B-2DFB9D70A4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89201" y="4757236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1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1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8" y="41506"/>
                  <a:pt x="86498" y="32833"/>
                </a:cubicBezTo>
                <a:cubicBezTo>
                  <a:pt x="86498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9" y="65625"/>
                  <a:pt x="60706" y="62821"/>
                  <a:pt x="56967" y="57215"/>
                </a:cubicBezTo>
                <a:cubicBezTo>
                  <a:pt x="53227" y="51609"/>
                  <a:pt x="51357" y="43482"/>
                  <a:pt x="51357" y="32833"/>
                </a:cubicBezTo>
                <a:cubicBezTo>
                  <a:pt x="51357" y="22157"/>
                  <a:pt x="53227" y="14016"/>
                  <a:pt x="56967" y="8409"/>
                </a:cubicBezTo>
                <a:cubicBezTo>
                  <a:pt x="60706" y="2803"/>
                  <a:pt x="66119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54" name="Text −1">
            <a:extLst xmlns:a="http://schemas.openxmlformats.org/drawingml/2006/main">
              <a:ext uri="{FF2B5EF4-FFF2-40B4-BE49-F238E27FC236}">
                <a16:creationId xmlns:a16="http://schemas.microsoft.com/office/drawing/2014/main" id="{6DBD6C03-3A88-43F4-B4B2-F2121C0080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97270" y="4744120"/>
            <a:ext cx="77441" cy="44278"/>
          </a:xfrm>
          <a:custGeom xmlns:a="http://schemas.openxmlformats.org/drawingml/2006/main">
            <a:pathLst>
              <a:path w="77441" h="44278">
                <a:moveTo>
                  <a:pt x="0" y="22702"/>
                </a:moveTo>
                <a:lnTo>
                  <a:pt x="37995" y="22702"/>
                </a:lnTo>
                <a:lnTo>
                  <a:pt x="37995" y="27740"/>
                </a:lnTo>
                <a:lnTo>
                  <a:pt x="0" y="27740"/>
                </a:lnTo>
                <a:lnTo>
                  <a:pt x="0" y="22702"/>
                </a:lnTo>
                <a:close/>
                <a:moveTo>
                  <a:pt x="51953" y="39239"/>
                </a:moveTo>
                <a:lnTo>
                  <a:pt x="61734" y="39239"/>
                </a:lnTo>
                <a:lnTo>
                  <a:pt x="61734" y="5453"/>
                </a:lnTo>
                <a:lnTo>
                  <a:pt x="51094" y="7587"/>
                </a:lnTo>
                <a:lnTo>
                  <a:pt x="51094" y="2134"/>
                </a:lnTo>
                <a:lnTo>
                  <a:pt x="61674" y="0"/>
                </a:lnTo>
                <a:lnTo>
                  <a:pt x="67661" y="0"/>
                </a:lnTo>
                <a:lnTo>
                  <a:pt x="67661" y="39239"/>
                </a:lnTo>
                <a:lnTo>
                  <a:pt x="77441" y="39239"/>
                </a:lnTo>
                <a:lnTo>
                  <a:pt x="77441" y="44278"/>
                </a:lnTo>
                <a:lnTo>
                  <a:pt x="51953" y="44278"/>
                </a:lnTo>
                <a:lnTo>
                  <a:pt x="51953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D05A25-8081-4B9C-AF1C-11E4D3925A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14312" y="4708010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64A310-4F03-4128-9473-52FF4EDB8C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14312" y="4708010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8057" name="Text 10">
            <a:extLst xmlns:a="http://schemas.openxmlformats.org/drawingml/2006/main">
              <a:ext uri="{FF2B5EF4-FFF2-40B4-BE49-F238E27FC236}">
                <a16:creationId xmlns:a16="http://schemas.microsoft.com/office/drawing/2014/main" id="{C570C9C9-8377-4371-B066-061CB82656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44354" y="4758027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58" name="Text 0">
            <a:extLst xmlns:a="http://schemas.openxmlformats.org/drawingml/2006/main">
              <a:ext uri="{FF2B5EF4-FFF2-40B4-BE49-F238E27FC236}">
                <a16:creationId xmlns:a16="http://schemas.microsoft.com/office/drawing/2014/main" id="{4345BECF-16B0-488F-916C-D36491B647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49993" y="4744140"/>
            <a:ext cx="30585" cy="45937"/>
          </a:xfrm>
          <a:custGeom xmlns:a="http://schemas.openxmlformats.org/drawingml/2006/main">
            <a:pathLst>
              <a:path w="30585" h="45937">
                <a:moveTo>
                  <a:pt x="15293" y="4742"/>
                </a:moveTo>
                <a:cubicBezTo>
                  <a:pt x="12210" y="4742"/>
                  <a:pt x="9894" y="6260"/>
                  <a:pt x="8343" y="9295"/>
                </a:cubicBezTo>
                <a:cubicBezTo>
                  <a:pt x="6792" y="12330"/>
                  <a:pt x="6016" y="16893"/>
                  <a:pt x="6016" y="22983"/>
                </a:cubicBezTo>
                <a:cubicBezTo>
                  <a:pt x="6016" y="29054"/>
                  <a:pt x="6792" y="33607"/>
                  <a:pt x="8343" y="36642"/>
                </a:cubicBezTo>
                <a:cubicBezTo>
                  <a:pt x="9894" y="39678"/>
                  <a:pt x="12210" y="41195"/>
                  <a:pt x="15293" y="41195"/>
                </a:cubicBezTo>
                <a:cubicBezTo>
                  <a:pt x="18395" y="41195"/>
                  <a:pt x="20721" y="39678"/>
                  <a:pt x="22272" y="36642"/>
                </a:cubicBezTo>
                <a:cubicBezTo>
                  <a:pt x="23823" y="33607"/>
                  <a:pt x="24599" y="29054"/>
                  <a:pt x="24599" y="22983"/>
                </a:cubicBezTo>
                <a:cubicBezTo>
                  <a:pt x="24599" y="16893"/>
                  <a:pt x="23823" y="12330"/>
                  <a:pt x="22272" y="9295"/>
                </a:cubicBezTo>
                <a:cubicBezTo>
                  <a:pt x="20721" y="6260"/>
                  <a:pt x="18395" y="4742"/>
                  <a:pt x="15293" y="4742"/>
                </a:cubicBezTo>
                <a:moveTo>
                  <a:pt x="15293" y="0"/>
                </a:moveTo>
                <a:cubicBezTo>
                  <a:pt x="20252" y="0"/>
                  <a:pt x="24040" y="1962"/>
                  <a:pt x="26658" y="5887"/>
                </a:cubicBezTo>
                <a:cubicBezTo>
                  <a:pt x="29276" y="9811"/>
                  <a:pt x="30585" y="15510"/>
                  <a:pt x="30585" y="22983"/>
                </a:cubicBezTo>
                <a:cubicBezTo>
                  <a:pt x="30585" y="30437"/>
                  <a:pt x="29276" y="36126"/>
                  <a:pt x="26658" y="40051"/>
                </a:cubicBezTo>
                <a:cubicBezTo>
                  <a:pt x="24040" y="43975"/>
                  <a:pt x="20252" y="45937"/>
                  <a:pt x="15293" y="45937"/>
                </a:cubicBezTo>
                <a:cubicBezTo>
                  <a:pt x="10333" y="45937"/>
                  <a:pt x="6545" y="43975"/>
                  <a:pt x="3927" y="40051"/>
                </a:cubicBezTo>
                <a:cubicBezTo>
                  <a:pt x="1309" y="36126"/>
                  <a:pt x="0" y="30437"/>
                  <a:pt x="0" y="22983"/>
                </a:cubicBezTo>
                <a:cubicBezTo>
                  <a:pt x="0" y="15510"/>
                  <a:pt x="1309" y="9811"/>
                  <a:pt x="3927" y="5887"/>
                </a:cubicBezTo>
                <a:cubicBezTo>
                  <a:pt x="6545" y="1962"/>
                  <a:pt x="10333" y="0"/>
                  <a:pt x="1529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0552AE-ED1A-4356-B512-95634064B2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44175" y="4708010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BF093B-2139-4FF1-A144-E66416C94F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44175" y="4708010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8061" name="Text 10">
            <a:extLst xmlns:a="http://schemas.openxmlformats.org/drawingml/2006/main">
              <a:ext uri="{FF2B5EF4-FFF2-40B4-BE49-F238E27FC236}">
                <a16:creationId xmlns:a16="http://schemas.microsoft.com/office/drawing/2014/main" id="{E46E5B5C-E43C-46CB-9544-938A0BF7EC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74218" y="4757236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1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1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8" y="41506"/>
                  <a:pt x="86498" y="32833"/>
                </a:cubicBezTo>
                <a:cubicBezTo>
                  <a:pt x="86498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9" y="65625"/>
                  <a:pt x="60706" y="62821"/>
                  <a:pt x="56967" y="57215"/>
                </a:cubicBezTo>
                <a:cubicBezTo>
                  <a:pt x="53227" y="51609"/>
                  <a:pt x="51357" y="43482"/>
                  <a:pt x="51357" y="32833"/>
                </a:cubicBezTo>
                <a:cubicBezTo>
                  <a:pt x="51357" y="22157"/>
                  <a:pt x="53227" y="14016"/>
                  <a:pt x="56967" y="8409"/>
                </a:cubicBezTo>
                <a:cubicBezTo>
                  <a:pt x="60706" y="2803"/>
                  <a:pt x="66119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62" name="Text 1">
            <a:extLst xmlns:a="http://schemas.openxmlformats.org/drawingml/2006/main">
              <a:ext uri="{FF2B5EF4-FFF2-40B4-BE49-F238E27FC236}">
                <a16:creationId xmlns:a16="http://schemas.microsoft.com/office/drawing/2014/main" id="{A3AD0F63-A48A-467B-B123-AAF7C36A36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82524" y="4744120"/>
            <a:ext cx="26347" cy="44278"/>
          </a:xfrm>
          <a:custGeom xmlns:a="http://schemas.openxmlformats.org/drawingml/2006/main">
            <a:pathLst>
              <a:path w="26347" h="44278">
                <a:moveTo>
                  <a:pt x="859" y="39239"/>
                </a:moveTo>
                <a:lnTo>
                  <a:pt x="10640" y="39239"/>
                </a:lnTo>
                <a:lnTo>
                  <a:pt x="10640" y="5453"/>
                </a:lnTo>
                <a:lnTo>
                  <a:pt x="0" y="7587"/>
                </a:lnTo>
                <a:lnTo>
                  <a:pt x="0" y="2134"/>
                </a:lnTo>
                <a:lnTo>
                  <a:pt x="10580" y="0"/>
                </a:lnTo>
                <a:lnTo>
                  <a:pt x="16567" y="0"/>
                </a:lnTo>
                <a:lnTo>
                  <a:pt x="16567" y="39239"/>
                </a:lnTo>
                <a:lnTo>
                  <a:pt x="26347" y="39239"/>
                </a:lnTo>
                <a:lnTo>
                  <a:pt x="26347" y="44278"/>
                </a:lnTo>
                <a:lnTo>
                  <a:pt x="859" y="44278"/>
                </a:lnTo>
                <a:lnTo>
                  <a:pt x="859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148C5C-2294-4DA6-8319-C404215474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74039" y="4708010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493B4A-28D6-4E54-BA38-331C6E7E27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74039" y="4708010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8065" name="Text 10">
            <a:extLst xmlns:a="http://schemas.openxmlformats.org/drawingml/2006/main">
              <a:ext uri="{FF2B5EF4-FFF2-40B4-BE49-F238E27FC236}">
                <a16:creationId xmlns:a16="http://schemas.microsoft.com/office/drawing/2014/main" id="{62405A96-7EC0-457E-BD6A-5BEE943211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04082" y="4758027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66" name="Text 2">
            <a:extLst xmlns:a="http://schemas.openxmlformats.org/drawingml/2006/main">
              <a:ext uri="{FF2B5EF4-FFF2-40B4-BE49-F238E27FC236}">
                <a16:creationId xmlns:a16="http://schemas.microsoft.com/office/drawing/2014/main" id="{349E4C3B-0692-4FC0-88B9-CEE88E0FD0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10165" y="4744140"/>
            <a:ext cx="28096" cy="45048"/>
          </a:xfrm>
          <a:custGeom xmlns:a="http://schemas.openxmlformats.org/drawingml/2006/main">
            <a:pathLst>
              <a:path w="28096" h="45048">
                <a:moveTo>
                  <a:pt x="7202" y="40010"/>
                </a:moveTo>
                <a:lnTo>
                  <a:pt x="28096" y="40010"/>
                </a:lnTo>
                <a:lnTo>
                  <a:pt x="28096" y="45048"/>
                </a:lnTo>
                <a:lnTo>
                  <a:pt x="0" y="45048"/>
                </a:lnTo>
                <a:lnTo>
                  <a:pt x="0" y="40010"/>
                </a:lnTo>
                <a:cubicBezTo>
                  <a:pt x="2272" y="37659"/>
                  <a:pt x="5369" y="34502"/>
                  <a:pt x="9291" y="30541"/>
                </a:cubicBezTo>
                <a:cubicBezTo>
                  <a:pt x="13213" y="26579"/>
                  <a:pt x="15678" y="24026"/>
                  <a:pt x="16686" y="22880"/>
                </a:cubicBezTo>
                <a:cubicBezTo>
                  <a:pt x="18602" y="20726"/>
                  <a:pt x="19941" y="18903"/>
                  <a:pt x="20701" y="17412"/>
                </a:cubicBezTo>
                <a:cubicBezTo>
                  <a:pt x="21462" y="15920"/>
                  <a:pt x="21842" y="14453"/>
                  <a:pt x="21842" y="13011"/>
                </a:cubicBezTo>
                <a:cubicBezTo>
                  <a:pt x="21842" y="10659"/>
                  <a:pt x="21018" y="8743"/>
                  <a:pt x="19368" y="7261"/>
                </a:cubicBezTo>
                <a:cubicBezTo>
                  <a:pt x="17718" y="5779"/>
                  <a:pt x="15569" y="5038"/>
                  <a:pt x="12922" y="5038"/>
                </a:cubicBezTo>
                <a:cubicBezTo>
                  <a:pt x="11045" y="5038"/>
                  <a:pt x="9064" y="5367"/>
                  <a:pt x="6979" y="6024"/>
                </a:cubicBezTo>
                <a:cubicBezTo>
                  <a:pt x="4895" y="6681"/>
                  <a:pt x="2667" y="7676"/>
                  <a:pt x="296" y="9010"/>
                </a:cubicBezTo>
                <a:lnTo>
                  <a:pt x="296" y="2964"/>
                </a:lnTo>
                <a:cubicBezTo>
                  <a:pt x="2707" y="1986"/>
                  <a:pt x="4959" y="1247"/>
                  <a:pt x="7054" y="748"/>
                </a:cubicBezTo>
                <a:cubicBezTo>
                  <a:pt x="9148" y="249"/>
                  <a:pt x="11064" y="0"/>
                  <a:pt x="12803" y="0"/>
                </a:cubicBezTo>
                <a:cubicBezTo>
                  <a:pt x="17387" y="0"/>
                  <a:pt x="21042" y="1146"/>
                  <a:pt x="23769" y="3438"/>
                </a:cubicBezTo>
                <a:cubicBezTo>
                  <a:pt x="26495" y="5730"/>
                  <a:pt x="27859" y="8792"/>
                  <a:pt x="27859" y="12625"/>
                </a:cubicBezTo>
                <a:cubicBezTo>
                  <a:pt x="27859" y="14443"/>
                  <a:pt x="27518" y="16167"/>
                  <a:pt x="26836" y="17797"/>
                </a:cubicBezTo>
                <a:cubicBezTo>
                  <a:pt x="26155" y="19427"/>
                  <a:pt x="24915" y="21348"/>
                  <a:pt x="23117" y="23561"/>
                </a:cubicBezTo>
                <a:cubicBezTo>
                  <a:pt x="22623" y="24134"/>
                  <a:pt x="21052" y="25789"/>
                  <a:pt x="18405" y="28526"/>
                </a:cubicBezTo>
                <a:cubicBezTo>
                  <a:pt x="15757" y="31262"/>
                  <a:pt x="12023" y="35090"/>
                  <a:pt x="7202" y="4001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7C0989-033B-48D7-8842-7C7E23EF73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18300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687C38-2EA0-465D-A37B-7175888DC7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18300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0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DC2801-456F-462B-AE4E-E42F107819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18666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7FDB83-5444-4CF7-B240-236A55D523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18666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0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AE6D56-0C95-443E-9258-C1F50E445E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19033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983762-A053-4935-BE24-AB67E4ACE1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19033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0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1C23FA-8214-4C28-B91C-20803CA167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19399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CA327A-BFDB-49D3-86C9-F5FCBB9038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19399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0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B5AEF2-7A8B-4755-9823-44C2631A78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19766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744DBB-C8CF-40F1-AF72-84978CEA4A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19766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0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B3A585-06A6-4F94-AD3E-49D72B284D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20132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57139A-CA15-491B-B3D9-067B88C628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20132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0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BE535B-AC9B-42B1-8B0A-FFB86471B1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20499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042E10-4693-4146-BC51-A91B0F3852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20499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0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EB6741-E9D7-4B65-83B3-0DAC84483C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20865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72245C-2C3E-4AE6-BEAB-233B481DB5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20865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0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6774D0-8F4D-45C4-94B4-849A20D6FE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21232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E39A6F-F7AE-4739-B3E7-3D3ABCCDB7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21232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0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66ADCB-E275-41AF-801F-5416EC53DE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21598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165C35-F908-4EEB-BDF1-693AAA39B3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21598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0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C9AD9B-435F-4AFE-A67A-BD85481C66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25263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91F813-333B-45E8-B1D7-D074F2968F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25263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0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A93225-90AE-4DF1-AAC7-709F6FBE10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28929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289E8F-F986-498E-A99C-769E3CF2A1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28929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0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ADD238-2DA5-44F7-809C-04E89BE5CF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32594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ADAF9E-9BC0-45C7-AC7F-11EEEA4908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32594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0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F1D123-72AB-48A1-A9C8-8A6B43C23E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36259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198257-9BE6-4072-91DF-3D5B1A8892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36259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0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C30AC4-BD16-475D-A2A5-B2884D780C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39924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4D7B78-80B5-4B12-BFC6-0CD5EDEEBA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39924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0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E988C1-C5F7-4931-9380-262130D78A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43589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766450-0724-4EF3-A28A-7C2960F04D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43589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0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24BD91-1192-4E78-A453-3CE4111A54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47254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100EC4-5172-44FC-A6C3-E831716378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47254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1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7B380C-15C2-41FB-A99B-AE2FFE9D69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50919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24F18E-0BF5-4435-9D96-5B1B66AF6C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50919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1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D99DB5-7021-4292-8C1C-5321203462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54585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4CBD4A-906D-4D51-A3C0-F1A460A138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54585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1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B92514-E85E-40E3-835B-EFB7019CB6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1236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336F2C-8132-442C-B583-1C47A8A169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1236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1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34FB76-8A42-400E-B16F-4D88C6EEA2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27888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A7E342-6276-4B25-8A72-03FE06C061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27888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1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CF0415-092A-4D82-9BC7-85801386E2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64539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5622B1-75C7-47E7-97DC-20E8C684BE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64539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1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6E100D-BB7F-4AEE-980E-72080BE9E4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01191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E10B30-0CF7-41A2-9F31-3F9CF5DBCC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01191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1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52E67E-2CDE-43AE-A298-73EE50ADC7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37842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94A0C0-372C-44DE-9A42-FA781A13CC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37842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1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52E7E4-78BF-4DCF-9DC0-4086498FC4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74494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FB9A03-6EE6-4A1D-9DFD-9082B544F9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74494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1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494B48-110C-4563-9C3E-D12F31FA45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11145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2C812B-B02C-44E3-B1B7-FA6530289F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11145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1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257B5F-4788-4516-87CD-8E6972E11C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7797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43B818-9406-49B6-B772-3CCC2C6BC2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7797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1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3B2B6D-FAD9-4594-9EEF-C8E0450470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84448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1F174F-DF83-4F6B-BDDB-9594E64E27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84448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1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496272-A2CB-4484-8B62-5F7480420F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83747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1DFA5D-73F9-466F-B2D9-E749430584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83747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1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C52B6D-3788-4C73-BF78-DBF7A5571C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41833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18FBFA-A470-4D76-85C7-2474454BD2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41833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1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D6D1EE-632C-4A24-9DF1-03535753DC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83046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4F0606-059F-4527-BCCE-30811E6D97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83046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1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3D3B71-B438-409A-9888-89FBD9AE06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15013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6F1171-503F-463F-B54D-EBFDD3F54B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15013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1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863DFD-B980-472E-9BC3-367E019FCE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41132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5515EA-8146-47AE-9B44-18C88AB98F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41132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1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017C01-4AF0-4BF3-A015-AD6105B3CF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63215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D12067-3661-4B25-A4E4-01047310FA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63215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1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316D5D-C861-4BAC-B58C-0CB3B724A5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82345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AA93E9-CB36-4D90-A5CB-30AD71773B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82345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1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ED24BF-4010-4A2F-B943-44D8813B7C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99218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F8514D-313B-41D0-A3AA-0242B1F77B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99218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1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DFAFC6-8787-4A04-BD91-5B2AA57791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14312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0FFB06-93A4-465E-9980-4EDAB65462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14312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1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C3D3F9-A220-4AF3-8DD7-0410FA289F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13611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30A0D3-BC16-4606-A75C-2106FE8A2D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13611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1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221DCE-E930-4B71-A63D-96379C6390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71697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2A2998-794A-4336-95BC-6913ED038C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71697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1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8DC552-396C-423C-B4C3-9074AC8F92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12909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80E229-CC1D-4A58-B864-34346F7A55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12909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1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ECD35A-E8AE-4038-8BC1-B30F92D485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44877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605AFC-A2FE-4D96-A4A8-6D893BDCDA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44877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1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AC5DE9-EF87-4462-AE0D-C657973195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70996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139D40-EED1-43FD-A291-32A3D79370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70996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1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3F5099-F213-493E-94F4-7E4E831D16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93079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E42E5E-9547-4EB2-A9E3-3B6C79F39C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93079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1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8C7D51-8C51-436D-BD4A-113D72A883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2208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31A33A-88B7-4919-85C1-C033DA406D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2208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1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B55C07-51A5-4B2A-B282-C9B7F0CAC4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29082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E83A40-E750-4506-89DC-D8C1258A84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29082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1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A24E9B-9474-470E-8076-F3B47DB815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44175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5B5968-5E42-4E47-8690-B6B6CE5A98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44175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1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997D7B-4F51-4CFC-B4A3-5A1AEF10A7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3474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3FD271-23E6-4368-AABB-72CE32D93B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3474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1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A277A3-D325-459F-A1DD-427F3158F5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01560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EFF7CD-DAB2-4D35-8C8C-00BDCA4D46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01560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1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0F71BA-EAC7-4A26-A0D2-E1E9588717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42773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F7979F-743C-40AF-8DF8-D230595EA1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42773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1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AD881C-11B9-4AD1-A5E6-C2E9BEC2EE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74740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1185ED-BAD3-4B99-9B39-6509600D2C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74740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1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751FF0-5AF3-4ADE-A2AD-05AC10E06C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00859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E0A0EF-7D2B-4DF0-B76C-92DCC12871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00859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1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78DB89-65B4-45A7-A3A9-5AA11C5E09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22942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4F63D9-80E4-4CDA-98C3-7DF072288E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22942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1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7F2500-CDDC-4491-823D-2A63FE0B45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42072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16B4DE-F6DE-499A-A899-A1566EDA2B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42072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1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9A6653-257D-4E14-B49F-AA267FE727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58945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25FA1E-7EFD-44B5-8E6E-6FED444767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58945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1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9D0E13-3A63-4B18-B63C-DD49913412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74039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F9DA02-6143-4082-ABDA-C0C71F11A6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74039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1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1B636D-108F-4484-9EF2-40219B448B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73338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5493A5-D2F1-4E13-9532-EF9B072957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73338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1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DE4724-6E63-4F3B-B4C7-D13DF8EB7A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31424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C4E8CA-ED02-41C4-8E2E-4E27FA6B88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31424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1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BAC78C-A966-4E27-B227-AF93C6F6DE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72637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469D4E-038F-4E79-B839-6A9E371907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72637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1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4D5C3E-FF55-4019-9366-16690CEBE4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04604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8C92F9-0865-4026-A62C-7E5707B1BC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04604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1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7AD5CF-CD71-4A2E-B21A-1165FA4BB6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30723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F80FED-ECC0-4D5C-ACCB-E86BDC1F45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30723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187" name="Text QSF">
            <a:extLst xmlns:a="http://schemas.openxmlformats.org/drawingml/2006/main">
              <a:ext uri="{FF2B5EF4-FFF2-40B4-BE49-F238E27FC236}">
                <a16:creationId xmlns:a16="http://schemas.microsoft.com/office/drawing/2014/main" id="{A4E939DE-13C5-4FC2-9316-C2989F09D9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29017" y="4872396"/>
            <a:ext cx="190479" cy="88120"/>
          </a:xfrm>
          <a:custGeom xmlns:a="http://schemas.openxmlformats.org/drawingml/2006/main">
            <a:pathLst>
              <a:path w="190479" h="88120">
                <a:moveTo>
                  <a:pt x="34181" y="8101"/>
                </a:moveTo>
                <a:cubicBezTo>
                  <a:pt x="26937" y="8101"/>
                  <a:pt x="21182" y="10804"/>
                  <a:pt x="16918" y="16209"/>
                </a:cubicBezTo>
                <a:cubicBezTo>
                  <a:pt x="12653" y="21614"/>
                  <a:pt x="10521" y="28979"/>
                  <a:pt x="10521" y="38306"/>
                </a:cubicBezTo>
                <a:cubicBezTo>
                  <a:pt x="10521" y="47599"/>
                  <a:pt x="12653" y="54949"/>
                  <a:pt x="16918" y="60354"/>
                </a:cubicBezTo>
                <a:cubicBezTo>
                  <a:pt x="21182" y="65759"/>
                  <a:pt x="26937" y="68461"/>
                  <a:pt x="34181" y="68461"/>
                </a:cubicBezTo>
                <a:cubicBezTo>
                  <a:pt x="41426" y="68461"/>
                  <a:pt x="47164" y="65759"/>
                  <a:pt x="51395" y="60354"/>
                </a:cubicBezTo>
                <a:cubicBezTo>
                  <a:pt x="55627" y="54949"/>
                  <a:pt x="57743" y="47599"/>
                  <a:pt x="57743" y="38306"/>
                </a:cubicBezTo>
                <a:cubicBezTo>
                  <a:pt x="57743" y="28979"/>
                  <a:pt x="55627" y="21614"/>
                  <a:pt x="51395" y="16209"/>
                </a:cubicBezTo>
                <a:cubicBezTo>
                  <a:pt x="47164" y="10804"/>
                  <a:pt x="41426" y="8101"/>
                  <a:pt x="34181" y="8101"/>
                </a:cubicBezTo>
                <a:moveTo>
                  <a:pt x="48160" y="73796"/>
                </a:moveTo>
                <a:lnTo>
                  <a:pt x="61299" y="88120"/>
                </a:lnTo>
                <a:lnTo>
                  <a:pt x="49247" y="88120"/>
                </a:lnTo>
                <a:lnTo>
                  <a:pt x="38330" y="76358"/>
                </a:lnTo>
                <a:cubicBezTo>
                  <a:pt x="37244" y="76426"/>
                  <a:pt x="36412" y="76477"/>
                  <a:pt x="35836" y="76511"/>
                </a:cubicBezTo>
                <a:cubicBezTo>
                  <a:pt x="35260" y="76545"/>
                  <a:pt x="34708" y="76562"/>
                  <a:pt x="34181" y="76562"/>
                </a:cubicBezTo>
                <a:cubicBezTo>
                  <a:pt x="23808" y="76562"/>
                  <a:pt x="15518" y="73094"/>
                  <a:pt x="9311" y="66158"/>
                </a:cubicBezTo>
                <a:cubicBezTo>
                  <a:pt x="3104" y="59221"/>
                  <a:pt x="0" y="49937"/>
                  <a:pt x="0" y="38306"/>
                </a:cubicBezTo>
                <a:cubicBezTo>
                  <a:pt x="0" y="26641"/>
                  <a:pt x="3104" y="17341"/>
                  <a:pt x="9311" y="10405"/>
                </a:cubicBezTo>
                <a:cubicBezTo>
                  <a:pt x="15518" y="3468"/>
                  <a:pt x="23808" y="0"/>
                  <a:pt x="34181" y="0"/>
                </a:cubicBezTo>
                <a:cubicBezTo>
                  <a:pt x="44521" y="0"/>
                  <a:pt x="52787" y="3468"/>
                  <a:pt x="58977" y="10405"/>
                </a:cubicBezTo>
                <a:cubicBezTo>
                  <a:pt x="65168" y="17341"/>
                  <a:pt x="68264" y="26642"/>
                  <a:pt x="68264" y="38307"/>
                </a:cubicBezTo>
                <a:cubicBezTo>
                  <a:pt x="68264" y="46874"/>
                  <a:pt x="66543" y="54206"/>
                  <a:pt x="63102" y="60302"/>
                </a:cubicBezTo>
                <a:cubicBezTo>
                  <a:pt x="59661" y="66398"/>
                  <a:pt x="54680" y="70896"/>
                  <a:pt x="48160" y="73796"/>
                </a:cubicBezTo>
                <a:close/>
                <a:moveTo>
                  <a:pt x="128070" y="3754"/>
                </a:moveTo>
                <a:lnTo>
                  <a:pt x="128070" y="13534"/>
                </a:lnTo>
                <a:cubicBezTo>
                  <a:pt x="124283" y="11707"/>
                  <a:pt x="120710" y="10344"/>
                  <a:pt x="117351" y="9447"/>
                </a:cubicBezTo>
                <a:cubicBezTo>
                  <a:pt x="113992" y="8549"/>
                  <a:pt x="110749" y="8101"/>
                  <a:pt x="107620" y="8101"/>
                </a:cubicBezTo>
                <a:cubicBezTo>
                  <a:pt x="102187" y="8101"/>
                  <a:pt x="97996" y="9156"/>
                  <a:pt x="95049" y="11267"/>
                </a:cubicBezTo>
                <a:cubicBezTo>
                  <a:pt x="92102" y="13376"/>
                  <a:pt x="90628" y="16376"/>
                  <a:pt x="90628" y="20267"/>
                </a:cubicBezTo>
                <a:cubicBezTo>
                  <a:pt x="90628" y="23532"/>
                  <a:pt x="91608" y="25997"/>
                  <a:pt x="93567" y="27663"/>
                </a:cubicBezTo>
                <a:cubicBezTo>
                  <a:pt x="95527" y="29328"/>
                  <a:pt x="99240" y="30671"/>
                  <a:pt x="104706" y="31693"/>
                </a:cubicBezTo>
                <a:lnTo>
                  <a:pt x="110732" y="32926"/>
                </a:lnTo>
                <a:cubicBezTo>
                  <a:pt x="118174" y="34343"/>
                  <a:pt x="123665" y="36839"/>
                  <a:pt x="127205" y="40414"/>
                </a:cubicBezTo>
                <a:cubicBezTo>
                  <a:pt x="130745" y="43988"/>
                  <a:pt x="132515" y="48773"/>
                  <a:pt x="132515" y="54770"/>
                </a:cubicBezTo>
                <a:cubicBezTo>
                  <a:pt x="132515" y="61918"/>
                  <a:pt x="130120" y="67338"/>
                  <a:pt x="125328" y="71028"/>
                </a:cubicBezTo>
                <a:cubicBezTo>
                  <a:pt x="120537" y="74717"/>
                  <a:pt x="113515" y="76562"/>
                  <a:pt x="104261" y="76562"/>
                </a:cubicBezTo>
                <a:cubicBezTo>
                  <a:pt x="100771" y="76562"/>
                  <a:pt x="97058" y="76163"/>
                  <a:pt x="93123" y="75364"/>
                </a:cubicBezTo>
                <a:cubicBezTo>
                  <a:pt x="89188" y="74566"/>
                  <a:pt x="85113" y="73384"/>
                  <a:pt x="80898" y="71820"/>
                </a:cubicBezTo>
                <a:lnTo>
                  <a:pt x="80898" y="61546"/>
                </a:lnTo>
                <a:cubicBezTo>
                  <a:pt x="84948" y="63835"/>
                  <a:pt x="88916" y="65559"/>
                  <a:pt x="92802" y="66720"/>
                </a:cubicBezTo>
                <a:cubicBezTo>
                  <a:pt x="96688" y="67881"/>
                  <a:pt x="100507" y="68461"/>
                  <a:pt x="104261" y="68461"/>
                </a:cubicBezTo>
                <a:cubicBezTo>
                  <a:pt x="109958" y="68461"/>
                  <a:pt x="114354" y="67341"/>
                  <a:pt x="117450" y="65099"/>
                </a:cubicBezTo>
                <a:cubicBezTo>
                  <a:pt x="120545" y="62857"/>
                  <a:pt x="122093" y="59659"/>
                  <a:pt x="122093" y="55506"/>
                </a:cubicBezTo>
                <a:cubicBezTo>
                  <a:pt x="122093" y="51880"/>
                  <a:pt x="120982" y="49044"/>
                  <a:pt x="118759" y="47001"/>
                </a:cubicBezTo>
                <a:cubicBezTo>
                  <a:pt x="116536" y="44956"/>
                  <a:pt x="112889" y="43423"/>
                  <a:pt x="107818" y="42401"/>
                </a:cubicBezTo>
                <a:lnTo>
                  <a:pt x="101742" y="41217"/>
                </a:lnTo>
                <a:cubicBezTo>
                  <a:pt x="94300" y="39734"/>
                  <a:pt x="88916" y="37411"/>
                  <a:pt x="85590" y="34249"/>
                </a:cubicBezTo>
                <a:cubicBezTo>
                  <a:pt x="82264" y="31086"/>
                  <a:pt x="80601" y="26687"/>
                  <a:pt x="80601" y="21053"/>
                </a:cubicBezTo>
                <a:cubicBezTo>
                  <a:pt x="80601" y="14530"/>
                  <a:pt x="82898" y="9390"/>
                  <a:pt x="87492" y="5634"/>
                </a:cubicBezTo>
                <a:cubicBezTo>
                  <a:pt x="92086" y="1878"/>
                  <a:pt x="98416" y="0"/>
                  <a:pt x="106484" y="0"/>
                </a:cubicBezTo>
                <a:cubicBezTo>
                  <a:pt x="109942" y="0"/>
                  <a:pt x="113465" y="313"/>
                  <a:pt x="117055" y="938"/>
                </a:cubicBezTo>
                <a:cubicBezTo>
                  <a:pt x="120644" y="1564"/>
                  <a:pt x="124316" y="2503"/>
                  <a:pt x="128070" y="3754"/>
                </a:cubicBezTo>
                <a:close/>
                <a:moveTo>
                  <a:pt x="148099" y="1284"/>
                </a:moveTo>
                <a:lnTo>
                  <a:pt x="190479" y="1284"/>
                </a:lnTo>
                <a:lnTo>
                  <a:pt x="190479" y="9681"/>
                </a:lnTo>
                <a:lnTo>
                  <a:pt x="158076" y="9681"/>
                </a:lnTo>
                <a:lnTo>
                  <a:pt x="158076" y="31415"/>
                </a:lnTo>
                <a:lnTo>
                  <a:pt x="187318" y="31415"/>
                </a:lnTo>
                <a:lnTo>
                  <a:pt x="187318" y="39812"/>
                </a:lnTo>
                <a:lnTo>
                  <a:pt x="158076" y="39812"/>
                </a:lnTo>
                <a:lnTo>
                  <a:pt x="158076" y="75080"/>
                </a:lnTo>
                <a:lnTo>
                  <a:pt x="148099" y="75080"/>
                </a:lnTo>
                <a:lnTo>
                  <a:pt x="148099" y="1284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FF5DA0-7F48-4D5C-83BE-E339784017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96256" y="4708010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FFABF7-D3C4-45AD-A20C-2C7333E19F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96256" y="4708010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8190" name="Text 0">
            <a:extLst xmlns:a="http://schemas.openxmlformats.org/drawingml/2006/main">
              <a:ext uri="{FF2B5EF4-FFF2-40B4-BE49-F238E27FC236}">
                <a16:creationId xmlns:a16="http://schemas.microsoft.com/office/drawing/2014/main" id="{7459CDE9-FB02-4F0E-A664-D66C2F00D8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18875" y="4675946"/>
            <a:ext cx="43693" cy="65625"/>
          </a:xfrm>
          <a:custGeom xmlns:a="http://schemas.openxmlformats.org/drawingml/2006/main">
            <a:pathLst>
              <a:path w="43693" h="65625">
                <a:moveTo>
                  <a:pt x="21847" y="6774"/>
                </a:moveTo>
                <a:cubicBezTo>
                  <a:pt x="17443" y="6774"/>
                  <a:pt x="14134" y="8942"/>
                  <a:pt x="11918" y="13278"/>
                </a:cubicBezTo>
                <a:cubicBezTo>
                  <a:pt x="9703" y="17615"/>
                  <a:pt x="8595" y="24133"/>
                  <a:pt x="8595" y="32833"/>
                </a:cubicBezTo>
                <a:cubicBezTo>
                  <a:pt x="8595" y="41506"/>
                  <a:pt x="9703" y="48010"/>
                  <a:pt x="11918" y="52346"/>
                </a:cubicBezTo>
                <a:cubicBezTo>
                  <a:pt x="14134" y="56682"/>
                  <a:pt x="17443" y="58850"/>
                  <a:pt x="21847" y="58850"/>
                </a:cubicBezTo>
                <a:cubicBezTo>
                  <a:pt x="26278" y="58850"/>
                  <a:pt x="29602" y="56682"/>
                  <a:pt x="31817" y="52346"/>
                </a:cubicBezTo>
                <a:cubicBezTo>
                  <a:pt x="34033" y="48010"/>
                  <a:pt x="35141" y="41506"/>
                  <a:pt x="35141" y="32833"/>
                </a:cubicBezTo>
                <a:cubicBezTo>
                  <a:pt x="35141" y="24133"/>
                  <a:pt x="34033" y="17615"/>
                  <a:pt x="31817" y="13278"/>
                </a:cubicBezTo>
                <a:cubicBezTo>
                  <a:pt x="29602" y="8942"/>
                  <a:pt x="26278" y="6774"/>
                  <a:pt x="21847" y="6774"/>
                </a:cubicBezTo>
                <a:moveTo>
                  <a:pt x="21847" y="0"/>
                </a:moveTo>
                <a:cubicBezTo>
                  <a:pt x="28931" y="0"/>
                  <a:pt x="34344" y="2803"/>
                  <a:pt x="38083" y="8409"/>
                </a:cubicBezTo>
                <a:cubicBezTo>
                  <a:pt x="41823" y="14016"/>
                  <a:pt x="43693" y="22157"/>
                  <a:pt x="43693" y="32833"/>
                </a:cubicBezTo>
                <a:cubicBezTo>
                  <a:pt x="43693" y="43482"/>
                  <a:pt x="41823" y="51609"/>
                  <a:pt x="38083" y="57215"/>
                </a:cubicBezTo>
                <a:cubicBezTo>
                  <a:pt x="34344" y="62821"/>
                  <a:pt x="28931" y="65625"/>
                  <a:pt x="21847" y="65625"/>
                </a:cubicBezTo>
                <a:cubicBezTo>
                  <a:pt x="14762" y="65625"/>
                  <a:pt x="9350" y="62821"/>
                  <a:pt x="5610" y="57215"/>
                </a:cubicBezTo>
                <a:cubicBezTo>
                  <a:pt x="1870" y="51609"/>
                  <a:pt x="0" y="43482"/>
                  <a:pt x="0" y="32833"/>
                </a:cubicBezTo>
                <a:cubicBezTo>
                  <a:pt x="0" y="22157"/>
                  <a:pt x="1870" y="14016"/>
                  <a:pt x="5610" y="8409"/>
                </a:cubicBezTo>
                <a:cubicBezTo>
                  <a:pt x="9350" y="2803"/>
                  <a:pt x="14762" y="0"/>
                  <a:pt x="21847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517BC0-DF1F-44D4-8740-B30B571886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96256" y="4434897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9E6588-0E0F-4AFA-B3B3-D1E980D305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96256" y="4434897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8193" name="Text 10">
            <a:extLst xmlns:a="http://schemas.openxmlformats.org/drawingml/2006/main">
              <a:ext uri="{FF2B5EF4-FFF2-40B4-BE49-F238E27FC236}">
                <a16:creationId xmlns:a16="http://schemas.microsoft.com/office/drawing/2014/main" id="{71CA609D-482F-4EF9-811B-DB348106DC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70945" y="4402833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94" name="Text −1">
            <a:extLst xmlns:a="http://schemas.openxmlformats.org/drawingml/2006/main">
              <a:ext uri="{FF2B5EF4-FFF2-40B4-BE49-F238E27FC236}">
                <a16:creationId xmlns:a16="http://schemas.microsoft.com/office/drawing/2014/main" id="{274D0717-7746-4320-98D1-4AEA0E41AE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79013" y="4389717"/>
            <a:ext cx="77441" cy="44278"/>
          </a:xfrm>
          <a:custGeom xmlns:a="http://schemas.openxmlformats.org/drawingml/2006/main">
            <a:pathLst>
              <a:path w="77441" h="44278">
                <a:moveTo>
                  <a:pt x="0" y="22702"/>
                </a:moveTo>
                <a:lnTo>
                  <a:pt x="37995" y="22702"/>
                </a:lnTo>
                <a:lnTo>
                  <a:pt x="37995" y="27740"/>
                </a:lnTo>
                <a:lnTo>
                  <a:pt x="0" y="27740"/>
                </a:lnTo>
                <a:lnTo>
                  <a:pt x="0" y="22702"/>
                </a:lnTo>
                <a:close/>
                <a:moveTo>
                  <a:pt x="51953" y="39239"/>
                </a:moveTo>
                <a:lnTo>
                  <a:pt x="61734" y="39239"/>
                </a:lnTo>
                <a:lnTo>
                  <a:pt x="61734" y="5453"/>
                </a:lnTo>
                <a:lnTo>
                  <a:pt x="51094" y="7587"/>
                </a:lnTo>
                <a:lnTo>
                  <a:pt x="51094" y="2134"/>
                </a:lnTo>
                <a:lnTo>
                  <a:pt x="61674" y="0"/>
                </a:lnTo>
                <a:lnTo>
                  <a:pt x="67661" y="0"/>
                </a:lnTo>
                <a:lnTo>
                  <a:pt x="67661" y="39239"/>
                </a:lnTo>
                <a:lnTo>
                  <a:pt x="77441" y="39239"/>
                </a:lnTo>
                <a:lnTo>
                  <a:pt x="77441" y="44278"/>
                </a:lnTo>
                <a:lnTo>
                  <a:pt x="51953" y="44278"/>
                </a:lnTo>
                <a:lnTo>
                  <a:pt x="51953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2A5349-109C-496B-95F2-7E5F4E7AA0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96256" y="4189096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93E5E0-5126-496F-8553-F0167763E5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96256" y="4189096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8197" name="Text 10">
            <a:extLst xmlns:a="http://schemas.openxmlformats.org/drawingml/2006/main">
              <a:ext uri="{FF2B5EF4-FFF2-40B4-BE49-F238E27FC236}">
                <a16:creationId xmlns:a16="http://schemas.microsoft.com/office/drawing/2014/main" id="{FA1C9DDA-D511-4A2C-A9BC-D0DC9D3F66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21525" y="4157822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98" name="Text 0">
            <a:extLst xmlns:a="http://schemas.openxmlformats.org/drawingml/2006/main">
              <a:ext uri="{FF2B5EF4-FFF2-40B4-BE49-F238E27FC236}">
                <a16:creationId xmlns:a16="http://schemas.microsoft.com/office/drawing/2014/main" id="{6D44EE0A-0FA0-4A01-AD24-F7B1901E31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27164" y="4143935"/>
            <a:ext cx="30585" cy="45937"/>
          </a:xfrm>
          <a:custGeom xmlns:a="http://schemas.openxmlformats.org/drawingml/2006/main">
            <a:pathLst>
              <a:path w="30585" h="45937">
                <a:moveTo>
                  <a:pt x="15293" y="4742"/>
                </a:moveTo>
                <a:cubicBezTo>
                  <a:pt x="12210" y="4742"/>
                  <a:pt x="9894" y="6260"/>
                  <a:pt x="8343" y="9295"/>
                </a:cubicBezTo>
                <a:cubicBezTo>
                  <a:pt x="6792" y="12330"/>
                  <a:pt x="6016" y="16893"/>
                  <a:pt x="6016" y="22983"/>
                </a:cubicBezTo>
                <a:cubicBezTo>
                  <a:pt x="6016" y="29054"/>
                  <a:pt x="6792" y="33607"/>
                  <a:pt x="8343" y="36642"/>
                </a:cubicBezTo>
                <a:cubicBezTo>
                  <a:pt x="9894" y="39678"/>
                  <a:pt x="12210" y="41195"/>
                  <a:pt x="15293" y="41195"/>
                </a:cubicBezTo>
                <a:cubicBezTo>
                  <a:pt x="18395" y="41195"/>
                  <a:pt x="20721" y="39678"/>
                  <a:pt x="22272" y="36642"/>
                </a:cubicBezTo>
                <a:cubicBezTo>
                  <a:pt x="23823" y="33607"/>
                  <a:pt x="24599" y="29054"/>
                  <a:pt x="24599" y="22983"/>
                </a:cubicBezTo>
                <a:cubicBezTo>
                  <a:pt x="24599" y="16893"/>
                  <a:pt x="23823" y="12330"/>
                  <a:pt x="22272" y="9295"/>
                </a:cubicBezTo>
                <a:cubicBezTo>
                  <a:pt x="20721" y="6260"/>
                  <a:pt x="18395" y="4742"/>
                  <a:pt x="15293" y="4742"/>
                </a:cubicBezTo>
                <a:moveTo>
                  <a:pt x="15293" y="0"/>
                </a:moveTo>
                <a:cubicBezTo>
                  <a:pt x="20252" y="0"/>
                  <a:pt x="24040" y="1962"/>
                  <a:pt x="26658" y="5887"/>
                </a:cubicBezTo>
                <a:cubicBezTo>
                  <a:pt x="29276" y="9811"/>
                  <a:pt x="30585" y="15510"/>
                  <a:pt x="30585" y="22983"/>
                </a:cubicBezTo>
                <a:cubicBezTo>
                  <a:pt x="30585" y="30437"/>
                  <a:pt x="29276" y="36126"/>
                  <a:pt x="26658" y="40051"/>
                </a:cubicBezTo>
                <a:cubicBezTo>
                  <a:pt x="24040" y="43975"/>
                  <a:pt x="20252" y="45937"/>
                  <a:pt x="15293" y="45937"/>
                </a:cubicBezTo>
                <a:cubicBezTo>
                  <a:pt x="10333" y="45937"/>
                  <a:pt x="6545" y="43975"/>
                  <a:pt x="3927" y="40051"/>
                </a:cubicBezTo>
                <a:cubicBezTo>
                  <a:pt x="1309" y="36126"/>
                  <a:pt x="0" y="30437"/>
                  <a:pt x="0" y="22983"/>
                </a:cubicBezTo>
                <a:cubicBezTo>
                  <a:pt x="0" y="15510"/>
                  <a:pt x="1309" y="9811"/>
                  <a:pt x="3927" y="5887"/>
                </a:cubicBezTo>
                <a:cubicBezTo>
                  <a:pt x="6545" y="1962"/>
                  <a:pt x="10333" y="0"/>
                  <a:pt x="1529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776C64-671D-4242-9C9C-67A4B40F99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96256" y="3943294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6CB9BB-F902-48C0-B580-82E327D1F3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96256" y="3943294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8201" name="Text 10">
            <a:extLst xmlns:a="http://schemas.openxmlformats.org/drawingml/2006/main">
              <a:ext uri="{FF2B5EF4-FFF2-40B4-BE49-F238E27FC236}">
                <a16:creationId xmlns:a16="http://schemas.microsoft.com/office/drawing/2014/main" id="{C642C5A6-E0CA-415D-8547-1E4BB736B4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21525" y="3911230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02" name="Text 1">
            <a:extLst xmlns:a="http://schemas.openxmlformats.org/drawingml/2006/main">
              <a:ext uri="{FF2B5EF4-FFF2-40B4-BE49-F238E27FC236}">
                <a16:creationId xmlns:a16="http://schemas.microsoft.com/office/drawing/2014/main" id="{D3947441-0F8C-44E1-8994-117776276B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29831" y="3898114"/>
            <a:ext cx="26347" cy="44278"/>
          </a:xfrm>
          <a:custGeom xmlns:a="http://schemas.openxmlformats.org/drawingml/2006/main">
            <a:pathLst>
              <a:path w="26347" h="44278">
                <a:moveTo>
                  <a:pt x="859" y="39239"/>
                </a:moveTo>
                <a:lnTo>
                  <a:pt x="10640" y="39239"/>
                </a:lnTo>
                <a:lnTo>
                  <a:pt x="10640" y="5453"/>
                </a:lnTo>
                <a:lnTo>
                  <a:pt x="0" y="7587"/>
                </a:lnTo>
                <a:lnTo>
                  <a:pt x="0" y="2134"/>
                </a:lnTo>
                <a:lnTo>
                  <a:pt x="10580" y="0"/>
                </a:lnTo>
                <a:lnTo>
                  <a:pt x="16567" y="0"/>
                </a:lnTo>
                <a:lnTo>
                  <a:pt x="16567" y="39239"/>
                </a:lnTo>
                <a:lnTo>
                  <a:pt x="26347" y="39239"/>
                </a:lnTo>
                <a:lnTo>
                  <a:pt x="26347" y="44278"/>
                </a:lnTo>
                <a:lnTo>
                  <a:pt x="859" y="44278"/>
                </a:lnTo>
                <a:lnTo>
                  <a:pt x="859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832CBB-5DF2-4C84-9581-20C8BE0A5E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96256" y="3697492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1683DD-5D90-4428-9D60-1392E01A68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96256" y="3697492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8205" name="Text 10">
            <a:extLst xmlns:a="http://schemas.openxmlformats.org/drawingml/2006/main">
              <a:ext uri="{FF2B5EF4-FFF2-40B4-BE49-F238E27FC236}">
                <a16:creationId xmlns:a16="http://schemas.microsoft.com/office/drawing/2014/main" id="{F0492C8E-9775-4254-BBD7-B76F4432D9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21525" y="3666219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06" name="Text 2">
            <a:extLst xmlns:a="http://schemas.openxmlformats.org/drawingml/2006/main">
              <a:ext uri="{FF2B5EF4-FFF2-40B4-BE49-F238E27FC236}">
                <a16:creationId xmlns:a16="http://schemas.microsoft.com/office/drawing/2014/main" id="{E3637F88-4828-4CD1-BF71-4F2DDDADB9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27608" y="3652332"/>
            <a:ext cx="28096" cy="45048"/>
          </a:xfrm>
          <a:custGeom xmlns:a="http://schemas.openxmlformats.org/drawingml/2006/main">
            <a:pathLst>
              <a:path w="28096" h="45048">
                <a:moveTo>
                  <a:pt x="7202" y="40010"/>
                </a:moveTo>
                <a:lnTo>
                  <a:pt x="28096" y="40010"/>
                </a:lnTo>
                <a:lnTo>
                  <a:pt x="28096" y="45048"/>
                </a:lnTo>
                <a:lnTo>
                  <a:pt x="0" y="45048"/>
                </a:lnTo>
                <a:lnTo>
                  <a:pt x="0" y="40010"/>
                </a:lnTo>
                <a:cubicBezTo>
                  <a:pt x="2272" y="37659"/>
                  <a:pt x="5369" y="34502"/>
                  <a:pt x="9291" y="30541"/>
                </a:cubicBezTo>
                <a:cubicBezTo>
                  <a:pt x="13213" y="26579"/>
                  <a:pt x="15678" y="24026"/>
                  <a:pt x="16686" y="22880"/>
                </a:cubicBezTo>
                <a:cubicBezTo>
                  <a:pt x="18602" y="20726"/>
                  <a:pt x="19941" y="18903"/>
                  <a:pt x="20701" y="17412"/>
                </a:cubicBezTo>
                <a:cubicBezTo>
                  <a:pt x="21462" y="15920"/>
                  <a:pt x="21842" y="14453"/>
                  <a:pt x="21842" y="13011"/>
                </a:cubicBezTo>
                <a:cubicBezTo>
                  <a:pt x="21842" y="10659"/>
                  <a:pt x="21018" y="8743"/>
                  <a:pt x="19368" y="7261"/>
                </a:cubicBezTo>
                <a:cubicBezTo>
                  <a:pt x="17718" y="5779"/>
                  <a:pt x="15569" y="5038"/>
                  <a:pt x="12922" y="5038"/>
                </a:cubicBezTo>
                <a:cubicBezTo>
                  <a:pt x="11045" y="5038"/>
                  <a:pt x="9064" y="5367"/>
                  <a:pt x="6979" y="6024"/>
                </a:cubicBezTo>
                <a:cubicBezTo>
                  <a:pt x="4895" y="6681"/>
                  <a:pt x="2667" y="7676"/>
                  <a:pt x="296" y="9010"/>
                </a:cubicBezTo>
                <a:lnTo>
                  <a:pt x="296" y="2964"/>
                </a:lnTo>
                <a:cubicBezTo>
                  <a:pt x="2707" y="1986"/>
                  <a:pt x="4959" y="1247"/>
                  <a:pt x="7054" y="748"/>
                </a:cubicBezTo>
                <a:cubicBezTo>
                  <a:pt x="9148" y="249"/>
                  <a:pt x="11064" y="0"/>
                  <a:pt x="12803" y="0"/>
                </a:cubicBezTo>
                <a:cubicBezTo>
                  <a:pt x="17387" y="0"/>
                  <a:pt x="21042" y="1146"/>
                  <a:pt x="23769" y="3438"/>
                </a:cubicBezTo>
                <a:cubicBezTo>
                  <a:pt x="26495" y="5730"/>
                  <a:pt x="27859" y="8792"/>
                  <a:pt x="27859" y="12625"/>
                </a:cubicBezTo>
                <a:cubicBezTo>
                  <a:pt x="27859" y="14443"/>
                  <a:pt x="27518" y="16167"/>
                  <a:pt x="26836" y="17797"/>
                </a:cubicBezTo>
                <a:cubicBezTo>
                  <a:pt x="26155" y="19427"/>
                  <a:pt x="24915" y="21348"/>
                  <a:pt x="23117" y="23561"/>
                </a:cubicBezTo>
                <a:cubicBezTo>
                  <a:pt x="22623" y="24134"/>
                  <a:pt x="21052" y="25789"/>
                  <a:pt x="18405" y="28526"/>
                </a:cubicBezTo>
                <a:cubicBezTo>
                  <a:pt x="15757" y="31262"/>
                  <a:pt x="12023" y="35090"/>
                  <a:pt x="7202" y="4001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6D69CB-FD49-4E39-87B0-57D6111C78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70773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EE7CE5-5332-490E-8799-6F31CE6F77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70773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2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E398C7-6D5D-453A-AF08-0208253B9E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70746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3EFD3F-4619-4739-B4E1-4552F896B5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70746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2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522F9E-4741-4519-92AC-48ABD9D870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70719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A4A45F-CD75-4DF6-A342-BD507BBDA9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70719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2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5B7B8D-EEBC-4D2B-889B-D67BDA537B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70691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40EAB8-8979-411A-ABF1-A9380FEF87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70691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2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EC0D02-C2FA-4058-8C2D-E37811EE00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70664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166529-8266-4FEB-8ECD-27F08DC4BD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70664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2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9F42AD-11B1-4A4F-ABEC-1B2E197B4E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70637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449C3A-E1F6-4E48-9A95-7D2B64F074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70637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2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3133D0-1258-4257-A595-2986A913E4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70609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3228E7-EE3B-4ED6-A972-DC47F00C8E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70609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2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F57AD8-2149-42E5-97F5-2B8A879E73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70582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C918D4-8002-4042-B0CE-A8222FB709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70582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2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FD779E-FB64-46BF-859B-5B2A5E7DE1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70555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21B0F2-FF5B-41C0-85D8-0071CD8BFC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70555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2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97D270-7CA0-4B59-B864-97080DF7FC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70527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30F56B-8C16-4329-9A16-D770E14700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70527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2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B91FF6-681F-45FB-9A2F-7FA6346CB9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70254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AD577F-2935-416F-A949-67FAE0ECAB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70254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2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132E6C-326D-4732-8B1A-BBA4E6E87E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69981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8F0FCA-85C0-469D-9E9E-545F467AD2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69981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2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6F1ECF-DB9E-4DD9-A1D9-9FC0EAD53D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69708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F9CDC8-8AA9-43CF-9A11-AAB923799B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69708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2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B67076-081D-4AF3-9DF9-CB659FE7EF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69435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46EE08-9102-4C82-B1A6-BCE7B3420D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69435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2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413D90-0B26-4105-836A-0F196EC84B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69162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A7434D-8651-44FB-BEB3-9A423533F2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69162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2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EFC46E-3912-4689-86AC-BD248DC366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68889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BCE6C2-CF85-4899-9230-A02FA9A90E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68889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2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DF25DA-F99F-4710-BBE5-B46A66D0DD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68616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2BD6ED-5F50-4179-BBF5-777DAF14ED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68616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2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4DD2FB-4C2F-4880-8C16-2DF3E78226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68343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F2BF94-B739-432A-962C-BF09990898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68343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2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3F1DB4-E569-41AB-82FD-1F6EC17F3F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68069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CE7BF1-7AFA-49BD-A452-7B4FE8E31C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68069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2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32AFF1-006A-42D9-AEC3-9504E92C40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65338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53DD1E-860B-4CA8-9801-868B29FFFB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65338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2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EFD073-D966-414B-B6A0-CEEA2AE8DD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62607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8A7A8E-C17B-49A1-B63D-1C7EFC9118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62607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2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7790F9-7E88-4CEA-A16D-14D23CD22D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59876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EB7241-31EF-4C40-A620-45C6C74A3D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59876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2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1D14D0-2391-4775-8F42-EE7D08DFCD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57145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2FBAF7-8172-49C8-BEFC-FECC660CCC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57145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2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B22439-7A8C-4678-B379-72914382BB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54414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5D9CD8-5052-42BF-8414-C0C9B4E516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54414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2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A39C79-54A7-4950-900F-8FC071DCA6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51683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A25A5D-A431-436D-B13C-700AAF65B2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51683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2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D417EE-CA99-40FD-ACEF-9D46C394CC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48952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342D19-E66A-4DBD-8385-B71B91F3EB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48952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2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768266-75CF-4D0A-9EA2-334AA24C1A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46220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057625-D1DC-447F-B381-003A8E12C7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46220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2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AC3576-5C91-4DC4-BD49-A45AB54FC5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43489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E6A94B-F39B-4AAB-9874-29E1212D37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43489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2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884352-4CA2-438F-A867-3CD407E19A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36090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52A84F-0BA6-4316-999D-9CCB651DB6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36090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2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492FAB-4C2A-4C0E-9DFE-0BDC54F7DD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31762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574252-FE79-4193-9D9E-F86BD70238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31762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2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E29197-6F2F-471B-84BF-7FDCC15B23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28691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1DBEE2-997C-48D0-A015-F8A654893C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28691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2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AD66AE-09A6-482C-AF00-3DF973262F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26308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F3BBE5-AE22-4202-8086-D7FF42B4C4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26308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2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223A74-F2CE-434B-9B82-9B6527CF12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24362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CEB9CF-8841-481C-9374-4613627D5D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24362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2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68D540-7E2E-4599-90AB-6A37A4EC3B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22717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EF781B-3865-4DB4-9563-28956F5576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22717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2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16481E-AD9E-423C-A665-920DE9F42B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21291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6555E7-C1AA-40F6-878B-996E3D70CE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21291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2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EA60A4-F144-46D1-AB4E-B15E5CC579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20034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C26AC1-738F-44E8-8DBF-F8F1235C66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20034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2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35041A-5629-43C4-A444-BE09172A3C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18909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6D89C3-A279-424B-9A54-CCE9545B7A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18909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2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DFA8E3-2C19-40FD-A4F4-9CA1329A9B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11510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0D0604-76D7-4ACD-B6C6-D848022268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11510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2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53A7FA-FF1B-4E68-9E10-F2D901B390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07181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DE7C2A-D566-4D50-B75B-C4D2F29639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07181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2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7E86D1-81FF-4D60-9ADB-9631DCA16D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04110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CE050B-FA68-4299-848B-232BA959E0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04110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2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BF0B7E-C267-49DF-82AD-B471D6E1E6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01728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296578-6EF2-4E08-B38C-622125AE43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401728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2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B5CDA9-DE08-4AE2-9ED8-F4B145F2A0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399782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A3E457-AFE4-4573-A691-FD77E17F45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399782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2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1E2522-314F-43C7-843C-CCE58A40E7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398136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539700-FF9C-4285-ADB5-5AAC1B544D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398136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2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DE18D1-61ED-4A58-857B-02FC03E468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396711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2CAB38-E8EC-49F1-A286-317C6CDE14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396711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2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C5FE74-AB66-4FC5-A0FC-23172E2EB2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395454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238407-3F49-4675-9F27-435A778E65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395454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2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99DA1F-28CA-4CE9-A8F0-3442DA57C7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394329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59463E-564E-43B6-82DC-A61B17FC62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394329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2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A2CE38-B13A-4102-BD28-431E5C34D7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386930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072A38-F167-4D35-AA4E-A0177EDB23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386930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3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38D48F-F71F-48B4-A4BC-5E48488A5F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382601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2B1FE3-9EDE-4C90-B3F9-3709228697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382601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3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A30333-FB66-4CC2-BEAA-8F0CB4A49D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379530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BAEE81-D836-4E5F-A756-4029D4B617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379530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3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8CE229-3ED2-4C83-8312-B11E68A38D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377148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CF2CDB-5477-477A-A842-E12D992624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377148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3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55BF37-E512-4B56-B7E5-079383E9B5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375202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8C24F0-E32B-4CD1-9520-0194509266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375202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3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0A799E-A763-48A6-BC5A-75CBDD882F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373556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78D757-771B-4782-A85E-68ACDB17EF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373556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3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ADC342-827D-4370-BC15-2AB2679FC3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372131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032B0B-5CEB-4833-BE0C-D36BBDF218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372131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3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0B0F80-2DEE-4628-A3E5-BF13817F1B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370874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694FCD-33B4-48F2-9B33-1FDE7959D2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370874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3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7BCE7C-A135-42AE-A60D-E7AE5F1139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369749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7D9CE5-1D4C-4602-927E-5947391FF2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369749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3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A02F2F-52B1-40AF-A9A4-491F36E07D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362349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BCA325-113F-4237-8BA8-70E7673FBE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362349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3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53E831-0254-48E2-A454-785F136BBD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358021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C869E5-0FDE-4FD2-ACB7-B53A7488E8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358021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3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E1656A-6BCB-4E63-88F6-F771E06C08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354950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F0E356-70D1-4C75-ACB5-0038448E66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354950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3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A747A4-D82D-4E58-9C06-BEECB0BBC8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352568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CBCA6D-61CA-4CD7-961A-404551A916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352568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3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D65C11-EDD9-4899-BA80-6B91B940A4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350622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091A6C-6E28-43C2-B867-1CE700351C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3482" y="350622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327" name="Text M">
            <a:extLst xmlns:a="http://schemas.openxmlformats.org/drawingml/2006/main">
              <a:ext uri="{FF2B5EF4-FFF2-40B4-BE49-F238E27FC236}">
                <a16:creationId xmlns:a16="http://schemas.microsoft.com/office/drawing/2014/main" id="{DCCEADC1-9A61-4BAA-990C-CE293F0BBE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37720" y="4285946"/>
            <a:ext cx="73796" cy="67473"/>
          </a:xfrm>
          <a:custGeom xmlns:a="http://schemas.openxmlformats.org/drawingml/2006/main">
            <a:pathLst>
              <a:path w="73796" h="67473">
                <a:moveTo>
                  <a:pt x="0" y="67473"/>
                </a:moveTo>
                <a:lnTo>
                  <a:pt x="0" y="52606"/>
                </a:lnTo>
                <a:lnTo>
                  <a:pt x="50185" y="33786"/>
                </a:lnTo>
                <a:lnTo>
                  <a:pt x="0" y="14868"/>
                </a:lnTo>
                <a:lnTo>
                  <a:pt x="0" y="0"/>
                </a:lnTo>
                <a:lnTo>
                  <a:pt x="73796" y="0"/>
                </a:lnTo>
                <a:lnTo>
                  <a:pt x="73796" y="9731"/>
                </a:lnTo>
                <a:lnTo>
                  <a:pt x="8990" y="9731"/>
                </a:lnTo>
                <a:lnTo>
                  <a:pt x="59570" y="28748"/>
                </a:lnTo>
                <a:lnTo>
                  <a:pt x="59570" y="38775"/>
                </a:lnTo>
                <a:lnTo>
                  <a:pt x="8990" y="57792"/>
                </a:lnTo>
                <a:lnTo>
                  <a:pt x="73796" y="57792"/>
                </a:lnTo>
                <a:lnTo>
                  <a:pt x="73796" y="67473"/>
                </a:lnTo>
                <a:lnTo>
                  <a:pt x="0" y="67473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28" name="Text a">
            <a:extLst xmlns:a="http://schemas.openxmlformats.org/drawingml/2006/main">
              <a:ext uri="{FF2B5EF4-FFF2-40B4-BE49-F238E27FC236}">
                <a16:creationId xmlns:a16="http://schemas.microsoft.com/office/drawing/2014/main" id="{2A4E2B7B-4C1B-452C-BCA9-D080FDA02F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54810" y="4223244"/>
            <a:ext cx="58187" cy="46728"/>
          </a:xfrm>
          <a:custGeom xmlns:a="http://schemas.openxmlformats.org/drawingml/2006/main">
            <a:pathLst>
              <a:path w="58187" h="46728">
                <a:moveTo>
                  <a:pt x="28847" y="18128"/>
                </a:moveTo>
                <a:cubicBezTo>
                  <a:pt x="28847" y="25471"/>
                  <a:pt x="29690" y="30559"/>
                  <a:pt x="31378" y="33391"/>
                </a:cubicBezTo>
                <a:cubicBezTo>
                  <a:pt x="33065" y="36223"/>
                  <a:pt x="35942" y="37639"/>
                  <a:pt x="40011" y="37639"/>
                </a:cubicBezTo>
                <a:cubicBezTo>
                  <a:pt x="43253" y="37639"/>
                  <a:pt x="45825" y="36577"/>
                  <a:pt x="47728" y="34453"/>
                </a:cubicBezTo>
                <a:cubicBezTo>
                  <a:pt x="49629" y="32329"/>
                  <a:pt x="50580" y="29439"/>
                  <a:pt x="50580" y="25784"/>
                </a:cubicBezTo>
                <a:cubicBezTo>
                  <a:pt x="50580" y="20746"/>
                  <a:pt x="48786" y="16704"/>
                  <a:pt x="45196" y="13658"/>
                </a:cubicBezTo>
                <a:cubicBezTo>
                  <a:pt x="41606" y="10612"/>
                  <a:pt x="36833" y="9089"/>
                  <a:pt x="30876" y="9089"/>
                </a:cubicBezTo>
                <a:lnTo>
                  <a:pt x="28847" y="9089"/>
                </a:lnTo>
                <a:lnTo>
                  <a:pt x="28847" y="18128"/>
                </a:lnTo>
                <a:moveTo>
                  <a:pt x="25093" y="0"/>
                </a:moveTo>
                <a:lnTo>
                  <a:pt x="56705" y="0"/>
                </a:lnTo>
                <a:lnTo>
                  <a:pt x="56705" y="9089"/>
                </a:lnTo>
                <a:lnTo>
                  <a:pt x="48308" y="9089"/>
                </a:lnTo>
                <a:cubicBezTo>
                  <a:pt x="51683" y="11163"/>
                  <a:pt x="54174" y="13748"/>
                  <a:pt x="55779" y="16844"/>
                </a:cubicBezTo>
                <a:cubicBezTo>
                  <a:pt x="57384" y="19939"/>
                  <a:pt x="58187" y="23726"/>
                  <a:pt x="58187" y="28204"/>
                </a:cubicBezTo>
                <a:cubicBezTo>
                  <a:pt x="58187" y="33868"/>
                  <a:pt x="56594" y="38372"/>
                  <a:pt x="53408" y="41714"/>
                </a:cubicBezTo>
                <a:cubicBezTo>
                  <a:pt x="50221" y="45056"/>
                  <a:pt x="45953" y="46728"/>
                  <a:pt x="40604" y="46728"/>
                </a:cubicBezTo>
                <a:cubicBezTo>
                  <a:pt x="34364" y="46728"/>
                  <a:pt x="29659" y="44645"/>
                  <a:pt x="26490" y="40479"/>
                </a:cubicBezTo>
                <a:cubicBezTo>
                  <a:pt x="23319" y="36313"/>
                  <a:pt x="21734" y="30098"/>
                  <a:pt x="21734" y="21833"/>
                </a:cubicBezTo>
                <a:lnTo>
                  <a:pt x="21734" y="9089"/>
                </a:lnTo>
                <a:lnTo>
                  <a:pt x="20845" y="9089"/>
                </a:lnTo>
                <a:cubicBezTo>
                  <a:pt x="16663" y="9089"/>
                  <a:pt x="13427" y="10463"/>
                  <a:pt x="11139" y="13213"/>
                </a:cubicBezTo>
                <a:cubicBezTo>
                  <a:pt x="8850" y="15963"/>
                  <a:pt x="7706" y="19824"/>
                  <a:pt x="7706" y="24796"/>
                </a:cubicBezTo>
                <a:cubicBezTo>
                  <a:pt x="7706" y="27957"/>
                  <a:pt x="8084" y="31036"/>
                  <a:pt x="8842" y="34033"/>
                </a:cubicBezTo>
                <a:cubicBezTo>
                  <a:pt x="9599" y="37030"/>
                  <a:pt x="10735" y="39911"/>
                  <a:pt x="12250" y="42677"/>
                </a:cubicBezTo>
                <a:lnTo>
                  <a:pt x="3853" y="42677"/>
                </a:lnTo>
                <a:cubicBezTo>
                  <a:pt x="2569" y="39351"/>
                  <a:pt x="1605" y="36124"/>
                  <a:pt x="963" y="32996"/>
                </a:cubicBezTo>
                <a:cubicBezTo>
                  <a:pt x="321" y="29867"/>
                  <a:pt x="0" y="26821"/>
                  <a:pt x="0" y="23858"/>
                </a:cubicBezTo>
                <a:cubicBezTo>
                  <a:pt x="0" y="15856"/>
                  <a:pt x="2075" y="9879"/>
                  <a:pt x="6224" y="5927"/>
                </a:cubicBezTo>
                <a:cubicBezTo>
                  <a:pt x="10373" y="1976"/>
                  <a:pt x="16663" y="0"/>
                  <a:pt x="2509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29" name="Text t">
            <a:extLst xmlns:a="http://schemas.openxmlformats.org/drawingml/2006/main">
              <a:ext uri="{FF2B5EF4-FFF2-40B4-BE49-F238E27FC236}">
                <a16:creationId xmlns:a16="http://schemas.microsoft.com/office/drawing/2014/main" id="{9DA3BB40-0733-4586-AD04-22ECA8B417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40486" y="4176792"/>
            <a:ext cx="71030" cy="34527"/>
          </a:xfrm>
          <a:custGeom xmlns:a="http://schemas.openxmlformats.org/drawingml/2006/main">
            <a:pathLst>
              <a:path w="71030" h="34527">
                <a:moveTo>
                  <a:pt x="0" y="18721"/>
                </a:moveTo>
                <a:lnTo>
                  <a:pt x="15708" y="18721"/>
                </a:lnTo>
                <a:lnTo>
                  <a:pt x="15708" y="0"/>
                </a:lnTo>
                <a:lnTo>
                  <a:pt x="22820" y="0"/>
                </a:lnTo>
                <a:lnTo>
                  <a:pt x="22820" y="18721"/>
                </a:lnTo>
                <a:lnTo>
                  <a:pt x="52815" y="18721"/>
                </a:lnTo>
                <a:cubicBezTo>
                  <a:pt x="57322" y="18721"/>
                  <a:pt x="60216" y="18103"/>
                  <a:pt x="61500" y="16868"/>
                </a:cubicBezTo>
                <a:cubicBezTo>
                  <a:pt x="62782" y="15633"/>
                  <a:pt x="63423" y="13123"/>
                  <a:pt x="63423" y="9336"/>
                </a:cubicBezTo>
                <a:lnTo>
                  <a:pt x="63423" y="0"/>
                </a:lnTo>
                <a:lnTo>
                  <a:pt x="71030" y="0"/>
                </a:lnTo>
                <a:lnTo>
                  <a:pt x="71030" y="9336"/>
                </a:lnTo>
                <a:cubicBezTo>
                  <a:pt x="71030" y="16350"/>
                  <a:pt x="69722" y="21190"/>
                  <a:pt x="67106" y="23858"/>
                </a:cubicBezTo>
                <a:cubicBezTo>
                  <a:pt x="64489" y="26525"/>
                  <a:pt x="59726" y="27859"/>
                  <a:pt x="52815" y="27859"/>
                </a:cubicBezTo>
                <a:lnTo>
                  <a:pt x="22820" y="27859"/>
                </a:lnTo>
                <a:lnTo>
                  <a:pt x="22820" y="34527"/>
                </a:lnTo>
                <a:lnTo>
                  <a:pt x="15708" y="34527"/>
                </a:lnTo>
                <a:lnTo>
                  <a:pt x="15708" y="27859"/>
                </a:lnTo>
                <a:lnTo>
                  <a:pt x="0" y="27859"/>
                </a:lnTo>
                <a:lnTo>
                  <a:pt x="0" y="18721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30" name="Text h">
            <a:extLst xmlns:a="http://schemas.openxmlformats.org/drawingml/2006/main">
              <a:ext uri="{FF2B5EF4-FFF2-40B4-BE49-F238E27FC236}">
                <a16:creationId xmlns:a16="http://schemas.microsoft.com/office/drawing/2014/main" id="{E560C6A1-72B0-4D35-BDBD-55434D50AC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34657" y="4118861"/>
            <a:ext cx="76858" cy="46332"/>
          </a:xfrm>
          <a:custGeom xmlns:a="http://schemas.openxmlformats.org/drawingml/2006/main">
            <a:pathLst>
              <a:path w="76858" h="46332">
                <a:moveTo>
                  <a:pt x="43467" y="0"/>
                </a:moveTo>
                <a:lnTo>
                  <a:pt x="76858" y="0"/>
                </a:lnTo>
                <a:lnTo>
                  <a:pt x="76858" y="9089"/>
                </a:lnTo>
                <a:lnTo>
                  <a:pt x="43764" y="9089"/>
                </a:lnTo>
                <a:cubicBezTo>
                  <a:pt x="38512" y="9089"/>
                  <a:pt x="34581" y="10109"/>
                  <a:pt x="31971" y="12151"/>
                </a:cubicBezTo>
                <a:cubicBezTo>
                  <a:pt x="29361" y="14193"/>
                  <a:pt x="28056" y="17255"/>
                  <a:pt x="28056" y="21339"/>
                </a:cubicBezTo>
                <a:cubicBezTo>
                  <a:pt x="28056" y="26245"/>
                  <a:pt x="29625" y="30114"/>
                  <a:pt x="32763" y="32946"/>
                </a:cubicBezTo>
                <a:cubicBezTo>
                  <a:pt x="35899" y="35778"/>
                  <a:pt x="40176" y="37194"/>
                  <a:pt x="45591" y="37194"/>
                </a:cubicBezTo>
                <a:lnTo>
                  <a:pt x="76858" y="37194"/>
                </a:lnTo>
                <a:lnTo>
                  <a:pt x="76858" y="46332"/>
                </a:lnTo>
                <a:lnTo>
                  <a:pt x="0" y="46332"/>
                </a:lnTo>
                <a:lnTo>
                  <a:pt x="0" y="37194"/>
                </a:lnTo>
                <a:lnTo>
                  <a:pt x="30131" y="37194"/>
                </a:lnTo>
                <a:cubicBezTo>
                  <a:pt x="26788" y="35021"/>
                  <a:pt x="24290" y="32461"/>
                  <a:pt x="22635" y="29513"/>
                </a:cubicBezTo>
                <a:cubicBezTo>
                  <a:pt x="20980" y="26566"/>
                  <a:pt x="20153" y="23166"/>
                  <a:pt x="20153" y="19313"/>
                </a:cubicBezTo>
                <a:cubicBezTo>
                  <a:pt x="20153" y="12958"/>
                  <a:pt x="22125" y="8150"/>
                  <a:pt x="26068" y="4890"/>
                </a:cubicBezTo>
                <a:cubicBezTo>
                  <a:pt x="30011" y="1630"/>
                  <a:pt x="35811" y="0"/>
                  <a:pt x="43467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31" name="Text S">
            <a:extLst xmlns:a="http://schemas.openxmlformats.org/drawingml/2006/main">
              <a:ext uri="{FF2B5EF4-FFF2-40B4-BE49-F238E27FC236}">
                <a16:creationId xmlns:a16="http://schemas.microsoft.com/office/drawing/2014/main" id="{F34275FA-D5D2-4FF6-9389-DE478B45B1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36435" y="4051662"/>
            <a:ext cx="76562" cy="51914"/>
          </a:xfrm>
          <a:custGeom xmlns:a="http://schemas.openxmlformats.org/drawingml/2006/main">
            <a:pathLst>
              <a:path w="76562" h="51914">
                <a:moveTo>
                  <a:pt x="3754" y="4446"/>
                </a:moveTo>
                <a:lnTo>
                  <a:pt x="13534" y="4446"/>
                </a:lnTo>
                <a:cubicBezTo>
                  <a:pt x="11707" y="8232"/>
                  <a:pt x="10344" y="11805"/>
                  <a:pt x="9447" y="15164"/>
                </a:cubicBezTo>
                <a:cubicBezTo>
                  <a:pt x="8549" y="18523"/>
                  <a:pt x="8101" y="21767"/>
                  <a:pt x="8101" y="24895"/>
                </a:cubicBezTo>
                <a:cubicBezTo>
                  <a:pt x="8101" y="30328"/>
                  <a:pt x="9156" y="34519"/>
                  <a:pt x="11267" y="37466"/>
                </a:cubicBezTo>
                <a:cubicBezTo>
                  <a:pt x="13376" y="40413"/>
                  <a:pt x="16376" y="41887"/>
                  <a:pt x="20267" y="41887"/>
                </a:cubicBezTo>
                <a:cubicBezTo>
                  <a:pt x="23532" y="41887"/>
                  <a:pt x="25997" y="40907"/>
                  <a:pt x="27663" y="38948"/>
                </a:cubicBezTo>
                <a:cubicBezTo>
                  <a:pt x="29328" y="36989"/>
                  <a:pt x="30671" y="33276"/>
                  <a:pt x="31693" y="27809"/>
                </a:cubicBezTo>
                <a:lnTo>
                  <a:pt x="32926" y="21783"/>
                </a:lnTo>
                <a:cubicBezTo>
                  <a:pt x="34343" y="14341"/>
                  <a:pt x="36839" y="8850"/>
                  <a:pt x="40414" y="5310"/>
                </a:cubicBezTo>
                <a:cubicBezTo>
                  <a:pt x="43988" y="1770"/>
                  <a:pt x="48773" y="0"/>
                  <a:pt x="54770" y="0"/>
                </a:cubicBezTo>
                <a:cubicBezTo>
                  <a:pt x="61918" y="0"/>
                  <a:pt x="67338" y="2396"/>
                  <a:pt x="71028" y="7187"/>
                </a:cubicBezTo>
                <a:cubicBezTo>
                  <a:pt x="74717" y="11978"/>
                  <a:pt x="76562" y="19001"/>
                  <a:pt x="76562" y="28254"/>
                </a:cubicBezTo>
                <a:cubicBezTo>
                  <a:pt x="76562" y="31744"/>
                  <a:pt x="76163" y="35457"/>
                  <a:pt x="75364" y="39392"/>
                </a:cubicBezTo>
                <a:cubicBezTo>
                  <a:pt x="74566" y="43328"/>
                  <a:pt x="73384" y="47403"/>
                  <a:pt x="71820" y="51618"/>
                </a:cubicBezTo>
                <a:lnTo>
                  <a:pt x="61546" y="51618"/>
                </a:lnTo>
                <a:cubicBezTo>
                  <a:pt x="63835" y="47567"/>
                  <a:pt x="65559" y="43599"/>
                  <a:pt x="66720" y="39713"/>
                </a:cubicBezTo>
                <a:cubicBezTo>
                  <a:pt x="67881" y="35828"/>
                  <a:pt x="68461" y="32008"/>
                  <a:pt x="68461" y="28254"/>
                </a:cubicBezTo>
                <a:cubicBezTo>
                  <a:pt x="68461" y="22557"/>
                  <a:pt x="67341" y="18161"/>
                  <a:pt x="65099" y="15065"/>
                </a:cubicBezTo>
                <a:cubicBezTo>
                  <a:pt x="62857" y="11970"/>
                  <a:pt x="59659" y="10422"/>
                  <a:pt x="55506" y="10422"/>
                </a:cubicBezTo>
                <a:cubicBezTo>
                  <a:pt x="51880" y="10422"/>
                  <a:pt x="49044" y="11534"/>
                  <a:pt x="47001" y="13756"/>
                </a:cubicBezTo>
                <a:cubicBezTo>
                  <a:pt x="44956" y="15979"/>
                  <a:pt x="43423" y="19626"/>
                  <a:pt x="42401" y="24697"/>
                </a:cubicBezTo>
                <a:lnTo>
                  <a:pt x="41217" y="30773"/>
                </a:lnTo>
                <a:cubicBezTo>
                  <a:pt x="39734" y="38215"/>
                  <a:pt x="37411" y="43599"/>
                  <a:pt x="34249" y="46925"/>
                </a:cubicBezTo>
                <a:cubicBezTo>
                  <a:pt x="31086" y="50251"/>
                  <a:pt x="26687" y="51914"/>
                  <a:pt x="21053" y="51914"/>
                </a:cubicBezTo>
                <a:cubicBezTo>
                  <a:pt x="14530" y="51914"/>
                  <a:pt x="9390" y="49617"/>
                  <a:pt x="5634" y="45023"/>
                </a:cubicBezTo>
                <a:cubicBezTo>
                  <a:pt x="1878" y="40430"/>
                  <a:pt x="0" y="34099"/>
                  <a:pt x="0" y="26031"/>
                </a:cubicBezTo>
                <a:cubicBezTo>
                  <a:pt x="0" y="22573"/>
                  <a:pt x="313" y="19050"/>
                  <a:pt x="938" y="15461"/>
                </a:cubicBezTo>
                <a:cubicBezTo>
                  <a:pt x="1564" y="11871"/>
                  <a:pt x="2503" y="8200"/>
                  <a:pt x="3754" y="4446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32" name="Text A">
            <a:extLst xmlns:a="http://schemas.openxmlformats.org/drawingml/2006/main">
              <a:ext uri="{FF2B5EF4-FFF2-40B4-BE49-F238E27FC236}">
                <a16:creationId xmlns:a16="http://schemas.microsoft.com/office/drawing/2014/main" id="{A62C1B7C-61EF-4C96-96B2-E1C95015D3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37720" y="3977645"/>
            <a:ext cx="73796" cy="67572"/>
          </a:xfrm>
          <a:custGeom xmlns:a="http://schemas.openxmlformats.org/drawingml/2006/main">
            <a:pathLst>
              <a:path w="73796" h="67572">
                <a:moveTo>
                  <a:pt x="9830" y="33786"/>
                </a:moveTo>
                <a:lnTo>
                  <a:pt x="46530" y="47320"/>
                </a:lnTo>
                <a:lnTo>
                  <a:pt x="46530" y="20202"/>
                </a:lnTo>
                <a:lnTo>
                  <a:pt x="9830" y="33786"/>
                </a:lnTo>
                <a:moveTo>
                  <a:pt x="0" y="39417"/>
                </a:moveTo>
                <a:lnTo>
                  <a:pt x="0" y="28106"/>
                </a:lnTo>
                <a:lnTo>
                  <a:pt x="73796" y="0"/>
                </a:lnTo>
                <a:lnTo>
                  <a:pt x="73796" y="10373"/>
                </a:lnTo>
                <a:lnTo>
                  <a:pt x="54828" y="17091"/>
                </a:lnTo>
                <a:lnTo>
                  <a:pt x="54828" y="50333"/>
                </a:lnTo>
                <a:lnTo>
                  <a:pt x="73796" y="57051"/>
                </a:lnTo>
                <a:lnTo>
                  <a:pt x="73796" y="67572"/>
                </a:lnTo>
                <a:lnTo>
                  <a:pt x="0" y="39417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33" name="Text T">
            <a:extLst xmlns:a="http://schemas.openxmlformats.org/drawingml/2006/main">
              <a:ext uri="{FF2B5EF4-FFF2-40B4-BE49-F238E27FC236}">
                <a16:creationId xmlns:a16="http://schemas.microsoft.com/office/drawing/2014/main" id="{1A9EDF35-D573-40E1-90EF-66F4DE8561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37720" y="3914724"/>
            <a:ext cx="73796" cy="62386"/>
          </a:xfrm>
          <a:custGeom xmlns:a="http://schemas.openxmlformats.org/drawingml/2006/main">
            <a:pathLst>
              <a:path w="73796" h="62386">
                <a:moveTo>
                  <a:pt x="0" y="62386"/>
                </a:moveTo>
                <a:lnTo>
                  <a:pt x="0" y="0"/>
                </a:lnTo>
                <a:lnTo>
                  <a:pt x="8397" y="0"/>
                </a:lnTo>
                <a:lnTo>
                  <a:pt x="8397" y="26179"/>
                </a:lnTo>
                <a:lnTo>
                  <a:pt x="73796" y="26179"/>
                </a:lnTo>
                <a:lnTo>
                  <a:pt x="73796" y="36206"/>
                </a:lnTo>
                <a:lnTo>
                  <a:pt x="8397" y="36206"/>
                </a:lnTo>
                <a:lnTo>
                  <a:pt x="8397" y="62386"/>
                </a:lnTo>
                <a:lnTo>
                  <a:pt x="0" y="62386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34" name="Text 5">
            <a:extLst xmlns:a="http://schemas.openxmlformats.org/drawingml/2006/main">
              <a:ext uri="{FF2B5EF4-FFF2-40B4-BE49-F238E27FC236}">
                <a16:creationId xmlns:a16="http://schemas.microsoft.com/office/drawing/2014/main" id="{D61C51B0-E6B5-4A25-B04C-264BFEE4BC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37720" y="3859485"/>
            <a:ext cx="75278" cy="47715"/>
          </a:xfrm>
          <a:custGeom xmlns:a="http://schemas.openxmlformats.org/drawingml/2006/main">
            <a:pathLst>
              <a:path w="75278" h="47715">
                <a:moveTo>
                  <a:pt x="0" y="44604"/>
                </a:moveTo>
                <a:lnTo>
                  <a:pt x="0" y="5433"/>
                </a:lnTo>
                <a:lnTo>
                  <a:pt x="8397" y="5433"/>
                </a:lnTo>
                <a:lnTo>
                  <a:pt x="8397" y="35465"/>
                </a:lnTo>
                <a:lnTo>
                  <a:pt x="26476" y="35465"/>
                </a:lnTo>
                <a:cubicBezTo>
                  <a:pt x="25982" y="34017"/>
                  <a:pt x="25611" y="32568"/>
                  <a:pt x="25364" y="31119"/>
                </a:cubicBezTo>
                <a:cubicBezTo>
                  <a:pt x="25117" y="29670"/>
                  <a:pt x="24994" y="28221"/>
                  <a:pt x="24994" y="26772"/>
                </a:cubicBezTo>
                <a:cubicBezTo>
                  <a:pt x="24994" y="18540"/>
                  <a:pt x="27254" y="12019"/>
                  <a:pt x="31775" y="7212"/>
                </a:cubicBezTo>
                <a:cubicBezTo>
                  <a:pt x="36294" y="2404"/>
                  <a:pt x="42415" y="0"/>
                  <a:pt x="50136" y="0"/>
                </a:cubicBezTo>
                <a:cubicBezTo>
                  <a:pt x="58087" y="0"/>
                  <a:pt x="64266" y="2470"/>
                  <a:pt x="68671" y="7409"/>
                </a:cubicBezTo>
                <a:cubicBezTo>
                  <a:pt x="73076" y="12349"/>
                  <a:pt x="75278" y="19313"/>
                  <a:pt x="75278" y="28303"/>
                </a:cubicBezTo>
                <a:cubicBezTo>
                  <a:pt x="75278" y="31399"/>
                  <a:pt x="75014" y="34552"/>
                  <a:pt x="74487" y="37762"/>
                </a:cubicBezTo>
                <a:cubicBezTo>
                  <a:pt x="73961" y="40973"/>
                  <a:pt x="73170" y="44291"/>
                  <a:pt x="72116" y="47715"/>
                </a:cubicBezTo>
                <a:lnTo>
                  <a:pt x="62040" y="47715"/>
                </a:lnTo>
                <a:cubicBezTo>
                  <a:pt x="63670" y="44752"/>
                  <a:pt x="64884" y="41689"/>
                  <a:pt x="65683" y="38528"/>
                </a:cubicBezTo>
                <a:cubicBezTo>
                  <a:pt x="66481" y="35367"/>
                  <a:pt x="66881" y="32024"/>
                  <a:pt x="66881" y="28501"/>
                </a:cubicBezTo>
                <a:cubicBezTo>
                  <a:pt x="66881" y="22804"/>
                  <a:pt x="65378" y="18293"/>
                  <a:pt x="62373" y="14967"/>
                </a:cubicBezTo>
                <a:cubicBezTo>
                  <a:pt x="59367" y="11641"/>
                  <a:pt x="55288" y="9978"/>
                  <a:pt x="50136" y="9978"/>
                </a:cubicBezTo>
                <a:cubicBezTo>
                  <a:pt x="44983" y="9978"/>
                  <a:pt x="40905" y="11641"/>
                  <a:pt x="37900" y="14967"/>
                </a:cubicBezTo>
                <a:cubicBezTo>
                  <a:pt x="34894" y="18293"/>
                  <a:pt x="33391" y="22804"/>
                  <a:pt x="33391" y="28501"/>
                </a:cubicBezTo>
                <a:cubicBezTo>
                  <a:pt x="33391" y="31168"/>
                  <a:pt x="33687" y="33827"/>
                  <a:pt x="34280" y="36478"/>
                </a:cubicBezTo>
                <a:cubicBezTo>
                  <a:pt x="34873" y="39129"/>
                  <a:pt x="35795" y="41837"/>
                  <a:pt x="37046" y="44604"/>
                </a:cubicBezTo>
                <a:lnTo>
                  <a:pt x="0" y="44604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A6E980-E434-43D3-860E-67EA86D162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17933" y="3506222"/>
            <a:ext cx="1612790" cy="1201788"/>
          </a:xfrm>
          <a:custGeom xmlns:a="http://schemas.openxmlformats.org/drawingml/2006/main">
            <a:pathLst>
              <a:path w="1612790" h="1201788" fill="none">
                <a:moveTo>
                  <a:pt x="0" y="1201788"/>
                </a:moveTo>
                <a:lnTo>
                  <a:pt x="1612790" y="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sq">
            <a:solidFill>
              <a:srgbClr val="000000"/>
            </a:solidFill>
            <a:round/>
          </a:ln>
        </p:spPr>
      </p:sp>
      <p:sp>
        <p:nvSpPr>
          <p:cNvPr id="83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204AD9-D286-498A-A202-ED133F794A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17933" y="3506222"/>
            <a:ext cx="10" cy="1201788"/>
          </a:xfrm>
          <a:custGeom xmlns:a="http://schemas.openxmlformats.org/drawingml/2006/main">
            <a:pathLst>
              <a:path w="1" h="1201788" fill="none">
                <a:moveTo>
                  <a:pt x="0" y="1201788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83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22118E-53CB-4906-8275-E4F9E79783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30723" y="3506222"/>
            <a:ext cx="10" cy="1201788"/>
          </a:xfrm>
          <a:custGeom xmlns:a="http://schemas.openxmlformats.org/drawingml/2006/main">
            <a:pathLst>
              <a:path w="1" h="1201788" fill="none">
                <a:moveTo>
                  <a:pt x="0" y="1201788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83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6ED0E7-8D41-44CE-9B70-9E9F14A8D3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17933" y="4708010"/>
            <a:ext cx="1612790" cy="10"/>
          </a:xfrm>
          <a:custGeom xmlns:a="http://schemas.openxmlformats.org/drawingml/2006/main">
            <a:pathLst>
              <a:path w="1612790" h="1" fill="none">
                <a:moveTo>
                  <a:pt x="0" y="0"/>
                </a:moveTo>
                <a:lnTo>
                  <a:pt x="161279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83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82D27A-23BD-4F8E-9294-4D049B4042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17933" y="3506222"/>
            <a:ext cx="1612790" cy="10"/>
          </a:xfrm>
          <a:custGeom xmlns:a="http://schemas.openxmlformats.org/drawingml/2006/main">
            <a:pathLst>
              <a:path w="1612790" h="1" fill="none">
                <a:moveTo>
                  <a:pt x="0" y="0"/>
                </a:moveTo>
                <a:lnTo>
                  <a:pt x="161279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8340" name="Text 128">
            <a:extLst xmlns:a="http://schemas.openxmlformats.org/drawingml/2006/main">
              <a:ext uri="{FF2B5EF4-FFF2-40B4-BE49-F238E27FC236}">
                <a16:creationId xmlns:a16="http://schemas.microsoft.com/office/drawing/2014/main" id="{8A51F6FA-EF81-49D4-B6D3-50B1FD122B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79914" y="3885890"/>
            <a:ext cx="375019" cy="164061"/>
          </a:xfrm>
          <a:custGeom xmlns:a="http://schemas.openxmlformats.org/drawingml/2006/main">
            <a:pathLst>
              <a:path w="375019" h="164061">
                <a:moveTo>
                  <a:pt x="3070" y="142892"/>
                </a:moveTo>
                <a:lnTo>
                  <a:pt x="37999" y="142892"/>
                </a:lnTo>
                <a:lnTo>
                  <a:pt x="37999" y="22228"/>
                </a:lnTo>
                <a:lnTo>
                  <a:pt x="0" y="29849"/>
                </a:lnTo>
                <a:lnTo>
                  <a:pt x="0" y="10373"/>
                </a:lnTo>
                <a:lnTo>
                  <a:pt x="37787" y="2752"/>
                </a:lnTo>
                <a:lnTo>
                  <a:pt x="59168" y="2752"/>
                </a:lnTo>
                <a:lnTo>
                  <a:pt x="59168" y="142892"/>
                </a:lnTo>
                <a:lnTo>
                  <a:pt x="94097" y="142892"/>
                </a:lnTo>
                <a:lnTo>
                  <a:pt x="94097" y="160886"/>
                </a:lnTo>
                <a:lnTo>
                  <a:pt x="3070" y="160886"/>
                </a:lnTo>
                <a:lnTo>
                  <a:pt x="3070" y="142892"/>
                </a:lnTo>
                <a:close/>
                <a:moveTo>
                  <a:pt x="155650" y="142892"/>
                </a:moveTo>
                <a:lnTo>
                  <a:pt x="230271" y="142892"/>
                </a:lnTo>
                <a:lnTo>
                  <a:pt x="230271" y="160886"/>
                </a:lnTo>
                <a:lnTo>
                  <a:pt x="129929" y="160886"/>
                </a:lnTo>
                <a:lnTo>
                  <a:pt x="129929" y="142892"/>
                </a:lnTo>
                <a:cubicBezTo>
                  <a:pt x="138044" y="134495"/>
                  <a:pt x="149105" y="123222"/>
                  <a:pt x="163112" y="109074"/>
                </a:cubicBezTo>
                <a:cubicBezTo>
                  <a:pt x="177119" y="94926"/>
                  <a:pt x="185922" y="85806"/>
                  <a:pt x="189521" y="81713"/>
                </a:cubicBezTo>
                <a:cubicBezTo>
                  <a:pt x="196365" y="74022"/>
                  <a:pt x="201146" y="67512"/>
                  <a:pt x="203863" y="62185"/>
                </a:cubicBezTo>
                <a:cubicBezTo>
                  <a:pt x="206580" y="56857"/>
                  <a:pt x="207938" y="51618"/>
                  <a:pt x="207938" y="46466"/>
                </a:cubicBezTo>
                <a:cubicBezTo>
                  <a:pt x="207938" y="38069"/>
                  <a:pt x="204992" y="31225"/>
                  <a:pt x="199100" y="25932"/>
                </a:cubicBezTo>
                <a:cubicBezTo>
                  <a:pt x="193208" y="20640"/>
                  <a:pt x="185534" y="17994"/>
                  <a:pt x="176078" y="17994"/>
                </a:cubicBezTo>
                <a:cubicBezTo>
                  <a:pt x="169375" y="17994"/>
                  <a:pt x="162301" y="19167"/>
                  <a:pt x="154856" y="21513"/>
                </a:cubicBezTo>
                <a:cubicBezTo>
                  <a:pt x="147412" y="23859"/>
                  <a:pt x="139455" y="27414"/>
                  <a:pt x="130988" y="32177"/>
                </a:cubicBezTo>
                <a:lnTo>
                  <a:pt x="130988" y="10585"/>
                </a:lnTo>
                <a:cubicBezTo>
                  <a:pt x="139597" y="7092"/>
                  <a:pt x="147641" y="4454"/>
                  <a:pt x="155121" y="2673"/>
                </a:cubicBezTo>
                <a:cubicBezTo>
                  <a:pt x="162601" y="891"/>
                  <a:pt x="169445" y="0"/>
                  <a:pt x="175655" y="0"/>
                </a:cubicBezTo>
                <a:cubicBezTo>
                  <a:pt x="192026" y="0"/>
                  <a:pt x="205080" y="4093"/>
                  <a:pt x="214818" y="12278"/>
                </a:cubicBezTo>
                <a:cubicBezTo>
                  <a:pt x="224556" y="20464"/>
                  <a:pt x="229425" y="31401"/>
                  <a:pt x="229425" y="45090"/>
                </a:cubicBezTo>
                <a:cubicBezTo>
                  <a:pt x="229425" y="51582"/>
                  <a:pt x="228207" y="57739"/>
                  <a:pt x="225773" y="63561"/>
                </a:cubicBezTo>
                <a:cubicBezTo>
                  <a:pt x="223339" y="69382"/>
                  <a:pt x="218911" y="76244"/>
                  <a:pt x="212489" y="84148"/>
                </a:cubicBezTo>
                <a:cubicBezTo>
                  <a:pt x="210725" y="86194"/>
                  <a:pt x="205115" y="92104"/>
                  <a:pt x="195660" y="101877"/>
                </a:cubicBezTo>
                <a:cubicBezTo>
                  <a:pt x="186204" y="111650"/>
                  <a:pt x="172868" y="125322"/>
                  <a:pt x="155650" y="142892"/>
                </a:cubicBezTo>
                <a:close/>
                <a:moveTo>
                  <a:pt x="320825" y="85947"/>
                </a:moveTo>
                <a:cubicBezTo>
                  <a:pt x="310664" y="85947"/>
                  <a:pt x="302673" y="88664"/>
                  <a:pt x="296851" y="94097"/>
                </a:cubicBezTo>
                <a:cubicBezTo>
                  <a:pt x="291030" y="99531"/>
                  <a:pt x="288119" y="107010"/>
                  <a:pt x="288119" y="116537"/>
                </a:cubicBezTo>
                <a:cubicBezTo>
                  <a:pt x="288119" y="126063"/>
                  <a:pt x="291030" y="133542"/>
                  <a:pt x="296851" y="138976"/>
                </a:cubicBezTo>
                <a:cubicBezTo>
                  <a:pt x="302673" y="144409"/>
                  <a:pt x="310664" y="147126"/>
                  <a:pt x="320825" y="147126"/>
                </a:cubicBezTo>
                <a:cubicBezTo>
                  <a:pt x="330987" y="147126"/>
                  <a:pt x="338996" y="144392"/>
                  <a:pt x="344853" y="138923"/>
                </a:cubicBezTo>
                <a:cubicBezTo>
                  <a:pt x="350709" y="133454"/>
                  <a:pt x="353638" y="125992"/>
                  <a:pt x="353638" y="116537"/>
                </a:cubicBezTo>
                <a:cubicBezTo>
                  <a:pt x="353638" y="107010"/>
                  <a:pt x="350727" y="99531"/>
                  <a:pt x="344905" y="94097"/>
                </a:cubicBezTo>
                <a:cubicBezTo>
                  <a:pt x="339084" y="88664"/>
                  <a:pt x="331057" y="85947"/>
                  <a:pt x="320825" y="85947"/>
                </a:cubicBezTo>
                <a:moveTo>
                  <a:pt x="299445" y="76788"/>
                </a:moveTo>
                <a:cubicBezTo>
                  <a:pt x="290271" y="74528"/>
                  <a:pt x="283127" y="70256"/>
                  <a:pt x="278011" y="63974"/>
                </a:cubicBezTo>
                <a:cubicBezTo>
                  <a:pt x="272895" y="57689"/>
                  <a:pt x="270337" y="50028"/>
                  <a:pt x="270337" y="40989"/>
                </a:cubicBezTo>
                <a:cubicBezTo>
                  <a:pt x="270337" y="28349"/>
                  <a:pt x="274835" y="18358"/>
                  <a:pt x="283832" y="11015"/>
                </a:cubicBezTo>
                <a:cubicBezTo>
                  <a:pt x="292829" y="3672"/>
                  <a:pt x="305160" y="0"/>
                  <a:pt x="320825" y="0"/>
                </a:cubicBezTo>
                <a:cubicBezTo>
                  <a:pt x="336561" y="0"/>
                  <a:pt x="348910" y="3672"/>
                  <a:pt x="357872" y="11015"/>
                </a:cubicBezTo>
                <a:cubicBezTo>
                  <a:pt x="366833" y="18358"/>
                  <a:pt x="371314" y="28349"/>
                  <a:pt x="371314" y="40989"/>
                </a:cubicBezTo>
                <a:cubicBezTo>
                  <a:pt x="371314" y="50028"/>
                  <a:pt x="368756" y="57689"/>
                  <a:pt x="363640" y="63974"/>
                </a:cubicBezTo>
                <a:cubicBezTo>
                  <a:pt x="358524" y="70256"/>
                  <a:pt x="351415" y="74528"/>
                  <a:pt x="342312" y="76788"/>
                </a:cubicBezTo>
                <a:cubicBezTo>
                  <a:pt x="352615" y="79189"/>
                  <a:pt x="360641" y="83885"/>
                  <a:pt x="366392" y="90875"/>
                </a:cubicBezTo>
                <a:cubicBezTo>
                  <a:pt x="372143" y="97866"/>
                  <a:pt x="375019" y="106410"/>
                  <a:pt x="375019" y="116507"/>
                </a:cubicBezTo>
                <a:cubicBezTo>
                  <a:pt x="375019" y="131828"/>
                  <a:pt x="370344" y="143585"/>
                  <a:pt x="360994" y="151777"/>
                </a:cubicBezTo>
                <a:cubicBezTo>
                  <a:pt x="351644" y="159967"/>
                  <a:pt x="338255" y="164061"/>
                  <a:pt x="320825" y="164061"/>
                </a:cubicBezTo>
                <a:cubicBezTo>
                  <a:pt x="303396" y="164061"/>
                  <a:pt x="290007" y="159967"/>
                  <a:pt x="280657" y="151777"/>
                </a:cubicBezTo>
                <a:cubicBezTo>
                  <a:pt x="271307" y="143585"/>
                  <a:pt x="266632" y="131828"/>
                  <a:pt x="266632" y="116507"/>
                </a:cubicBezTo>
                <a:cubicBezTo>
                  <a:pt x="266632" y="106410"/>
                  <a:pt x="269525" y="97866"/>
                  <a:pt x="275312" y="90875"/>
                </a:cubicBezTo>
                <a:cubicBezTo>
                  <a:pt x="281098" y="83885"/>
                  <a:pt x="289142" y="79189"/>
                  <a:pt x="299445" y="76788"/>
                </a:cubicBezTo>
                <a:moveTo>
                  <a:pt x="291612" y="42974"/>
                </a:moveTo>
                <a:cubicBezTo>
                  <a:pt x="291612" y="51159"/>
                  <a:pt x="294170" y="57545"/>
                  <a:pt x="299286" y="62132"/>
                </a:cubicBezTo>
                <a:cubicBezTo>
                  <a:pt x="304402" y="66718"/>
                  <a:pt x="311582" y="69012"/>
                  <a:pt x="320825" y="69012"/>
                </a:cubicBezTo>
                <a:cubicBezTo>
                  <a:pt x="329999" y="69012"/>
                  <a:pt x="337179" y="66718"/>
                  <a:pt x="342365" y="62132"/>
                </a:cubicBezTo>
                <a:cubicBezTo>
                  <a:pt x="347552" y="57545"/>
                  <a:pt x="350145" y="51159"/>
                  <a:pt x="350145" y="42974"/>
                </a:cubicBezTo>
                <a:cubicBezTo>
                  <a:pt x="350145" y="34788"/>
                  <a:pt x="347552" y="28402"/>
                  <a:pt x="342365" y="23815"/>
                </a:cubicBezTo>
                <a:cubicBezTo>
                  <a:pt x="337179" y="19229"/>
                  <a:pt x="329999" y="16935"/>
                  <a:pt x="320825" y="16935"/>
                </a:cubicBezTo>
                <a:cubicBezTo>
                  <a:pt x="311582" y="16935"/>
                  <a:pt x="304402" y="19229"/>
                  <a:pt x="299286" y="23815"/>
                </a:cubicBezTo>
                <a:cubicBezTo>
                  <a:pt x="294170" y="28402"/>
                  <a:pt x="291612" y="34788"/>
                  <a:pt x="291612" y="42974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41" name="Text 24">
            <a:extLst xmlns:a="http://schemas.openxmlformats.org/drawingml/2006/main">
              <a:ext uri="{FF2B5EF4-FFF2-40B4-BE49-F238E27FC236}">
                <a16:creationId xmlns:a16="http://schemas.microsoft.com/office/drawing/2014/main" id="{9C566660-EF81-47BE-BF09-8B8682B117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63517" y="4126247"/>
            <a:ext cx="247736" cy="160886"/>
          </a:xfrm>
          <a:custGeom xmlns:a="http://schemas.openxmlformats.org/drawingml/2006/main">
            <a:pathLst>
              <a:path w="247736" h="160886">
                <a:moveTo>
                  <a:pt x="25721" y="142892"/>
                </a:moveTo>
                <a:lnTo>
                  <a:pt x="100342" y="142892"/>
                </a:lnTo>
                <a:lnTo>
                  <a:pt x="100342" y="160886"/>
                </a:lnTo>
                <a:lnTo>
                  <a:pt x="0" y="160886"/>
                </a:lnTo>
                <a:lnTo>
                  <a:pt x="0" y="142892"/>
                </a:lnTo>
                <a:cubicBezTo>
                  <a:pt x="8115" y="134495"/>
                  <a:pt x="19176" y="123222"/>
                  <a:pt x="33183" y="109074"/>
                </a:cubicBezTo>
                <a:cubicBezTo>
                  <a:pt x="47190" y="94926"/>
                  <a:pt x="55993" y="85806"/>
                  <a:pt x="59591" y="81713"/>
                </a:cubicBezTo>
                <a:cubicBezTo>
                  <a:pt x="66436" y="74022"/>
                  <a:pt x="71217" y="67512"/>
                  <a:pt x="73933" y="62185"/>
                </a:cubicBezTo>
                <a:cubicBezTo>
                  <a:pt x="76650" y="56857"/>
                  <a:pt x="78009" y="51618"/>
                  <a:pt x="78009" y="46466"/>
                </a:cubicBezTo>
                <a:cubicBezTo>
                  <a:pt x="78009" y="38069"/>
                  <a:pt x="75063" y="31225"/>
                  <a:pt x="69170" y="25932"/>
                </a:cubicBezTo>
                <a:cubicBezTo>
                  <a:pt x="63278" y="20640"/>
                  <a:pt x="55604" y="17994"/>
                  <a:pt x="46149" y="17994"/>
                </a:cubicBezTo>
                <a:cubicBezTo>
                  <a:pt x="39445" y="17994"/>
                  <a:pt x="32371" y="19167"/>
                  <a:pt x="24927" y="21513"/>
                </a:cubicBezTo>
                <a:cubicBezTo>
                  <a:pt x="17482" y="23859"/>
                  <a:pt x="9526" y="27414"/>
                  <a:pt x="1058" y="32177"/>
                </a:cubicBezTo>
                <a:lnTo>
                  <a:pt x="1058" y="10585"/>
                </a:lnTo>
                <a:cubicBezTo>
                  <a:pt x="9667" y="7092"/>
                  <a:pt x="17712" y="4454"/>
                  <a:pt x="25191" y="2673"/>
                </a:cubicBezTo>
                <a:cubicBezTo>
                  <a:pt x="32671" y="891"/>
                  <a:pt x="39516" y="0"/>
                  <a:pt x="45726" y="0"/>
                </a:cubicBezTo>
                <a:cubicBezTo>
                  <a:pt x="62096" y="0"/>
                  <a:pt x="75151" y="4093"/>
                  <a:pt x="84889" y="12278"/>
                </a:cubicBezTo>
                <a:cubicBezTo>
                  <a:pt x="94626" y="20464"/>
                  <a:pt x="99495" y="31401"/>
                  <a:pt x="99495" y="45090"/>
                </a:cubicBezTo>
                <a:cubicBezTo>
                  <a:pt x="99495" y="51582"/>
                  <a:pt x="98278" y="57739"/>
                  <a:pt x="95844" y="63561"/>
                </a:cubicBezTo>
                <a:cubicBezTo>
                  <a:pt x="93409" y="69382"/>
                  <a:pt x="88981" y="76244"/>
                  <a:pt x="82560" y="84148"/>
                </a:cubicBezTo>
                <a:cubicBezTo>
                  <a:pt x="80796" y="86194"/>
                  <a:pt x="75186" y="92104"/>
                  <a:pt x="65730" y="101877"/>
                </a:cubicBezTo>
                <a:cubicBezTo>
                  <a:pt x="56275" y="111650"/>
                  <a:pt x="42938" y="125322"/>
                  <a:pt x="25721" y="142892"/>
                </a:cubicBezTo>
                <a:close/>
                <a:moveTo>
                  <a:pt x="203916" y="21401"/>
                </a:moveTo>
                <a:lnTo>
                  <a:pt x="149934" y="105846"/>
                </a:lnTo>
                <a:lnTo>
                  <a:pt x="203916" y="105846"/>
                </a:lnTo>
                <a:lnTo>
                  <a:pt x="203916" y="21401"/>
                </a:lnTo>
                <a:moveTo>
                  <a:pt x="198306" y="2752"/>
                </a:moveTo>
                <a:lnTo>
                  <a:pt x="225191" y="2752"/>
                </a:lnTo>
                <a:lnTo>
                  <a:pt x="225191" y="105846"/>
                </a:lnTo>
                <a:lnTo>
                  <a:pt x="247736" y="105846"/>
                </a:lnTo>
                <a:lnTo>
                  <a:pt x="247736" y="123628"/>
                </a:lnTo>
                <a:lnTo>
                  <a:pt x="225191" y="123628"/>
                </a:lnTo>
                <a:lnTo>
                  <a:pt x="225191" y="160886"/>
                </a:lnTo>
                <a:lnTo>
                  <a:pt x="203916" y="160886"/>
                </a:lnTo>
                <a:lnTo>
                  <a:pt x="203916" y="123628"/>
                </a:lnTo>
                <a:lnTo>
                  <a:pt x="132575" y="123628"/>
                </a:lnTo>
                <a:lnTo>
                  <a:pt x="132575" y="102972"/>
                </a:lnTo>
                <a:lnTo>
                  <a:pt x="198306" y="2752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42" name="Text 40.3Xspeedup">
            <a:extLst xmlns:a="http://schemas.openxmlformats.org/drawingml/2006/main">
              <a:ext uri="{FF2B5EF4-FFF2-40B4-BE49-F238E27FC236}">
                <a16:creationId xmlns:a16="http://schemas.microsoft.com/office/drawing/2014/main" id="{CD939F52-0FDF-49F1-85C4-6AD05646A8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95129" y="3375029"/>
            <a:ext cx="857293" cy="111886"/>
          </a:xfrm>
          <a:custGeom xmlns:a="http://schemas.openxmlformats.org/drawingml/2006/main">
            <a:pathLst>
              <a:path w="857293" h="111886">
                <a:moveTo>
                  <a:pt x="38048" y="13446"/>
                </a:moveTo>
                <a:lnTo>
                  <a:pt x="9258" y="58483"/>
                </a:lnTo>
                <a:lnTo>
                  <a:pt x="38048" y="58483"/>
                </a:lnTo>
                <a:lnTo>
                  <a:pt x="38048" y="13446"/>
                </a:lnTo>
                <a:moveTo>
                  <a:pt x="35056" y="3500"/>
                </a:moveTo>
                <a:lnTo>
                  <a:pt x="49395" y="3500"/>
                </a:lnTo>
                <a:lnTo>
                  <a:pt x="49395" y="58483"/>
                </a:lnTo>
                <a:lnTo>
                  <a:pt x="61419" y="58483"/>
                </a:lnTo>
                <a:lnTo>
                  <a:pt x="61419" y="67967"/>
                </a:lnTo>
                <a:lnTo>
                  <a:pt x="49395" y="67967"/>
                </a:lnTo>
                <a:lnTo>
                  <a:pt x="49395" y="87838"/>
                </a:lnTo>
                <a:lnTo>
                  <a:pt x="38048" y="87838"/>
                </a:lnTo>
                <a:lnTo>
                  <a:pt x="38048" y="67967"/>
                </a:lnTo>
                <a:lnTo>
                  <a:pt x="0" y="67967"/>
                </a:lnTo>
                <a:lnTo>
                  <a:pt x="0" y="56950"/>
                </a:lnTo>
                <a:lnTo>
                  <a:pt x="35056" y="3500"/>
                </a:lnTo>
                <a:close/>
                <a:moveTo>
                  <a:pt x="104634" y="11064"/>
                </a:moveTo>
                <a:cubicBezTo>
                  <a:pt x="98763" y="11064"/>
                  <a:pt x="94351" y="13955"/>
                  <a:pt x="91396" y="19737"/>
                </a:cubicBezTo>
                <a:cubicBezTo>
                  <a:pt x="88442" y="25518"/>
                  <a:pt x="86965" y="34209"/>
                  <a:pt x="86965" y="45810"/>
                </a:cubicBezTo>
                <a:cubicBezTo>
                  <a:pt x="86965" y="57373"/>
                  <a:pt x="88442" y="66046"/>
                  <a:pt x="91396" y="71827"/>
                </a:cubicBezTo>
                <a:cubicBezTo>
                  <a:pt x="94351" y="77609"/>
                  <a:pt x="98763" y="80499"/>
                  <a:pt x="104634" y="80499"/>
                </a:cubicBezTo>
                <a:cubicBezTo>
                  <a:pt x="110543" y="80499"/>
                  <a:pt x="114974" y="77609"/>
                  <a:pt x="117928" y="71827"/>
                </a:cubicBezTo>
                <a:cubicBezTo>
                  <a:pt x="120883" y="66046"/>
                  <a:pt x="122360" y="57373"/>
                  <a:pt x="122360" y="45810"/>
                </a:cubicBezTo>
                <a:cubicBezTo>
                  <a:pt x="122360" y="34209"/>
                  <a:pt x="120883" y="25518"/>
                  <a:pt x="117928" y="19737"/>
                </a:cubicBezTo>
                <a:cubicBezTo>
                  <a:pt x="114974" y="13955"/>
                  <a:pt x="110543" y="11064"/>
                  <a:pt x="104634" y="11064"/>
                </a:cubicBezTo>
                <a:moveTo>
                  <a:pt x="104634" y="2032"/>
                </a:moveTo>
                <a:cubicBezTo>
                  <a:pt x="114080" y="2032"/>
                  <a:pt x="121297" y="5770"/>
                  <a:pt x="126283" y="13245"/>
                </a:cubicBezTo>
                <a:cubicBezTo>
                  <a:pt x="131270" y="20720"/>
                  <a:pt x="133763" y="31575"/>
                  <a:pt x="133763" y="45810"/>
                </a:cubicBezTo>
                <a:cubicBezTo>
                  <a:pt x="133763" y="60008"/>
                  <a:pt x="131270" y="70844"/>
                  <a:pt x="126283" y="78319"/>
                </a:cubicBezTo>
                <a:cubicBezTo>
                  <a:pt x="121297" y="85794"/>
                  <a:pt x="114080" y="89532"/>
                  <a:pt x="104634" y="89532"/>
                </a:cubicBezTo>
                <a:cubicBezTo>
                  <a:pt x="95188" y="89532"/>
                  <a:pt x="87972" y="85794"/>
                  <a:pt x="82985" y="78319"/>
                </a:cubicBezTo>
                <a:cubicBezTo>
                  <a:pt x="77999" y="70844"/>
                  <a:pt x="75505" y="60008"/>
                  <a:pt x="75505" y="45810"/>
                </a:cubicBezTo>
                <a:cubicBezTo>
                  <a:pt x="75505" y="31575"/>
                  <a:pt x="77999" y="20720"/>
                  <a:pt x="82985" y="13245"/>
                </a:cubicBezTo>
                <a:cubicBezTo>
                  <a:pt x="87972" y="5770"/>
                  <a:pt x="95188" y="2032"/>
                  <a:pt x="104634" y="2032"/>
                </a:cubicBezTo>
                <a:close/>
                <a:moveTo>
                  <a:pt x="153776" y="73500"/>
                </a:moveTo>
                <a:lnTo>
                  <a:pt x="165688" y="73500"/>
                </a:lnTo>
                <a:lnTo>
                  <a:pt x="165688" y="87838"/>
                </a:lnTo>
                <a:lnTo>
                  <a:pt x="153776" y="87838"/>
                </a:lnTo>
                <a:lnTo>
                  <a:pt x="153776" y="73500"/>
                </a:lnTo>
                <a:close/>
                <a:moveTo>
                  <a:pt x="225090" y="42338"/>
                </a:moveTo>
                <a:cubicBezTo>
                  <a:pt x="230547" y="43507"/>
                  <a:pt x="234809" y="45941"/>
                  <a:pt x="237876" y="49638"/>
                </a:cubicBezTo>
                <a:cubicBezTo>
                  <a:pt x="240943" y="53335"/>
                  <a:pt x="242477" y="57899"/>
                  <a:pt x="242477" y="63331"/>
                </a:cubicBezTo>
                <a:cubicBezTo>
                  <a:pt x="242477" y="71668"/>
                  <a:pt x="239616" y="78120"/>
                  <a:pt x="233896" y="82685"/>
                </a:cubicBezTo>
                <a:cubicBezTo>
                  <a:pt x="228176" y="87250"/>
                  <a:pt x="220047" y="89532"/>
                  <a:pt x="209509" y="89532"/>
                </a:cubicBezTo>
                <a:cubicBezTo>
                  <a:pt x="205972" y="89532"/>
                  <a:pt x="202330" y="89184"/>
                  <a:pt x="198586" y="88487"/>
                </a:cubicBezTo>
                <a:cubicBezTo>
                  <a:pt x="194841" y="87791"/>
                  <a:pt x="190974" y="86747"/>
                  <a:pt x="186985" y="85354"/>
                </a:cubicBezTo>
                <a:lnTo>
                  <a:pt x="186985" y="74290"/>
                </a:lnTo>
                <a:cubicBezTo>
                  <a:pt x="190146" y="76153"/>
                  <a:pt x="193609" y="77559"/>
                  <a:pt x="197372" y="78510"/>
                </a:cubicBezTo>
                <a:cubicBezTo>
                  <a:pt x="201136" y="79460"/>
                  <a:pt x="205068" y="79935"/>
                  <a:pt x="209170" y="79935"/>
                </a:cubicBezTo>
                <a:cubicBezTo>
                  <a:pt x="216321" y="79935"/>
                  <a:pt x="221768" y="78519"/>
                  <a:pt x="225513" y="75687"/>
                </a:cubicBezTo>
                <a:cubicBezTo>
                  <a:pt x="229258" y="72854"/>
                  <a:pt x="231130" y="68737"/>
                  <a:pt x="231130" y="63337"/>
                </a:cubicBezTo>
                <a:cubicBezTo>
                  <a:pt x="231130" y="58352"/>
                  <a:pt x="229389" y="54454"/>
                  <a:pt x="225908" y="51641"/>
                </a:cubicBezTo>
                <a:cubicBezTo>
                  <a:pt x="222427" y="48826"/>
                  <a:pt x="217582" y="47419"/>
                  <a:pt x="211372" y="47419"/>
                </a:cubicBezTo>
                <a:lnTo>
                  <a:pt x="201550" y="47419"/>
                </a:lnTo>
                <a:lnTo>
                  <a:pt x="201550" y="38048"/>
                </a:lnTo>
                <a:lnTo>
                  <a:pt x="211824" y="38048"/>
                </a:lnTo>
                <a:cubicBezTo>
                  <a:pt x="217431" y="38048"/>
                  <a:pt x="221721" y="36931"/>
                  <a:pt x="224695" y="34696"/>
                </a:cubicBezTo>
                <a:cubicBezTo>
                  <a:pt x="227668" y="32462"/>
                  <a:pt x="229154" y="29242"/>
                  <a:pt x="229154" y="25036"/>
                </a:cubicBezTo>
                <a:cubicBezTo>
                  <a:pt x="229154" y="20718"/>
                  <a:pt x="227621" y="17403"/>
                  <a:pt x="224553" y="15094"/>
                </a:cubicBezTo>
                <a:cubicBezTo>
                  <a:pt x="221486" y="12784"/>
                  <a:pt x="217092" y="11629"/>
                  <a:pt x="211372" y="11629"/>
                </a:cubicBezTo>
                <a:cubicBezTo>
                  <a:pt x="208248" y="11629"/>
                  <a:pt x="204899" y="11968"/>
                  <a:pt x="201324" y="12645"/>
                </a:cubicBezTo>
                <a:cubicBezTo>
                  <a:pt x="197748" y="13322"/>
                  <a:pt x="193816" y="14376"/>
                  <a:pt x="189525" y="15806"/>
                </a:cubicBezTo>
                <a:lnTo>
                  <a:pt x="189525" y="5645"/>
                </a:lnTo>
                <a:cubicBezTo>
                  <a:pt x="193853" y="4441"/>
                  <a:pt x="197908" y="3538"/>
                  <a:pt x="201691" y="2935"/>
                </a:cubicBezTo>
                <a:cubicBezTo>
                  <a:pt x="205473" y="2333"/>
                  <a:pt x="209039" y="2032"/>
                  <a:pt x="212388" y="2032"/>
                </a:cubicBezTo>
                <a:cubicBezTo>
                  <a:pt x="221044" y="2032"/>
                  <a:pt x="227893" y="3996"/>
                  <a:pt x="232936" y="7924"/>
                </a:cubicBezTo>
                <a:cubicBezTo>
                  <a:pt x="237979" y="11851"/>
                  <a:pt x="240501" y="17159"/>
                  <a:pt x="240501" y="23849"/>
                </a:cubicBezTo>
                <a:cubicBezTo>
                  <a:pt x="240501" y="28508"/>
                  <a:pt x="239165" y="32445"/>
                  <a:pt x="236493" y="35658"/>
                </a:cubicBezTo>
                <a:cubicBezTo>
                  <a:pt x="233821" y="38871"/>
                  <a:pt x="230020" y="41098"/>
                  <a:pt x="225090" y="42338"/>
                </a:cubicBezTo>
                <a:close/>
                <a:moveTo>
                  <a:pt x="258990" y="3500"/>
                </a:moveTo>
                <a:lnTo>
                  <a:pt x="271240" y="3500"/>
                </a:lnTo>
                <a:lnTo>
                  <a:pt x="292183" y="34830"/>
                </a:lnTo>
                <a:lnTo>
                  <a:pt x="313239" y="3500"/>
                </a:lnTo>
                <a:lnTo>
                  <a:pt x="325489" y="3500"/>
                </a:lnTo>
                <a:lnTo>
                  <a:pt x="298393" y="44002"/>
                </a:lnTo>
                <a:lnTo>
                  <a:pt x="327296" y="87838"/>
                </a:lnTo>
                <a:lnTo>
                  <a:pt x="315046" y="87838"/>
                </a:lnTo>
                <a:lnTo>
                  <a:pt x="291336" y="51992"/>
                </a:lnTo>
                <a:lnTo>
                  <a:pt x="267458" y="87838"/>
                </a:lnTo>
                <a:lnTo>
                  <a:pt x="255151" y="87838"/>
                </a:lnTo>
                <a:lnTo>
                  <a:pt x="285240" y="42817"/>
                </a:lnTo>
                <a:lnTo>
                  <a:pt x="258990" y="3500"/>
                </a:lnTo>
                <a:close/>
                <a:moveTo>
                  <a:pt x="418868" y="26419"/>
                </a:moveTo>
                <a:lnTo>
                  <a:pt x="418868" y="36242"/>
                </a:lnTo>
                <a:cubicBezTo>
                  <a:pt x="415932" y="34736"/>
                  <a:pt x="412884" y="33607"/>
                  <a:pt x="409723" y="32855"/>
                </a:cubicBezTo>
                <a:cubicBezTo>
                  <a:pt x="406562" y="32102"/>
                  <a:pt x="403287" y="31726"/>
                  <a:pt x="399900" y="31726"/>
                </a:cubicBezTo>
                <a:cubicBezTo>
                  <a:pt x="394744" y="31726"/>
                  <a:pt x="390878" y="32518"/>
                  <a:pt x="388300" y="34102"/>
                </a:cubicBezTo>
                <a:cubicBezTo>
                  <a:pt x="385722" y="35686"/>
                  <a:pt x="384433" y="38062"/>
                  <a:pt x="384433" y="41231"/>
                </a:cubicBezTo>
                <a:cubicBezTo>
                  <a:pt x="384433" y="43644"/>
                  <a:pt x="385355" y="45539"/>
                  <a:pt x="387199" y="46916"/>
                </a:cubicBezTo>
                <a:cubicBezTo>
                  <a:pt x="389043" y="48293"/>
                  <a:pt x="392750" y="49604"/>
                  <a:pt x="398320" y="50848"/>
                </a:cubicBezTo>
                <a:lnTo>
                  <a:pt x="401876" y="51642"/>
                </a:lnTo>
                <a:cubicBezTo>
                  <a:pt x="409252" y="53225"/>
                  <a:pt x="414493" y="55459"/>
                  <a:pt x="417598" y="58344"/>
                </a:cubicBezTo>
                <a:cubicBezTo>
                  <a:pt x="420703" y="61228"/>
                  <a:pt x="422255" y="65252"/>
                  <a:pt x="422255" y="70418"/>
                </a:cubicBezTo>
                <a:cubicBezTo>
                  <a:pt x="422255" y="76299"/>
                  <a:pt x="419931" y="80955"/>
                  <a:pt x="415283" y="84386"/>
                </a:cubicBezTo>
                <a:cubicBezTo>
                  <a:pt x="410635" y="87816"/>
                  <a:pt x="404247" y="89532"/>
                  <a:pt x="396118" y="89532"/>
                </a:cubicBezTo>
                <a:cubicBezTo>
                  <a:pt x="392731" y="89532"/>
                  <a:pt x="389203" y="89202"/>
                  <a:pt x="385533" y="88544"/>
                </a:cubicBezTo>
                <a:cubicBezTo>
                  <a:pt x="381864" y="87885"/>
                  <a:pt x="377997" y="86897"/>
                  <a:pt x="373933" y="85580"/>
                </a:cubicBezTo>
                <a:lnTo>
                  <a:pt x="373933" y="74854"/>
                </a:lnTo>
                <a:cubicBezTo>
                  <a:pt x="377771" y="76849"/>
                  <a:pt x="381554" y="78345"/>
                  <a:pt x="385279" y="79342"/>
                </a:cubicBezTo>
                <a:cubicBezTo>
                  <a:pt x="389005" y="80340"/>
                  <a:pt x="392693" y="80838"/>
                  <a:pt x="396344" y="80838"/>
                </a:cubicBezTo>
                <a:cubicBezTo>
                  <a:pt x="401236" y="80838"/>
                  <a:pt x="405000" y="79999"/>
                  <a:pt x="407634" y="78321"/>
                </a:cubicBezTo>
                <a:cubicBezTo>
                  <a:pt x="410269" y="76643"/>
                  <a:pt x="411586" y="74276"/>
                  <a:pt x="411586" y="71222"/>
                </a:cubicBezTo>
                <a:cubicBezTo>
                  <a:pt x="411586" y="68394"/>
                  <a:pt x="410635" y="66225"/>
                  <a:pt x="408735" y="64716"/>
                </a:cubicBezTo>
                <a:cubicBezTo>
                  <a:pt x="406834" y="63207"/>
                  <a:pt x="402666" y="61755"/>
                  <a:pt x="396231" y="60360"/>
                </a:cubicBezTo>
                <a:lnTo>
                  <a:pt x="392618" y="59512"/>
                </a:lnTo>
                <a:cubicBezTo>
                  <a:pt x="386183" y="58155"/>
                  <a:pt x="381535" y="56072"/>
                  <a:pt x="378675" y="53264"/>
                </a:cubicBezTo>
                <a:cubicBezTo>
                  <a:pt x="375814" y="50454"/>
                  <a:pt x="374384" y="46598"/>
                  <a:pt x="374384" y="41696"/>
                </a:cubicBezTo>
                <a:cubicBezTo>
                  <a:pt x="374384" y="35738"/>
                  <a:pt x="376492" y="31138"/>
                  <a:pt x="380707" y="27896"/>
                </a:cubicBezTo>
                <a:cubicBezTo>
                  <a:pt x="384922" y="24653"/>
                  <a:pt x="390906" y="23032"/>
                  <a:pt x="398658" y="23032"/>
                </a:cubicBezTo>
                <a:cubicBezTo>
                  <a:pt x="402497" y="23032"/>
                  <a:pt x="406110" y="23314"/>
                  <a:pt x="409497" y="23879"/>
                </a:cubicBezTo>
                <a:cubicBezTo>
                  <a:pt x="412884" y="24443"/>
                  <a:pt x="416008" y="25290"/>
                  <a:pt x="418868" y="26419"/>
                </a:cubicBezTo>
                <a:close/>
                <a:moveTo>
                  <a:pt x="448844" y="78354"/>
                </a:moveTo>
                <a:lnTo>
                  <a:pt x="448844" y="111886"/>
                </a:lnTo>
                <a:lnTo>
                  <a:pt x="438401" y="111886"/>
                </a:lnTo>
                <a:lnTo>
                  <a:pt x="438401" y="24613"/>
                </a:lnTo>
                <a:lnTo>
                  <a:pt x="448844" y="24613"/>
                </a:lnTo>
                <a:lnTo>
                  <a:pt x="448844" y="34209"/>
                </a:lnTo>
                <a:cubicBezTo>
                  <a:pt x="451027" y="30427"/>
                  <a:pt x="453784" y="27619"/>
                  <a:pt x="457114" y="25784"/>
                </a:cubicBezTo>
                <a:cubicBezTo>
                  <a:pt x="460445" y="23949"/>
                  <a:pt x="464425" y="23032"/>
                  <a:pt x="469054" y="23032"/>
                </a:cubicBezTo>
                <a:cubicBezTo>
                  <a:pt x="476731" y="23032"/>
                  <a:pt x="482969" y="26086"/>
                  <a:pt x="487767" y="32193"/>
                </a:cubicBezTo>
                <a:cubicBezTo>
                  <a:pt x="492566" y="38300"/>
                  <a:pt x="494965" y="46330"/>
                  <a:pt x="494965" y="56282"/>
                </a:cubicBezTo>
                <a:cubicBezTo>
                  <a:pt x="494965" y="66234"/>
                  <a:pt x="492566" y="74263"/>
                  <a:pt x="487767" y="80371"/>
                </a:cubicBezTo>
                <a:cubicBezTo>
                  <a:pt x="482969" y="86478"/>
                  <a:pt x="476731" y="89532"/>
                  <a:pt x="469054" y="89532"/>
                </a:cubicBezTo>
                <a:cubicBezTo>
                  <a:pt x="464425" y="89532"/>
                  <a:pt x="460445" y="88614"/>
                  <a:pt x="457114" y="86780"/>
                </a:cubicBezTo>
                <a:cubicBezTo>
                  <a:pt x="453784" y="84945"/>
                  <a:pt x="451027" y="82137"/>
                  <a:pt x="448844" y="78354"/>
                </a:cubicBezTo>
                <a:moveTo>
                  <a:pt x="484183" y="56282"/>
                </a:moveTo>
                <a:cubicBezTo>
                  <a:pt x="484183" y="48625"/>
                  <a:pt x="482611" y="42618"/>
                  <a:pt x="479469" y="38262"/>
                </a:cubicBezTo>
                <a:cubicBezTo>
                  <a:pt x="476327" y="33904"/>
                  <a:pt x="472008" y="31726"/>
                  <a:pt x="466513" y="31726"/>
                </a:cubicBezTo>
                <a:cubicBezTo>
                  <a:pt x="461019" y="31726"/>
                  <a:pt x="456700" y="33904"/>
                  <a:pt x="453558" y="38262"/>
                </a:cubicBezTo>
                <a:cubicBezTo>
                  <a:pt x="450415" y="42618"/>
                  <a:pt x="448844" y="48625"/>
                  <a:pt x="448844" y="56282"/>
                </a:cubicBezTo>
                <a:cubicBezTo>
                  <a:pt x="448844" y="63939"/>
                  <a:pt x="450415" y="69947"/>
                  <a:pt x="453558" y="74304"/>
                </a:cubicBezTo>
                <a:cubicBezTo>
                  <a:pt x="456700" y="78660"/>
                  <a:pt x="461019" y="80838"/>
                  <a:pt x="466513" y="80838"/>
                </a:cubicBezTo>
                <a:cubicBezTo>
                  <a:pt x="472008" y="80838"/>
                  <a:pt x="476327" y="78660"/>
                  <a:pt x="479469" y="74304"/>
                </a:cubicBezTo>
                <a:cubicBezTo>
                  <a:pt x="482611" y="69947"/>
                  <a:pt x="484183" y="63939"/>
                  <a:pt x="484183" y="56282"/>
                </a:cubicBezTo>
                <a:close/>
                <a:moveTo>
                  <a:pt x="566290" y="53629"/>
                </a:moveTo>
                <a:lnTo>
                  <a:pt x="566290" y="58709"/>
                </a:lnTo>
                <a:lnTo>
                  <a:pt x="518532" y="58709"/>
                </a:lnTo>
                <a:cubicBezTo>
                  <a:pt x="518983" y="65879"/>
                  <a:pt x="521138" y="71340"/>
                  <a:pt x="524996" y="75094"/>
                </a:cubicBezTo>
                <a:cubicBezTo>
                  <a:pt x="528853" y="78848"/>
                  <a:pt x="534225" y="80725"/>
                  <a:pt x="541112" y="80725"/>
                </a:cubicBezTo>
                <a:cubicBezTo>
                  <a:pt x="545102" y="80725"/>
                  <a:pt x="548969" y="80236"/>
                  <a:pt x="552713" y="79258"/>
                </a:cubicBezTo>
                <a:cubicBezTo>
                  <a:pt x="556458" y="78279"/>
                  <a:pt x="560174" y="76811"/>
                  <a:pt x="563862" y="74854"/>
                </a:cubicBezTo>
                <a:lnTo>
                  <a:pt x="563862" y="84677"/>
                </a:lnTo>
                <a:cubicBezTo>
                  <a:pt x="560136" y="86258"/>
                  <a:pt x="556317" y="87462"/>
                  <a:pt x="552403" y="88290"/>
                </a:cubicBezTo>
                <a:cubicBezTo>
                  <a:pt x="548489" y="89118"/>
                  <a:pt x="544518" y="89532"/>
                  <a:pt x="540491" y="89532"/>
                </a:cubicBezTo>
                <a:cubicBezTo>
                  <a:pt x="530405" y="89532"/>
                  <a:pt x="522418" y="86592"/>
                  <a:pt x="516528" y="80711"/>
                </a:cubicBezTo>
                <a:cubicBezTo>
                  <a:pt x="510638" y="74830"/>
                  <a:pt x="507693" y="66875"/>
                  <a:pt x="507693" y="56848"/>
                </a:cubicBezTo>
                <a:cubicBezTo>
                  <a:pt x="507693" y="46481"/>
                  <a:pt x="510488" y="38253"/>
                  <a:pt x="516076" y="32165"/>
                </a:cubicBezTo>
                <a:cubicBezTo>
                  <a:pt x="521665" y="26076"/>
                  <a:pt x="529201" y="23032"/>
                  <a:pt x="538685" y="23032"/>
                </a:cubicBezTo>
                <a:cubicBezTo>
                  <a:pt x="547190" y="23032"/>
                  <a:pt x="553917" y="25775"/>
                  <a:pt x="558866" y="31262"/>
                </a:cubicBezTo>
                <a:cubicBezTo>
                  <a:pt x="563815" y="36747"/>
                  <a:pt x="566290" y="44203"/>
                  <a:pt x="566290" y="53629"/>
                </a:cubicBezTo>
                <a:moveTo>
                  <a:pt x="555903" y="50580"/>
                </a:moveTo>
                <a:cubicBezTo>
                  <a:pt x="555827" y="44880"/>
                  <a:pt x="554237" y="40331"/>
                  <a:pt x="551132" y="36935"/>
                </a:cubicBezTo>
                <a:cubicBezTo>
                  <a:pt x="548028" y="33537"/>
                  <a:pt x="543916" y="31839"/>
                  <a:pt x="538798" y="31839"/>
                </a:cubicBezTo>
                <a:cubicBezTo>
                  <a:pt x="533002" y="31839"/>
                  <a:pt x="528364" y="33481"/>
                  <a:pt x="524883" y="36766"/>
                </a:cubicBezTo>
                <a:cubicBezTo>
                  <a:pt x="521401" y="40049"/>
                  <a:pt x="519397" y="44673"/>
                  <a:pt x="518871" y="50637"/>
                </a:cubicBezTo>
                <a:lnTo>
                  <a:pt x="555903" y="50580"/>
                </a:lnTo>
                <a:close/>
                <a:moveTo>
                  <a:pt x="637391" y="53629"/>
                </a:moveTo>
                <a:lnTo>
                  <a:pt x="637391" y="58709"/>
                </a:lnTo>
                <a:lnTo>
                  <a:pt x="589633" y="58709"/>
                </a:lnTo>
                <a:cubicBezTo>
                  <a:pt x="590085" y="65879"/>
                  <a:pt x="592239" y="71340"/>
                  <a:pt x="596097" y="75094"/>
                </a:cubicBezTo>
                <a:cubicBezTo>
                  <a:pt x="599954" y="78848"/>
                  <a:pt x="605327" y="80725"/>
                  <a:pt x="612214" y="80725"/>
                </a:cubicBezTo>
                <a:cubicBezTo>
                  <a:pt x="616203" y="80725"/>
                  <a:pt x="620070" y="80236"/>
                  <a:pt x="623815" y="79258"/>
                </a:cubicBezTo>
                <a:cubicBezTo>
                  <a:pt x="627559" y="78279"/>
                  <a:pt x="631276" y="76811"/>
                  <a:pt x="634964" y="74854"/>
                </a:cubicBezTo>
                <a:lnTo>
                  <a:pt x="634964" y="84677"/>
                </a:lnTo>
                <a:cubicBezTo>
                  <a:pt x="631238" y="86258"/>
                  <a:pt x="627418" y="87462"/>
                  <a:pt x="623504" y="88290"/>
                </a:cubicBezTo>
                <a:cubicBezTo>
                  <a:pt x="619590" y="89118"/>
                  <a:pt x="615620" y="89532"/>
                  <a:pt x="611593" y="89532"/>
                </a:cubicBezTo>
                <a:cubicBezTo>
                  <a:pt x="601507" y="89532"/>
                  <a:pt x="593519" y="86592"/>
                  <a:pt x="587629" y="80711"/>
                </a:cubicBezTo>
                <a:cubicBezTo>
                  <a:pt x="581740" y="74830"/>
                  <a:pt x="578795" y="66875"/>
                  <a:pt x="578795" y="56848"/>
                </a:cubicBezTo>
                <a:cubicBezTo>
                  <a:pt x="578795" y="46481"/>
                  <a:pt x="581589" y="38253"/>
                  <a:pt x="587178" y="32165"/>
                </a:cubicBezTo>
                <a:cubicBezTo>
                  <a:pt x="592766" y="26076"/>
                  <a:pt x="600303" y="23032"/>
                  <a:pt x="609786" y="23032"/>
                </a:cubicBezTo>
                <a:cubicBezTo>
                  <a:pt x="618292" y="23032"/>
                  <a:pt x="625019" y="25775"/>
                  <a:pt x="629968" y="31262"/>
                </a:cubicBezTo>
                <a:cubicBezTo>
                  <a:pt x="634917" y="36747"/>
                  <a:pt x="637391" y="44203"/>
                  <a:pt x="637391" y="53629"/>
                </a:cubicBezTo>
                <a:moveTo>
                  <a:pt x="627004" y="50580"/>
                </a:moveTo>
                <a:cubicBezTo>
                  <a:pt x="626929" y="44880"/>
                  <a:pt x="625339" y="40331"/>
                  <a:pt x="622234" y="36935"/>
                </a:cubicBezTo>
                <a:cubicBezTo>
                  <a:pt x="619129" y="33537"/>
                  <a:pt x="615018" y="31839"/>
                  <a:pt x="609899" y="31839"/>
                </a:cubicBezTo>
                <a:cubicBezTo>
                  <a:pt x="604104" y="31839"/>
                  <a:pt x="599465" y="33481"/>
                  <a:pt x="595984" y="36766"/>
                </a:cubicBezTo>
                <a:cubicBezTo>
                  <a:pt x="592503" y="40049"/>
                  <a:pt x="590499" y="44673"/>
                  <a:pt x="589972" y="50637"/>
                </a:cubicBezTo>
                <a:lnTo>
                  <a:pt x="627004" y="50580"/>
                </a:lnTo>
                <a:close/>
                <a:moveTo>
                  <a:pt x="696017" y="34209"/>
                </a:moveTo>
                <a:lnTo>
                  <a:pt x="696017" y="0"/>
                </a:lnTo>
                <a:lnTo>
                  <a:pt x="706404" y="0"/>
                </a:lnTo>
                <a:lnTo>
                  <a:pt x="706404" y="87838"/>
                </a:lnTo>
                <a:lnTo>
                  <a:pt x="696017" y="87838"/>
                </a:lnTo>
                <a:lnTo>
                  <a:pt x="696017" y="78354"/>
                </a:lnTo>
                <a:cubicBezTo>
                  <a:pt x="693834" y="82137"/>
                  <a:pt x="691078" y="84945"/>
                  <a:pt x="687747" y="86780"/>
                </a:cubicBezTo>
                <a:cubicBezTo>
                  <a:pt x="684416" y="88614"/>
                  <a:pt x="680418" y="89532"/>
                  <a:pt x="675751" y="89532"/>
                </a:cubicBezTo>
                <a:cubicBezTo>
                  <a:pt x="668111" y="89532"/>
                  <a:pt x="661892" y="86478"/>
                  <a:pt x="657094" y="80371"/>
                </a:cubicBezTo>
                <a:cubicBezTo>
                  <a:pt x="652296" y="74263"/>
                  <a:pt x="649896" y="66234"/>
                  <a:pt x="649896" y="56282"/>
                </a:cubicBezTo>
                <a:cubicBezTo>
                  <a:pt x="649896" y="46330"/>
                  <a:pt x="652296" y="38300"/>
                  <a:pt x="657094" y="32193"/>
                </a:cubicBezTo>
                <a:cubicBezTo>
                  <a:pt x="661892" y="26086"/>
                  <a:pt x="668111" y="23032"/>
                  <a:pt x="675751" y="23032"/>
                </a:cubicBezTo>
                <a:cubicBezTo>
                  <a:pt x="680418" y="23032"/>
                  <a:pt x="684416" y="23949"/>
                  <a:pt x="687747" y="25784"/>
                </a:cubicBezTo>
                <a:cubicBezTo>
                  <a:pt x="691078" y="27619"/>
                  <a:pt x="693834" y="30427"/>
                  <a:pt x="696017" y="34209"/>
                </a:cubicBezTo>
                <a:moveTo>
                  <a:pt x="660622" y="56282"/>
                </a:moveTo>
                <a:cubicBezTo>
                  <a:pt x="660622" y="63939"/>
                  <a:pt x="662193" y="69947"/>
                  <a:pt x="665336" y="74304"/>
                </a:cubicBezTo>
                <a:cubicBezTo>
                  <a:pt x="668478" y="78660"/>
                  <a:pt x="672797" y="80838"/>
                  <a:pt x="678291" y="80838"/>
                </a:cubicBezTo>
                <a:cubicBezTo>
                  <a:pt x="683786" y="80838"/>
                  <a:pt x="688114" y="78660"/>
                  <a:pt x="691275" y="74304"/>
                </a:cubicBezTo>
                <a:cubicBezTo>
                  <a:pt x="694436" y="69947"/>
                  <a:pt x="696017" y="63939"/>
                  <a:pt x="696017" y="56282"/>
                </a:cubicBezTo>
                <a:cubicBezTo>
                  <a:pt x="696017" y="48625"/>
                  <a:pt x="694436" y="42618"/>
                  <a:pt x="691275" y="38262"/>
                </a:cubicBezTo>
                <a:cubicBezTo>
                  <a:pt x="688114" y="33904"/>
                  <a:pt x="683786" y="31726"/>
                  <a:pt x="678291" y="31726"/>
                </a:cubicBezTo>
                <a:cubicBezTo>
                  <a:pt x="672797" y="31726"/>
                  <a:pt x="668478" y="33904"/>
                  <a:pt x="665336" y="38262"/>
                </a:cubicBezTo>
                <a:cubicBezTo>
                  <a:pt x="662193" y="42618"/>
                  <a:pt x="660622" y="48625"/>
                  <a:pt x="660622" y="56282"/>
                </a:cubicBezTo>
                <a:close/>
                <a:moveTo>
                  <a:pt x="726753" y="62887"/>
                </a:moveTo>
                <a:lnTo>
                  <a:pt x="726753" y="24613"/>
                </a:lnTo>
                <a:lnTo>
                  <a:pt x="737140" y="24613"/>
                </a:lnTo>
                <a:lnTo>
                  <a:pt x="737140" y="62492"/>
                </a:lnTo>
                <a:cubicBezTo>
                  <a:pt x="737140" y="68494"/>
                  <a:pt x="738307" y="72996"/>
                  <a:pt x="740640" y="75997"/>
                </a:cubicBezTo>
                <a:cubicBezTo>
                  <a:pt x="742974" y="78999"/>
                  <a:pt x="746474" y="80499"/>
                  <a:pt x="751140" y="80499"/>
                </a:cubicBezTo>
                <a:cubicBezTo>
                  <a:pt x="756748" y="80499"/>
                  <a:pt x="761179" y="78707"/>
                  <a:pt x="764435" y="75123"/>
                </a:cubicBezTo>
                <a:cubicBezTo>
                  <a:pt x="767690" y="71537"/>
                  <a:pt x="769318" y="66649"/>
                  <a:pt x="769318" y="60459"/>
                </a:cubicBezTo>
                <a:lnTo>
                  <a:pt x="769318" y="24613"/>
                </a:lnTo>
                <a:lnTo>
                  <a:pt x="779705" y="24613"/>
                </a:lnTo>
                <a:lnTo>
                  <a:pt x="779705" y="87838"/>
                </a:lnTo>
                <a:lnTo>
                  <a:pt x="769318" y="87838"/>
                </a:lnTo>
                <a:lnTo>
                  <a:pt x="769318" y="78129"/>
                </a:lnTo>
                <a:cubicBezTo>
                  <a:pt x="766796" y="81986"/>
                  <a:pt x="763870" y="84851"/>
                  <a:pt x="760539" y="86723"/>
                </a:cubicBezTo>
                <a:cubicBezTo>
                  <a:pt x="757209" y="88596"/>
                  <a:pt x="753342" y="89532"/>
                  <a:pt x="748939" y="89532"/>
                </a:cubicBezTo>
                <a:cubicBezTo>
                  <a:pt x="741675" y="89532"/>
                  <a:pt x="736162" y="87269"/>
                  <a:pt x="732399" y="82743"/>
                </a:cubicBezTo>
                <a:cubicBezTo>
                  <a:pt x="728635" y="78218"/>
                  <a:pt x="726753" y="71599"/>
                  <a:pt x="726753" y="62887"/>
                </a:cubicBezTo>
                <a:moveTo>
                  <a:pt x="752890" y="23032"/>
                </a:moveTo>
                <a:lnTo>
                  <a:pt x="752890" y="23032"/>
                </a:lnTo>
                <a:close/>
                <a:moveTo>
                  <a:pt x="811173" y="78354"/>
                </a:moveTo>
                <a:lnTo>
                  <a:pt x="811173" y="111886"/>
                </a:lnTo>
                <a:lnTo>
                  <a:pt x="800729" y="111886"/>
                </a:lnTo>
                <a:lnTo>
                  <a:pt x="800729" y="24613"/>
                </a:lnTo>
                <a:lnTo>
                  <a:pt x="811173" y="24613"/>
                </a:lnTo>
                <a:lnTo>
                  <a:pt x="811173" y="34209"/>
                </a:lnTo>
                <a:cubicBezTo>
                  <a:pt x="813355" y="30427"/>
                  <a:pt x="816112" y="27619"/>
                  <a:pt x="819443" y="25784"/>
                </a:cubicBezTo>
                <a:cubicBezTo>
                  <a:pt x="822773" y="23949"/>
                  <a:pt x="826753" y="23032"/>
                  <a:pt x="831382" y="23032"/>
                </a:cubicBezTo>
                <a:cubicBezTo>
                  <a:pt x="839060" y="23032"/>
                  <a:pt x="845297" y="26086"/>
                  <a:pt x="850096" y="32193"/>
                </a:cubicBezTo>
                <a:cubicBezTo>
                  <a:pt x="854894" y="38300"/>
                  <a:pt x="857293" y="46330"/>
                  <a:pt x="857293" y="56282"/>
                </a:cubicBezTo>
                <a:cubicBezTo>
                  <a:pt x="857293" y="66234"/>
                  <a:pt x="854894" y="74263"/>
                  <a:pt x="850096" y="80371"/>
                </a:cubicBezTo>
                <a:cubicBezTo>
                  <a:pt x="845297" y="86478"/>
                  <a:pt x="839060" y="89532"/>
                  <a:pt x="831382" y="89532"/>
                </a:cubicBezTo>
                <a:cubicBezTo>
                  <a:pt x="826753" y="89532"/>
                  <a:pt x="822773" y="88614"/>
                  <a:pt x="819443" y="86780"/>
                </a:cubicBezTo>
                <a:cubicBezTo>
                  <a:pt x="816112" y="84945"/>
                  <a:pt x="813355" y="82137"/>
                  <a:pt x="811173" y="78354"/>
                </a:cubicBezTo>
                <a:moveTo>
                  <a:pt x="846511" y="56282"/>
                </a:moveTo>
                <a:cubicBezTo>
                  <a:pt x="846511" y="48625"/>
                  <a:pt x="844940" y="42618"/>
                  <a:pt x="841797" y="38262"/>
                </a:cubicBezTo>
                <a:cubicBezTo>
                  <a:pt x="838655" y="33904"/>
                  <a:pt x="834336" y="31726"/>
                  <a:pt x="828842" y="31726"/>
                </a:cubicBezTo>
                <a:cubicBezTo>
                  <a:pt x="823347" y="31726"/>
                  <a:pt x="819029" y="33904"/>
                  <a:pt x="815886" y="38262"/>
                </a:cubicBezTo>
                <a:cubicBezTo>
                  <a:pt x="812744" y="42618"/>
                  <a:pt x="811173" y="48625"/>
                  <a:pt x="811173" y="56282"/>
                </a:cubicBezTo>
                <a:cubicBezTo>
                  <a:pt x="811173" y="63939"/>
                  <a:pt x="812744" y="69947"/>
                  <a:pt x="815886" y="74304"/>
                </a:cubicBezTo>
                <a:cubicBezTo>
                  <a:pt x="819029" y="78660"/>
                  <a:pt x="823347" y="80838"/>
                  <a:pt x="828842" y="80838"/>
                </a:cubicBezTo>
                <a:cubicBezTo>
                  <a:pt x="834336" y="80838"/>
                  <a:pt x="838655" y="78660"/>
                  <a:pt x="841797" y="74304"/>
                </a:cubicBezTo>
                <a:cubicBezTo>
                  <a:pt x="844940" y="69947"/>
                  <a:pt x="846511" y="63939"/>
                  <a:pt x="846511" y="56282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149569-DB4B-4D1F-8A64-B13127C92D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17309" y="3506222"/>
            <a:ext cx="1612790" cy="1201788"/>
          </a:xfrm>
          <a:custGeom xmlns:a="http://schemas.openxmlformats.org/drawingml/2006/main">
            <a:pathLst>
              <a:path w="1612790" h="1201788">
                <a:moveTo>
                  <a:pt x="0" y="1201788"/>
                </a:moveTo>
                <a:lnTo>
                  <a:pt x="1612790" y="1201788"/>
                </a:lnTo>
                <a:lnTo>
                  <a:pt x="1612790" y="0"/>
                </a:lnTo>
                <a:lnTo>
                  <a:pt x="0" y="0"/>
                </a:lnTo>
                <a:lnTo>
                  <a:pt x="0" y="1201788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2E9C4D-FA89-4EFA-B525-2EC6631147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0802" y="408891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C29949-29D1-4AC7-AE42-80C75796E4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0802" y="408891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3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0623E6-DCE7-461A-A2DF-44D9ED614F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3489" y="422867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4DD539-518E-402E-B2DB-CFE45C63C9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3489" y="422867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3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B21823-1FCE-457F-BCDA-A430B42E52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8248" y="427750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A24B77-3B89-47F6-B1E8-212A171717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8248" y="427750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3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440235-A682-4661-8EBF-8BFE74CE5A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1" y="4259543"/>
            <a:ext cx="8078" cy="16157"/>
          </a:xfrm>
          <a:custGeom xmlns:a="http://schemas.openxmlformats.org/drawingml/2006/main">
            <a:pathLst>
              <a:path w="8078" h="16157">
                <a:moveTo>
                  <a:pt x="7811" y="4"/>
                </a:move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  <a:lnTo>
                  <a:pt x="8078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5A8AD5-BD40-4560-92FB-040623CC69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1" y="4259543"/>
            <a:ext cx="8078" cy="16157"/>
          </a:xfrm>
          <a:custGeom xmlns:a="http://schemas.openxmlformats.org/drawingml/2006/main">
            <a:pathLst>
              <a:path w="8078" h="16157" fill="none">
                <a:moveTo>
                  <a:pt x="8078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3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EA3C01-A266-4665-A5A8-4E848D181B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1" y="4255153"/>
            <a:ext cx="8078" cy="16157"/>
          </a:xfrm>
          <a:custGeom xmlns:a="http://schemas.openxmlformats.org/drawingml/2006/main">
            <a:pathLst>
              <a:path w="8078" h="16157">
                <a:moveTo>
                  <a:pt x="7811" y="4"/>
                </a:move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  <a:lnTo>
                  <a:pt x="8078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18E2B6-C070-48DE-AF79-3AC6A94907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1" y="4255153"/>
            <a:ext cx="8078" cy="16157"/>
          </a:xfrm>
          <a:custGeom xmlns:a="http://schemas.openxmlformats.org/drawingml/2006/main">
            <a:pathLst>
              <a:path w="8078" h="16157" fill="none">
                <a:moveTo>
                  <a:pt x="8078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3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DDDCF5-E346-43D6-9D1A-3B606C25CE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8975" y="425627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74D85F-14C1-4547-9D1A-A041AE0170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8975" y="425627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3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0CFB25-E664-43B1-A8CA-BA9E8C0BAF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1" y="4256594"/>
            <a:ext cx="8078" cy="16157"/>
          </a:xfrm>
          <a:custGeom xmlns:a="http://schemas.openxmlformats.org/drawingml/2006/main">
            <a:pathLst>
              <a:path w="8078" h="16157">
                <a:moveTo>
                  <a:pt x="7811" y="4"/>
                </a:move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  <a:lnTo>
                  <a:pt x="8078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CA072B-D52D-4BFD-9AC0-9FDCE80036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1" y="4256594"/>
            <a:ext cx="8078" cy="16157"/>
          </a:xfrm>
          <a:custGeom xmlns:a="http://schemas.openxmlformats.org/drawingml/2006/main">
            <a:pathLst>
              <a:path w="8078" h="16157" fill="none">
                <a:moveTo>
                  <a:pt x="8078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3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179AEB-B235-406A-A42D-AFAA10717B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2433" y="425227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671095-3E84-45F0-9CF4-657C2C7F11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2433" y="425227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3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7C1C91-D002-4C55-8BEC-3F67C3C7CD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8098" y="426184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658F82-E4AC-433D-B12F-8359192457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8098" y="426184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3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B8A031-95D0-4A30-809C-FA6C6B031F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9775" y="427867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3157A6-1A59-44DE-B534-21C4DDC793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9775" y="427867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3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E6CBCC-ABCE-4F98-9EE6-08FFCDD4CD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4729" y="424863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709154-49E0-4971-ACE4-CFC369538A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4729" y="424863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3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018DA3-BE13-4767-9861-B826A25F62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1" y="4241358"/>
            <a:ext cx="8078" cy="16157"/>
          </a:xfrm>
          <a:custGeom xmlns:a="http://schemas.openxmlformats.org/drawingml/2006/main">
            <a:pathLst>
              <a:path w="8078" h="16157">
                <a:moveTo>
                  <a:pt x="7811" y="4"/>
                </a:move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  <a:lnTo>
                  <a:pt x="8078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63DA57-FBA2-47AB-9514-3B44540DDC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1" y="4241358"/>
            <a:ext cx="8078" cy="16157"/>
          </a:xfrm>
          <a:custGeom xmlns:a="http://schemas.openxmlformats.org/drawingml/2006/main">
            <a:pathLst>
              <a:path w="8078" h="16157" fill="none">
                <a:moveTo>
                  <a:pt x="8078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3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DB6518-0447-4A72-A4BC-426F50FBDA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1" y="4245812"/>
            <a:ext cx="8078" cy="16157"/>
          </a:xfrm>
          <a:custGeom xmlns:a="http://schemas.openxmlformats.org/drawingml/2006/main">
            <a:pathLst>
              <a:path w="8078" h="16157">
                <a:moveTo>
                  <a:pt x="7811" y="4"/>
                </a:move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  <a:lnTo>
                  <a:pt x="8078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9D3E6D-ACED-45F8-AA6A-C4273247ED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1" y="4245812"/>
            <a:ext cx="8078" cy="16157"/>
          </a:xfrm>
          <a:custGeom xmlns:a="http://schemas.openxmlformats.org/drawingml/2006/main">
            <a:pathLst>
              <a:path w="8078" h="16157" fill="none">
                <a:moveTo>
                  <a:pt x="8078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8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3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637CFD-F477-4730-B29B-263B097012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1334" y="436056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DEC5C2-A7E7-4525-8ECF-544C5B4FC8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1334" y="436056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3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D33F76-41D8-4DC8-AE48-F979D7F367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6352" y="426430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9972E7-3B5D-4E57-A2F8-5C596B3BC8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6352" y="426430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3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E7F9DD-566C-49E0-9CFE-C7BF5178CF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3470" y="415845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C2098C-633F-44C1-A2BF-66933850B7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3470" y="415845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3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5BA8D0-D2E5-41A2-A1D9-867298E90A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7294" y="414907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FEF3A0-B96D-4E19-BC15-497EA4FA1F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7294" y="414907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3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FE2745-F439-4953-B0D9-8D5DC6C79D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5298" y="438478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2821CF-02A2-41C1-A0FD-2F32DAA9D5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5298" y="438478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3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99278E-6859-4585-B5A9-EEEC8E3C8E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4788" y="435398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1FE5DD-60DD-41CC-86FF-3FD063CA07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4788" y="435398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3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43CEC2-6D5B-4D29-890D-9BDFC0B894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2133" y="434645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F1533F-ABAC-421B-BD90-402D57955A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2133" y="434645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3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096EFE-0594-469D-B348-C729F30CE5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40291" y="448543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E8A38C-5AAC-4453-9299-EC080A4527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40291" y="448543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3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15ECE5-DFC0-4D30-B0D0-380F8330FC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26699" y="450550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547AD4-95C2-4424-88AB-85A2B04E6B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26699" y="450550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3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03FADC-35A2-45FF-816D-8BE41899B4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2" y="4487879"/>
            <a:ext cx="8077" cy="16157"/>
          </a:xfrm>
          <a:custGeom xmlns:a="http://schemas.openxmlformats.org/drawingml/2006/main">
            <a:pathLst>
              <a:path w="8077" h="16157">
                <a:moveTo>
                  <a:pt x="7811" y="4"/>
                </a:move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7" y="16157"/>
                </a:lnTo>
                <a:lnTo>
                  <a:pt x="8077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D85911-FA4D-4038-923E-89F671760B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2" y="4487879"/>
            <a:ext cx="8077" cy="16157"/>
          </a:xfrm>
          <a:custGeom xmlns:a="http://schemas.openxmlformats.org/drawingml/2006/main">
            <a:pathLst>
              <a:path w="8077" h="16157" fill="none">
                <a:moveTo>
                  <a:pt x="8077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7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3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138A7B-779F-4CF5-BEFA-0E09E8AC78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4396" y="429544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028BAF-0D6E-4131-A128-FE40EE36E3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4396" y="429544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3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CB3149-C98A-4465-A23F-49C91D6254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9421" y="460968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7EAC5F-E845-4A99-AF5D-58D19CD98D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9421" y="460968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3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7B4341-FBE6-4309-8426-7B9DC60CE3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0188" y="422886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040DA0-BDA8-45D6-BAD3-1B74ED1F39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0188" y="422886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3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D68195-016D-4CAE-AE1F-5E2CAFD9E6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4054" y="466022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1A7D3B-F5C3-456F-B940-DB6E335AB3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4054" y="466022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3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E479D8-D345-4275-B1B2-456A85233F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1216" y="467021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577586-12AD-44C9-A166-C6BCC8DEF0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1216" y="467021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4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D957D2-BF88-40F4-9C1C-723CA28B0E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5886" y="459328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72FE2C-AFBA-45D7-9C41-EDF8951371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5886" y="459328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4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BDA5C9-0727-4061-8593-8AD8DEAC1D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9679" y="466684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CA4D3B-F2AE-45B9-BF8A-AFE330D976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9679" y="466684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4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569078-8E32-4EC2-A623-4BDA6BDD31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1336" y="466954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109D81-6E97-47A1-AA62-18BD0037EA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1336" y="466954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4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EDC741-DC52-4F5B-B56D-981F50FFB9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3259" y="466798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33B44A-D811-428A-B4BB-E82264F8CB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3259" y="466798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4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E3794C-7BD6-4511-85C9-14B27CCC8B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5575" y="464794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69876B-12C6-44FB-9EC6-1DF0C4E732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5575" y="464794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4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FE7966-0578-4ADA-A10B-37F2B70091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4064" y="467046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57C6B6-0BC3-4EE9-B931-06071561A3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4064" y="467046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4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FEC564-A97C-4946-8325-83B93C67A8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0471" y="465454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3B4B9B-1C39-4A58-BB9C-A496F30CAD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0471" y="465454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4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BBC82A-99B4-4190-A5C7-CAFC6DBBB8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2814" y="467361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7BB302-6719-41A7-8420-0726D4BAD5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2814" y="467361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4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DCC8C1-E6B9-42BB-B81B-99D7371115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5817" y="460890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68FD81-AB89-4A70-9725-0259C03CC2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5817" y="460890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4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F969A6-F004-4E76-9A48-E40B02A08F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7186" y="466707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285FBE-9BA3-4DA3-981F-616CEF8C57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7186" y="466707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4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743D3F-0E41-4E33-BE13-803CDE370C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7568" y="466983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349EE8-D8DC-421D-80F8-6E5ADFEDE9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7568" y="466983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4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A21DB4-1AC0-4544-A02D-F9C1966C5C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4641" y="466989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2A75DD-AB78-48D0-B458-1B84BFA13F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4641" y="466989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4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3D6D3B-3330-4459-890D-201A96F842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0755" y="465677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A42519-E26C-4FCD-BDE0-55F61C23D6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0755" y="465677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4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83FDAA-648D-4AD8-A243-31FF7487CC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9399" y="466642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5E2A32-E63E-41A3-AF57-96B8A8CF7E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9399" y="466642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4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A02AA1-B715-452F-B25C-5D6BC871FD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6609" y="466972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AC0723-DF55-4604-9B33-D77106C2F1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6609" y="466972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4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043251-1478-4081-B05C-9567B76E54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7442" y="466476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8D74F3-ED52-435F-B3EF-070E475770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7442" y="466476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4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5A2B6A-8986-4D21-A2D6-E018149745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2597" y="467417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53D9CB-660E-4911-B00E-B303CEBCBA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2597" y="467417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4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1B6700-B363-453E-B60F-C286F1E0DB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9185" y="467199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57F6C8-115F-498C-8B8F-2C56B85DC1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9185" y="467199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4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B207D5-CF24-4739-894C-59D4BEDA06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8845" y="466795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8EB59F-6E46-41F9-9E1B-0E27021609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8845" y="466795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4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A8F55A-56E7-4E6C-AB4D-C48DE30BA5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7632" y="466759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5DD9B0-A314-4C4B-BDFD-4407EAB06E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7632" y="466759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4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E25196-16AD-4110-A18D-090378712D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0120" y="466457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224960-D4E3-41C5-B9D2-4958C07056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0120" y="466457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4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01F090-F66A-400D-9A35-4F537158AE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6013" y="467043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2EC4E8-8F07-48B6-A4F6-002F75658F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6013" y="467043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4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E51D77-7219-4FF9-A3E4-6827B0BB39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7648" y="467062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377B07-5A03-4DE7-842B-3D27CB373E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7648" y="467062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4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7ECB1D-383D-475D-8545-81899E2E4D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2253" y="460447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FA87AF-E25F-40B2-80A1-F7B1E30B35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2253" y="460447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4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10EED3-F384-4F6C-9C2D-8E1522E5DC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9471" y="464803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795CBF-3933-465E-8741-69A71B417B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9471" y="464803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4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DE2BAB-330B-4FCE-878E-87454D579B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4664" y="467174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9313F4-6BCE-480B-827B-9172D06C6F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4664" y="467174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4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DB561B-E660-476D-9219-BF91CF9EE4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5409" y="466723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0FEB08-5D30-4D9A-8936-DE8F48FB26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5409" y="466723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4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B0C108-59BA-4416-AFD9-4722380414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3406" y="467195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CD482C-919B-4006-9552-0791BAD13A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3406" y="467195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4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A0B247-C78D-4848-93EA-7D51BB5E6B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5401" y="466947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F644CC-51EF-4ADE-8C7A-FD2BB55D6B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5401" y="466947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4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0C52BC-3056-4D3E-8BC3-33C9B93B07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9528" y="466563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1182F9-56B7-453E-97D7-B556947A6B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9528" y="466563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4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D0B544-A9C8-47DE-AF2E-BA4ACD8F0D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3829" y="460698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E90637-191E-4707-8E0D-7242ADC25A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3829" y="460698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4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97CF16-2B39-4B90-B77B-9AB35D5EA9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7976" y="467474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CF1158-48DC-461E-A1B6-5281200620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7976" y="467474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4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CA9690-361F-43BD-8D9D-4F335154F5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1721" y="465804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2BCA97-75F5-4A1D-9E49-B35D3C60AC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1721" y="465804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4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746B52-F5C0-4640-82B1-818230756E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2720" y="464460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FD1F5A-3262-4EAD-A038-4A3EE14129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2720" y="464460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4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F63EF5-97EE-4AA7-A425-CBA3C973CC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1530" y="466793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B589B4-AC37-48A8-B547-B57490005E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1530" y="466793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4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1E92F4-8CF2-426D-9EB5-018E8C4680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2488" y="466266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5CC12D-656B-4368-84EE-68ED60C1EC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2488" y="466266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4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F1E73A-3E8F-4FA9-A0E6-9833DAB567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6272" y="465210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B14723-7C02-4D14-A0FB-FA6C2B94B9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6272" y="465210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4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C5D7EB-77E1-4972-BCF8-3ACF3A7E88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2510" y="466567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3D917B-29E2-46FA-A707-F060BF978A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2510" y="466567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4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CFFB76-DA6E-4163-87BA-576C520FD1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6821" y="466376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DAEF7A-6FB4-4B86-B2E5-4C7820DBCA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6821" y="466376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4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B9DD9F-247E-48ED-A4B6-DDFECF2412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6908" y="467261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384B41-CEBD-4AC7-BABE-750F6F5240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6908" y="467261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4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6E300F-C131-46F4-B560-C9B233E873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3222" y="464712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DE0B68-72BC-4F91-A972-573C0DDFD0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3222" y="464712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4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729896-F4F6-4FA8-92DC-8A368C7E12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3356" y="460550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2596FC-41B4-4831-B3C8-EB72D87462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3356" y="460550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4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2A6362-30C7-4B2C-AE89-537549B5F0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7747" y="466603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204141-7053-467A-91EA-B94E7E9BF1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7747" y="466603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4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9C585A-9E22-4C26-B5BE-B44D24C8B0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5704" y="466854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96BB99-8CA6-4E89-B69A-5BD46A6C87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5704" y="466854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4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44AF90-1167-4095-818B-0FBE2ED6BE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4435" y="467260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F7AE6D-7F2A-4140-9228-5578A1997A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4435" y="467260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4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8155C7-A179-4883-A458-184D968805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0923" y="465862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DCBA92-9650-49C0-AD90-BF82BB0B46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0923" y="465862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4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DAB637-258D-4384-B5BA-3DBEF71006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5190" y="466927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2108D4-6CCE-4ED3-A24B-8439D15013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5190" y="466927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4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8F2A3A-DFB1-40AF-9319-4DEDCDD984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5804" y="467089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10884C-24F3-4449-95CB-6254CE278C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5804" y="467089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4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0394D8-7078-4088-8DF5-AE3CC389F3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2" y="4670511"/>
            <a:ext cx="8077" cy="16157"/>
          </a:xfrm>
          <a:custGeom xmlns:a="http://schemas.openxmlformats.org/drawingml/2006/main">
            <a:pathLst>
              <a:path w="8077" h="16157">
                <a:moveTo>
                  <a:pt x="7811" y="4"/>
                </a:move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7" y="16157"/>
                </a:lnTo>
                <a:lnTo>
                  <a:pt x="8077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7261E8-9293-4BA8-BAA9-BEE78EDB38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2" y="4670511"/>
            <a:ext cx="8077" cy="16157"/>
          </a:xfrm>
          <a:custGeom xmlns:a="http://schemas.openxmlformats.org/drawingml/2006/main">
            <a:pathLst>
              <a:path w="8077" h="16157" fill="none">
                <a:moveTo>
                  <a:pt x="8077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7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4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21DD51-C452-4AEB-80F0-BA45A3687A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6460" y="466826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B8CEB4-45A7-419B-B512-A7700A5182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6460" y="466826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5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12980F-9AA8-4377-AA6C-04B1CF49AC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2" y="4668463"/>
            <a:ext cx="8077" cy="16157"/>
          </a:xfrm>
          <a:custGeom xmlns:a="http://schemas.openxmlformats.org/drawingml/2006/main">
            <a:pathLst>
              <a:path w="8077" h="16157">
                <a:moveTo>
                  <a:pt x="7811" y="4"/>
                </a:move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7" y="16157"/>
                </a:lnTo>
                <a:lnTo>
                  <a:pt x="8077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4DE9BA-7CC3-46F3-8B5A-CA20E8186E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2" y="4668463"/>
            <a:ext cx="8077" cy="16157"/>
          </a:xfrm>
          <a:custGeom xmlns:a="http://schemas.openxmlformats.org/drawingml/2006/main">
            <a:pathLst>
              <a:path w="8077" h="16157" fill="none">
                <a:moveTo>
                  <a:pt x="8077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7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5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F78664-0E9C-4D5D-924B-7BBE076396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1714" y="461152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B87FF6-021D-4CD8-99A3-E80294403A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1714" y="461152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5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403F97-85BF-4AF2-AB97-D5EA1EE6F8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0888" y="466162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E07595-2432-481B-9E3F-F5AFC17801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0888" y="466162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5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CB890C-B88F-4497-96CA-15191073C1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9694" y="466331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65556E-0E5A-4ED9-B7E9-15A1F954C9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9694" y="466331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5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AF2EB5-40AB-4E55-A2E3-0B9E9A4FF9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4871" y="460678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90DEA9-4DBF-47F8-9FBF-7D6E88558B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4871" y="460678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5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FF01FB-42B5-47B9-BA72-B8FD5DBAA4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8245" y="467038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5B8483-F615-4E70-A9F1-DB8C81D8BA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8245" y="467038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5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436D35-DA87-4EBB-987A-AE6F867A9F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8699" y="466899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974BD3-EF04-4CDD-9ECF-2BBF53F0C2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8699" y="466899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5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E28145-540E-4BDA-96D5-D055F186BA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3289" y="466438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A54255-A06A-4A10-AE67-F9DB06DC65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3289" y="466438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5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ADCD72-19AB-48F6-A10B-E9A0B7FF60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9510" y="466678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7DF505-ABBD-4DC3-8721-6E64803A75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9510" y="466678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5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9D2DE9-97B8-4B2E-8AB3-E38A24F252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8630" y="465753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BBA0A4-5F11-47C1-811F-09617BAEE9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8630" y="465753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5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C0FD12-484A-4F70-897D-CEC404EF89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8662" y="458215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77EA9A-B265-44D9-8D91-BA24F19AD1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8662" y="458215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5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E6E0AA-6D14-4147-B445-144AE89395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9933" y="465171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8194D8-098C-430A-93A3-D310D1C48B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9933" y="465171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5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C5A2DF-747B-4EEC-A5AA-A652C3B61A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3731" y="465440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2C2BEE-2A5A-4370-B675-E1DAC2DE96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3731" y="465440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5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C87A13-8B52-449F-A2BC-FCACF6ABAB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6635" y="467078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3AE20F-3C49-4790-B43D-E24AC1F3B4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6635" y="467078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5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9E3513-A1D6-49F4-A1F0-A6D4FE181E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8311" y="462550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9818B6-7A30-4628-A013-545EF1A11C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8311" y="462550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5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C768FB-D422-4A50-9CEC-B6D63CEF73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5170" y="460972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365E3D-2D2E-4957-8D4F-3FC33B4706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5170" y="460972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5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C0AB70-247D-4E90-8ECF-4584E5E88C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3065" y="464860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458E64-9F32-4195-874B-ADF9370785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3065" y="464860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5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69FE13-7339-4EC6-AB6A-E6EAD292D0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7328" y="462857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607572-9026-4CF9-89D3-CA90AE97CD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7328" y="462857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5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16EED8-0BED-4DF4-A17C-5DED2A24D3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0851" y="467128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DC112C-C30F-4A93-AFF2-9B8BF376F2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0851" y="467128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5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814B2B-880C-4616-9C6A-82A9C79387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1499" y="462223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3F1342-AE1C-402E-AA9E-84115B182A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1499" y="462223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5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F06EA6-72A7-4056-B570-FE8DADCE5F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5870" y="460382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14A23D-3780-47A5-AB3F-0874DDD4C4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5870" y="460382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5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460CDF-8A92-4DD8-A288-80F5B75053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9145" y="467793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71C753-003E-4A0C-B7E3-3A1D8E728F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9145" y="467793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5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194D76-DE88-4FCE-8FD3-548BABFB9A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2745" y="466884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C94B4A-4B1B-4FFE-8ABE-DA00E8CD36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2745" y="466884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5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8BF234-9891-43E4-8637-C56281F9AC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0590" y="462745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F5179B-189A-4B42-932D-8FDAEA3F66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0590" y="462745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5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C298E6-9BD6-4BA1-B601-787FE360C2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7995" y="467018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72A048-8386-4F16-815B-7B3CCBFF3B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7995" y="467018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5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34B112-C351-4474-9A7F-45AE34A195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0276" y="467869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E3FCF2-AF29-488D-B34D-D597012552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0276" y="467869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5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4F52DA-0D3B-488A-B325-4A704F0547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3968" y="467721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7EDC20-57F7-4666-9B63-8672D9F8A0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3968" y="467721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5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2FAE12-06DD-40E9-BECA-45EDD31983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7276" y="467624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A2F097-824D-430B-B5E2-5D45BDCC59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7276" y="467624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5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3117B1-4F95-4F92-94FE-786BAC3FD6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5519" y="467810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F06BE8-E0BA-4F2A-8270-AA412B7B27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5519" y="467810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5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43B516-8546-4C1A-9E84-59931563FD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2827" y="467462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88A232-2EEB-4D79-BBB4-F6BFBD55BC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2827" y="467462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5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FC1411-BC5A-4C7E-8E88-BC83419EE9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3413" y="466647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6AB3DE-ADEC-408B-AC75-1020A9515D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3413" y="466647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5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E0A914-1508-4E8A-B784-ED6F55656A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0716" y="466769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CF3449-15B6-40D3-B3E6-E8A64B97B6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0716" y="466769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5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0F77F6-68FD-4B0D-9BBF-C23B34B4B8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9942" y="449720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CD1F2C-98AF-4ADF-B943-1565DA074A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9942" y="449720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5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0A1B81-03FD-49C6-A50B-E10F07D921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7660" y="467106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1FA3F6-DBC7-428E-B5DF-A540D9A30E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7660" y="467106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5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7DA486-BBA2-4F89-9300-4CB823892C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9854" y="467756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345D3D-3F85-4AE7-AE31-2C6EB881C3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9854" y="467756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5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1E6141-73A5-44F1-9FE6-A0FE3368C4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6870" y="467127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22C8E8-8791-40DD-B87B-98213FD7D2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6870" y="467127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5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4303F9-345B-4401-8BF6-26312AD7C1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1676" y="466964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35EF62-9289-47AC-ABE3-5FBAA8EEA3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1676" y="466964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5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338DBB-C20E-4471-AF13-F98FDCA540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8010" y="466880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FB30B7-A308-4355-B32F-DEE1F02148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8010" y="466880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5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F855BC-38F5-4C6D-BD9F-5B1F83A6FC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7924" y="467595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C80B79-21E6-4967-8E80-8475D4918F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7924" y="467595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5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9B11DA-50E0-4856-90CA-62B65785F0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2320" y="414744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BEC15B-71F3-4E2D-97F4-E7FABEC77E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2320" y="414744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5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EC5C1C-F2B0-4715-9E06-5C92479DA9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34809" y="423335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F6CE8B-A729-4F44-9A00-505658CBE6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34809" y="423335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5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3A75BD-B702-4D49-8D9A-8864E321F0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42259" y="418186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EA3500-3200-4209-9208-72D5E6305A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42259" y="418186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5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B812B7-EDB8-4361-8FFA-7C797B8314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4696" y="437554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ABC600-995E-4F8F-832B-24B5FA9AEC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4696" y="437554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5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B973AC-9B98-4B68-92B3-614855ACD7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84265" y="414421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02EEEB-0E39-40BF-9FC2-058F121909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84265" y="414421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5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F7FD12-19E4-474D-98C7-990A12686C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33030" y="410700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96A8D9-69F5-48A6-B6C9-BA52638E08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33030" y="410700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5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6B8D84-DDF3-418A-8675-ECDB689E9E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5086" y="408812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BA1884-B407-449C-9AB2-E38CAAFC67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5086" y="408812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5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DB2F65-4077-4433-9DD8-23C9E18CA2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67882" y="426485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747699-27A9-44A2-87BD-FA2E2493E5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67882" y="426485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5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587E7D-C442-4898-8168-1902FAE947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41504" y="416744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93DACC-66C9-4126-9D76-A3BF36785C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41504" y="416744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5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A82F67-2F33-4690-B13F-875E414BD2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7094" y="440242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F6926B-FED5-42D0-832B-146CAF4143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7094" y="440242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5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F851E9-5F81-4EA9-92D7-17E47418EB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02982" y="414103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1D2EBD-D5C7-4DDB-A81D-3A09E041FF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02982" y="414103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6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26ACF7-A73D-4799-931E-3AFA0208C4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4083767"/>
            <a:ext cx="8076" cy="16157"/>
          </a:xfrm>
          <a:custGeom xmlns:a="http://schemas.openxmlformats.org/drawingml/2006/main">
            <a:pathLst>
              <a:path w="8076" h="16157">
                <a:moveTo>
                  <a:pt x="7811" y="4"/>
                </a:moveTo>
                <a:lnTo>
                  <a:pt x="7545" y="18"/>
                </a:lnTo>
                <a:lnTo>
                  <a:pt x="7280" y="39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7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6" y="16157"/>
                </a:lnTo>
                <a:lnTo>
                  <a:pt x="8076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82CCF3-F9E9-4AD9-A223-084B71C70B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4083767"/>
            <a:ext cx="8076" cy="16157"/>
          </a:xfrm>
          <a:custGeom xmlns:a="http://schemas.openxmlformats.org/drawingml/2006/main">
            <a:pathLst>
              <a:path w="8076" h="16157" fill="none">
                <a:moveTo>
                  <a:pt x="8076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39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7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6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6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C11BDD-9FCA-4669-A82F-584EAF417F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4068668"/>
            <a:ext cx="8076" cy="16157"/>
          </a:xfrm>
          <a:custGeom xmlns:a="http://schemas.openxmlformats.org/drawingml/2006/main">
            <a:pathLst>
              <a:path w="8076" h="16157">
                <a:moveTo>
                  <a:pt x="7811" y="4"/>
                </a:moveTo>
                <a:lnTo>
                  <a:pt x="7545" y="18"/>
                </a:lnTo>
                <a:lnTo>
                  <a:pt x="7280" y="39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7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6" y="16157"/>
                </a:lnTo>
                <a:lnTo>
                  <a:pt x="8076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3B2CDA-4CBE-4230-BA9C-64B1D56213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4068668"/>
            <a:ext cx="8076" cy="16157"/>
          </a:xfrm>
          <a:custGeom xmlns:a="http://schemas.openxmlformats.org/drawingml/2006/main">
            <a:pathLst>
              <a:path w="8076" h="16157" fill="none">
                <a:moveTo>
                  <a:pt x="8076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39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7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6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6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A947A3-ADCB-47D3-9737-83282D6F9A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3125" y="427202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14EBD2-F926-4333-8DAD-E607148AB0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3125" y="427202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6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931B3D-BDF6-4ABC-B73B-86AC2E05F3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33894" y="419823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776853-43B9-4DDC-818D-B564A1B0D1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33894" y="419823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6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12D232-7222-42CD-ABF3-B8449E6186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5026" y="441650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B28E49-FBEA-4593-920A-DBD0D1FFEC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5026" y="441650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6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4DC955-CFD7-4626-9F97-8B279089FC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67005" y="414544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275FC1-3C3B-44C6-BC41-5C0E9F4CD0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67005" y="414544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6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6FBF1B-968E-46C3-A581-35685BE625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24365" y="411426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B9B318-CD07-4C0B-9B40-D0DB38FFD1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24365" y="411426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6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B8DD6F-98BE-48F5-B93A-5CBB86D5DD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98815" y="409133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3E39B4-85B4-42C4-9AEA-9EF1B7CB92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98815" y="409133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6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EC8905-7D5E-45C8-8ECF-B4D63DE169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7664" y="458087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D892B5-FD8C-48EB-B5C4-3C6BFA412C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7664" y="458087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6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98765F-E45B-4F78-92E6-3A55A60817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2473" y="459698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3A53CC-8B14-4680-9DC0-7497B08A07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2473" y="459698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6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CE3EA5-648E-4931-AD3A-D495027FEE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9280" y="461202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AF8044-9B7F-4328-A55F-F65072B8C9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9280" y="461202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6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BC3A3C-FEBE-4C0B-AD81-A3E9F7301C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4040" y="434351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D083B5-1714-4B96-9DCB-EC2B8892C1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4040" y="434351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6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F8996B-7CDA-40A0-A5F1-002A46B80C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8830" y="440510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AF9C30-A4D2-49CC-AE4B-D996ED626E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8830" y="440510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6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243CE6-84C6-4FFE-8687-4EE57D708A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9938" y="451542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CE740B-34ED-48B8-B23A-C32891461D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9938" y="451542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6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27230A-3E1B-40BB-B2BA-C872B2B67A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0615" y="449947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96FACC-284F-4AB4-B19A-29A0A8A091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0615" y="449947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6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F9384B-54F8-4C86-B5E5-A30A3247E6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9783" y="454406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130A93-BC9D-4B90-A481-015D67A872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9783" y="454406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6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EB84CB-7F31-4FD4-88FF-A022AA27A9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2714" y="454892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731066-23FA-40A3-AE55-63235E6404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2714" y="454892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6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A8C347-D4D4-4D88-8DDD-A0A8D9D03C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4705" y="457726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8B4773-0C9E-46D9-AB6E-79A5328E1B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4705" y="457726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6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0431C4-4F2E-4517-882F-8CA056419C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2179" y="434847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EE756B-B6CF-4ED7-8C9F-6D0ECAD29D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2179" y="434847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6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33CEAA-5785-4072-9F60-8781F3D0AD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2599" y="436226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4AB724-5859-4AA1-94F9-811C288FDC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2599" y="436226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6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FBC097-EFB6-4A32-915D-CA55B96859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20037" y="396484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9E2E59-E450-4361-882E-F3827FC9A7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20037" y="396484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6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53E870-5B9C-4CD5-BAED-06AF5D2416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760085"/>
            <a:ext cx="8076" cy="16157"/>
          </a:xfrm>
          <a:custGeom xmlns:a="http://schemas.openxmlformats.org/drawingml/2006/main">
            <a:pathLst>
              <a:path w="8076" h="16157">
                <a:moveTo>
                  <a:pt x="7811" y="4"/>
                </a:moveTo>
                <a:lnTo>
                  <a:pt x="7545" y="18"/>
                </a:lnTo>
                <a:lnTo>
                  <a:pt x="7280" y="39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7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6" y="16157"/>
                </a:lnTo>
                <a:lnTo>
                  <a:pt x="8076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5A737A-46F9-407A-833B-0363A0305B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760085"/>
            <a:ext cx="8076" cy="16157"/>
          </a:xfrm>
          <a:custGeom xmlns:a="http://schemas.openxmlformats.org/drawingml/2006/main">
            <a:pathLst>
              <a:path w="8076" h="16157" fill="none">
                <a:moveTo>
                  <a:pt x="8076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39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7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6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6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FB98DC-C468-4F4A-9547-82F8E35928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506222"/>
            <a:ext cx="8076" cy="8078"/>
          </a:xfrm>
          <a:custGeom xmlns:a="http://schemas.openxmlformats.org/drawingml/2006/main">
            <a:pathLst>
              <a:path w="8076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9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6" y="8078"/>
                </a:lnTo>
                <a:lnTo>
                  <a:pt x="8076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5B6657-80EE-49B2-97C0-D51F1F3E00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506222"/>
            <a:ext cx="8076" cy="8078"/>
          </a:xfrm>
          <a:custGeom xmlns:a="http://schemas.openxmlformats.org/drawingml/2006/main">
            <a:pathLst>
              <a:path w="8076" h="8078" fill="none"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9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6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6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328C0A-3D84-4EB9-A986-4FB5A84718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970696"/>
            <a:ext cx="8076" cy="16157"/>
          </a:xfrm>
          <a:custGeom xmlns:a="http://schemas.openxmlformats.org/drawingml/2006/main">
            <a:pathLst>
              <a:path w="8076" h="16157">
                <a:moveTo>
                  <a:pt x="7811" y="4"/>
                </a:moveTo>
                <a:lnTo>
                  <a:pt x="7545" y="18"/>
                </a:lnTo>
                <a:lnTo>
                  <a:pt x="7280" y="39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7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6" y="16157"/>
                </a:lnTo>
                <a:lnTo>
                  <a:pt x="8076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EA1362-D323-4CC5-9831-415FF5ECA9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970696"/>
            <a:ext cx="8076" cy="16157"/>
          </a:xfrm>
          <a:custGeom xmlns:a="http://schemas.openxmlformats.org/drawingml/2006/main">
            <a:pathLst>
              <a:path w="8076" h="16157" fill="none">
                <a:moveTo>
                  <a:pt x="8076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39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7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6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6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E3443A-0AA4-4937-962C-4D8F370E3A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838298"/>
            <a:ext cx="8076" cy="16157"/>
          </a:xfrm>
          <a:custGeom xmlns:a="http://schemas.openxmlformats.org/drawingml/2006/main">
            <a:pathLst>
              <a:path w="8076" h="16157">
                <a:moveTo>
                  <a:pt x="7811" y="4"/>
                </a:moveTo>
                <a:lnTo>
                  <a:pt x="7545" y="18"/>
                </a:lnTo>
                <a:lnTo>
                  <a:pt x="7280" y="39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7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6" y="16157"/>
                </a:lnTo>
                <a:lnTo>
                  <a:pt x="8076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783B35-6D50-41F9-B3FA-E78F3A4440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838298"/>
            <a:ext cx="8076" cy="16157"/>
          </a:xfrm>
          <a:custGeom xmlns:a="http://schemas.openxmlformats.org/drawingml/2006/main">
            <a:pathLst>
              <a:path w="8076" h="16157" fill="none">
                <a:moveTo>
                  <a:pt x="8076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39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7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6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6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ED188D-AECE-4B82-B064-A188D54473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506222"/>
            <a:ext cx="8076" cy="8078"/>
          </a:xfrm>
          <a:custGeom xmlns:a="http://schemas.openxmlformats.org/drawingml/2006/main">
            <a:pathLst>
              <a:path w="8076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6" y="8078"/>
                </a:lnTo>
                <a:lnTo>
                  <a:pt x="8076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AC534D-AA5A-4B0C-B2E0-91A2815AC2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506222"/>
            <a:ext cx="8076" cy="8078"/>
          </a:xfrm>
          <a:custGeom xmlns:a="http://schemas.openxmlformats.org/drawingml/2006/main">
            <a:pathLst>
              <a:path w="8076" h="8078" fill="none"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6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6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398C75-7E52-47BC-95B8-65A811B83E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506222"/>
            <a:ext cx="8076" cy="8078"/>
          </a:xfrm>
          <a:custGeom xmlns:a="http://schemas.openxmlformats.org/drawingml/2006/main">
            <a:pathLst>
              <a:path w="8076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6" y="8078"/>
                </a:lnTo>
                <a:lnTo>
                  <a:pt x="8076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523F29-CFAA-4744-9054-3035520A6D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506222"/>
            <a:ext cx="8076" cy="8078"/>
          </a:xfrm>
          <a:custGeom xmlns:a="http://schemas.openxmlformats.org/drawingml/2006/main">
            <a:pathLst>
              <a:path w="8076" h="8078" fill="none"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6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6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E2A2A1-A154-41BB-B814-ABA88F6EB7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921381"/>
            <a:ext cx="8076" cy="16157"/>
          </a:xfrm>
          <a:custGeom xmlns:a="http://schemas.openxmlformats.org/drawingml/2006/main">
            <a:pathLst>
              <a:path w="8076" h="16157">
                <a:moveTo>
                  <a:pt x="7811" y="4"/>
                </a:moveTo>
                <a:lnTo>
                  <a:pt x="7545" y="18"/>
                </a:lnTo>
                <a:lnTo>
                  <a:pt x="7280" y="39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7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6" y="16157"/>
                </a:lnTo>
                <a:lnTo>
                  <a:pt x="8076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4BA0D7-E797-4F95-8309-89260528F8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921381"/>
            <a:ext cx="8076" cy="16157"/>
          </a:xfrm>
          <a:custGeom xmlns:a="http://schemas.openxmlformats.org/drawingml/2006/main">
            <a:pathLst>
              <a:path w="8076" h="16157" fill="none">
                <a:moveTo>
                  <a:pt x="8076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39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7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6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6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B94D23-CD96-49ED-9FEC-3EE431032C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15529" y="433782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B1B7C2-A24E-4E87-AD69-A1EA754201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15529" y="433782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6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7D6F52-C280-4851-A813-942EEA4BD4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35381" y="429611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078E4D-3B81-4F5C-BE67-09331E7C36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35381" y="429611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6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7DC6CA-1888-4340-A100-C1DFFBDE2E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4400" y="456719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4D9136-1DCA-4D44-B5ED-011555C197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4400" y="456719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6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F41D95-F144-4B91-80B5-ED0EE98D9B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38766" y="421104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CD8E33-3D24-4894-B056-8834525380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38766" y="421104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6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1AF1D7-3EA8-4F87-B9AC-97CF86F350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22867" y="419972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B959E9-2B63-47C0-8CC2-22EB5B0CD1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22867" y="419972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6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55A22D-69F5-4FAD-A251-98E7182DFF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89962" y="417788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914594-7C35-4771-A795-48C2B08984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89962" y="417788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6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1C1404-AAB9-4315-A87E-F79F0AED58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11875" y="432990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F67285-12AF-4B94-9EEA-D24895CE11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11875" y="432990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6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B5B79D-49EB-4491-B408-DEE6716601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95914" y="424798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190026-BDCB-4779-9249-ECF53FA4D5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95914" y="424798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6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2B2E4A-F5C5-499B-8275-4C47B7B8F2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7546" y="453729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B23B8C-4275-474A-8478-B1B7675719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7546" y="453729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6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675B64-3E54-470F-92C8-34186E819E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75526" y="424233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4E8116-B22D-466F-8B54-F0338D598A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75526" y="424233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6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D8CA6A-76C6-4229-8323-ABA295F56A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29194" y="419726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F0AD06-330F-434A-BCEB-EC40BCDC5F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29194" y="419726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6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1780C5-6FAD-43D3-A3BE-4D0D15FCC6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50943" y="415858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59B726-9726-4000-9E64-52D738223C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50943" y="415858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6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33E34F-503A-40C5-8811-7084A9128A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506222"/>
            <a:ext cx="8076" cy="8079"/>
          </a:xfrm>
          <a:custGeom xmlns:a="http://schemas.openxmlformats.org/drawingml/2006/main">
            <a:pathLst>
              <a:path w="8076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6" y="8079"/>
                </a:lnTo>
                <a:lnTo>
                  <a:pt x="8076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933839-A120-4487-B2CC-DE0005DAE5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506222"/>
            <a:ext cx="8076" cy="8079"/>
          </a:xfrm>
          <a:custGeom xmlns:a="http://schemas.openxmlformats.org/drawingml/2006/main">
            <a:pathLst>
              <a:path w="8076" h="8079" fill="none"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6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6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52E329-BDEF-4969-816B-9B8708A2A8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506222"/>
            <a:ext cx="8076" cy="8079"/>
          </a:xfrm>
          <a:custGeom xmlns:a="http://schemas.openxmlformats.org/drawingml/2006/main">
            <a:pathLst>
              <a:path w="8076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6" y="8079"/>
                </a:lnTo>
                <a:lnTo>
                  <a:pt x="8076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08FF6C-8FFA-4CCB-AC57-EE14C39543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506222"/>
            <a:ext cx="8076" cy="8079"/>
          </a:xfrm>
          <a:custGeom xmlns:a="http://schemas.openxmlformats.org/drawingml/2006/main">
            <a:pathLst>
              <a:path w="8076" h="8079" fill="none"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6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6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866569-F5CE-40D8-A573-F2C468E09B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506222"/>
            <a:ext cx="8076" cy="8079"/>
          </a:xfrm>
          <a:custGeom xmlns:a="http://schemas.openxmlformats.org/drawingml/2006/main">
            <a:pathLst>
              <a:path w="8076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6" y="8079"/>
                </a:lnTo>
                <a:lnTo>
                  <a:pt x="8076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507E8C-1763-4005-A1D7-62C96874E2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506222"/>
            <a:ext cx="8076" cy="8079"/>
          </a:xfrm>
          <a:custGeom xmlns:a="http://schemas.openxmlformats.org/drawingml/2006/main">
            <a:pathLst>
              <a:path w="8076" h="8079" fill="none"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6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6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E01158-820E-464C-B269-2FE68B3B9D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4187" y="421015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B228A0-8AFD-4FE8-ACD7-A7BC08481E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4187" y="421015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6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3C2A8C-2584-4F48-BFEF-BDC3E91B7F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506222"/>
            <a:ext cx="8076" cy="8079"/>
          </a:xfrm>
          <a:custGeom xmlns:a="http://schemas.openxmlformats.org/drawingml/2006/main">
            <a:pathLst>
              <a:path w="8076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6" y="8079"/>
                </a:lnTo>
                <a:lnTo>
                  <a:pt x="8076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B32AD6-4480-4AF5-8019-C2473A3085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506222"/>
            <a:ext cx="8076" cy="8079"/>
          </a:xfrm>
          <a:custGeom xmlns:a="http://schemas.openxmlformats.org/drawingml/2006/main">
            <a:pathLst>
              <a:path w="8076" h="8079" fill="none"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6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6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3BDB7E-536E-431F-9140-328363C345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506222"/>
            <a:ext cx="8076" cy="8079"/>
          </a:xfrm>
          <a:custGeom xmlns:a="http://schemas.openxmlformats.org/drawingml/2006/main">
            <a:pathLst>
              <a:path w="8076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6" y="8079"/>
                </a:lnTo>
                <a:lnTo>
                  <a:pt x="8076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7B668A-1CAB-4F6D-ADDA-D7F1DE7008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506222"/>
            <a:ext cx="8076" cy="8079"/>
          </a:xfrm>
          <a:custGeom xmlns:a="http://schemas.openxmlformats.org/drawingml/2006/main">
            <a:pathLst>
              <a:path w="8076" h="8079" fill="none"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6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6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B0289F-644F-449B-9905-6C201F6F26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6759" y="421614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247150-27E2-4502-BBA4-03E1605F31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6759" y="421614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6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BB4127-7C52-4CC9-B870-35CDD9BB05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506222"/>
            <a:ext cx="8076" cy="8079"/>
          </a:xfrm>
          <a:custGeom xmlns:a="http://schemas.openxmlformats.org/drawingml/2006/main">
            <a:pathLst>
              <a:path w="8076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6" y="8079"/>
                </a:lnTo>
                <a:lnTo>
                  <a:pt x="8076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3B0385-BB15-4E93-A8C8-D8A4B88136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506222"/>
            <a:ext cx="8076" cy="8079"/>
          </a:xfrm>
          <a:custGeom xmlns:a="http://schemas.openxmlformats.org/drawingml/2006/main">
            <a:pathLst>
              <a:path w="8076" h="8079" fill="none"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6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6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25D5A4-98BE-410F-91EE-2A6FD747BE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506222"/>
            <a:ext cx="8076" cy="8079"/>
          </a:xfrm>
          <a:custGeom xmlns:a="http://schemas.openxmlformats.org/drawingml/2006/main">
            <a:pathLst>
              <a:path w="8076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6" y="8079"/>
                </a:lnTo>
                <a:lnTo>
                  <a:pt x="8076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857684-5D23-4989-9AD1-1D4EE603B0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506222"/>
            <a:ext cx="8076" cy="8079"/>
          </a:xfrm>
          <a:custGeom xmlns:a="http://schemas.openxmlformats.org/drawingml/2006/main">
            <a:pathLst>
              <a:path w="8076" h="8079" fill="none"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6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6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31FA97-8D64-4B38-A8FC-5593781648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2402" y="412484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9E88E5-9162-43E0-B9E3-7476B84A23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2402" y="412484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7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D2A300-DCC0-4CD2-A9EA-6EB712CCCE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0304" y="368828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10C779-B1A3-4727-AFCC-655B006E27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0304" y="368828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7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7953EC-E439-4E67-A38C-2D39AAA601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5937" y="357660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D7EFE7-8E9F-4DBA-A176-899D5F7037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5937" y="357660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7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77F32E-6722-439B-9B47-81BCCD3EBE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7758" y="403240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DB6309-F1C4-4892-872B-55EF554854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7758" y="403240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7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1B3573-5961-4960-AA0F-F90DF57EC8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7036" y="369695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4FDE40-38C1-41CE-A511-A87BDA0F5C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7036" y="369695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7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364FA3-B5A1-4CDC-ACD5-486703E77F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2893" y="365682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B8B214-5530-40EE-9232-54A58D69CC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2893" y="365682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7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CB4396-82A0-4B06-87EE-6608EDEC30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4673" y="433127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79234B-2F5D-4618-93B5-490EFF2D5E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4673" y="433127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7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A1C102-0BED-4B56-90F3-814DC98561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2465" y="417559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ABFFA6-E010-4C0F-A26E-3758FBD9FF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2465" y="417559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7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C73BF0-5567-4A29-8088-98667D203D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12160" y="366383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B761C1-000D-47BB-937D-0F42E420A7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12160" y="366383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7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34AFBB-0702-4837-B72E-EF7AEF755D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506222"/>
            <a:ext cx="8076" cy="8079"/>
          </a:xfrm>
          <a:custGeom xmlns:a="http://schemas.openxmlformats.org/drawingml/2006/main">
            <a:pathLst>
              <a:path w="8076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8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6" y="8079"/>
                </a:lnTo>
                <a:lnTo>
                  <a:pt x="8076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3578A1-EA8A-41B3-AAAF-DE51994B59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506222"/>
            <a:ext cx="8076" cy="8079"/>
          </a:xfrm>
          <a:custGeom xmlns:a="http://schemas.openxmlformats.org/drawingml/2006/main">
            <a:pathLst>
              <a:path w="8076" h="8079" fill="none"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8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6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7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B9AF26-3743-4F66-B251-4297BD3E2C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506222"/>
            <a:ext cx="8076" cy="8079"/>
          </a:xfrm>
          <a:custGeom xmlns:a="http://schemas.openxmlformats.org/drawingml/2006/main">
            <a:pathLst>
              <a:path w="8076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8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6" y="8079"/>
                </a:lnTo>
                <a:lnTo>
                  <a:pt x="8076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810C0D-A506-40CD-8E55-3247E02154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506222"/>
            <a:ext cx="8076" cy="8079"/>
          </a:xfrm>
          <a:custGeom xmlns:a="http://schemas.openxmlformats.org/drawingml/2006/main">
            <a:pathLst>
              <a:path w="8076" h="8079" fill="none"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8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6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7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9E7DF8-9E38-4047-8FE3-2CF6E318B8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636303"/>
            <a:ext cx="8076" cy="16157"/>
          </a:xfrm>
          <a:custGeom xmlns:a="http://schemas.openxmlformats.org/drawingml/2006/main">
            <a:pathLst>
              <a:path w="8076" h="16157">
                <a:moveTo>
                  <a:pt x="7811" y="4"/>
                </a:moveTo>
                <a:lnTo>
                  <a:pt x="7545" y="18"/>
                </a:lnTo>
                <a:lnTo>
                  <a:pt x="7280" y="39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7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6" y="16157"/>
                </a:lnTo>
                <a:lnTo>
                  <a:pt x="8076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BA3732-E739-4C15-B39B-169D312481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636303"/>
            <a:ext cx="8076" cy="16157"/>
          </a:xfrm>
          <a:custGeom xmlns:a="http://schemas.openxmlformats.org/drawingml/2006/main">
            <a:pathLst>
              <a:path w="8076" h="16157" fill="none">
                <a:moveTo>
                  <a:pt x="8076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39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7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6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7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FF2861-B976-4667-BF88-ABAB54B929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506222"/>
            <a:ext cx="8076" cy="8079"/>
          </a:xfrm>
          <a:custGeom xmlns:a="http://schemas.openxmlformats.org/drawingml/2006/main">
            <a:pathLst>
              <a:path w="8076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8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6" y="8079"/>
                </a:lnTo>
                <a:lnTo>
                  <a:pt x="8076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CCC486-9138-4DDE-833F-840B05FF89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506222"/>
            <a:ext cx="8076" cy="8079"/>
          </a:xfrm>
          <a:custGeom xmlns:a="http://schemas.openxmlformats.org/drawingml/2006/main">
            <a:pathLst>
              <a:path w="8076" h="8079" fill="none"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8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6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7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AA3F14-B878-4E17-925D-87E38BB5EC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780349"/>
            <a:ext cx="8076" cy="16157"/>
          </a:xfrm>
          <a:custGeom xmlns:a="http://schemas.openxmlformats.org/drawingml/2006/main">
            <a:pathLst>
              <a:path w="8076" h="16157">
                <a:moveTo>
                  <a:pt x="7811" y="4"/>
                </a:moveTo>
                <a:lnTo>
                  <a:pt x="7545" y="18"/>
                </a:lnTo>
                <a:lnTo>
                  <a:pt x="7280" y="39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7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6" y="16157"/>
                </a:lnTo>
                <a:lnTo>
                  <a:pt x="8076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497662-EF10-4540-93B0-F3632E8627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780349"/>
            <a:ext cx="8076" cy="16157"/>
          </a:xfrm>
          <a:custGeom xmlns:a="http://schemas.openxmlformats.org/drawingml/2006/main">
            <a:pathLst>
              <a:path w="8076" h="16157" fill="none">
                <a:moveTo>
                  <a:pt x="8076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39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7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6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7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C39052-CC97-4DE2-8F51-818C1E94D4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506222"/>
            <a:ext cx="8076" cy="8079"/>
          </a:xfrm>
          <a:custGeom xmlns:a="http://schemas.openxmlformats.org/drawingml/2006/main">
            <a:pathLst>
              <a:path w="8076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6" y="8079"/>
                </a:lnTo>
                <a:lnTo>
                  <a:pt x="8076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769079-3349-4ED6-BBB9-53CA2D7B24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506222"/>
            <a:ext cx="8076" cy="8079"/>
          </a:xfrm>
          <a:custGeom xmlns:a="http://schemas.openxmlformats.org/drawingml/2006/main">
            <a:pathLst>
              <a:path w="8076" h="8079" fill="none"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6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7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1758B3-D0CC-4479-9A99-F7C0A1542F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638425"/>
            <a:ext cx="8076" cy="16157"/>
          </a:xfrm>
          <a:custGeom xmlns:a="http://schemas.openxmlformats.org/drawingml/2006/main">
            <a:pathLst>
              <a:path w="8076" h="16157">
                <a:moveTo>
                  <a:pt x="7811" y="4"/>
                </a:moveTo>
                <a:lnTo>
                  <a:pt x="7545" y="18"/>
                </a:lnTo>
                <a:lnTo>
                  <a:pt x="7280" y="39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7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6" y="16157"/>
                </a:lnTo>
                <a:lnTo>
                  <a:pt x="8076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53D67C-65B5-4FD2-A602-0CAD5FC399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638425"/>
            <a:ext cx="8076" cy="16157"/>
          </a:xfrm>
          <a:custGeom xmlns:a="http://schemas.openxmlformats.org/drawingml/2006/main">
            <a:pathLst>
              <a:path w="8076" h="16157" fill="none">
                <a:moveTo>
                  <a:pt x="8076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39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7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6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7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5DF2C1-CCFD-4BBE-907C-318ABBAF10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506222"/>
            <a:ext cx="8076" cy="8079"/>
          </a:xfrm>
          <a:custGeom xmlns:a="http://schemas.openxmlformats.org/drawingml/2006/main">
            <a:pathLst>
              <a:path w="8076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6" y="8079"/>
                </a:lnTo>
                <a:lnTo>
                  <a:pt x="8076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1CD208-9373-48A2-B966-462A234DF0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506222"/>
            <a:ext cx="8076" cy="8079"/>
          </a:xfrm>
          <a:custGeom xmlns:a="http://schemas.openxmlformats.org/drawingml/2006/main">
            <a:pathLst>
              <a:path w="8076" h="8079" fill="none"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6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7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36214F-374D-4A01-9AB6-413D6FE16D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4228350"/>
            <a:ext cx="8076" cy="16157"/>
          </a:xfrm>
          <a:custGeom xmlns:a="http://schemas.openxmlformats.org/drawingml/2006/main">
            <a:pathLst>
              <a:path w="8076" h="16157">
                <a:moveTo>
                  <a:pt x="7811" y="4"/>
                </a:moveTo>
                <a:lnTo>
                  <a:pt x="7545" y="18"/>
                </a:lnTo>
                <a:lnTo>
                  <a:pt x="7280" y="39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7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6" y="16157"/>
                </a:lnTo>
                <a:lnTo>
                  <a:pt x="8076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02A136-FE1A-4AC8-87C8-A2CB0C301D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4228350"/>
            <a:ext cx="8076" cy="16157"/>
          </a:xfrm>
          <a:custGeom xmlns:a="http://schemas.openxmlformats.org/drawingml/2006/main">
            <a:pathLst>
              <a:path w="8076" h="16157" fill="none">
                <a:moveTo>
                  <a:pt x="8076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39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7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6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7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82CB46-4268-47A4-BFA0-1D3BB1A51B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663556"/>
            <a:ext cx="8076" cy="16157"/>
          </a:xfrm>
          <a:custGeom xmlns:a="http://schemas.openxmlformats.org/drawingml/2006/main">
            <a:pathLst>
              <a:path w="8076" h="16157">
                <a:moveTo>
                  <a:pt x="7811" y="4"/>
                </a:moveTo>
                <a:lnTo>
                  <a:pt x="7545" y="18"/>
                </a:lnTo>
                <a:lnTo>
                  <a:pt x="7280" y="39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7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6" y="16157"/>
                </a:lnTo>
                <a:lnTo>
                  <a:pt x="8076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BC797D-8BD8-4BB5-8146-FC70386213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663556"/>
            <a:ext cx="8076" cy="16157"/>
          </a:xfrm>
          <a:custGeom xmlns:a="http://schemas.openxmlformats.org/drawingml/2006/main">
            <a:pathLst>
              <a:path w="8076" h="16157" fill="none">
                <a:moveTo>
                  <a:pt x="8076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39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7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6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7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E9875E-86B6-488A-8434-64C06272C9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649521"/>
            <a:ext cx="8076" cy="16157"/>
          </a:xfrm>
          <a:custGeom xmlns:a="http://schemas.openxmlformats.org/drawingml/2006/main">
            <a:pathLst>
              <a:path w="8076" h="16157">
                <a:moveTo>
                  <a:pt x="7811" y="4"/>
                </a:moveTo>
                <a:lnTo>
                  <a:pt x="7545" y="18"/>
                </a:lnTo>
                <a:lnTo>
                  <a:pt x="7280" y="39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7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6" y="16157"/>
                </a:lnTo>
                <a:lnTo>
                  <a:pt x="8076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8BFA0A-F564-4993-9DEC-6C6CB4DDC9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649521"/>
            <a:ext cx="8076" cy="16157"/>
          </a:xfrm>
          <a:custGeom xmlns:a="http://schemas.openxmlformats.org/drawingml/2006/main">
            <a:pathLst>
              <a:path w="8076" h="16157" fill="none">
                <a:moveTo>
                  <a:pt x="8076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39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7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6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7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79BC10-C8F1-4A59-BFA6-33ACC13423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836196"/>
            <a:ext cx="8076" cy="16157"/>
          </a:xfrm>
          <a:custGeom xmlns:a="http://schemas.openxmlformats.org/drawingml/2006/main">
            <a:pathLst>
              <a:path w="8076" h="16157">
                <a:moveTo>
                  <a:pt x="7811" y="4"/>
                </a:moveTo>
                <a:lnTo>
                  <a:pt x="7545" y="18"/>
                </a:lnTo>
                <a:lnTo>
                  <a:pt x="7280" y="39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7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6" y="16157"/>
                </a:lnTo>
                <a:lnTo>
                  <a:pt x="8076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196779-CB50-4582-863D-F8FFE4F82D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836196"/>
            <a:ext cx="8076" cy="16157"/>
          </a:xfrm>
          <a:custGeom xmlns:a="http://schemas.openxmlformats.org/drawingml/2006/main">
            <a:pathLst>
              <a:path w="8076" h="16157" fill="none">
                <a:moveTo>
                  <a:pt x="8076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39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7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6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7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FCBA88-7416-4670-97D3-E5631395FB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506222"/>
            <a:ext cx="8076" cy="8079"/>
          </a:xfrm>
          <a:custGeom xmlns:a="http://schemas.openxmlformats.org/drawingml/2006/main">
            <a:pathLst>
              <a:path w="8076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8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6" y="8079"/>
                </a:lnTo>
                <a:lnTo>
                  <a:pt x="8076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DCF327-9E3C-4E0B-8CCB-21014377CE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506222"/>
            <a:ext cx="8076" cy="8079"/>
          </a:xfrm>
          <a:custGeom xmlns:a="http://schemas.openxmlformats.org/drawingml/2006/main">
            <a:pathLst>
              <a:path w="8076" h="8079" fill="none"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8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6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7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4F153E-B83A-4D00-946C-A029F46330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2579" y="429472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C751F7-8580-41E8-BCB6-A8CA7977CD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2579" y="429472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7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D480BD-68A9-487B-8181-837C994DDB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994945"/>
            <a:ext cx="8076" cy="16157"/>
          </a:xfrm>
          <a:custGeom xmlns:a="http://schemas.openxmlformats.org/drawingml/2006/main">
            <a:pathLst>
              <a:path w="8076" h="16157">
                <a:moveTo>
                  <a:pt x="7811" y="4"/>
                </a:moveTo>
                <a:lnTo>
                  <a:pt x="7545" y="18"/>
                </a:lnTo>
                <a:lnTo>
                  <a:pt x="7280" y="39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7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6" y="16157"/>
                </a:lnTo>
                <a:lnTo>
                  <a:pt x="8076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6629AD-7609-4580-9174-73F4C06C66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994945"/>
            <a:ext cx="8076" cy="16157"/>
          </a:xfrm>
          <a:custGeom xmlns:a="http://schemas.openxmlformats.org/drawingml/2006/main">
            <a:pathLst>
              <a:path w="8076" h="16157" fill="none">
                <a:moveTo>
                  <a:pt x="8076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39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7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6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7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725816-E708-4404-8347-16F68AB799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4137889"/>
            <a:ext cx="8076" cy="16157"/>
          </a:xfrm>
          <a:custGeom xmlns:a="http://schemas.openxmlformats.org/drawingml/2006/main">
            <a:pathLst>
              <a:path w="8076" h="16157">
                <a:moveTo>
                  <a:pt x="7811" y="4"/>
                </a:moveTo>
                <a:lnTo>
                  <a:pt x="7545" y="18"/>
                </a:lnTo>
                <a:lnTo>
                  <a:pt x="7280" y="39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7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6" y="16157"/>
                </a:lnTo>
                <a:lnTo>
                  <a:pt x="8076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F77995-B59D-4298-968F-D937BBCAFC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4137889"/>
            <a:ext cx="8076" cy="16157"/>
          </a:xfrm>
          <a:custGeom xmlns:a="http://schemas.openxmlformats.org/drawingml/2006/main">
            <a:pathLst>
              <a:path w="8076" h="16157" fill="none">
                <a:moveTo>
                  <a:pt x="8076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39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7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6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7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404548-BD7B-4143-89A9-F27A209D8C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59986" y="416635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F74404-A35E-4958-8427-39126EE740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59986" y="416635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7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480C0D-AEFD-4E9B-BEDF-5D46F2E541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989951"/>
            <a:ext cx="8076" cy="16157"/>
          </a:xfrm>
          <a:custGeom xmlns:a="http://schemas.openxmlformats.org/drawingml/2006/main">
            <a:pathLst>
              <a:path w="8076" h="16157">
                <a:moveTo>
                  <a:pt x="7811" y="4"/>
                </a:moveTo>
                <a:lnTo>
                  <a:pt x="7545" y="18"/>
                </a:lnTo>
                <a:lnTo>
                  <a:pt x="7280" y="39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7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6" y="16157"/>
                </a:lnTo>
                <a:lnTo>
                  <a:pt x="8076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75871D-BBBA-4313-8F50-73B63684C8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989951"/>
            <a:ext cx="8076" cy="16157"/>
          </a:xfrm>
          <a:custGeom xmlns:a="http://schemas.openxmlformats.org/drawingml/2006/main">
            <a:pathLst>
              <a:path w="8076" h="16157" fill="none">
                <a:moveTo>
                  <a:pt x="8076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39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7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6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7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4694AB-1749-48DC-A560-CBDBF6C46F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828649"/>
            <a:ext cx="8076" cy="16157"/>
          </a:xfrm>
          <a:custGeom xmlns:a="http://schemas.openxmlformats.org/drawingml/2006/main">
            <a:pathLst>
              <a:path w="8076" h="16157">
                <a:moveTo>
                  <a:pt x="7811" y="4"/>
                </a:moveTo>
                <a:lnTo>
                  <a:pt x="7545" y="18"/>
                </a:lnTo>
                <a:lnTo>
                  <a:pt x="7280" y="39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7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6" y="16157"/>
                </a:lnTo>
                <a:lnTo>
                  <a:pt x="8076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0C4104-CB50-4561-9188-191DA49117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828649"/>
            <a:ext cx="8076" cy="16157"/>
          </a:xfrm>
          <a:custGeom xmlns:a="http://schemas.openxmlformats.org/drawingml/2006/main">
            <a:pathLst>
              <a:path w="8076" h="16157" fill="none">
                <a:moveTo>
                  <a:pt x="8076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39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7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6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7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92D05B-6A8E-4407-BA5F-B92A13E4D4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4120044"/>
            <a:ext cx="8076" cy="16157"/>
          </a:xfrm>
          <a:custGeom xmlns:a="http://schemas.openxmlformats.org/drawingml/2006/main">
            <a:pathLst>
              <a:path w="8076" h="16157">
                <a:moveTo>
                  <a:pt x="7811" y="4"/>
                </a:moveTo>
                <a:lnTo>
                  <a:pt x="7545" y="18"/>
                </a:lnTo>
                <a:lnTo>
                  <a:pt x="7280" y="39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7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6" y="16157"/>
                </a:lnTo>
                <a:lnTo>
                  <a:pt x="8076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EF8C10-6F48-4B31-862F-D21CC585F3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4120044"/>
            <a:ext cx="8076" cy="16157"/>
          </a:xfrm>
          <a:custGeom xmlns:a="http://schemas.openxmlformats.org/drawingml/2006/main">
            <a:pathLst>
              <a:path w="8076" h="16157" fill="none">
                <a:moveTo>
                  <a:pt x="8076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39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7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6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7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9A8CF9-DD76-4D14-8803-E8E30AE7FC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49108" y="433448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717A54-F7C7-4F0D-8C99-CDC0464326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49108" y="433448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7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A3BD46-53B2-4867-9294-593E1C0DD0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23976" y="424081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3317B8-C6A5-41E0-BE67-B659D5F3F3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23976" y="424081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7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C36B26-1298-49DC-A2B8-B968FE2B2F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2612" y="406834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4D204C-8169-4EAB-8AF6-8E789587A3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2612" y="406834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7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3FEF7E-EDE7-4EF5-8FDE-2252628EB9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8093" y="420527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31445C-CD76-44A4-93BE-445DE63F0B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8093" y="420527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7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9AEDFB-C33F-4D79-8250-A5A0F4F800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2705" y="430255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D879A5-EC12-4931-BFE1-D425B1E3CB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2705" y="430255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7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EFC24F-9A4A-4D2F-8D47-CCE168C3C7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8705" y="433982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31F28A-77B2-48A1-BC3D-E7668B453D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8705" y="433982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7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FFAA94-FC10-4247-B011-62AD60CC16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0979" y="436041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ED8AA0-7730-46C4-AC87-BF04780310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0979" y="436041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7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BFE817-6394-4B84-9A11-273739B6EA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2288" y="407530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74F4F1-8D59-410E-BA76-AE1D50BFE2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2288" y="407530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7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CA080A-7469-4FFD-889E-ED33736709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4373" y="389324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93A95F-34CC-4195-B22C-85DF267B7A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4373" y="389324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7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978BFC-5026-4F85-BDEC-C745BA5724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506222"/>
            <a:ext cx="8076" cy="8078"/>
          </a:xfrm>
          <a:custGeom xmlns:a="http://schemas.openxmlformats.org/drawingml/2006/main">
            <a:pathLst>
              <a:path w="8076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6" y="8078"/>
                </a:lnTo>
                <a:lnTo>
                  <a:pt x="8076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5DD9C7-4740-45F4-8F1E-BFBEF602AF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506222"/>
            <a:ext cx="8076" cy="8078"/>
          </a:xfrm>
          <a:custGeom xmlns:a="http://schemas.openxmlformats.org/drawingml/2006/main">
            <a:pathLst>
              <a:path w="8076" h="8078" fill="none"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6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7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3FA4E8-167B-47EA-B7B0-3928DDDCF7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15260" y="384663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AB099E-F659-4620-A0C3-7A16FA7482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15260" y="384663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7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2BFD10-5E9E-4C18-B26B-66A807A265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10830" y="372948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A3AC36-A7A6-4E6C-A3F4-41BE1093BA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10830" y="372948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7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D36D02-C6C3-453D-8C53-E5933E9B11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03373" y="370453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5EC60E-F880-4AC8-83F2-983B8CCEED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03373" y="370453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7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1C20BE-133A-4FCF-B3BA-0558B21B09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593221"/>
            <a:ext cx="8076" cy="16157"/>
          </a:xfrm>
          <a:custGeom xmlns:a="http://schemas.openxmlformats.org/drawingml/2006/main">
            <a:pathLst>
              <a:path w="8076" h="16157">
                <a:moveTo>
                  <a:pt x="7811" y="4"/>
                </a:moveTo>
                <a:lnTo>
                  <a:pt x="7545" y="18"/>
                </a:lnTo>
                <a:lnTo>
                  <a:pt x="7280" y="39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7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6" y="16157"/>
                </a:lnTo>
                <a:lnTo>
                  <a:pt x="8076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4B1CD6-A1DB-4462-8F44-02A5B02E74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593221"/>
            <a:ext cx="8076" cy="16157"/>
          </a:xfrm>
          <a:custGeom xmlns:a="http://schemas.openxmlformats.org/drawingml/2006/main">
            <a:pathLst>
              <a:path w="8076" h="16157" fill="none">
                <a:moveTo>
                  <a:pt x="8076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39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7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6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7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0B4AAA-18E4-432B-B41C-95362E67C4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8246" y="468430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AA6059-2E41-4EC5-9C10-C3A1211935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8246" y="468430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7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04D1A0-C5D4-4FEB-B872-1AC41EF2F1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506222"/>
            <a:ext cx="8076" cy="8079"/>
          </a:xfrm>
          <a:custGeom xmlns:a="http://schemas.openxmlformats.org/drawingml/2006/main">
            <a:pathLst>
              <a:path w="8076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6" y="8079"/>
                </a:lnTo>
                <a:lnTo>
                  <a:pt x="8076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183EB8-E9A5-4AFC-835C-3B4148B0D3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506222"/>
            <a:ext cx="8076" cy="8079"/>
          </a:xfrm>
          <a:custGeom xmlns:a="http://schemas.openxmlformats.org/drawingml/2006/main">
            <a:pathLst>
              <a:path w="8076" h="8079" fill="none"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6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7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897387-F44F-4315-9D43-AB5422E3CF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506222"/>
            <a:ext cx="8076" cy="8079"/>
          </a:xfrm>
          <a:custGeom xmlns:a="http://schemas.openxmlformats.org/drawingml/2006/main">
            <a:pathLst>
              <a:path w="8076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6" y="8079"/>
                </a:lnTo>
                <a:lnTo>
                  <a:pt x="8076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6BE7BC-A7A1-4057-B194-1BC7A73FCB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3" y="3506222"/>
            <a:ext cx="8076" cy="8079"/>
          </a:xfrm>
          <a:custGeom xmlns:a="http://schemas.openxmlformats.org/drawingml/2006/main">
            <a:pathLst>
              <a:path w="8076" h="8079" fill="none"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6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7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6D018E-EA5F-42DD-B79A-4B1211FE73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2753" y="425504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A88B15-EC34-4615-908D-BC4AC7796F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2753" y="425504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7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98E7A6-AB5A-4F0C-B8D9-6E75AA5C07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3217" y="417318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B79347-F5F3-4A09-8026-26B21F2D31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3217" y="417318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7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4B774D-E9F7-429C-ACFE-4331FC2076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38078" y="379223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6D7CCE-1FE8-4C13-9FAF-403CB4FB2C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38078" y="379223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7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8EAFDA-7305-402C-975B-99F7DF34B0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93903" y="376266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3EC8D8-3EA6-416D-942A-A16F1E58C9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93903" y="376266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7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1D53A4-C846-458C-A92B-C5627A54DB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9609" y="389998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82570C-F702-49EE-B3AF-50C6964E3F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9609" y="389998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8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534C11-C760-4F50-9440-75EEA79EA1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4171" y="400449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1B0185-CEAA-426F-8090-0B0FA24EC7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4171" y="400449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8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8EEC6D-57EC-4717-82F3-500CAA58FC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18340" y="379987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F56582-D558-4AB0-AC26-968F769310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18340" y="379987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8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6ACEDD-19AC-4FE1-AD94-B0C1E57228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2" y="3703099"/>
            <a:ext cx="8077" cy="16157"/>
          </a:xfrm>
          <a:custGeom xmlns:a="http://schemas.openxmlformats.org/drawingml/2006/main">
            <a:pathLst>
              <a:path w="8077" h="16157">
                <a:moveTo>
                  <a:pt x="7811" y="4"/>
                </a:move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7" y="16157"/>
                </a:lnTo>
                <a:lnTo>
                  <a:pt x="8077" y="0"/>
                </a:lnTo>
                <a:lnTo>
                  <a:pt x="7811" y="4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8FE454-8412-4EC1-96D6-409707EE33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2" y="3703099"/>
            <a:ext cx="8077" cy="16157"/>
          </a:xfrm>
          <a:custGeom xmlns:a="http://schemas.openxmlformats.org/drawingml/2006/main">
            <a:pathLst>
              <a:path w="8077" h="16157" fill="none">
                <a:moveTo>
                  <a:pt x="8077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0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7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7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8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D435F1-FE71-446F-9A4F-9933A77E92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13747" y="381767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72FE83-2C39-4B5E-8A3C-F8329E66EE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13747" y="381767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8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FAE57E-6946-436F-9AA0-C43701F3E9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55708" y="3506222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B149BC-3639-4DBB-BF38-7AAAFA9DE7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55708" y="3506222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8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C09F6B-6C8B-4AB6-8A1F-ACC1A15272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2" y="3506222"/>
            <a:ext cx="8077" cy="8079"/>
          </a:xfrm>
          <a:custGeom xmlns:a="http://schemas.openxmlformats.org/drawingml/2006/main">
            <a:pathLst>
              <a:path w="8077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7" y="8079"/>
                </a:lnTo>
                <a:lnTo>
                  <a:pt x="8077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1F12B5-89D9-4E7F-A9A7-1DD84633FA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2" y="3506222"/>
            <a:ext cx="8077" cy="8079"/>
          </a:xfrm>
          <a:custGeom xmlns:a="http://schemas.openxmlformats.org/drawingml/2006/main">
            <a:pathLst>
              <a:path w="8077" h="8079" fill="none"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7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8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235B26-8F74-49CE-A479-5A5B745F32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2" y="3506222"/>
            <a:ext cx="8077" cy="8079"/>
          </a:xfrm>
          <a:custGeom xmlns:a="http://schemas.openxmlformats.org/drawingml/2006/main">
            <a:pathLst>
              <a:path w="8077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7" y="8079"/>
                </a:lnTo>
                <a:lnTo>
                  <a:pt x="8077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BFEC4A-71BD-481C-9965-94998D0410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2" y="3506222"/>
            <a:ext cx="8077" cy="8079"/>
          </a:xfrm>
          <a:custGeom xmlns:a="http://schemas.openxmlformats.org/drawingml/2006/main">
            <a:pathLst>
              <a:path w="8077" h="8079" fill="none"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7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8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3940D2-200D-4908-90E6-4CD3DA2DA9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2" y="3506222"/>
            <a:ext cx="8077" cy="8079"/>
          </a:xfrm>
          <a:custGeom xmlns:a="http://schemas.openxmlformats.org/drawingml/2006/main">
            <a:pathLst>
              <a:path w="8077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7" y="8079"/>
                </a:lnTo>
                <a:lnTo>
                  <a:pt x="8077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BD2C9E-CF99-4778-8886-F056782162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2" y="3506222"/>
            <a:ext cx="8077" cy="8079"/>
          </a:xfrm>
          <a:custGeom xmlns:a="http://schemas.openxmlformats.org/drawingml/2006/main">
            <a:pathLst>
              <a:path w="8077" h="8079" fill="none"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7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8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06B665-9E77-45F2-A270-FBC84C87FA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2" y="3506222"/>
            <a:ext cx="8077" cy="8079"/>
          </a:xfrm>
          <a:custGeom xmlns:a="http://schemas.openxmlformats.org/drawingml/2006/main">
            <a:pathLst>
              <a:path w="8077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7" y="8079"/>
                </a:lnTo>
                <a:lnTo>
                  <a:pt x="8077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36848B-77EC-431D-AC4C-33E3A40747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2" y="3506222"/>
            <a:ext cx="8077" cy="8079"/>
          </a:xfrm>
          <a:custGeom xmlns:a="http://schemas.openxmlformats.org/drawingml/2006/main">
            <a:pathLst>
              <a:path w="8077" h="8079" fill="none"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7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8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BF3F04-5454-4A74-8334-D1F00ACA60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38202" y="358431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9475DF-59BA-48F6-8FD5-AAB5BA4860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38202" y="358431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8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AA7CE3-8760-4F27-B0CB-BCBE3CB56A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22935" y="3506222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F9C607-70FB-417A-8AAB-38A1CAA483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22935" y="3506222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8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071A29-272A-47AF-A407-DD69DDB150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22763" y="374335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447FB2-72AE-4837-8880-2D7C7A145F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22763" y="374335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8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3ABB10-B1C9-4145-BE82-6D7B395298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19968" y="3506222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ADC449-D08A-4464-9214-0DA8AA5705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19968" y="3506222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8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82983A-5128-4F4B-BB99-9E86296E47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2" y="3506222"/>
            <a:ext cx="8077" cy="8079"/>
          </a:xfrm>
          <a:custGeom xmlns:a="http://schemas.openxmlformats.org/drawingml/2006/main">
            <a:pathLst>
              <a:path w="8077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7" y="8079"/>
                </a:lnTo>
                <a:lnTo>
                  <a:pt x="8077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307012-D766-426C-8C82-4A63116E9B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2" y="3506222"/>
            <a:ext cx="8077" cy="8079"/>
          </a:xfrm>
          <a:custGeom xmlns:a="http://schemas.openxmlformats.org/drawingml/2006/main">
            <a:pathLst>
              <a:path w="8077" h="8079" fill="none"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7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8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4003AE-82FC-4A34-955F-14C314DBEA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2" y="3506222"/>
            <a:ext cx="8077" cy="8079"/>
          </a:xfrm>
          <a:custGeom xmlns:a="http://schemas.openxmlformats.org/drawingml/2006/main">
            <a:pathLst>
              <a:path w="8077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7" y="8079"/>
                </a:lnTo>
                <a:lnTo>
                  <a:pt x="8077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6C7EF1-3012-40A9-9E05-7F80EE3E0B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2" y="3506222"/>
            <a:ext cx="8077" cy="8079"/>
          </a:xfrm>
          <a:custGeom xmlns:a="http://schemas.openxmlformats.org/drawingml/2006/main">
            <a:pathLst>
              <a:path w="8077" h="8079" fill="none"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7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8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121559-BACE-4EE9-BFA0-CF592AD534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70485" y="3506222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  <a:lnTo>
                  <a:pt x="8346" y="8075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3C9CB3-C62A-4E8F-8F7F-D47BCAFF75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70485" y="3506222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5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30"/>
                </a:lnTo>
                <a:lnTo>
                  <a:pt x="10678" y="7649"/>
                </a:lnTo>
                <a:lnTo>
                  <a:pt x="10926" y="7561"/>
                </a:lnTo>
                <a:lnTo>
                  <a:pt x="11170" y="7464"/>
                </a:lnTo>
                <a:lnTo>
                  <a:pt x="11411" y="7360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7000"/>
                </a:lnTo>
                <a:lnTo>
                  <a:pt x="12339" y="6864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700"/>
                </a:lnTo>
                <a:lnTo>
                  <a:pt x="14800" y="4482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8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14EC2F-CF31-43EA-AA83-81D7ECBC42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2" y="3506222"/>
            <a:ext cx="8077" cy="8079"/>
          </a:xfrm>
          <a:custGeom xmlns:a="http://schemas.openxmlformats.org/drawingml/2006/main">
            <a:pathLst>
              <a:path w="8077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7" y="8079"/>
                </a:lnTo>
                <a:lnTo>
                  <a:pt x="8077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2AFD81-DD8F-403F-9BA6-2B396EBF2A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2" y="3506222"/>
            <a:ext cx="8077" cy="8079"/>
          </a:xfrm>
          <a:custGeom xmlns:a="http://schemas.openxmlformats.org/drawingml/2006/main">
            <a:pathLst>
              <a:path w="8077" h="8079" fill="none"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7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8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9F24EC-50CC-4285-91DF-6F0C863B17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2" y="3506222"/>
            <a:ext cx="8077" cy="8079"/>
          </a:xfrm>
          <a:custGeom xmlns:a="http://schemas.openxmlformats.org/drawingml/2006/main">
            <a:pathLst>
              <a:path w="8077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7" y="8079"/>
                </a:lnTo>
                <a:lnTo>
                  <a:pt x="8077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C2AFB1-1B23-4EC9-A154-A33D6DECA2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2" y="3506222"/>
            <a:ext cx="8077" cy="8079"/>
          </a:xfrm>
          <a:custGeom xmlns:a="http://schemas.openxmlformats.org/drawingml/2006/main">
            <a:pathLst>
              <a:path w="8077" h="8079" fill="none"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7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8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380D75-7AE9-474E-B9CC-5545FD60CE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2" y="3506222"/>
            <a:ext cx="8077" cy="8079"/>
          </a:xfrm>
          <a:custGeom xmlns:a="http://schemas.openxmlformats.org/drawingml/2006/main">
            <a:pathLst>
              <a:path w="8077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7" y="8079"/>
                </a:lnTo>
                <a:lnTo>
                  <a:pt x="8077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5DC5C1-A488-444E-8D19-493F1E24D3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2" y="3506222"/>
            <a:ext cx="8077" cy="8079"/>
          </a:xfrm>
          <a:custGeom xmlns:a="http://schemas.openxmlformats.org/drawingml/2006/main">
            <a:pathLst>
              <a:path w="8077" h="8079" fill="none"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7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8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981985-FD1B-46C4-B94F-C441AA1FE0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2" y="3506222"/>
            <a:ext cx="8077" cy="8079"/>
          </a:xfrm>
          <a:custGeom xmlns:a="http://schemas.openxmlformats.org/drawingml/2006/main">
            <a:pathLst>
              <a:path w="8077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7" y="8079"/>
                </a:lnTo>
                <a:lnTo>
                  <a:pt x="8077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4440B8-84BC-422C-AFD4-965C44CFA3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2" y="3506222"/>
            <a:ext cx="8077" cy="8079"/>
          </a:xfrm>
          <a:custGeom xmlns:a="http://schemas.openxmlformats.org/drawingml/2006/main">
            <a:pathLst>
              <a:path w="8077" h="8079" fill="none"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7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8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F97C6A-586F-4D4E-B135-2D570C641B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2" y="3506222"/>
            <a:ext cx="8077" cy="8079"/>
          </a:xfrm>
          <a:custGeom xmlns:a="http://schemas.openxmlformats.org/drawingml/2006/main">
            <a:pathLst>
              <a:path w="8077" h="8079">
                <a:moveTo>
                  <a:pt x="0" y="0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7" y="8079"/>
                </a:lnTo>
                <a:lnTo>
                  <a:pt x="8077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A5300D-9879-4492-8467-1F268D459F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2022" y="3506222"/>
            <a:ext cx="8077" cy="8079"/>
          </a:xfrm>
          <a:custGeom xmlns:a="http://schemas.openxmlformats.org/drawingml/2006/main">
            <a:pathLst>
              <a:path w="8077" h="8079" fill="none">
                <a:moveTo>
                  <a:pt x="0" y="0"/>
                </a:moveTo>
                <a:lnTo>
                  <a:pt x="0" y="0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2"/>
                </a:lnTo>
                <a:lnTo>
                  <a:pt x="1507" y="4700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4"/>
                </a:lnTo>
                <a:lnTo>
                  <a:pt x="4044" y="7000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60"/>
                </a:lnTo>
                <a:lnTo>
                  <a:pt x="4987" y="7464"/>
                </a:lnTo>
                <a:lnTo>
                  <a:pt x="5231" y="7561"/>
                </a:lnTo>
                <a:lnTo>
                  <a:pt x="5479" y="7649"/>
                </a:lnTo>
                <a:lnTo>
                  <a:pt x="5729" y="7730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5"/>
                </a:lnTo>
                <a:lnTo>
                  <a:pt x="8077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8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EC31CB-5AC0-4299-8F98-05F7E0F948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55254" y="360104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237D52-7E5A-4128-BE47-DFCBA04C0B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55254" y="360104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8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9CD8BF-8C45-4BE7-89F0-7D241CF61F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00759" y="383611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B69CAF-C714-4437-8C27-8E40A4F677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00759" y="383611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8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E7A9E9-C209-4F3D-B817-1A52A8DBED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94123" y="371510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F8FCA1-4F7B-4DEC-A474-ECD335FB05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94123" y="371510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8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5C306B-1515-404B-B0EE-6ADABDF72D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12325" y="379843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1D5C83-F972-4ADF-8F1B-EDBBB50A5B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12325" y="379843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8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E850F8-4A2C-48A4-8169-242825D49B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21806" y="361996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95B749-8318-4237-B236-1CB0F7A0D2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21806" y="361996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8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6A6408-42EA-404A-8EED-EAB9ACBA88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21982" y="380093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BD5B62-3BCE-4D97-8E74-7A2286D0F0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21982" y="380093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8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37A10F-F30E-46D5-9B24-C173A57E48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92040" y="357671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E008A1-16BF-4BA2-8761-6FCDF3DDCD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92040" y="357671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8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738FE4-B864-4AD7-9C59-572B318315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20335" y="373762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B3C63E-AA7E-49E5-83F8-B0261708FC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20335" y="373762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88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B36C02-967E-471F-B854-F645DD8C5E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17309" y="4708010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54F787-F661-422A-AED2-BC009BF635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17309" y="4708010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8860" name="Text 0">
            <a:extLst xmlns:a="http://schemas.openxmlformats.org/drawingml/2006/main">
              <a:ext uri="{FF2B5EF4-FFF2-40B4-BE49-F238E27FC236}">
                <a16:creationId xmlns:a16="http://schemas.microsoft.com/office/drawing/2014/main" id="{A18F6193-564A-4124-841C-C161BE5A04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94122" y="4755881"/>
            <a:ext cx="43693" cy="65625"/>
          </a:xfrm>
          <a:custGeom xmlns:a="http://schemas.openxmlformats.org/drawingml/2006/main">
            <a:pathLst>
              <a:path w="43693" h="65625">
                <a:moveTo>
                  <a:pt x="21847" y="6774"/>
                </a:moveTo>
                <a:cubicBezTo>
                  <a:pt x="17443" y="6774"/>
                  <a:pt x="14134" y="8942"/>
                  <a:pt x="11918" y="13278"/>
                </a:cubicBezTo>
                <a:cubicBezTo>
                  <a:pt x="9703" y="17615"/>
                  <a:pt x="8595" y="24133"/>
                  <a:pt x="8595" y="32833"/>
                </a:cubicBezTo>
                <a:cubicBezTo>
                  <a:pt x="8595" y="41506"/>
                  <a:pt x="9703" y="48010"/>
                  <a:pt x="11918" y="52346"/>
                </a:cubicBezTo>
                <a:cubicBezTo>
                  <a:pt x="14134" y="56682"/>
                  <a:pt x="17443" y="58850"/>
                  <a:pt x="21847" y="58850"/>
                </a:cubicBezTo>
                <a:cubicBezTo>
                  <a:pt x="26278" y="58850"/>
                  <a:pt x="29602" y="56682"/>
                  <a:pt x="31817" y="52346"/>
                </a:cubicBezTo>
                <a:cubicBezTo>
                  <a:pt x="34033" y="48010"/>
                  <a:pt x="35141" y="41506"/>
                  <a:pt x="35141" y="32833"/>
                </a:cubicBezTo>
                <a:cubicBezTo>
                  <a:pt x="35141" y="24133"/>
                  <a:pt x="34033" y="17615"/>
                  <a:pt x="31817" y="13278"/>
                </a:cubicBezTo>
                <a:cubicBezTo>
                  <a:pt x="29602" y="8942"/>
                  <a:pt x="26278" y="6774"/>
                  <a:pt x="21847" y="6774"/>
                </a:cubicBezTo>
                <a:moveTo>
                  <a:pt x="21847" y="0"/>
                </a:moveTo>
                <a:cubicBezTo>
                  <a:pt x="28931" y="0"/>
                  <a:pt x="34344" y="2803"/>
                  <a:pt x="38083" y="8409"/>
                </a:cubicBezTo>
                <a:cubicBezTo>
                  <a:pt x="41823" y="14016"/>
                  <a:pt x="43693" y="22157"/>
                  <a:pt x="43693" y="32833"/>
                </a:cubicBezTo>
                <a:cubicBezTo>
                  <a:pt x="43693" y="43482"/>
                  <a:pt x="41823" y="51609"/>
                  <a:pt x="38083" y="57215"/>
                </a:cubicBezTo>
                <a:cubicBezTo>
                  <a:pt x="34344" y="62821"/>
                  <a:pt x="28931" y="65625"/>
                  <a:pt x="21847" y="65625"/>
                </a:cubicBezTo>
                <a:cubicBezTo>
                  <a:pt x="14762" y="65625"/>
                  <a:pt x="9350" y="62821"/>
                  <a:pt x="5610" y="57215"/>
                </a:cubicBezTo>
                <a:cubicBezTo>
                  <a:pt x="1870" y="51609"/>
                  <a:pt x="0" y="43482"/>
                  <a:pt x="0" y="32833"/>
                </a:cubicBezTo>
                <a:cubicBezTo>
                  <a:pt x="0" y="22157"/>
                  <a:pt x="1870" y="14016"/>
                  <a:pt x="5610" y="8409"/>
                </a:cubicBezTo>
                <a:cubicBezTo>
                  <a:pt x="9350" y="2803"/>
                  <a:pt x="14762" y="0"/>
                  <a:pt x="21847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237955-B0D0-4ABD-8B46-B486D75A0F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83825" y="4708010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DE14E8-F3FE-4887-965F-978BABBB5B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83825" y="4708010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8863" name="Text 10">
            <a:extLst xmlns:a="http://schemas.openxmlformats.org/drawingml/2006/main">
              <a:ext uri="{FF2B5EF4-FFF2-40B4-BE49-F238E27FC236}">
                <a16:creationId xmlns:a16="http://schemas.microsoft.com/office/drawing/2014/main" id="{BE836075-8617-4E96-A469-39F8405955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88577" y="4757236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64" name="Text −1">
            <a:extLst xmlns:a="http://schemas.openxmlformats.org/drawingml/2006/main">
              <a:ext uri="{FF2B5EF4-FFF2-40B4-BE49-F238E27FC236}">
                <a16:creationId xmlns:a16="http://schemas.microsoft.com/office/drawing/2014/main" id="{068A17A2-6D19-4253-99A0-20ABF4B82B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96646" y="4744120"/>
            <a:ext cx="77441" cy="44278"/>
          </a:xfrm>
          <a:custGeom xmlns:a="http://schemas.openxmlformats.org/drawingml/2006/main">
            <a:pathLst>
              <a:path w="77441" h="44278">
                <a:moveTo>
                  <a:pt x="0" y="22702"/>
                </a:moveTo>
                <a:lnTo>
                  <a:pt x="37995" y="22702"/>
                </a:lnTo>
                <a:lnTo>
                  <a:pt x="37995" y="27740"/>
                </a:lnTo>
                <a:lnTo>
                  <a:pt x="0" y="27740"/>
                </a:lnTo>
                <a:lnTo>
                  <a:pt x="0" y="22702"/>
                </a:lnTo>
                <a:close/>
                <a:moveTo>
                  <a:pt x="51953" y="39239"/>
                </a:moveTo>
                <a:lnTo>
                  <a:pt x="61734" y="39239"/>
                </a:lnTo>
                <a:lnTo>
                  <a:pt x="61734" y="5453"/>
                </a:lnTo>
                <a:lnTo>
                  <a:pt x="51094" y="7587"/>
                </a:lnTo>
                <a:lnTo>
                  <a:pt x="51094" y="2134"/>
                </a:lnTo>
                <a:lnTo>
                  <a:pt x="61674" y="0"/>
                </a:lnTo>
                <a:lnTo>
                  <a:pt x="67661" y="0"/>
                </a:lnTo>
                <a:lnTo>
                  <a:pt x="67661" y="39239"/>
                </a:lnTo>
                <a:lnTo>
                  <a:pt x="77441" y="39239"/>
                </a:lnTo>
                <a:lnTo>
                  <a:pt x="77441" y="44278"/>
                </a:lnTo>
                <a:lnTo>
                  <a:pt x="51953" y="44278"/>
                </a:lnTo>
                <a:lnTo>
                  <a:pt x="51953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100854-0F11-4305-824B-52D5A7D8D7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13688" y="4708010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971F8F-4272-4A98-ADEB-5002771131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13688" y="4708010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8867" name="Text 10">
            <a:extLst xmlns:a="http://schemas.openxmlformats.org/drawingml/2006/main">
              <a:ext uri="{FF2B5EF4-FFF2-40B4-BE49-F238E27FC236}">
                <a16:creationId xmlns:a16="http://schemas.microsoft.com/office/drawing/2014/main" id="{0A476C3D-F367-421C-B872-37AABD4194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43731" y="4758027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1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1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8" y="41506"/>
                  <a:pt x="86498" y="32833"/>
                </a:cubicBezTo>
                <a:cubicBezTo>
                  <a:pt x="86498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9" y="65625"/>
                  <a:pt x="60706" y="62821"/>
                  <a:pt x="56967" y="57215"/>
                </a:cubicBezTo>
                <a:cubicBezTo>
                  <a:pt x="53227" y="51609"/>
                  <a:pt x="51357" y="43482"/>
                  <a:pt x="51357" y="32833"/>
                </a:cubicBezTo>
                <a:cubicBezTo>
                  <a:pt x="51357" y="22157"/>
                  <a:pt x="53227" y="14016"/>
                  <a:pt x="56967" y="8409"/>
                </a:cubicBezTo>
                <a:cubicBezTo>
                  <a:pt x="60706" y="2803"/>
                  <a:pt x="66119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68" name="Text 0">
            <a:extLst xmlns:a="http://schemas.openxmlformats.org/drawingml/2006/main">
              <a:ext uri="{FF2B5EF4-FFF2-40B4-BE49-F238E27FC236}">
                <a16:creationId xmlns:a16="http://schemas.microsoft.com/office/drawing/2014/main" id="{A7761FF4-2ABA-4AF8-A8C1-9178E01210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49370" y="4744140"/>
            <a:ext cx="30585" cy="45937"/>
          </a:xfrm>
          <a:custGeom xmlns:a="http://schemas.openxmlformats.org/drawingml/2006/main">
            <a:pathLst>
              <a:path w="30585" h="45937">
                <a:moveTo>
                  <a:pt x="15293" y="4742"/>
                </a:moveTo>
                <a:cubicBezTo>
                  <a:pt x="12210" y="4742"/>
                  <a:pt x="9894" y="6260"/>
                  <a:pt x="8343" y="9295"/>
                </a:cubicBezTo>
                <a:cubicBezTo>
                  <a:pt x="6792" y="12330"/>
                  <a:pt x="6016" y="16893"/>
                  <a:pt x="6016" y="22983"/>
                </a:cubicBezTo>
                <a:cubicBezTo>
                  <a:pt x="6016" y="29054"/>
                  <a:pt x="6792" y="33607"/>
                  <a:pt x="8343" y="36642"/>
                </a:cubicBezTo>
                <a:cubicBezTo>
                  <a:pt x="9894" y="39678"/>
                  <a:pt x="12210" y="41195"/>
                  <a:pt x="15293" y="41195"/>
                </a:cubicBezTo>
                <a:cubicBezTo>
                  <a:pt x="18395" y="41195"/>
                  <a:pt x="20721" y="39678"/>
                  <a:pt x="22272" y="36642"/>
                </a:cubicBezTo>
                <a:cubicBezTo>
                  <a:pt x="23823" y="33607"/>
                  <a:pt x="24599" y="29054"/>
                  <a:pt x="24599" y="22983"/>
                </a:cubicBezTo>
                <a:cubicBezTo>
                  <a:pt x="24599" y="16893"/>
                  <a:pt x="23823" y="12330"/>
                  <a:pt x="22272" y="9295"/>
                </a:cubicBezTo>
                <a:cubicBezTo>
                  <a:pt x="20721" y="6260"/>
                  <a:pt x="18395" y="4742"/>
                  <a:pt x="15293" y="4742"/>
                </a:cubicBezTo>
                <a:moveTo>
                  <a:pt x="15293" y="0"/>
                </a:moveTo>
                <a:cubicBezTo>
                  <a:pt x="20252" y="0"/>
                  <a:pt x="24040" y="1962"/>
                  <a:pt x="26658" y="5887"/>
                </a:cubicBezTo>
                <a:cubicBezTo>
                  <a:pt x="29276" y="9811"/>
                  <a:pt x="30585" y="15510"/>
                  <a:pt x="30585" y="22983"/>
                </a:cubicBezTo>
                <a:cubicBezTo>
                  <a:pt x="30585" y="30437"/>
                  <a:pt x="29276" y="36126"/>
                  <a:pt x="26658" y="40051"/>
                </a:cubicBezTo>
                <a:cubicBezTo>
                  <a:pt x="24040" y="43975"/>
                  <a:pt x="20252" y="45937"/>
                  <a:pt x="15293" y="45937"/>
                </a:cubicBezTo>
                <a:cubicBezTo>
                  <a:pt x="10333" y="45937"/>
                  <a:pt x="6545" y="43975"/>
                  <a:pt x="3927" y="40051"/>
                </a:cubicBezTo>
                <a:cubicBezTo>
                  <a:pt x="1309" y="36126"/>
                  <a:pt x="0" y="30437"/>
                  <a:pt x="0" y="22983"/>
                </a:cubicBezTo>
                <a:cubicBezTo>
                  <a:pt x="0" y="15510"/>
                  <a:pt x="1309" y="9811"/>
                  <a:pt x="3927" y="5887"/>
                </a:cubicBezTo>
                <a:cubicBezTo>
                  <a:pt x="6545" y="1962"/>
                  <a:pt x="10333" y="0"/>
                  <a:pt x="1529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58D0C9-6551-4504-8BC6-ECFC7EAAF6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43552" y="4708010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51B1B3-92AC-4ADB-BD1C-7D2080FEDF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43552" y="4708010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8871" name="Text 10">
            <a:extLst xmlns:a="http://schemas.openxmlformats.org/drawingml/2006/main">
              <a:ext uri="{FF2B5EF4-FFF2-40B4-BE49-F238E27FC236}">
                <a16:creationId xmlns:a16="http://schemas.microsoft.com/office/drawing/2014/main" id="{A3D09152-3D0C-477C-882E-FA18A70004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73595" y="4757236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72" name="Text 1">
            <a:extLst xmlns:a="http://schemas.openxmlformats.org/drawingml/2006/main">
              <a:ext uri="{FF2B5EF4-FFF2-40B4-BE49-F238E27FC236}">
                <a16:creationId xmlns:a16="http://schemas.microsoft.com/office/drawing/2014/main" id="{F72F35BB-F350-4335-9F4E-9FDBEF6D3B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1901" y="4744120"/>
            <a:ext cx="26347" cy="44278"/>
          </a:xfrm>
          <a:custGeom xmlns:a="http://schemas.openxmlformats.org/drawingml/2006/main">
            <a:pathLst>
              <a:path w="26347" h="44278">
                <a:moveTo>
                  <a:pt x="859" y="39239"/>
                </a:moveTo>
                <a:lnTo>
                  <a:pt x="10640" y="39239"/>
                </a:lnTo>
                <a:lnTo>
                  <a:pt x="10640" y="5453"/>
                </a:lnTo>
                <a:lnTo>
                  <a:pt x="0" y="7587"/>
                </a:lnTo>
                <a:lnTo>
                  <a:pt x="0" y="2134"/>
                </a:lnTo>
                <a:lnTo>
                  <a:pt x="10580" y="0"/>
                </a:lnTo>
                <a:lnTo>
                  <a:pt x="16567" y="0"/>
                </a:lnTo>
                <a:lnTo>
                  <a:pt x="16567" y="39239"/>
                </a:lnTo>
                <a:lnTo>
                  <a:pt x="26347" y="39239"/>
                </a:lnTo>
                <a:lnTo>
                  <a:pt x="26347" y="44278"/>
                </a:lnTo>
                <a:lnTo>
                  <a:pt x="859" y="44278"/>
                </a:lnTo>
                <a:lnTo>
                  <a:pt x="859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B89160-46CC-40EC-B072-E78D662DA9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73415" y="4708010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A90A15-6A20-4588-A174-FE95E8F35C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73415" y="4708010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8875" name="Text 10">
            <a:extLst xmlns:a="http://schemas.openxmlformats.org/drawingml/2006/main">
              <a:ext uri="{FF2B5EF4-FFF2-40B4-BE49-F238E27FC236}">
                <a16:creationId xmlns:a16="http://schemas.microsoft.com/office/drawing/2014/main" id="{68F452D1-5149-435F-B701-AA49600CD8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03458" y="4758027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76" name="Text 2">
            <a:extLst xmlns:a="http://schemas.openxmlformats.org/drawingml/2006/main">
              <a:ext uri="{FF2B5EF4-FFF2-40B4-BE49-F238E27FC236}">
                <a16:creationId xmlns:a16="http://schemas.microsoft.com/office/drawing/2014/main" id="{98CF5F35-70E2-4EF4-A29F-E444BE196B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09542" y="4744140"/>
            <a:ext cx="28096" cy="45048"/>
          </a:xfrm>
          <a:custGeom xmlns:a="http://schemas.openxmlformats.org/drawingml/2006/main">
            <a:pathLst>
              <a:path w="28096" h="45048">
                <a:moveTo>
                  <a:pt x="7202" y="40010"/>
                </a:moveTo>
                <a:lnTo>
                  <a:pt x="28096" y="40010"/>
                </a:lnTo>
                <a:lnTo>
                  <a:pt x="28096" y="45048"/>
                </a:lnTo>
                <a:lnTo>
                  <a:pt x="0" y="45048"/>
                </a:lnTo>
                <a:lnTo>
                  <a:pt x="0" y="40010"/>
                </a:lnTo>
                <a:cubicBezTo>
                  <a:pt x="2272" y="37659"/>
                  <a:pt x="5369" y="34502"/>
                  <a:pt x="9291" y="30541"/>
                </a:cubicBezTo>
                <a:cubicBezTo>
                  <a:pt x="13213" y="26579"/>
                  <a:pt x="15678" y="24026"/>
                  <a:pt x="16686" y="22880"/>
                </a:cubicBezTo>
                <a:cubicBezTo>
                  <a:pt x="18602" y="20726"/>
                  <a:pt x="19941" y="18903"/>
                  <a:pt x="20701" y="17412"/>
                </a:cubicBezTo>
                <a:cubicBezTo>
                  <a:pt x="21462" y="15920"/>
                  <a:pt x="21842" y="14453"/>
                  <a:pt x="21842" y="13011"/>
                </a:cubicBezTo>
                <a:cubicBezTo>
                  <a:pt x="21842" y="10659"/>
                  <a:pt x="21018" y="8743"/>
                  <a:pt x="19368" y="7261"/>
                </a:cubicBezTo>
                <a:cubicBezTo>
                  <a:pt x="17718" y="5779"/>
                  <a:pt x="15569" y="5038"/>
                  <a:pt x="12922" y="5038"/>
                </a:cubicBezTo>
                <a:cubicBezTo>
                  <a:pt x="11045" y="5038"/>
                  <a:pt x="9064" y="5367"/>
                  <a:pt x="6979" y="6024"/>
                </a:cubicBezTo>
                <a:cubicBezTo>
                  <a:pt x="4895" y="6681"/>
                  <a:pt x="2667" y="7676"/>
                  <a:pt x="296" y="9010"/>
                </a:cubicBezTo>
                <a:lnTo>
                  <a:pt x="296" y="2964"/>
                </a:lnTo>
                <a:cubicBezTo>
                  <a:pt x="2707" y="1986"/>
                  <a:pt x="4959" y="1247"/>
                  <a:pt x="7054" y="748"/>
                </a:cubicBezTo>
                <a:cubicBezTo>
                  <a:pt x="9148" y="249"/>
                  <a:pt x="11064" y="0"/>
                  <a:pt x="12803" y="0"/>
                </a:cubicBezTo>
                <a:cubicBezTo>
                  <a:pt x="17387" y="0"/>
                  <a:pt x="21042" y="1146"/>
                  <a:pt x="23769" y="3438"/>
                </a:cubicBezTo>
                <a:cubicBezTo>
                  <a:pt x="26495" y="5730"/>
                  <a:pt x="27859" y="8792"/>
                  <a:pt x="27859" y="12625"/>
                </a:cubicBezTo>
                <a:cubicBezTo>
                  <a:pt x="27859" y="14443"/>
                  <a:pt x="27518" y="16167"/>
                  <a:pt x="26836" y="17797"/>
                </a:cubicBezTo>
                <a:cubicBezTo>
                  <a:pt x="26155" y="19427"/>
                  <a:pt x="24915" y="21348"/>
                  <a:pt x="23117" y="23561"/>
                </a:cubicBezTo>
                <a:cubicBezTo>
                  <a:pt x="22623" y="24134"/>
                  <a:pt x="21052" y="25789"/>
                  <a:pt x="18405" y="28526"/>
                </a:cubicBezTo>
                <a:cubicBezTo>
                  <a:pt x="15757" y="31262"/>
                  <a:pt x="12023" y="35090"/>
                  <a:pt x="7202" y="4001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666595-6EE5-43F2-8901-E302A246E7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17676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0DF7A6-785E-44F3-BBB0-FDFF307529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17676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8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F62076-2251-4D06-A464-AFF323CF2B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18042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D921E4-E95D-4280-A505-05537479A0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18042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8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F7D148-D795-482A-B070-BCCF236EB5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18409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0DF495-05FB-41CF-884B-236D02072A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18409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8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A5EDF9-6368-48FA-9F16-B6FCF366E5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18776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DE8D6C-30E9-4A53-B25D-72E12E32DC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18776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8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56A6B9-5F81-4CBD-A8FA-5A5D0F0A41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19142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0F1C78-0315-4409-92D2-DCB4513ADC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19142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8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1A75B0-7FAB-4BDB-B976-0CE7C59AFD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19509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CD34AA-AFE2-41F9-8A39-C50E4D69DD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19509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8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D9377A-7D04-413C-AF03-CCB418E39E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19875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6F068C-69A3-4588-9C1B-9746F33A78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19875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8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D597A8-4AF8-4EFA-A271-EB23EE1BB4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20242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321751-2DE3-4C0B-A626-BC6029B4AE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20242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8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D803EB-C819-4BF2-AAB6-CCAF7F3941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20608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3A9613-5AC8-413E-BDCA-8B13EDAFFD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20608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8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968548-26C8-4913-BAEC-9C55B19F48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20975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8E77F6-93AE-40CE-8BB4-F992C59F83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20975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8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A00BD9-B0E3-4199-AFE1-E4BE89A2B9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24640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44DC7E-D6C6-40BE-AE83-1C6A3101B4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24640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8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5FA363-09CD-4E38-88F4-8EE0CAD30B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28305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DC27BA-8DCC-4C68-A420-524722CEFB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28305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9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892C3B-70B4-4D85-984D-65120AE9AB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31970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9CEB96-3824-4357-93D8-64DAB4F716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31970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9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2BD38F-1469-432B-BE8D-6F1D4D3B15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35635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B83872-8EB7-49A7-8797-4C464C7A7A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35635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9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9DD4AF-EC81-48F5-9E87-6726DFDB79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39300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AEEA9E-99AA-43FD-96B6-D98C9F88A2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39300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9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3677E6-60CF-4D72-A3D5-54F24FCF82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42966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D24347-1155-4474-94E6-EEC09E8FFD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42966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9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B6E123-904F-4A57-B34D-9D5736839B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46631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F92000-71A0-4512-B306-3DCCEA53EF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46631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9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1AF1AC-A286-43BE-97C3-F67998DF27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0296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ABABA2-78E3-485F-ADA1-3A31C72470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0296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9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6F2372-FA08-4B07-9F3F-813EE50309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3961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174CD3-794B-4893-BFB7-F0880A39C2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3961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9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9F3E6B-A481-4B19-9A24-D11CFC98D3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0613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710DF9-C503-48BB-89E2-F042514F0D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0613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9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B9448E-BD8A-4525-B494-660EAF0A69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27264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C761C1-BDB1-4636-AFCF-80A9896FCF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27264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9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5A57F4-FA07-42D8-A5C8-DD4716F088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63916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64855A-950E-4B23-AC57-A79987315F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63916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9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36F25F-6A11-4F0D-8C51-310872FD76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00567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99F1B3-5054-430C-811F-2DFB21998D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00567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9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2492EB-EDFC-4C61-A930-B6FA9C8F70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37219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FE89BD-5B06-4320-8F12-861A2EE1DA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37219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9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62CB0F-3C44-46B3-94DE-7D23DEF315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73870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CC176F-7364-4BD0-870D-39E406850A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73870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9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62CA27-928F-4EBD-BA05-E5CC4EBC64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10522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349481-6845-4204-AD29-61E6A94557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10522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9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343923-FDB7-4656-9CDC-F89FB6C7BA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47173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E3EE10-FFF2-4505-A322-C62BAD8F47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47173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9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08E880-0668-49B9-BF6D-0429B357B5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83825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1B7525-C7E9-497D-8DCE-1C38CDD068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83825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9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B0FA99-B611-4082-A717-3F3A55E947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83123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955919-9C50-43E8-83F2-12D38E345E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83123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9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75BADA-1B43-4A58-81B9-2B919B2093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41210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16A3FC-FA3A-4C4A-ADFC-7639F21A3C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41210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9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9C2CCC-8F3D-49B2-B8BE-F056372B1A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82422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C90018-E66F-4FA7-A47E-B38BB6F864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82422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9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18A4C3-3210-494A-8E0D-3BFE3524B3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14389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14811B-7276-4FA9-9671-FD56479D6A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14389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9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BAF723-227A-4D54-9419-93C6D7D6D9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40508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15C709-29A4-40F9-BDF4-2E4C58262E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40508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9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3DCCD4-75F6-41A3-9FAF-18C8240A10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62592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1E49BC-0B50-47BF-B1D8-3464822717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62592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9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06ADC6-64A0-4869-ACD6-49EFC2F5A4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81721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FC7039-DC42-4CFA-86DF-D44373CF80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81721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9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A3C281-C580-485B-9D4C-98C3C54B0D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98595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E240C5-E644-4E42-B82A-DDF34422C2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98595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9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D777CE-7862-4374-9A0E-EAED83FD48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13688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A2E27B-3FFC-4EC4-9810-8EACF48DC5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13688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9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18545E-F46E-4DCA-BAB9-C65F740114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12987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742350-C1F1-435F-9485-8F84CD41A9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12987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9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E1B1D8-862D-4437-A838-C15AA45A00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71073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9D1259-30FE-46BC-962A-A4CA5A6BC4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71073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9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9E31BB-CC18-4F96-9349-85519BD959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12286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B50195-E9CE-4400-9401-0C40430AD9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12286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9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8D6D47-08AE-4993-AB35-4D97F44C49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44253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8878C7-2565-4C43-9642-50FC08A30C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44253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9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C7EEC8-93BF-4B94-ABAE-32C182257F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70372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D8B44C-9D99-4C08-A9B3-E69702DE25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70372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9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4C4C40-D700-40AB-8497-9110FBA179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92455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D2ECBD-39C3-4D87-87E0-2C0D31D0E7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92455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9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B24962-A1AA-40DC-AA79-4F39BF1B2F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1585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8DBF9E-621D-4461-9A3F-6557D838AA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1585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9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DD6DBC-19A4-4B86-88C1-74C77BAE1B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28458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7060E7-9696-40AF-899A-976A9426D4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28458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9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5D5F01-0761-4D76-A84E-2CE0FBC014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43552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A82294-131A-4F9E-80BE-EE8A92EA82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43552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9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4A1946-2A3B-4D69-958C-5956228349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2851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D8505C-11C7-4784-B742-F4BF35016C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2851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9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3C9378-3278-4260-9F5E-5E35584C4B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00937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B659C8-9E28-43F0-BC19-64D290AAC2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00937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9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4F5EF5-6EF9-4A60-93CA-C3E672CE14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42150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6ED598-1633-43D5-8FF5-8F748536A1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42150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9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F83295-43E6-4D26-911A-901FB0D3C4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74117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8960D5-17E0-4E5F-BA0D-BB6CB28D85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74117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9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830776-8477-4BBE-9908-EBB1D16619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00236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7E3979-E152-4D58-A10A-500583E204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00236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9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38FB1C-8086-4088-AF92-69BC838437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22319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ED91F1-9CCB-49AE-921B-866247CB34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22319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9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E48F37-0DF7-4CF0-BDE2-71EA31AD1E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41448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EA8603-5BA0-47F4-A548-6B2C2E62C5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41448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9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90437D-8CB2-4E94-87C0-B1C5D47B28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58322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0842AF-4F53-4728-894C-F89FAD2D6F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58322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9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972C08-7391-4354-B1D1-AB88935D2D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73415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34D341-5DA8-4EC6-9C5B-2F4EFFC577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73415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9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88A6DA-F9E6-4331-98A2-2BBE043A69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72714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4397AA-8092-4E26-BFD0-91110FFD71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72714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9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E8B1E4-2A3C-4B45-A4FD-2C926BDC8D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30800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EA9683-661C-494B-B9FB-89BC96C0B9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30800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9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AFCA9C-9249-43B6-8810-34935E16D6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72013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64401A-CBED-413D-ACD8-2F9CDB055B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72013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9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2D9AA6-9568-4CC9-8A6B-D15C72613F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03980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BFD4DB-8C0C-4A48-A128-C6B3979CBA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03980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9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18DC29-7FC1-4F9A-8CE9-7B6291121D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30099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8818CC-474C-4C2A-B580-94D9656101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30099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8997" name="Text QSF">
            <a:extLst xmlns:a="http://schemas.openxmlformats.org/drawingml/2006/main">
              <a:ext uri="{FF2B5EF4-FFF2-40B4-BE49-F238E27FC236}">
                <a16:creationId xmlns:a16="http://schemas.microsoft.com/office/drawing/2014/main" id="{D7B53B96-D3BF-45B8-88AD-8FCB606AF9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28394" y="4872396"/>
            <a:ext cx="190479" cy="88120"/>
          </a:xfrm>
          <a:custGeom xmlns:a="http://schemas.openxmlformats.org/drawingml/2006/main">
            <a:pathLst>
              <a:path w="190479" h="88120">
                <a:moveTo>
                  <a:pt x="34181" y="8101"/>
                </a:moveTo>
                <a:cubicBezTo>
                  <a:pt x="26937" y="8101"/>
                  <a:pt x="21182" y="10804"/>
                  <a:pt x="16918" y="16209"/>
                </a:cubicBezTo>
                <a:cubicBezTo>
                  <a:pt x="12653" y="21614"/>
                  <a:pt x="10521" y="28979"/>
                  <a:pt x="10521" y="38306"/>
                </a:cubicBezTo>
                <a:cubicBezTo>
                  <a:pt x="10521" y="47599"/>
                  <a:pt x="12653" y="54949"/>
                  <a:pt x="16918" y="60354"/>
                </a:cubicBezTo>
                <a:cubicBezTo>
                  <a:pt x="21182" y="65759"/>
                  <a:pt x="26937" y="68461"/>
                  <a:pt x="34181" y="68461"/>
                </a:cubicBezTo>
                <a:cubicBezTo>
                  <a:pt x="41426" y="68461"/>
                  <a:pt x="47164" y="65759"/>
                  <a:pt x="51395" y="60354"/>
                </a:cubicBezTo>
                <a:cubicBezTo>
                  <a:pt x="55627" y="54949"/>
                  <a:pt x="57743" y="47599"/>
                  <a:pt x="57743" y="38306"/>
                </a:cubicBezTo>
                <a:cubicBezTo>
                  <a:pt x="57743" y="28979"/>
                  <a:pt x="55627" y="21614"/>
                  <a:pt x="51395" y="16209"/>
                </a:cubicBezTo>
                <a:cubicBezTo>
                  <a:pt x="47164" y="10804"/>
                  <a:pt x="41426" y="8101"/>
                  <a:pt x="34181" y="8101"/>
                </a:cubicBezTo>
                <a:moveTo>
                  <a:pt x="48160" y="73796"/>
                </a:moveTo>
                <a:lnTo>
                  <a:pt x="61299" y="88120"/>
                </a:lnTo>
                <a:lnTo>
                  <a:pt x="49247" y="88120"/>
                </a:lnTo>
                <a:lnTo>
                  <a:pt x="38330" y="76358"/>
                </a:lnTo>
                <a:cubicBezTo>
                  <a:pt x="37244" y="76426"/>
                  <a:pt x="36412" y="76477"/>
                  <a:pt x="35836" y="76511"/>
                </a:cubicBezTo>
                <a:cubicBezTo>
                  <a:pt x="35260" y="76545"/>
                  <a:pt x="34708" y="76562"/>
                  <a:pt x="34181" y="76562"/>
                </a:cubicBezTo>
                <a:cubicBezTo>
                  <a:pt x="23808" y="76562"/>
                  <a:pt x="15518" y="73094"/>
                  <a:pt x="9311" y="66158"/>
                </a:cubicBezTo>
                <a:cubicBezTo>
                  <a:pt x="3104" y="59221"/>
                  <a:pt x="0" y="49937"/>
                  <a:pt x="0" y="38306"/>
                </a:cubicBezTo>
                <a:cubicBezTo>
                  <a:pt x="0" y="26641"/>
                  <a:pt x="3104" y="17341"/>
                  <a:pt x="9311" y="10405"/>
                </a:cubicBezTo>
                <a:cubicBezTo>
                  <a:pt x="15518" y="3468"/>
                  <a:pt x="23808" y="0"/>
                  <a:pt x="34181" y="0"/>
                </a:cubicBezTo>
                <a:cubicBezTo>
                  <a:pt x="44521" y="0"/>
                  <a:pt x="52787" y="3468"/>
                  <a:pt x="58977" y="10405"/>
                </a:cubicBezTo>
                <a:cubicBezTo>
                  <a:pt x="65168" y="17341"/>
                  <a:pt x="68264" y="26642"/>
                  <a:pt x="68264" y="38307"/>
                </a:cubicBezTo>
                <a:cubicBezTo>
                  <a:pt x="68264" y="46874"/>
                  <a:pt x="66543" y="54206"/>
                  <a:pt x="63102" y="60302"/>
                </a:cubicBezTo>
                <a:cubicBezTo>
                  <a:pt x="59661" y="66398"/>
                  <a:pt x="54680" y="70896"/>
                  <a:pt x="48160" y="73796"/>
                </a:cubicBezTo>
                <a:close/>
                <a:moveTo>
                  <a:pt x="128069" y="3754"/>
                </a:moveTo>
                <a:lnTo>
                  <a:pt x="128069" y="13534"/>
                </a:lnTo>
                <a:cubicBezTo>
                  <a:pt x="124282" y="11707"/>
                  <a:pt x="120710" y="10344"/>
                  <a:pt x="117351" y="9447"/>
                </a:cubicBezTo>
                <a:cubicBezTo>
                  <a:pt x="113992" y="8549"/>
                  <a:pt x="110748" y="8101"/>
                  <a:pt x="107620" y="8101"/>
                </a:cubicBezTo>
                <a:cubicBezTo>
                  <a:pt x="102187" y="8101"/>
                  <a:pt x="97996" y="9156"/>
                  <a:pt x="95049" y="11267"/>
                </a:cubicBezTo>
                <a:cubicBezTo>
                  <a:pt x="92102" y="13376"/>
                  <a:pt x="90628" y="16376"/>
                  <a:pt x="90628" y="20267"/>
                </a:cubicBezTo>
                <a:cubicBezTo>
                  <a:pt x="90628" y="23532"/>
                  <a:pt x="91608" y="25997"/>
                  <a:pt x="93567" y="27663"/>
                </a:cubicBezTo>
                <a:cubicBezTo>
                  <a:pt x="95526" y="29328"/>
                  <a:pt x="99239" y="30671"/>
                  <a:pt x="104706" y="31693"/>
                </a:cubicBezTo>
                <a:lnTo>
                  <a:pt x="110732" y="32926"/>
                </a:lnTo>
                <a:cubicBezTo>
                  <a:pt x="118174" y="34343"/>
                  <a:pt x="123665" y="36839"/>
                  <a:pt x="127205" y="40414"/>
                </a:cubicBezTo>
                <a:cubicBezTo>
                  <a:pt x="130745" y="43988"/>
                  <a:pt x="132515" y="48773"/>
                  <a:pt x="132515" y="54770"/>
                </a:cubicBezTo>
                <a:cubicBezTo>
                  <a:pt x="132515" y="61918"/>
                  <a:pt x="130119" y="67338"/>
                  <a:pt x="125328" y="71028"/>
                </a:cubicBezTo>
                <a:cubicBezTo>
                  <a:pt x="120537" y="74717"/>
                  <a:pt x="113514" y="76562"/>
                  <a:pt x="104261" y="76562"/>
                </a:cubicBezTo>
                <a:cubicBezTo>
                  <a:pt x="100771" y="76562"/>
                  <a:pt x="97058" y="76163"/>
                  <a:pt x="93123" y="75364"/>
                </a:cubicBezTo>
                <a:cubicBezTo>
                  <a:pt x="89187" y="74566"/>
                  <a:pt x="85112" y="73384"/>
                  <a:pt x="80897" y="71820"/>
                </a:cubicBezTo>
                <a:lnTo>
                  <a:pt x="80897" y="61546"/>
                </a:lnTo>
                <a:cubicBezTo>
                  <a:pt x="84948" y="63835"/>
                  <a:pt x="88916" y="65559"/>
                  <a:pt x="92802" y="66720"/>
                </a:cubicBezTo>
                <a:cubicBezTo>
                  <a:pt x="96687" y="67881"/>
                  <a:pt x="100507" y="68461"/>
                  <a:pt x="104261" y="68461"/>
                </a:cubicBezTo>
                <a:cubicBezTo>
                  <a:pt x="109958" y="68461"/>
                  <a:pt x="114354" y="67341"/>
                  <a:pt x="117450" y="65099"/>
                </a:cubicBezTo>
                <a:cubicBezTo>
                  <a:pt x="120545" y="62857"/>
                  <a:pt x="122093" y="59659"/>
                  <a:pt x="122093" y="55506"/>
                </a:cubicBezTo>
                <a:cubicBezTo>
                  <a:pt x="122093" y="51880"/>
                  <a:pt x="120981" y="49044"/>
                  <a:pt x="118759" y="47001"/>
                </a:cubicBezTo>
                <a:cubicBezTo>
                  <a:pt x="116536" y="44956"/>
                  <a:pt x="112889" y="43423"/>
                  <a:pt x="107818" y="42401"/>
                </a:cubicBezTo>
                <a:lnTo>
                  <a:pt x="101742" y="41217"/>
                </a:lnTo>
                <a:cubicBezTo>
                  <a:pt x="94300" y="39734"/>
                  <a:pt x="88916" y="37411"/>
                  <a:pt x="85590" y="34249"/>
                </a:cubicBezTo>
                <a:cubicBezTo>
                  <a:pt x="82264" y="31086"/>
                  <a:pt x="80601" y="26687"/>
                  <a:pt x="80601" y="21053"/>
                </a:cubicBezTo>
                <a:cubicBezTo>
                  <a:pt x="80601" y="14530"/>
                  <a:pt x="82898" y="9390"/>
                  <a:pt x="87492" y="5634"/>
                </a:cubicBezTo>
                <a:cubicBezTo>
                  <a:pt x="92085" y="1878"/>
                  <a:pt x="98416" y="0"/>
                  <a:pt x="106484" y="0"/>
                </a:cubicBezTo>
                <a:cubicBezTo>
                  <a:pt x="109942" y="0"/>
                  <a:pt x="113465" y="313"/>
                  <a:pt x="117054" y="938"/>
                </a:cubicBezTo>
                <a:cubicBezTo>
                  <a:pt x="120644" y="1564"/>
                  <a:pt x="124315" y="2503"/>
                  <a:pt x="128069" y="3754"/>
                </a:cubicBezTo>
                <a:close/>
                <a:moveTo>
                  <a:pt x="148098" y="1284"/>
                </a:moveTo>
                <a:lnTo>
                  <a:pt x="190479" y="1284"/>
                </a:lnTo>
                <a:lnTo>
                  <a:pt x="190479" y="9681"/>
                </a:lnTo>
                <a:lnTo>
                  <a:pt x="158076" y="9681"/>
                </a:lnTo>
                <a:lnTo>
                  <a:pt x="158076" y="31415"/>
                </a:lnTo>
                <a:lnTo>
                  <a:pt x="187317" y="31415"/>
                </a:lnTo>
                <a:lnTo>
                  <a:pt x="187317" y="39812"/>
                </a:lnTo>
                <a:lnTo>
                  <a:pt x="158076" y="39812"/>
                </a:lnTo>
                <a:lnTo>
                  <a:pt x="158076" y="75080"/>
                </a:lnTo>
                <a:lnTo>
                  <a:pt x="148098" y="75080"/>
                </a:lnTo>
                <a:lnTo>
                  <a:pt x="148098" y="1284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0B4B8E-7D6E-4F41-85E2-9EB59F4224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95632" y="4708010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7EB8F0-D785-431F-AD4D-32FF4C8576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95632" y="4708010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9000" name="Text 0">
            <a:extLst xmlns:a="http://schemas.openxmlformats.org/drawingml/2006/main">
              <a:ext uri="{FF2B5EF4-FFF2-40B4-BE49-F238E27FC236}">
                <a16:creationId xmlns:a16="http://schemas.microsoft.com/office/drawing/2014/main" id="{6236B1C4-232E-4669-B5A6-FBF985E211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18252" y="4675946"/>
            <a:ext cx="43693" cy="65625"/>
          </a:xfrm>
          <a:custGeom xmlns:a="http://schemas.openxmlformats.org/drawingml/2006/main">
            <a:pathLst>
              <a:path w="43693" h="65625">
                <a:moveTo>
                  <a:pt x="21847" y="6774"/>
                </a:moveTo>
                <a:cubicBezTo>
                  <a:pt x="17443" y="6774"/>
                  <a:pt x="14134" y="8942"/>
                  <a:pt x="11918" y="13278"/>
                </a:cubicBezTo>
                <a:cubicBezTo>
                  <a:pt x="9703" y="17615"/>
                  <a:pt x="8595" y="24133"/>
                  <a:pt x="8595" y="32833"/>
                </a:cubicBezTo>
                <a:cubicBezTo>
                  <a:pt x="8595" y="41506"/>
                  <a:pt x="9703" y="48010"/>
                  <a:pt x="11918" y="52346"/>
                </a:cubicBezTo>
                <a:cubicBezTo>
                  <a:pt x="14134" y="56682"/>
                  <a:pt x="17443" y="58850"/>
                  <a:pt x="21847" y="58850"/>
                </a:cubicBezTo>
                <a:cubicBezTo>
                  <a:pt x="26278" y="58850"/>
                  <a:pt x="29602" y="56682"/>
                  <a:pt x="31817" y="52346"/>
                </a:cubicBezTo>
                <a:cubicBezTo>
                  <a:pt x="34033" y="48010"/>
                  <a:pt x="35141" y="41506"/>
                  <a:pt x="35141" y="32833"/>
                </a:cubicBezTo>
                <a:cubicBezTo>
                  <a:pt x="35141" y="24133"/>
                  <a:pt x="34033" y="17615"/>
                  <a:pt x="31817" y="13278"/>
                </a:cubicBezTo>
                <a:cubicBezTo>
                  <a:pt x="29602" y="8942"/>
                  <a:pt x="26278" y="6774"/>
                  <a:pt x="21847" y="6774"/>
                </a:cubicBezTo>
                <a:moveTo>
                  <a:pt x="21847" y="0"/>
                </a:moveTo>
                <a:cubicBezTo>
                  <a:pt x="28931" y="0"/>
                  <a:pt x="34344" y="2803"/>
                  <a:pt x="38083" y="8409"/>
                </a:cubicBezTo>
                <a:cubicBezTo>
                  <a:pt x="41823" y="14016"/>
                  <a:pt x="43693" y="22157"/>
                  <a:pt x="43693" y="32833"/>
                </a:cubicBezTo>
                <a:cubicBezTo>
                  <a:pt x="43693" y="43482"/>
                  <a:pt x="41823" y="51609"/>
                  <a:pt x="38083" y="57215"/>
                </a:cubicBezTo>
                <a:cubicBezTo>
                  <a:pt x="34344" y="62821"/>
                  <a:pt x="28931" y="65625"/>
                  <a:pt x="21847" y="65625"/>
                </a:cubicBezTo>
                <a:cubicBezTo>
                  <a:pt x="14762" y="65625"/>
                  <a:pt x="9350" y="62821"/>
                  <a:pt x="5610" y="57215"/>
                </a:cubicBezTo>
                <a:cubicBezTo>
                  <a:pt x="1870" y="51609"/>
                  <a:pt x="0" y="43482"/>
                  <a:pt x="0" y="32833"/>
                </a:cubicBezTo>
                <a:cubicBezTo>
                  <a:pt x="0" y="22157"/>
                  <a:pt x="1870" y="14016"/>
                  <a:pt x="5610" y="8409"/>
                </a:cubicBezTo>
                <a:cubicBezTo>
                  <a:pt x="9350" y="2803"/>
                  <a:pt x="14762" y="0"/>
                  <a:pt x="21847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42E1FB-B58A-44A2-A9AB-9FD71329A5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95632" y="4434897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4C2358-E173-4A6B-A556-19328963A7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95632" y="4434897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9003" name="Text 10">
            <a:extLst xmlns:a="http://schemas.openxmlformats.org/drawingml/2006/main">
              <a:ext uri="{FF2B5EF4-FFF2-40B4-BE49-F238E27FC236}">
                <a16:creationId xmlns:a16="http://schemas.microsoft.com/office/drawing/2014/main" id="{FCEA5207-D3E2-4CCA-A65D-246EA31119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70321" y="4402833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1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1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8" y="41506"/>
                  <a:pt x="86498" y="32833"/>
                </a:cubicBezTo>
                <a:cubicBezTo>
                  <a:pt x="86498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9" y="65625"/>
                  <a:pt x="60706" y="62821"/>
                  <a:pt x="56967" y="57215"/>
                </a:cubicBezTo>
                <a:cubicBezTo>
                  <a:pt x="53227" y="51609"/>
                  <a:pt x="51357" y="43482"/>
                  <a:pt x="51357" y="32833"/>
                </a:cubicBezTo>
                <a:cubicBezTo>
                  <a:pt x="51357" y="22157"/>
                  <a:pt x="53227" y="14016"/>
                  <a:pt x="56967" y="8409"/>
                </a:cubicBezTo>
                <a:cubicBezTo>
                  <a:pt x="60706" y="2803"/>
                  <a:pt x="66119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04" name="Text −1">
            <a:extLst xmlns:a="http://schemas.openxmlformats.org/drawingml/2006/main">
              <a:ext uri="{FF2B5EF4-FFF2-40B4-BE49-F238E27FC236}">
                <a16:creationId xmlns:a16="http://schemas.microsoft.com/office/drawing/2014/main" id="{60F98744-0FE1-4BEB-8B0C-6A0E14C2E5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78390" y="4389717"/>
            <a:ext cx="77441" cy="44278"/>
          </a:xfrm>
          <a:custGeom xmlns:a="http://schemas.openxmlformats.org/drawingml/2006/main">
            <a:pathLst>
              <a:path w="77441" h="44278">
                <a:moveTo>
                  <a:pt x="0" y="22702"/>
                </a:moveTo>
                <a:lnTo>
                  <a:pt x="37995" y="22702"/>
                </a:lnTo>
                <a:lnTo>
                  <a:pt x="37995" y="27740"/>
                </a:lnTo>
                <a:lnTo>
                  <a:pt x="0" y="27740"/>
                </a:lnTo>
                <a:lnTo>
                  <a:pt x="0" y="22702"/>
                </a:lnTo>
                <a:close/>
                <a:moveTo>
                  <a:pt x="51953" y="39239"/>
                </a:moveTo>
                <a:lnTo>
                  <a:pt x="61734" y="39239"/>
                </a:lnTo>
                <a:lnTo>
                  <a:pt x="61734" y="5453"/>
                </a:lnTo>
                <a:lnTo>
                  <a:pt x="51094" y="7587"/>
                </a:lnTo>
                <a:lnTo>
                  <a:pt x="51094" y="2134"/>
                </a:lnTo>
                <a:lnTo>
                  <a:pt x="61674" y="0"/>
                </a:lnTo>
                <a:lnTo>
                  <a:pt x="67661" y="0"/>
                </a:lnTo>
                <a:lnTo>
                  <a:pt x="67661" y="39239"/>
                </a:lnTo>
                <a:lnTo>
                  <a:pt x="77441" y="39239"/>
                </a:lnTo>
                <a:lnTo>
                  <a:pt x="77441" y="44278"/>
                </a:lnTo>
                <a:lnTo>
                  <a:pt x="51953" y="44278"/>
                </a:lnTo>
                <a:lnTo>
                  <a:pt x="51953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A0E8F3-8D72-4A83-ADBE-8C85E2D4A3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95632" y="4189096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524CF7-29F1-4481-80D0-B90F2FC545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95632" y="4189096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9007" name="Text 10">
            <a:extLst xmlns:a="http://schemas.openxmlformats.org/drawingml/2006/main">
              <a:ext uri="{FF2B5EF4-FFF2-40B4-BE49-F238E27FC236}">
                <a16:creationId xmlns:a16="http://schemas.microsoft.com/office/drawing/2014/main" id="{3BC34412-2300-4C1B-BB32-8B974A0A9F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20902" y="4157822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08" name="Text 0">
            <a:extLst xmlns:a="http://schemas.openxmlformats.org/drawingml/2006/main">
              <a:ext uri="{FF2B5EF4-FFF2-40B4-BE49-F238E27FC236}">
                <a16:creationId xmlns:a16="http://schemas.microsoft.com/office/drawing/2014/main" id="{97DAC089-BD37-4B85-AF69-EBE1C1AD45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26540" y="4143935"/>
            <a:ext cx="30585" cy="45937"/>
          </a:xfrm>
          <a:custGeom xmlns:a="http://schemas.openxmlformats.org/drawingml/2006/main">
            <a:pathLst>
              <a:path w="30585" h="45937">
                <a:moveTo>
                  <a:pt x="15293" y="4742"/>
                </a:moveTo>
                <a:cubicBezTo>
                  <a:pt x="12210" y="4742"/>
                  <a:pt x="9894" y="6260"/>
                  <a:pt x="8343" y="9295"/>
                </a:cubicBezTo>
                <a:cubicBezTo>
                  <a:pt x="6792" y="12330"/>
                  <a:pt x="6016" y="16893"/>
                  <a:pt x="6016" y="22983"/>
                </a:cubicBezTo>
                <a:cubicBezTo>
                  <a:pt x="6016" y="29054"/>
                  <a:pt x="6792" y="33607"/>
                  <a:pt x="8343" y="36642"/>
                </a:cubicBezTo>
                <a:cubicBezTo>
                  <a:pt x="9894" y="39678"/>
                  <a:pt x="12210" y="41195"/>
                  <a:pt x="15293" y="41195"/>
                </a:cubicBezTo>
                <a:cubicBezTo>
                  <a:pt x="18395" y="41195"/>
                  <a:pt x="20721" y="39678"/>
                  <a:pt x="22272" y="36642"/>
                </a:cubicBezTo>
                <a:cubicBezTo>
                  <a:pt x="23823" y="33607"/>
                  <a:pt x="24599" y="29054"/>
                  <a:pt x="24599" y="22983"/>
                </a:cubicBezTo>
                <a:cubicBezTo>
                  <a:pt x="24599" y="16893"/>
                  <a:pt x="23823" y="12330"/>
                  <a:pt x="22272" y="9295"/>
                </a:cubicBezTo>
                <a:cubicBezTo>
                  <a:pt x="20721" y="6260"/>
                  <a:pt x="18395" y="4742"/>
                  <a:pt x="15293" y="4742"/>
                </a:cubicBezTo>
                <a:moveTo>
                  <a:pt x="15293" y="0"/>
                </a:moveTo>
                <a:cubicBezTo>
                  <a:pt x="20252" y="0"/>
                  <a:pt x="24040" y="1962"/>
                  <a:pt x="26658" y="5887"/>
                </a:cubicBezTo>
                <a:cubicBezTo>
                  <a:pt x="29276" y="9811"/>
                  <a:pt x="30585" y="15510"/>
                  <a:pt x="30585" y="22983"/>
                </a:cubicBezTo>
                <a:cubicBezTo>
                  <a:pt x="30585" y="30437"/>
                  <a:pt x="29276" y="36126"/>
                  <a:pt x="26658" y="40051"/>
                </a:cubicBezTo>
                <a:cubicBezTo>
                  <a:pt x="24040" y="43975"/>
                  <a:pt x="20252" y="45937"/>
                  <a:pt x="15293" y="45937"/>
                </a:cubicBezTo>
                <a:cubicBezTo>
                  <a:pt x="10333" y="45937"/>
                  <a:pt x="6545" y="43975"/>
                  <a:pt x="3927" y="40051"/>
                </a:cubicBezTo>
                <a:cubicBezTo>
                  <a:pt x="1309" y="36126"/>
                  <a:pt x="0" y="30437"/>
                  <a:pt x="0" y="22983"/>
                </a:cubicBezTo>
                <a:cubicBezTo>
                  <a:pt x="0" y="15510"/>
                  <a:pt x="1309" y="9811"/>
                  <a:pt x="3927" y="5887"/>
                </a:cubicBezTo>
                <a:cubicBezTo>
                  <a:pt x="6545" y="1962"/>
                  <a:pt x="10333" y="0"/>
                  <a:pt x="1529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36C631-6DA9-4A92-B3A2-C408A7C0F3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95632" y="3943294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BE76C1-38DD-4178-9083-7C7127F700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95632" y="3943294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9011" name="Text 10">
            <a:extLst xmlns:a="http://schemas.openxmlformats.org/drawingml/2006/main">
              <a:ext uri="{FF2B5EF4-FFF2-40B4-BE49-F238E27FC236}">
                <a16:creationId xmlns:a16="http://schemas.microsoft.com/office/drawing/2014/main" id="{D65FA979-C93E-4FD9-BFAE-980B43B581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20902" y="3911230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12" name="Text 1">
            <a:extLst xmlns:a="http://schemas.openxmlformats.org/drawingml/2006/main">
              <a:ext uri="{FF2B5EF4-FFF2-40B4-BE49-F238E27FC236}">
                <a16:creationId xmlns:a16="http://schemas.microsoft.com/office/drawing/2014/main" id="{76A4DC54-DE4E-4F1F-AACD-2E8E189228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29207" y="3898114"/>
            <a:ext cx="26347" cy="44278"/>
          </a:xfrm>
          <a:custGeom xmlns:a="http://schemas.openxmlformats.org/drawingml/2006/main">
            <a:pathLst>
              <a:path w="26347" h="44278">
                <a:moveTo>
                  <a:pt x="859" y="39239"/>
                </a:moveTo>
                <a:lnTo>
                  <a:pt x="10640" y="39239"/>
                </a:lnTo>
                <a:lnTo>
                  <a:pt x="10640" y="5453"/>
                </a:lnTo>
                <a:lnTo>
                  <a:pt x="0" y="7587"/>
                </a:lnTo>
                <a:lnTo>
                  <a:pt x="0" y="2134"/>
                </a:lnTo>
                <a:lnTo>
                  <a:pt x="10580" y="0"/>
                </a:lnTo>
                <a:lnTo>
                  <a:pt x="16567" y="0"/>
                </a:lnTo>
                <a:lnTo>
                  <a:pt x="16567" y="39239"/>
                </a:lnTo>
                <a:lnTo>
                  <a:pt x="26347" y="39239"/>
                </a:lnTo>
                <a:lnTo>
                  <a:pt x="26347" y="44278"/>
                </a:lnTo>
                <a:lnTo>
                  <a:pt x="859" y="44278"/>
                </a:lnTo>
                <a:lnTo>
                  <a:pt x="859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156632-08D1-4DEB-B7A6-9669259FE8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95632" y="3697492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905B93-B184-4F63-A1A0-5B269D7770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95632" y="3697492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9015" name="Text 10">
            <a:extLst xmlns:a="http://schemas.openxmlformats.org/drawingml/2006/main">
              <a:ext uri="{FF2B5EF4-FFF2-40B4-BE49-F238E27FC236}">
                <a16:creationId xmlns:a16="http://schemas.microsoft.com/office/drawing/2014/main" id="{FE625201-17B7-43F5-9E0E-DFA74DF286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20902" y="3666219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16" name="Text 2">
            <a:extLst xmlns:a="http://schemas.openxmlformats.org/drawingml/2006/main">
              <a:ext uri="{FF2B5EF4-FFF2-40B4-BE49-F238E27FC236}">
                <a16:creationId xmlns:a16="http://schemas.microsoft.com/office/drawing/2014/main" id="{A3E695A9-74F3-43B6-A2A8-A0ED8DBF62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26985" y="3652332"/>
            <a:ext cx="28096" cy="45048"/>
          </a:xfrm>
          <a:custGeom xmlns:a="http://schemas.openxmlformats.org/drawingml/2006/main">
            <a:pathLst>
              <a:path w="28096" h="45048">
                <a:moveTo>
                  <a:pt x="7202" y="40010"/>
                </a:moveTo>
                <a:lnTo>
                  <a:pt x="28096" y="40010"/>
                </a:lnTo>
                <a:lnTo>
                  <a:pt x="28096" y="45048"/>
                </a:lnTo>
                <a:lnTo>
                  <a:pt x="0" y="45048"/>
                </a:lnTo>
                <a:lnTo>
                  <a:pt x="0" y="40010"/>
                </a:lnTo>
                <a:cubicBezTo>
                  <a:pt x="2272" y="37659"/>
                  <a:pt x="5369" y="34502"/>
                  <a:pt x="9291" y="30541"/>
                </a:cubicBezTo>
                <a:cubicBezTo>
                  <a:pt x="13213" y="26579"/>
                  <a:pt x="15678" y="24026"/>
                  <a:pt x="16686" y="22880"/>
                </a:cubicBezTo>
                <a:cubicBezTo>
                  <a:pt x="18602" y="20726"/>
                  <a:pt x="19941" y="18903"/>
                  <a:pt x="20701" y="17412"/>
                </a:cubicBezTo>
                <a:cubicBezTo>
                  <a:pt x="21462" y="15920"/>
                  <a:pt x="21842" y="14453"/>
                  <a:pt x="21842" y="13011"/>
                </a:cubicBezTo>
                <a:cubicBezTo>
                  <a:pt x="21842" y="10659"/>
                  <a:pt x="21018" y="8743"/>
                  <a:pt x="19368" y="7261"/>
                </a:cubicBezTo>
                <a:cubicBezTo>
                  <a:pt x="17718" y="5779"/>
                  <a:pt x="15569" y="5038"/>
                  <a:pt x="12922" y="5038"/>
                </a:cubicBezTo>
                <a:cubicBezTo>
                  <a:pt x="11045" y="5038"/>
                  <a:pt x="9064" y="5367"/>
                  <a:pt x="6979" y="6024"/>
                </a:cubicBezTo>
                <a:cubicBezTo>
                  <a:pt x="4895" y="6681"/>
                  <a:pt x="2667" y="7676"/>
                  <a:pt x="296" y="9010"/>
                </a:cubicBezTo>
                <a:lnTo>
                  <a:pt x="296" y="2964"/>
                </a:lnTo>
                <a:cubicBezTo>
                  <a:pt x="2707" y="1986"/>
                  <a:pt x="4959" y="1247"/>
                  <a:pt x="7054" y="748"/>
                </a:cubicBezTo>
                <a:cubicBezTo>
                  <a:pt x="9148" y="249"/>
                  <a:pt x="11064" y="0"/>
                  <a:pt x="12803" y="0"/>
                </a:cubicBezTo>
                <a:cubicBezTo>
                  <a:pt x="17387" y="0"/>
                  <a:pt x="21042" y="1146"/>
                  <a:pt x="23769" y="3438"/>
                </a:cubicBezTo>
                <a:cubicBezTo>
                  <a:pt x="26495" y="5730"/>
                  <a:pt x="27859" y="8792"/>
                  <a:pt x="27859" y="12625"/>
                </a:cubicBezTo>
                <a:cubicBezTo>
                  <a:pt x="27859" y="14443"/>
                  <a:pt x="27518" y="16167"/>
                  <a:pt x="26836" y="17797"/>
                </a:cubicBezTo>
                <a:cubicBezTo>
                  <a:pt x="26155" y="19427"/>
                  <a:pt x="24915" y="21348"/>
                  <a:pt x="23117" y="23561"/>
                </a:cubicBezTo>
                <a:cubicBezTo>
                  <a:pt x="22623" y="24134"/>
                  <a:pt x="21052" y="25789"/>
                  <a:pt x="18405" y="28526"/>
                </a:cubicBezTo>
                <a:cubicBezTo>
                  <a:pt x="15757" y="31262"/>
                  <a:pt x="12023" y="35090"/>
                  <a:pt x="7202" y="4001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7E8DBC-EDC4-4362-9FAC-B80D9501D2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70773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5E83F3-7DBD-444F-B008-A0BAF0E785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70773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0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3B30BF-FDE4-4D6D-BE98-D30D8ACF2B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70746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83970B-927C-4E77-BCD3-3F38BBA21B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70746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0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4878A0-4095-45E9-BFEE-C9E898BB78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70719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7C5626-2DDC-4083-858A-38E84DB22B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70719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0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EF251F-5866-43DD-A846-AC12206255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70691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C751AB-9173-4267-95C0-23B0A73812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70691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0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F608DC-A98A-4EB4-8B03-01F1ECD260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70664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FCDC64-74C7-490F-B26F-51E81AAF8A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70664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0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DBA682-3F86-4B57-9284-57425E6FC4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70637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63D6F9-B69B-486D-AF50-E7419B0C8A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70637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0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49E7C7-9922-4852-8ADE-9DE22BB5ED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70609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69DE30-2D7C-43B7-98BC-D1C7822EBA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70609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0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DB2634-8D45-4F07-85F4-8ED4728184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70582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BAE1D4-7E3A-4FED-B7E1-3C65CF8247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70582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0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5A8426-95C2-40DF-A97F-A770E57FC8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70555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C7F1F4-ED05-4588-B4B6-E60083E619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70555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0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5BC0E2-B5BB-4BD9-8513-DB225824F4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70527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94BC38-2304-440F-BD88-C08C3033FF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70527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0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BCAA2F-F0F7-4FF0-8FB8-8DA01EDCC3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70254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5B3906-399A-4594-AF5B-D4C8DC5EE5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70254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0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634F6F-9276-41CB-9978-382CA5E9C3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69981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9FFEC4-2B20-449D-9F6D-8DD73B0268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69981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0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742680-BB09-4F31-91C0-6BE173946C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69708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5107AC-F336-4D77-ABCF-69E5D2AEB4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69708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0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FD3353-6B26-48D5-9217-52D4F79A13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69435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8D9F6D-C149-4D31-BA86-B4EAA5AFE5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69435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0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80294F-C8A2-4B05-95E2-81725A709D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69162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838DC1-6A45-454C-947A-DC61D3DD9A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69162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0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06806E-CACD-4051-A2D6-0496AB009C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68889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6ADE7D-B1FC-4271-B1BA-46BAF0F006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68889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0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DD3248-1CD5-4524-A713-066368C57A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68616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99E5D8-2EAB-4DB0-9940-EF3D16D7D1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68616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0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F80158-BE93-46D3-AE56-1726B390C6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68343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D582CE-453F-470B-B0F6-F04982139F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68343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0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E64ABD-0F9C-4222-9257-879E9A964C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68069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6CC4AD-9EF3-4C89-B9C8-D3ABF3009C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68069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0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05DDE3-71B8-4E95-9974-A796313867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65338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734F54-6D60-4E13-96FB-4AC266DD95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65338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0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0D8B0E-6859-444D-A679-C5A90C3DA6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62607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C737B5-BAFF-4073-B15F-E816A9B4B3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62607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0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EAF27D-8CCC-45CE-A4C4-2F217C1C50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59876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7FD060-088E-4C90-99A3-EB6ED90F9B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59876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0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54D71F-8B81-454E-9EEC-905C9F7420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57145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2BBB0E-026F-4650-8EF5-5FC9FFFA77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57145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0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1CE97E-BC21-4515-971D-598201343C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54414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841A9C-D5CB-4A83-A3CE-4B8FC2147A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54414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0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8239E1-E242-4660-B8C7-436BC69C1F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51683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BD92F4-0F6F-4E76-88D5-817153A455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51683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0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BB7C0D-CCA6-4F10-A124-8D996E32E4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48952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BFC786-16C0-4CF0-B4A3-D211D7E5AB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48952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0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11F258-73D8-45E9-AB51-03046E2003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46220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296C34-39A0-4B2A-BD58-66762D2E1E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46220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0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324C18-F905-4BD3-AF0A-DF19A0543F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43489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1DE1A5-B75F-4E85-BAA7-4F96A15A2A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43489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0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8062F3-18A8-48FE-9D1F-F5A3307F85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36090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430AB6-2B4A-476E-ACDB-661556F8B8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36090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0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387070-773E-4DB8-BB67-02DEE33471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31762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EEA990-887A-461F-BA64-332E207EF5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31762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0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13CAE2-A25C-469A-A8E3-F2BFAEF25D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28691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0C3787-E48C-4C34-BDF5-71C0D42567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28691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0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D5A1B5-C9F5-44C5-A6FC-2DB91E0729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26308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A1B266-8734-48D9-8959-6A3AA8FC14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26308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0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54A856-AD05-4C48-9186-40038E671D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24362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DE0D6F-848E-40F0-8808-BA05F2ECC8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24362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0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317088-B077-4D03-839A-A65D4CE8C1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22717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65CFC9-89FC-4087-A375-ABE8790475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22717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0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4364D9-D120-41FC-A0F0-D53747C949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21291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071849-2664-4AB1-9AFD-458F99436A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21291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0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FD4A57-4E05-4621-B12F-876A380078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20034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A7BB2F-D0BB-4EA4-8EFB-C2B37DEF73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20034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0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69479C-C85F-493F-AC1C-218F68CF76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18909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F2CAC1-1720-40FD-8468-2DAFD27E5F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18909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0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27DB81-DC14-435A-AB1C-F6E2FCCA13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11510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801AC8-0D0D-45A4-8063-CCDE720F88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11510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0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3F49FD-7236-425B-B454-0B1B3474B9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07181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A4F20E-5423-4E60-9ABA-EA52AAC0C7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07181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0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E589E4-EEB5-4238-BE9E-EBF2F92B00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04110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741254-AEC7-4794-B936-B028D2F255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04110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0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EE72F0-B6D7-495F-81F3-EAA51F83FF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01728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79AF6D-08A2-4D7D-9B90-28935FAACD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401728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0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4115A7-82A5-4A8A-8B59-6DFBCB120C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399782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2A61C6-13A8-410C-8FC1-C71FA8DC22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399782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1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07E413-3071-4B1B-B388-F22363C5C1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398136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B5525A-D9FE-435B-AC40-5C7DC3A21F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398136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1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8A120C-B468-49B5-BC71-68B97C2F94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396711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F39357-B889-47B5-A2B6-9794812E19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396711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1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FBCA54-F334-4E8D-A48A-D5EF47C92A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395454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9A91FF-1D19-403E-982E-7DF13F1122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395454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1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08381D-D866-44C8-8D65-BAF0839E3C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394329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489761-3FC3-47D5-8076-E643D72565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394329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1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FCD76C-AF67-4DDF-99D5-B83B18321B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386930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44897B-6F08-4F9F-902A-041072243C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386930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1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DB29CA-600E-4A28-8384-8CC558569E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382601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7D21DD-23CE-4EFD-AA31-14012AE303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382601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1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0A4D60-4F6C-41F5-9605-4A297F590B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379530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A2BA58-5D6D-4072-8676-A1365B8FAD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379530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1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2859BB-2DB1-4322-A571-B0CADB1043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377148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498E00-5C1A-49BA-9526-2CAA58181B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377148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1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C64281-3DC7-46CD-8016-EA3FB1BD9B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375202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2B5EC0-38B5-4CED-B1F0-DDC44B9244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375202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1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72593E-04AE-43D5-9EF3-AB937222E7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373556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D6D5B4-EDE1-4515-B6A0-4C180279F9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373556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1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B77996-34A8-4911-9A08-8DC213092E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372131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A158A4-6B20-4361-9D49-D336F176E2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372131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1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58233B-0F51-4365-B070-4C122C3E1D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370874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612A47-58CB-4334-A575-B28177E5B8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370874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1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E851BE-1BB0-477A-9B80-1E8963A37C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369749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23D192-3245-4EE8-945C-C1916D18B1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369749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1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8C8F5B-850E-4B61-A2A0-7FCCB5B382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362349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DEC89B-3993-484F-878A-EB65986E1A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362349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1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50B085-F377-4161-A392-262B207AC9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358021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BD5AC3-21BF-474E-879B-DCF5EB4C35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358021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1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104181-A0AB-4CE2-8D7C-8B5F04951F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354950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29C49E-8295-4414-BDAB-519440E10B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354950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1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5E97F0-65EC-4A68-A458-240D9C4D88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352568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529A54-107F-487A-B840-E4A53A59E1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352568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1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46230E-F2CC-42BC-AC1E-A6D24399DD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350622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412ADC-5A94-48CC-8776-6B7BF2D630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2858" y="350622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137" name="Text B">
            <a:extLst xmlns:a="http://schemas.openxmlformats.org/drawingml/2006/main">
              <a:ext uri="{FF2B5EF4-FFF2-40B4-BE49-F238E27FC236}">
                <a16:creationId xmlns:a16="http://schemas.microsoft.com/office/drawing/2014/main" id="{22F7B4C2-B0F1-4B30-AFBB-CF172A93D8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37096" y="4258491"/>
            <a:ext cx="73796" cy="52309"/>
          </a:xfrm>
          <a:custGeom xmlns:a="http://schemas.openxmlformats.org/drawingml/2006/main">
            <a:pathLst>
              <a:path w="73796" h="52309">
                <a:moveTo>
                  <a:pt x="38528" y="42331"/>
                </a:moveTo>
                <a:lnTo>
                  <a:pt x="65596" y="42331"/>
                </a:lnTo>
                <a:lnTo>
                  <a:pt x="65596" y="26327"/>
                </a:lnTo>
                <a:cubicBezTo>
                  <a:pt x="65596" y="20960"/>
                  <a:pt x="64483" y="16984"/>
                  <a:pt x="62256" y="14399"/>
                </a:cubicBezTo>
                <a:cubicBezTo>
                  <a:pt x="60029" y="11814"/>
                  <a:pt x="56623" y="10521"/>
                  <a:pt x="52037" y="10521"/>
                </a:cubicBezTo>
                <a:cubicBezTo>
                  <a:pt x="47419" y="10521"/>
                  <a:pt x="44013" y="11814"/>
                  <a:pt x="41819" y="14399"/>
                </a:cubicBezTo>
                <a:cubicBezTo>
                  <a:pt x="39625" y="16984"/>
                  <a:pt x="38528" y="20960"/>
                  <a:pt x="38528" y="26327"/>
                </a:cubicBezTo>
                <a:lnTo>
                  <a:pt x="38528" y="42331"/>
                </a:lnTo>
                <a:moveTo>
                  <a:pt x="8200" y="42331"/>
                </a:moveTo>
                <a:lnTo>
                  <a:pt x="30427" y="42331"/>
                </a:lnTo>
                <a:lnTo>
                  <a:pt x="30427" y="27562"/>
                </a:lnTo>
                <a:cubicBezTo>
                  <a:pt x="30427" y="22689"/>
                  <a:pt x="29513" y="19058"/>
                  <a:pt x="27686" y="16671"/>
                </a:cubicBezTo>
                <a:cubicBezTo>
                  <a:pt x="25858" y="14283"/>
                  <a:pt x="23067" y="13090"/>
                  <a:pt x="19313" y="13090"/>
                </a:cubicBezTo>
                <a:cubicBezTo>
                  <a:pt x="15592" y="13090"/>
                  <a:pt x="12810" y="14283"/>
                  <a:pt x="10966" y="16671"/>
                </a:cubicBezTo>
                <a:cubicBezTo>
                  <a:pt x="9122" y="19058"/>
                  <a:pt x="8200" y="22689"/>
                  <a:pt x="8200" y="27562"/>
                </a:cubicBezTo>
                <a:lnTo>
                  <a:pt x="8200" y="42331"/>
                </a:lnTo>
                <a:moveTo>
                  <a:pt x="0" y="52309"/>
                </a:moveTo>
                <a:lnTo>
                  <a:pt x="0" y="26821"/>
                </a:lnTo>
                <a:cubicBezTo>
                  <a:pt x="0" y="19215"/>
                  <a:pt x="1581" y="13353"/>
                  <a:pt x="4742" y="9237"/>
                </a:cubicBezTo>
                <a:cubicBezTo>
                  <a:pt x="7903" y="5121"/>
                  <a:pt x="12398" y="3062"/>
                  <a:pt x="18227" y="3062"/>
                </a:cubicBezTo>
                <a:cubicBezTo>
                  <a:pt x="22738" y="3062"/>
                  <a:pt x="26327" y="4116"/>
                  <a:pt x="28995" y="6224"/>
                </a:cubicBezTo>
                <a:cubicBezTo>
                  <a:pt x="31662" y="8331"/>
                  <a:pt x="33325" y="11427"/>
                  <a:pt x="33984" y="15510"/>
                </a:cubicBezTo>
                <a:cubicBezTo>
                  <a:pt x="35038" y="10603"/>
                  <a:pt x="37239" y="6792"/>
                  <a:pt x="40586" y="4075"/>
                </a:cubicBezTo>
                <a:cubicBezTo>
                  <a:pt x="43932" y="1358"/>
                  <a:pt x="48111" y="0"/>
                  <a:pt x="53123" y="0"/>
                </a:cubicBezTo>
                <a:cubicBezTo>
                  <a:pt x="59717" y="0"/>
                  <a:pt x="64811" y="2239"/>
                  <a:pt x="68406" y="6718"/>
                </a:cubicBezTo>
                <a:cubicBezTo>
                  <a:pt x="71999" y="11196"/>
                  <a:pt x="73796" y="17568"/>
                  <a:pt x="73796" y="25834"/>
                </a:cubicBezTo>
                <a:lnTo>
                  <a:pt x="73796" y="52309"/>
                </a:lnTo>
                <a:lnTo>
                  <a:pt x="0" y="5230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38" name="Text i">
            <a:extLst xmlns:a="http://schemas.openxmlformats.org/drawingml/2006/main">
              <a:ext uri="{FF2B5EF4-FFF2-40B4-BE49-F238E27FC236}">
                <a16:creationId xmlns:a16="http://schemas.microsoft.com/office/drawing/2014/main" id="{B661E142-5B64-4484-89E0-0B642C4CE3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34034" y="4232709"/>
            <a:ext cx="76858" cy="9089"/>
          </a:xfrm>
          <a:custGeom xmlns:a="http://schemas.openxmlformats.org/drawingml/2006/main">
            <a:pathLst>
              <a:path w="76858" h="9089">
                <a:moveTo>
                  <a:pt x="21536" y="9089"/>
                </a:moveTo>
                <a:lnTo>
                  <a:pt x="21536" y="0"/>
                </a:lnTo>
                <a:lnTo>
                  <a:pt x="76858" y="0"/>
                </a:lnTo>
                <a:lnTo>
                  <a:pt x="76858" y="9089"/>
                </a:lnTo>
                <a:lnTo>
                  <a:pt x="21536" y="9089"/>
                </a:lnTo>
                <a:moveTo>
                  <a:pt x="0" y="9089"/>
                </a:moveTo>
                <a:lnTo>
                  <a:pt x="0" y="0"/>
                </a:lnTo>
                <a:lnTo>
                  <a:pt x="11558" y="0"/>
                </a:lnTo>
                <a:lnTo>
                  <a:pt x="11558" y="9089"/>
                </a:lnTo>
                <a:lnTo>
                  <a:pt x="0" y="908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39" name="Text t">
            <a:extLst xmlns:a="http://schemas.openxmlformats.org/drawingml/2006/main">
              <a:ext uri="{FF2B5EF4-FFF2-40B4-BE49-F238E27FC236}">
                <a16:creationId xmlns:a16="http://schemas.microsoft.com/office/drawing/2014/main" id="{EAA44CDB-6E72-40AF-A85D-09AD9E616E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39862" y="4185965"/>
            <a:ext cx="71030" cy="34527"/>
          </a:xfrm>
          <a:custGeom xmlns:a="http://schemas.openxmlformats.org/drawingml/2006/main">
            <a:pathLst>
              <a:path w="71030" h="34527">
                <a:moveTo>
                  <a:pt x="0" y="18721"/>
                </a:moveTo>
                <a:lnTo>
                  <a:pt x="15708" y="18721"/>
                </a:lnTo>
                <a:lnTo>
                  <a:pt x="15708" y="0"/>
                </a:lnTo>
                <a:lnTo>
                  <a:pt x="22820" y="0"/>
                </a:lnTo>
                <a:lnTo>
                  <a:pt x="22820" y="18721"/>
                </a:lnTo>
                <a:lnTo>
                  <a:pt x="52815" y="18721"/>
                </a:lnTo>
                <a:cubicBezTo>
                  <a:pt x="57322" y="18721"/>
                  <a:pt x="60216" y="18103"/>
                  <a:pt x="61500" y="16868"/>
                </a:cubicBezTo>
                <a:cubicBezTo>
                  <a:pt x="62782" y="15633"/>
                  <a:pt x="63423" y="13123"/>
                  <a:pt x="63423" y="9336"/>
                </a:cubicBezTo>
                <a:lnTo>
                  <a:pt x="63423" y="0"/>
                </a:lnTo>
                <a:lnTo>
                  <a:pt x="71030" y="0"/>
                </a:lnTo>
                <a:lnTo>
                  <a:pt x="71030" y="9336"/>
                </a:lnTo>
                <a:cubicBezTo>
                  <a:pt x="71030" y="16350"/>
                  <a:pt x="69722" y="21190"/>
                  <a:pt x="67106" y="23858"/>
                </a:cubicBezTo>
                <a:cubicBezTo>
                  <a:pt x="64489" y="26525"/>
                  <a:pt x="59726" y="27859"/>
                  <a:pt x="52815" y="27859"/>
                </a:cubicBezTo>
                <a:lnTo>
                  <a:pt x="22820" y="27859"/>
                </a:lnTo>
                <a:lnTo>
                  <a:pt x="22820" y="34527"/>
                </a:lnTo>
                <a:lnTo>
                  <a:pt x="15708" y="34527"/>
                </a:lnTo>
                <a:lnTo>
                  <a:pt x="15708" y="27859"/>
                </a:lnTo>
                <a:lnTo>
                  <a:pt x="0" y="27859"/>
                </a:lnTo>
                <a:lnTo>
                  <a:pt x="0" y="18721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40" name="Text w">
            <a:extLst xmlns:a="http://schemas.openxmlformats.org/drawingml/2006/main">
              <a:ext uri="{FF2B5EF4-FFF2-40B4-BE49-F238E27FC236}">
                <a16:creationId xmlns:a16="http://schemas.microsoft.com/office/drawing/2014/main" id="{EA3207B9-A1AF-4338-A7BE-DD4D81BED4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55570" y="4105065"/>
            <a:ext cx="55322" cy="74240"/>
          </a:xfrm>
          <a:custGeom xmlns:a="http://schemas.openxmlformats.org/drawingml/2006/main">
            <a:pathLst>
              <a:path w="55322" h="74240">
                <a:moveTo>
                  <a:pt x="0" y="74240"/>
                </a:moveTo>
                <a:lnTo>
                  <a:pt x="0" y="65152"/>
                </a:lnTo>
                <a:lnTo>
                  <a:pt x="43171" y="53791"/>
                </a:lnTo>
                <a:lnTo>
                  <a:pt x="0" y="42480"/>
                </a:lnTo>
                <a:lnTo>
                  <a:pt x="0" y="31761"/>
                </a:lnTo>
                <a:lnTo>
                  <a:pt x="43171" y="20400"/>
                </a:lnTo>
                <a:lnTo>
                  <a:pt x="0" y="9089"/>
                </a:lnTo>
                <a:lnTo>
                  <a:pt x="0" y="0"/>
                </a:lnTo>
                <a:lnTo>
                  <a:pt x="55322" y="14473"/>
                </a:lnTo>
                <a:lnTo>
                  <a:pt x="55322" y="25191"/>
                </a:lnTo>
                <a:lnTo>
                  <a:pt x="9978" y="37096"/>
                </a:lnTo>
                <a:lnTo>
                  <a:pt x="55322" y="49049"/>
                </a:lnTo>
                <a:lnTo>
                  <a:pt x="55322" y="59768"/>
                </a:lnTo>
                <a:lnTo>
                  <a:pt x="0" y="74240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41" name="Text u">
            <a:extLst xmlns:a="http://schemas.openxmlformats.org/drawingml/2006/main">
              <a:ext uri="{FF2B5EF4-FFF2-40B4-BE49-F238E27FC236}">
                <a16:creationId xmlns:a16="http://schemas.microsoft.com/office/drawing/2014/main" id="{DFF9D84C-43FA-4FD4-BD17-032F3869AD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54187" y="4045878"/>
            <a:ext cx="58187" cy="46332"/>
          </a:xfrm>
          <a:custGeom xmlns:a="http://schemas.openxmlformats.org/drawingml/2006/main">
            <a:pathLst>
              <a:path w="58187" h="46332">
                <a:moveTo>
                  <a:pt x="34873" y="46332"/>
                </a:moveTo>
                <a:lnTo>
                  <a:pt x="1383" y="46332"/>
                </a:lnTo>
                <a:lnTo>
                  <a:pt x="1383" y="37244"/>
                </a:lnTo>
                <a:lnTo>
                  <a:pt x="34527" y="37244"/>
                </a:lnTo>
                <a:cubicBezTo>
                  <a:pt x="39779" y="37244"/>
                  <a:pt x="43719" y="36223"/>
                  <a:pt x="46345" y="34181"/>
                </a:cubicBezTo>
                <a:cubicBezTo>
                  <a:pt x="48971" y="32140"/>
                  <a:pt x="50284" y="29077"/>
                  <a:pt x="50284" y="24994"/>
                </a:cubicBezTo>
                <a:cubicBezTo>
                  <a:pt x="50284" y="20087"/>
                  <a:pt x="48716" y="16210"/>
                  <a:pt x="45579" y="13361"/>
                </a:cubicBezTo>
                <a:cubicBezTo>
                  <a:pt x="42441" y="10513"/>
                  <a:pt x="38165" y="9089"/>
                  <a:pt x="32749" y="9089"/>
                </a:cubicBezTo>
                <a:lnTo>
                  <a:pt x="1383" y="9089"/>
                </a:lnTo>
                <a:lnTo>
                  <a:pt x="1383" y="0"/>
                </a:lnTo>
                <a:lnTo>
                  <a:pt x="56705" y="0"/>
                </a:lnTo>
                <a:lnTo>
                  <a:pt x="56705" y="9089"/>
                </a:lnTo>
                <a:lnTo>
                  <a:pt x="48209" y="9089"/>
                </a:lnTo>
                <a:cubicBezTo>
                  <a:pt x="51585" y="11295"/>
                  <a:pt x="54091" y="13855"/>
                  <a:pt x="55730" y="16770"/>
                </a:cubicBezTo>
                <a:cubicBezTo>
                  <a:pt x="57368" y="19684"/>
                  <a:pt x="58187" y="23067"/>
                  <a:pt x="58187" y="26920"/>
                </a:cubicBezTo>
                <a:cubicBezTo>
                  <a:pt x="58187" y="33276"/>
                  <a:pt x="56207" y="38100"/>
                  <a:pt x="52247" y="41393"/>
                </a:cubicBezTo>
                <a:cubicBezTo>
                  <a:pt x="48288" y="44686"/>
                  <a:pt x="42496" y="46332"/>
                  <a:pt x="34873" y="46332"/>
                </a:cubicBezTo>
                <a:moveTo>
                  <a:pt x="0" y="23463"/>
                </a:moveTo>
                <a:lnTo>
                  <a:pt x="0" y="23463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42" name="Text z">
            <a:extLst xmlns:a="http://schemas.openxmlformats.org/drawingml/2006/main">
              <a:ext uri="{FF2B5EF4-FFF2-40B4-BE49-F238E27FC236}">
                <a16:creationId xmlns:a16="http://schemas.microsoft.com/office/drawing/2014/main" id="{18A3CD13-20EC-4697-B3A5-B3ABB6A8F8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55570" y="3987916"/>
            <a:ext cx="55322" cy="44406"/>
          </a:xfrm>
          <a:custGeom xmlns:a="http://schemas.openxmlformats.org/drawingml/2006/main">
            <a:pathLst>
              <a:path w="55322" h="44406">
                <a:moveTo>
                  <a:pt x="0" y="43171"/>
                </a:moveTo>
                <a:lnTo>
                  <a:pt x="0" y="0"/>
                </a:lnTo>
                <a:lnTo>
                  <a:pt x="8289" y="0"/>
                </a:lnTo>
                <a:lnTo>
                  <a:pt x="48012" y="34181"/>
                </a:lnTo>
                <a:lnTo>
                  <a:pt x="48012" y="0"/>
                </a:lnTo>
                <a:lnTo>
                  <a:pt x="55322" y="0"/>
                </a:lnTo>
                <a:lnTo>
                  <a:pt x="55322" y="44406"/>
                </a:lnTo>
                <a:lnTo>
                  <a:pt x="47033" y="44406"/>
                </a:lnTo>
                <a:lnTo>
                  <a:pt x="7310" y="10225"/>
                </a:lnTo>
                <a:lnTo>
                  <a:pt x="7310" y="43171"/>
                </a:lnTo>
                <a:lnTo>
                  <a:pt x="0" y="43171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43" name="Text l">
            <a:extLst xmlns:a="http://schemas.openxmlformats.org/drawingml/2006/main">
              <a:ext uri="{FF2B5EF4-FFF2-40B4-BE49-F238E27FC236}">
                <a16:creationId xmlns:a16="http://schemas.microsoft.com/office/drawing/2014/main" id="{A647E07A-A8D5-4E9A-934D-BE08B58071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34034" y="3964937"/>
            <a:ext cx="76858" cy="9089"/>
          </a:xfrm>
          <a:custGeom xmlns:a="http://schemas.openxmlformats.org/drawingml/2006/main">
            <a:pathLst>
              <a:path w="76858" h="9089">
                <a:moveTo>
                  <a:pt x="0" y="9089"/>
                </a:moveTo>
                <a:lnTo>
                  <a:pt x="0" y="0"/>
                </a:lnTo>
                <a:lnTo>
                  <a:pt x="76858" y="0"/>
                </a:lnTo>
                <a:lnTo>
                  <a:pt x="76858" y="9089"/>
                </a:lnTo>
                <a:lnTo>
                  <a:pt x="0" y="908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44" name="Text a">
            <a:extLst xmlns:a="http://schemas.openxmlformats.org/drawingml/2006/main">
              <a:ext uri="{FF2B5EF4-FFF2-40B4-BE49-F238E27FC236}">
                <a16:creationId xmlns:a16="http://schemas.microsoft.com/office/drawing/2014/main" id="{BE197A86-CDE9-478E-A02B-5BF0326C55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54187" y="3902634"/>
            <a:ext cx="58187" cy="46728"/>
          </a:xfrm>
          <a:custGeom xmlns:a="http://schemas.openxmlformats.org/drawingml/2006/main">
            <a:pathLst>
              <a:path w="58187" h="46728">
                <a:moveTo>
                  <a:pt x="28847" y="18128"/>
                </a:moveTo>
                <a:cubicBezTo>
                  <a:pt x="28847" y="25471"/>
                  <a:pt x="29690" y="30559"/>
                  <a:pt x="31378" y="33391"/>
                </a:cubicBezTo>
                <a:cubicBezTo>
                  <a:pt x="33065" y="36223"/>
                  <a:pt x="35942" y="37639"/>
                  <a:pt x="40011" y="37639"/>
                </a:cubicBezTo>
                <a:cubicBezTo>
                  <a:pt x="43253" y="37639"/>
                  <a:pt x="45825" y="36577"/>
                  <a:pt x="47728" y="34453"/>
                </a:cubicBezTo>
                <a:cubicBezTo>
                  <a:pt x="49629" y="32329"/>
                  <a:pt x="50580" y="29439"/>
                  <a:pt x="50580" y="25784"/>
                </a:cubicBezTo>
                <a:cubicBezTo>
                  <a:pt x="50580" y="20746"/>
                  <a:pt x="48786" y="16704"/>
                  <a:pt x="45196" y="13658"/>
                </a:cubicBezTo>
                <a:cubicBezTo>
                  <a:pt x="41606" y="10612"/>
                  <a:pt x="36833" y="9089"/>
                  <a:pt x="30876" y="9089"/>
                </a:cubicBezTo>
                <a:lnTo>
                  <a:pt x="28847" y="9089"/>
                </a:lnTo>
                <a:lnTo>
                  <a:pt x="28847" y="18128"/>
                </a:lnTo>
                <a:moveTo>
                  <a:pt x="25093" y="0"/>
                </a:moveTo>
                <a:lnTo>
                  <a:pt x="56705" y="0"/>
                </a:lnTo>
                <a:lnTo>
                  <a:pt x="56705" y="9089"/>
                </a:lnTo>
                <a:lnTo>
                  <a:pt x="48308" y="9089"/>
                </a:lnTo>
                <a:cubicBezTo>
                  <a:pt x="51683" y="11163"/>
                  <a:pt x="54174" y="13748"/>
                  <a:pt x="55779" y="16844"/>
                </a:cubicBezTo>
                <a:cubicBezTo>
                  <a:pt x="57384" y="19939"/>
                  <a:pt x="58187" y="23726"/>
                  <a:pt x="58187" y="28204"/>
                </a:cubicBezTo>
                <a:cubicBezTo>
                  <a:pt x="58187" y="33868"/>
                  <a:pt x="56594" y="38372"/>
                  <a:pt x="53408" y="41714"/>
                </a:cubicBezTo>
                <a:cubicBezTo>
                  <a:pt x="50221" y="45056"/>
                  <a:pt x="45953" y="46728"/>
                  <a:pt x="40604" y="46728"/>
                </a:cubicBezTo>
                <a:cubicBezTo>
                  <a:pt x="34364" y="46728"/>
                  <a:pt x="29659" y="44645"/>
                  <a:pt x="26490" y="40479"/>
                </a:cubicBezTo>
                <a:cubicBezTo>
                  <a:pt x="23319" y="36313"/>
                  <a:pt x="21734" y="30098"/>
                  <a:pt x="21734" y="21833"/>
                </a:cubicBezTo>
                <a:lnTo>
                  <a:pt x="21734" y="9089"/>
                </a:lnTo>
                <a:lnTo>
                  <a:pt x="20845" y="9089"/>
                </a:lnTo>
                <a:cubicBezTo>
                  <a:pt x="16663" y="9089"/>
                  <a:pt x="13427" y="10463"/>
                  <a:pt x="11139" y="13213"/>
                </a:cubicBezTo>
                <a:cubicBezTo>
                  <a:pt x="8850" y="15963"/>
                  <a:pt x="7706" y="19824"/>
                  <a:pt x="7706" y="24796"/>
                </a:cubicBezTo>
                <a:cubicBezTo>
                  <a:pt x="7706" y="27957"/>
                  <a:pt x="8084" y="31036"/>
                  <a:pt x="8842" y="34033"/>
                </a:cubicBezTo>
                <a:cubicBezTo>
                  <a:pt x="9599" y="37030"/>
                  <a:pt x="10735" y="39911"/>
                  <a:pt x="12250" y="42677"/>
                </a:cubicBezTo>
                <a:lnTo>
                  <a:pt x="3853" y="42677"/>
                </a:lnTo>
                <a:cubicBezTo>
                  <a:pt x="2569" y="39351"/>
                  <a:pt x="1605" y="36124"/>
                  <a:pt x="963" y="32996"/>
                </a:cubicBezTo>
                <a:cubicBezTo>
                  <a:pt x="321" y="29867"/>
                  <a:pt x="0" y="26821"/>
                  <a:pt x="0" y="23858"/>
                </a:cubicBezTo>
                <a:cubicBezTo>
                  <a:pt x="0" y="15856"/>
                  <a:pt x="2075" y="9879"/>
                  <a:pt x="6224" y="5927"/>
                </a:cubicBezTo>
                <a:cubicBezTo>
                  <a:pt x="10373" y="1976"/>
                  <a:pt x="16663" y="0"/>
                  <a:pt x="2509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3B9987-893E-4777-AC41-9818948E81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17309" y="3506222"/>
            <a:ext cx="1612790" cy="1201788"/>
          </a:xfrm>
          <a:custGeom xmlns:a="http://schemas.openxmlformats.org/drawingml/2006/main">
            <a:pathLst>
              <a:path w="1612790" h="1201788" fill="none">
                <a:moveTo>
                  <a:pt x="0" y="1201788"/>
                </a:moveTo>
                <a:lnTo>
                  <a:pt x="1612790" y="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sq">
            <a:solidFill>
              <a:srgbClr val="000000"/>
            </a:solidFill>
            <a:round/>
          </a:ln>
        </p:spPr>
      </p:sp>
      <p:sp>
        <p:nvSpPr>
          <p:cNvPr id="91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E6869C-BB37-484D-810D-F2E92A3131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17309" y="3506222"/>
            <a:ext cx="10" cy="1201788"/>
          </a:xfrm>
          <a:custGeom xmlns:a="http://schemas.openxmlformats.org/drawingml/2006/main">
            <a:pathLst>
              <a:path w="1" h="1201788" fill="none">
                <a:moveTo>
                  <a:pt x="0" y="1201788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91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59AB01-3733-4C86-87EA-B55E88278F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30099" y="3506222"/>
            <a:ext cx="10" cy="1201788"/>
          </a:xfrm>
          <a:custGeom xmlns:a="http://schemas.openxmlformats.org/drawingml/2006/main">
            <a:pathLst>
              <a:path w="1" h="1201788" fill="none">
                <a:moveTo>
                  <a:pt x="0" y="1201788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91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B86B2F-1C5B-4EA6-9506-E70893BF01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17309" y="4708010"/>
            <a:ext cx="1612790" cy="10"/>
          </a:xfrm>
          <a:custGeom xmlns:a="http://schemas.openxmlformats.org/drawingml/2006/main">
            <a:pathLst>
              <a:path w="1612790" h="1" fill="none">
                <a:moveTo>
                  <a:pt x="0" y="0"/>
                </a:moveTo>
                <a:lnTo>
                  <a:pt x="161279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91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4D4BDF-7B98-46B9-8A54-6E9C70A1F6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17309" y="3506222"/>
            <a:ext cx="1612790" cy="10"/>
          </a:xfrm>
          <a:custGeom xmlns:a="http://schemas.openxmlformats.org/drawingml/2006/main">
            <a:pathLst>
              <a:path w="1612790" h="1" fill="none">
                <a:moveTo>
                  <a:pt x="0" y="0"/>
                </a:moveTo>
                <a:lnTo>
                  <a:pt x="161279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9150" name="Text 114">
            <a:extLst xmlns:a="http://schemas.openxmlformats.org/drawingml/2006/main">
              <a:ext uri="{FF2B5EF4-FFF2-40B4-BE49-F238E27FC236}">
                <a16:creationId xmlns:a16="http://schemas.microsoft.com/office/drawing/2014/main" id="{BC7A654E-70FA-452F-B758-1174B08408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79290" y="3888642"/>
            <a:ext cx="377666" cy="158134"/>
          </a:xfrm>
          <a:custGeom xmlns:a="http://schemas.openxmlformats.org/drawingml/2006/main">
            <a:pathLst>
              <a:path w="377666" h="158134">
                <a:moveTo>
                  <a:pt x="3070" y="140140"/>
                </a:moveTo>
                <a:lnTo>
                  <a:pt x="37999" y="140140"/>
                </a:lnTo>
                <a:lnTo>
                  <a:pt x="37999" y="19476"/>
                </a:lnTo>
                <a:lnTo>
                  <a:pt x="0" y="27097"/>
                </a:lnTo>
                <a:lnTo>
                  <a:pt x="0" y="7621"/>
                </a:lnTo>
                <a:lnTo>
                  <a:pt x="37787" y="0"/>
                </a:lnTo>
                <a:lnTo>
                  <a:pt x="59168" y="0"/>
                </a:lnTo>
                <a:lnTo>
                  <a:pt x="59168" y="140140"/>
                </a:lnTo>
                <a:lnTo>
                  <a:pt x="94097" y="140140"/>
                </a:lnTo>
                <a:lnTo>
                  <a:pt x="94097" y="158134"/>
                </a:lnTo>
                <a:lnTo>
                  <a:pt x="3070" y="158134"/>
                </a:lnTo>
                <a:lnTo>
                  <a:pt x="3070" y="140140"/>
                </a:lnTo>
                <a:close/>
                <a:moveTo>
                  <a:pt x="140938" y="140140"/>
                </a:moveTo>
                <a:lnTo>
                  <a:pt x="175867" y="140140"/>
                </a:lnTo>
                <a:lnTo>
                  <a:pt x="175867" y="19476"/>
                </a:lnTo>
                <a:lnTo>
                  <a:pt x="137868" y="27097"/>
                </a:lnTo>
                <a:lnTo>
                  <a:pt x="137868" y="7621"/>
                </a:lnTo>
                <a:lnTo>
                  <a:pt x="175655" y="0"/>
                </a:lnTo>
                <a:lnTo>
                  <a:pt x="197036" y="0"/>
                </a:lnTo>
                <a:lnTo>
                  <a:pt x="197036" y="140140"/>
                </a:lnTo>
                <a:lnTo>
                  <a:pt x="231965" y="140140"/>
                </a:lnTo>
                <a:lnTo>
                  <a:pt x="231965" y="158134"/>
                </a:lnTo>
                <a:lnTo>
                  <a:pt x="140938" y="158134"/>
                </a:lnTo>
                <a:lnTo>
                  <a:pt x="140938" y="140140"/>
                </a:lnTo>
                <a:close/>
                <a:moveTo>
                  <a:pt x="333845" y="18649"/>
                </a:moveTo>
                <a:lnTo>
                  <a:pt x="279864" y="103094"/>
                </a:lnTo>
                <a:lnTo>
                  <a:pt x="333845" y="103094"/>
                </a:lnTo>
                <a:lnTo>
                  <a:pt x="333845" y="18649"/>
                </a:lnTo>
                <a:moveTo>
                  <a:pt x="328236" y="0"/>
                </a:moveTo>
                <a:lnTo>
                  <a:pt x="355120" y="0"/>
                </a:lnTo>
                <a:lnTo>
                  <a:pt x="355120" y="103094"/>
                </a:lnTo>
                <a:lnTo>
                  <a:pt x="377666" y="103094"/>
                </a:lnTo>
                <a:lnTo>
                  <a:pt x="377666" y="120876"/>
                </a:lnTo>
                <a:lnTo>
                  <a:pt x="355120" y="120876"/>
                </a:lnTo>
                <a:lnTo>
                  <a:pt x="355120" y="158134"/>
                </a:lnTo>
                <a:lnTo>
                  <a:pt x="333845" y="158134"/>
                </a:lnTo>
                <a:lnTo>
                  <a:pt x="333845" y="120876"/>
                </a:lnTo>
                <a:lnTo>
                  <a:pt x="262505" y="120876"/>
                </a:lnTo>
                <a:lnTo>
                  <a:pt x="262505" y="100220"/>
                </a:lnTo>
                <a:lnTo>
                  <a:pt x="328236" y="0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51" name="Text 39">
            <a:extLst xmlns:a="http://schemas.openxmlformats.org/drawingml/2006/main">
              <a:ext uri="{FF2B5EF4-FFF2-40B4-BE49-F238E27FC236}">
                <a16:creationId xmlns:a16="http://schemas.microsoft.com/office/drawing/2014/main" id="{AFE6D497-32BA-4ACF-9123-097A371A88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63529" y="4126247"/>
            <a:ext cx="244031" cy="164061"/>
          </a:xfrm>
          <a:custGeom xmlns:a="http://schemas.openxmlformats.org/drawingml/2006/main">
            <a:pathLst>
              <a:path w="244031" h="164061">
                <a:moveTo>
                  <a:pt x="71446" y="75574"/>
                </a:moveTo>
                <a:cubicBezTo>
                  <a:pt x="81678" y="77766"/>
                  <a:pt x="89669" y="82328"/>
                  <a:pt x="95420" y="89261"/>
                </a:cubicBezTo>
                <a:cubicBezTo>
                  <a:pt x="101171" y="96192"/>
                  <a:pt x="104047" y="104750"/>
                  <a:pt x="104047" y="114936"/>
                </a:cubicBezTo>
                <a:cubicBezTo>
                  <a:pt x="104047" y="130568"/>
                  <a:pt x="98684" y="142664"/>
                  <a:pt x="87958" y="151224"/>
                </a:cubicBezTo>
                <a:cubicBezTo>
                  <a:pt x="77232" y="159782"/>
                  <a:pt x="61991" y="164061"/>
                  <a:pt x="42233" y="164061"/>
                </a:cubicBezTo>
                <a:cubicBezTo>
                  <a:pt x="35600" y="164061"/>
                  <a:pt x="28772" y="163409"/>
                  <a:pt x="21751" y="162103"/>
                </a:cubicBezTo>
                <a:cubicBezTo>
                  <a:pt x="14730" y="160798"/>
                  <a:pt x="7480" y="158840"/>
                  <a:pt x="0" y="156229"/>
                </a:cubicBezTo>
                <a:lnTo>
                  <a:pt x="0" y="135483"/>
                </a:lnTo>
                <a:cubicBezTo>
                  <a:pt x="5927" y="138976"/>
                  <a:pt x="12419" y="141613"/>
                  <a:pt x="19476" y="143395"/>
                </a:cubicBezTo>
                <a:cubicBezTo>
                  <a:pt x="26532" y="145177"/>
                  <a:pt x="33906" y="146068"/>
                  <a:pt x="41598" y="146068"/>
                </a:cubicBezTo>
                <a:cubicBezTo>
                  <a:pt x="55005" y="146068"/>
                  <a:pt x="65219" y="143413"/>
                  <a:pt x="72240" y="138103"/>
                </a:cubicBezTo>
                <a:cubicBezTo>
                  <a:pt x="79261" y="132791"/>
                  <a:pt x="82772" y="125071"/>
                  <a:pt x="82772" y="114946"/>
                </a:cubicBezTo>
                <a:cubicBezTo>
                  <a:pt x="82772" y="105600"/>
                  <a:pt x="79508" y="98290"/>
                  <a:pt x="72981" y="93016"/>
                </a:cubicBezTo>
                <a:cubicBezTo>
                  <a:pt x="66454" y="87739"/>
                  <a:pt x="57369" y="85100"/>
                  <a:pt x="45726" y="85100"/>
                </a:cubicBezTo>
                <a:lnTo>
                  <a:pt x="27308" y="85100"/>
                </a:lnTo>
                <a:lnTo>
                  <a:pt x="27308" y="67530"/>
                </a:lnTo>
                <a:lnTo>
                  <a:pt x="46572" y="67530"/>
                </a:lnTo>
                <a:cubicBezTo>
                  <a:pt x="57086" y="67530"/>
                  <a:pt x="65131" y="65435"/>
                  <a:pt x="70705" y="61245"/>
                </a:cubicBezTo>
                <a:cubicBezTo>
                  <a:pt x="76280" y="57055"/>
                  <a:pt x="79067" y="51018"/>
                  <a:pt x="79067" y="43132"/>
                </a:cubicBezTo>
                <a:cubicBezTo>
                  <a:pt x="79067" y="35035"/>
                  <a:pt x="76192" y="28821"/>
                  <a:pt x="70441" y="24490"/>
                </a:cubicBezTo>
                <a:cubicBezTo>
                  <a:pt x="64690" y="20159"/>
                  <a:pt x="56451" y="17994"/>
                  <a:pt x="45726" y="17994"/>
                </a:cubicBezTo>
                <a:cubicBezTo>
                  <a:pt x="39869" y="17994"/>
                  <a:pt x="33588" y="18629"/>
                  <a:pt x="26885" y="19899"/>
                </a:cubicBezTo>
                <a:cubicBezTo>
                  <a:pt x="20181" y="21169"/>
                  <a:pt x="12807" y="23145"/>
                  <a:pt x="4763" y="25826"/>
                </a:cubicBezTo>
                <a:lnTo>
                  <a:pt x="4763" y="6774"/>
                </a:lnTo>
                <a:cubicBezTo>
                  <a:pt x="12878" y="4516"/>
                  <a:pt x="20481" y="2823"/>
                  <a:pt x="27573" y="1694"/>
                </a:cubicBezTo>
                <a:cubicBezTo>
                  <a:pt x="34665" y="565"/>
                  <a:pt x="41351" y="0"/>
                  <a:pt x="47631" y="0"/>
                </a:cubicBezTo>
                <a:cubicBezTo>
                  <a:pt x="63860" y="0"/>
                  <a:pt x="76703" y="3683"/>
                  <a:pt x="86159" y="11048"/>
                </a:cubicBezTo>
                <a:cubicBezTo>
                  <a:pt x="95614" y="18411"/>
                  <a:pt x="100342" y="28363"/>
                  <a:pt x="100342" y="40906"/>
                </a:cubicBezTo>
                <a:cubicBezTo>
                  <a:pt x="100342" y="49643"/>
                  <a:pt x="97837" y="57023"/>
                  <a:pt x="92827" y="63048"/>
                </a:cubicBezTo>
                <a:cubicBezTo>
                  <a:pt x="87817" y="69072"/>
                  <a:pt x="80690" y="73248"/>
                  <a:pt x="71446" y="75574"/>
                </a:cubicBezTo>
                <a:close/>
                <a:moveTo>
                  <a:pt x="145171" y="157711"/>
                </a:moveTo>
                <a:lnTo>
                  <a:pt x="145171" y="138235"/>
                </a:lnTo>
                <a:cubicBezTo>
                  <a:pt x="150534" y="140775"/>
                  <a:pt x="155967" y="142716"/>
                  <a:pt x="161471" y="144057"/>
                </a:cubicBezTo>
                <a:cubicBezTo>
                  <a:pt x="166975" y="145397"/>
                  <a:pt x="172374" y="146068"/>
                  <a:pt x="177666" y="146068"/>
                </a:cubicBezTo>
                <a:cubicBezTo>
                  <a:pt x="191779" y="146068"/>
                  <a:pt x="202557" y="141313"/>
                  <a:pt x="210002" y="131805"/>
                </a:cubicBezTo>
                <a:cubicBezTo>
                  <a:pt x="217446" y="122296"/>
                  <a:pt x="221698" y="107857"/>
                  <a:pt x="222756" y="88487"/>
                </a:cubicBezTo>
                <a:cubicBezTo>
                  <a:pt x="218664" y="94556"/>
                  <a:pt x="213477" y="99213"/>
                  <a:pt x="207197" y="102459"/>
                </a:cubicBezTo>
                <a:cubicBezTo>
                  <a:pt x="200917" y="105705"/>
                  <a:pt x="193966" y="107328"/>
                  <a:pt x="186345" y="107328"/>
                </a:cubicBezTo>
                <a:cubicBezTo>
                  <a:pt x="170539" y="107328"/>
                  <a:pt x="158031" y="102547"/>
                  <a:pt x="148823" y="92986"/>
                </a:cubicBezTo>
                <a:cubicBezTo>
                  <a:pt x="139614" y="83424"/>
                  <a:pt x="135010" y="70352"/>
                  <a:pt x="135010" y="53770"/>
                </a:cubicBezTo>
                <a:cubicBezTo>
                  <a:pt x="135010" y="37540"/>
                  <a:pt x="139808" y="24521"/>
                  <a:pt x="149405" y="14713"/>
                </a:cubicBezTo>
                <a:cubicBezTo>
                  <a:pt x="159002" y="4904"/>
                  <a:pt x="171774" y="0"/>
                  <a:pt x="187721" y="0"/>
                </a:cubicBezTo>
                <a:cubicBezTo>
                  <a:pt x="205997" y="0"/>
                  <a:pt x="219951" y="7008"/>
                  <a:pt x="229583" y="21024"/>
                </a:cubicBezTo>
                <a:cubicBezTo>
                  <a:pt x="239215" y="35039"/>
                  <a:pt x="244031" y="55393"/>
                  <a:pt x="244031" y="82084"/>
                </a:cubicBezTo>
                <a:cubicBezTo>
                  <a:pt x="244031" y="107008"/>
                  <a:pt x="238122" y="126903"/>
                  <a:pt x="226302" y="141768"/>
                </a:cubicBezTo>
                <a:cubicBezTo>
                  <a:pt x="214483" y="156630"/>
                  <a:pt x="198588" y="164061"/>
                  <a:pt x="178619" y="164061"/>
                </a:cubicBezTo>
                <a:cubicBezTo>
                  <a:pt x="173256" y="164061"/>
                  <a:pt x="167822" y="163532"/>
                  <a:pt x="162318" y="162474"/>
                </a:cubicBezTo>
                <a:cubicBezTo>
                  <a:pt x="156814" y="161415"/>
                  <a:pt x="151099" y="159828"/>
                  <a:pt x="145171" y="157711"/>
                </a:cubicBezTo>
                <a:moveTo>
                  <a:pt x="187721" y="90604"/>
                </a:moveTo>
                <a:cubicBezTo>
                  <a:pt x="197318" y="90604"/>
                  <a:pt x="204921" y="87323"/>
                  <a:pt x="210531" y="80761"/>
                </a:cubicBezTo>
                <a:cubicBezTo>
                  <a:pt x="216141" y="74198"/>
                  <a:pt x="218946" y="65201"/>
                  <a:pt x="218946" y="53770"/>
                </a:cubicBezTo>
                <a:cubicBezTo>
                  <a:pt x="218946" y="42409"/>
                  <a:pt x="216141" y="33430"/>
                  <a:pt x="210531" y="26832"/>
                </a:cubicBezTo>
                <a:cubicBezTo>
                  <a:pt x="204921" y="20234"/>
                  <a:pt x="197318" y="16935"/>
                  <a:pt x="187721" y="16935"/>
                </a:cubicBezTo>
                <a:cubicBezTo>
                  <a:pt x="178125" y="16935"/>
                  <a:pt x="170521" y="20234"/>
                  <a:pt x="164911" y="26832"/>
                </a:cubicBezTo>
                <a:cubicBezTo>
                  <a:pt x="159302" y="33430"/>
                  <a:pt x="156497" y="42409"/>
                  <a:pt x="156497" y="53770"/>
                </a:cubicBezTo>
                <a:cubicBezTo>
                  <a:pt x="156497" y="65201"/>
                  <a:pt x="159302" y="74198"/>
                  <a:pt x="164911" y="80761"/>
                </a:cubicBezTo>
                <a:cubicBezTo>
                  <a:pt x="170521" y="87323"/>
                  <a:pt x="178125" y="90604"/>
                  <a:pt x="187721" y="90604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52" name="Text 9.76Xspeedup">
            <a:extLst xmlns:a="http://schemas.openxmlformats.org/drawingml/2006/main">
              <a:ext uri="{FF2B5EF4-FFF2-40B4-BE49-F238E27FC236}">
                <a16:creationId xmlns:a16="http://schemas.microsoft.com/office/drawing/2014/main" id="{DB67492D-4244-4A16-8019-16C24B3C91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96142" y="3375029"/>
            <a:ext cx="855657" cy="111886"/>
          </a:xfrm>
          <a:custGeom xmlns:a="http://schemas.openxmlformats.org/drawingml/2006/main">
            <a:pathLst>
              <a:path w="855657" h="111886">
                <a:moveTo>
                  <a:pt x="5419" y="86145"/>
                </a:moveTo>
                <a:lnTo>
                  <a:pt x="5419" y="75758"/>
                </a:lnTo>
                <a:cubicBezTo>
                  <a:pt x="8280" y="77112"/>
                  <a:pt x="11177" y="78147"/>
                  <a:pt x="14113" y="78862"/>
                </a:cubicBezTo>
                <a:cubicBezTo>
                  <a:pt x="17048" y="79577"/>
                  <a:pt x="19927" y="79935"/>
                  <a:pt x="22750" y="79935"/>
                </a:cubicBezTo>
                <a:cubicBezTo>
                  <a:pt x="30277" y="79935"/>
                  <a:pt x="36025" y="77399"/>
                  <a:pt x="39996" y="72328"/>
                </a:cubicBezTo>
                <a:cubicBezTo>
                  <a:pt x="43966" y="67257"/>
                  <a:pt x="46234" y="59556"/>
                  <a:pt x="46798" y="49225"/>
                </a:cubicBezTo>
                <a:cubicBezTo>
                  <a:pt x="44615" y="52462"/>
                  <a:pt x="41849" y="54946"/>
                  <a:pt x="38500" y="56677"/>
                </a:cubicBezTo>
                <a:cubicBezTo>
                  <a:pt x="35150" y="58408"/>
                  <a:pt x="31443" y="59274"/>
                  <a:pt x="27379" y="59274"/>
                </a:cubicBezTo>
                <a:cubicBezTo>
                  <a:pt x="18949" y="59274"/>
                  <a:pt x="12278" y="56724"/>
                  <a:pt x="7367" y="51625"/>
                </a:cubicBezTo>
                <a:cubicBezTo>
                  <a:pt x="2456" y="46525"/>
                  <a:pt x="0" y="39554"/>
                  <a:pt x="0" y="30709"/>
                </a:cubicBezTo>
                <a:cubicBezTo>
                  <a:pt x="0" y="22054"/>
                  <a:pt x="2559" y="15110"/>
                  <a:pt x="7677" y="9879"/>
                </a:cubicBezTo>
                <a:cubicBezTo>
                  <a:pt x="12796" y="4648"/>
                  <a:pt x="19607" y="2032"/>
                  <a:pt x="28113" y="2032"/>
                </a:cubicBezTo>
                <a:cubicBezTo>
                  <a:pt x="37860" y="2032"/>
                  <a:pt x="45302" y="5770"/>
                  <a:pt x="50439" y="13245"/>
                </a:cubicBezTo>
                <a:cubicBezTo>
                  <a:pt x="55576" y="20720"/>
                  <a:pt x="58145" y="31575"/>
                  <a:pt x="58145" y="45810"/>
                </a:cubicBezTo>
                <a:cubicBezTo>
                  <a:pt x="58145" y="59103"/>
                  <a:pt x="54993" y="69714"/>
                  <a:pt x="48689" y="77642"/>
                </a:cubicBezTo>
                <a:cubicBezTo>
                  <a:pt x="42385" y="85568"/>
                  <a:pt x="33908" y="89532"/>
                  <a:pt x="23258" y="89532"/>
                </a:cubicBezTo>
                <a:cubicBezTo>
                  <a:pt x="20398" y="89532"/>
                  <a:pt x="17500" y="89249"/>
                  <a:pt x="14564" y="88685"/>
                </a:cubicBezTo>
                <a:cubicBezTo>
                  <a:pt x="11629" y="88120"/>
                  <a:pt x="8581" y="87274"/>
                  <a:pt x="5419" y="86145"/>
                </a:cubicBezTo>
                <a:moveTo>
                  <a:pt x="28113" y="50355"/>
                </a:moveTo>
                <a:cubicBezTo>
                  <a:pt x="33231" y="50355"/>
                  <a:pt x="37286" y="48605"/>
                  <a:pt x="40278" y="45105"/>
                </a:cubicBezTo>
                <a:cubicBezTo>
                  <a:pt x="43270" y="41605"/>
                  <a:pt x="44766" y="36806"/>
                  <a:pt x="44766" y="30709"/>
                </a:cubicBezTo>
                <a:cubicBezTo>
                  <a:pt x="44766" y="24650"/>
                  <a:pt x="43270" y="19861"/>
                  <a:pt x="40278" y="16343"/>
                </a:cubicBezTo>
                <a:cubicBezTo>
                  <a:pt x="37286" y="12824"/>
                  <a:pt x="33231" y="11064"/>
                  <a:pt x="28113" y="11064"/>
                </a:cubicBezTo>
                <a:cubicBezTo>
                  <a:pt x="22994" y="11064"/>
                  <a:pt x="18939" y="12824"/>
                  <a:pt x="15947" y="16343"/>
                </a:cubicBezTo>
                <a:cubicBezTo>
                  <a:pt x="12956" y="19861"/>
                  <a:pt x="11460" y="24650"/>
                  <a:pt x="11460" y="30709"/>
                </a:cubicBezTo>
                <a:cubicBezTo>
                  <a:pt x="11460" y="36806"/>
                  <a:pt x="12956" y="41605"/>
                  <a:pt x="15947" y="45105"/>
                </a:cubicBezTo>
                <a:cubicBezTo>
                  <a:pt x="18939" y="48605"/>
                  <a:pt x="22994" y="50355"/>
                  <a:pt x="28113" y="50355"/>
                </a:cubicBezTo>
                <a:close/>
                <a:moveTo>
                  <a:pt x="78610" y="73500"/>
                </a:moveTo>
                <a:lnTo>
                  <a:pt x="90521" y="73500"/>
                </a:lnTo>
                <a:lnTo>
                  <a:pt x="90521" y="87838"/>
                </a:lnTo>
                <a:lnTo>
                  <a:pt x="78610" y="87838"/>
                </a:lnTo>
                <a:lnTo>
                  <a:pt x="78610" y="73500"/>
                </a:lnTo>
                <a:close/>
                <a:moveTo>
                  <a:pt x="112496" y="3500"/>
                </a:moveTo>
                <a:lnTo>
                  <a:pt x="166689" y="3500"/>
                </a:lnTo>
                <a:lnTo>
                  <a:pt x="166689" y="8358"/>
                </a:lnTo>
                <a:lnTo>
                  <a:pt x="136093" y="87838"/>
                </a:lnTo>
                <a:lnTo>
                  <a:pt x="124181" y="87838"/>
                </a:lnTo>
                <a:lnTo>
                  <a:pt x="152972" y="13097"/>
                </a:lnTo>
                <a:lnTo>
                  <a:pt x="112496" y="13097"/>
                </a:lnTo>
                <a:lnTo>
                  <a:pt x="112496" y="3500"/>
                </a:lnTo>
                <a:close/>
                <a:moveTo>
                  <a:pt x="214703" y="41209"/>
                </a:moveTo>
                <a:cubicBezTo>
                  <a:pt x="209585" y="41209"/>
                  <a:pt x="205530" y="42959"/>
                  <a:pt x="202538" y="46459"/>
                </a:cubicBezTo>
                <a:cubicBezTo>
                  <a:pt x="199546" y="49959"/>
                  <a:pt x="198050" y="54758"/>
                  <a:pt x="198050" y="60854"/>
                </a:cubicBezTo>
                <a:cubicBezTo>
                  <a:pt x="198050" y="66914"/>
                  <a:pt x="199546" y="71702"/>
                  <a:pt x="202538" y="75221"/>
                </a:cubicBezTo>
                <a:cubicBezTo>
                  <a:pt x="205530" y="78740"/>
                  <a:pt x="209585" y="80499"/>
                  <a:pt x="214703" y="80499"/>
                </a:cubicBezTo>
                <a:cubicBezTo>
                  <a:pt x="219821" y="80499"/>
                  <a:pt x="223876" y="78740"/>
                  <a:pt x="226868" y="75221"/>
                </a:cubicBezTo>
                <a:cubicBezTo>
                  <a:pt x="229860" y="71702"/>
                  <a:pt x="231356" y="66914"/>
                  <a:pt x="231356" y="60854"/>
                </a:cubicBezTo>
                <a:cubicBezTo>
                  <a:pt x="231356" y="54758"/>
                  <a:pt x="229860" y="49959"/>
                  <a:pt x="226868" y="46459"/>
                </a:cubicBezTo>
                <a:cubicBezTo>
                  <a:pt x="223876" y="42959"/>
                  <a:pt x="219821" y="41209"/>
                  <a:pt x="214703" y="41209"/>
                </a:cubicBezTo>
                <a:moveTo>
                  <a:pt x="237340" y="5419"/>
                </a:moveTo>
                <a:lnTo>
                  <a:pt x="237340" y="15806"/>
                </a:lnTo>
                <a:cubicBezTo>
                  <a:pt x="234480" y="14452"/>
                  <a:pt x="231591" y="13417"/>
                  <a:pt x="228675" y="12702"/>
                </a:cubicBezTo>
                <a:cubicBezTo>
                  <a:pt x="225758" y="11986"/>
                  <a:pt x="222870" y="11629"/>
                  <a:pt x="220009" y="11629"/>
                </a:cubicBezTo>
                <a:cubicBezTo>
                  <a:pt x="212483" y="11629"/>
                  <a:pt x="206734" y="14174"/>
                  <a:pt x="202764" y="19264"/>
                </a:cubicBezTo>
                <a:cubicBezTo>
                  <a:pt x="198793" y="24354"/>
                  <a:pt x="196526" y="32045"/>
                  <a:pt x="195961" y="42338"/>
                </a:cubicBezTo>
                <a:cubicBezTo>
                  <a:pt x="198182" y="39064"/>
                  <a:pt x="200966" y="36552"/>
                  <a:pt x="204316" y="34802"/>
                </a:cubicBezTo>
                <a:cubicBezTo>
                  <a:pt x="207665" y="33052"/>
                  <a:pt x="211354" y="32177"/>
                  <a:pt x="215380" y="32177"/>
                </a:cubicBezTo>
                <a:cubicBezTo>
                  <a:pt x="223848" y="32177"/>
                  <a:pt x="230538" y="34746"/>
                  <a:pt x="235449" y="39883"/>
                </a:cubicBezTo>
                <a:cubicBezTo>
                  <a:pt x="240360" y="45020"/>
                  <a:pt x="242816" y="52010"/>
                  <a:pt x="242816" y="60854"/>
                </a:cubicBezTo>
                <a:cubicBezTo>
                  <a:pt x="242816" y="69510"/>
                  <a:pt x="240257" y="76454"/>
                  <a:pt x="235138" y="81685"/>
                </a:cubicBezTo>
                <a:cubicBezTo>
                  <a:pt x="230020" y="86916"/>
                  <a:pt x="223208" y="89532"/>
                  <a:pt x="214703" y="89532"/>
                </a:cubicBezTo>
                <a:cubicBezTo>
                  <a:pt x="204956" y="89532"/>
                  <a:pt x="197504" y="85794"/>
                  <a:pt x="192348" y="78319"/>
                </a:cubicBezTo>
                <a:cubicBezTo>
                  <a:pt x="187192" y="70844"/>
                  <a:pt x="184614" y="60008"/>
                  <a:pt x="184614" y="45810"/>
                </a:cubicBezTo>
                <a:cubicBezTo>
                  <a:pt x="184614" y="32479"/>
                  <a:pt x="187776" y="21851"/>
                  <a:pt x="194098" y="13924"/>
                </a:cubicBezTo>
                <a:cubicBezTo>
                  <a:pt x="200421" y="5996"/>
                  <a:pt x="208907" y="2032"/>
                  <a:pt x="219558" y="2032"/>
                </a:cubicBezTo>
                <a:cubicBezTo>
                  <a:pt x="222418" y="2032"/>
                  <a:pt x="225306" y="2314"/>
                  <a:pt x="228223" y="2879"/>
                </a:cubicBezTo>
                <a:cubicBezTo>
                  <a:pt x="231140" y="3444"/>
                  <a:pt x="234179" y="4290"/>
                  <a:pt x="237340" y="5419"/>
                </a:cubicBezTo>
                <a:close/>
                <a:moveTo>
                  <a:pt x="257353" y="3500"/>
                </a:moveTo>
                <a:lnTo>
                  <a:pt x="269603" y="3500"/>
                </a:lnTo>
                <a:lnTo>
                  <a:pt x="290546" y="34830"/>
                </a:lnTo>
                <a:lnTo>
                  <a:pt x="311602" y="3500"/>
                </a:lnTo>
                <a:lnTo>
                  <a:pt x="323852" y="3500"/>
                </a:lnTo>
                <a:lnTo>
                  <a:pt x="296756" y="44002"/>
                </a:lnTo>
                <a:lnTo>
                  <a:pt x="325659" y="87838"/>
                </a:lnTo>
                <a:lnTo>
                  <a:pt x="313409" y="87838"/>
                </a:lnTo>
                <a:lnTo>
                  <a:pt x="289699" y="51992"/>
                </a:lnTo>
                <a:lnTo>
                  <a:pt x="265820" y="87838"/>
                </a:lnTo>
                <a:lnTo>
                  <a:pt x="253514" y="87838"/>
                </a:lnTo>
                <a:lnTo>
                  <a:pt x="283603" y="42817"/>
                </a:lnTo>
                <a:lnTo>
                  <a:pt x="257353" y="3500"/>
                </a:lnTo>
                <a:close/>
                <a:moveTo>
                  <a:pt x="417231" y="26419"/>
                </a:moveTo>
                <a:lnTo>
                  <a:pt x="417231" y="36242"/>
                </a:lnTo>
                <a:cubicBezTo>
                  <a:pt x="414296" y="34736"/>
                  <a:pt x="411247" y="33607"/>
                  <a:pt x="408086" y="32855"/>
                </a:cubicBezTo>
                <a:cubicBezTo>
                  <a:pt x="404925" y="32102"/>
                  <a:pt x="401651" y="31726"/>
                  <a:pt x="398264" y="31726"/>
                </a:cubicBezTo>
                <a:cubicBezTo>
                  <a:pt x="393108" y="31726"/>
                  <a:pt x="389241" y="32518"/>
                  <a:pt x="386663" y="34102"/>
                </a:cubicBezTo>
                <a:cubicBezTo>
                  <a:pt x="384085" y="35686"/>
                  <a:pt x="382796" y="38062"/>
                  <a:pt x="382796" y="41231"/>
                </a:cubicBezTo>
                <a:cubicBezTo>
                  <a:pt x="382796" y="43644"/>
                  <a:pt x="383718" y="45539"/>
                  <a:pt x="385562" y="46916"/>
                </a:cubicBezTo>
                <a:cubicBezTo>
                  <a:pt x="387406" y="48293"/>
                  <a:pt x="391113" y="49604"/>
                  <a:pt x="396683" y="50848"/>
                </a:cubicBezTo>
                <a:lnTo>
                  <a:pt x="400239" y="51642"/>
                </a:lnTo>
                <a:cubicBezTo>
                  <a:pt x="407616" y="53225"/>
                  <a:pt x="412856" y="55459"/>
                  <a:pt x="415961" y="58344"/>
                </a:cubicBezTo>
                <a:cubicBezTo>
                  <a:pt x="419066" y="61228"/>
                  <a:pt x="420618" y="65252"/>
                  <a:pt x="420618" y="70418"/>
                </a:cubicBezTo>
                <a:cubicBezTo>
                  <a:pt x="420618" y="76299"/>
                  <a:pt x="418294" y="80955"/>
                  <a:pt x="413647" y="84386"/>
                </a:cubicBezTo>
                <a:cubicBezTo>
                  <a:pt x="408999" y="87816"/>
                  <a:pt x="402610" y="89532"/>
                  <a:pt x="394481" y="89532"/>
                </a:cubicBezTo>
                <a:cubicBezTo>
                  <a:pt x="391094" y="89532"/>
                  <a:pt x="387566" y="89202"/>
                  <a:pt x="383897" y="88544"/>
                </a:cubicBezTo>
                <a:cubicBezTo>
                  <a:pt x="380227" y="87885"/>
                  <a:pt x="376360" y="86897"/>
                  <a:pt x="372296" y="85580"/>
                </a:cubicBezTo>
                <a:lnTo>
                  <a:pt x="372296" y="74854"/>
                </a:lnTo>
                <a:cubicBezTo>
                  <a:pt x="376135" y="76849"/>
                  <a:pt x="379917" y="78345"/>
                  <a:pt x="383643" y="79342"/>
                </a:cubicBezTo>
                <a:cubicBezTo>
                  <a:pt x="387368" y="80340"/>
                  <a:pt x="391057" y="80838"/>
                  <a:pt x="394707" y="80838"/>
                </a:cubicBezTo>
                <a:cubicBezTo>
                  <a:pt x="399600" y="80838"/>
                  <a:pt x="403363" y="79999"/>
                  <a:pt x="405997" y="78321"/>
                </a:cubicBezTo>
                <a:cubicBezTo>
                  <a:pt x="408632" y="76643"/>
                  <a:pt x="409949" y="74276"/>
                  <a:pt x="409949" y="71222"/>
                </a:cubicBezTo>
                <a:cubicBezTo>
                  <a:pt x="409949" y="68394"/>
                  <a:pt x="408999" y="66225"/>
                  <a:pt x="407098" y="64716"/>
                </a:cubicBezTo>
                <a:cubicBezTo>
                  <a:pt x="405198" y="63207"/>
                  <a:pt x="401030" y="61755"/>
                  <a:pt x="394594" y="60360"/>
                </a:cubicBezTo>
                <a:lnTo>
                  <a:pt x="390981" y="59512"/>
                </a:lnTo>
                <a:cubicBezTo>
                  <a:pt x="384546" y="58155"/>
                  <a:pt x="379898" y="56072"/>
                  <a:pt x="377038" y="53264"/>
                </a:cubicBezTo>
                <a:cubicBezTo>
                  <a:pt x="374178" y="50454"/>
                  <a:pt x="372748" y="46598"/>
                  <a:pt x="372748" y="41696"/>
                </a:cubicBezTo>
                <a:cubicBezTo>
                  <a:pt x="372748" y="35738"/>
                  <a:pt x="374855" y="31138"/>
                  <a:pt x="379070" y="27896"/>
                </a:cubicBezTo>
                <a:cubicBezTo>
                  <a:pt x="383285" y="24653"/>
                  <a:pt x="389269" y="23032"/>
                  <a:pt x="397022" y="23032"/>
                </a:cubicBezTo>
                <a:cubicBezTo>
                  <a:pt x="400860" y="23032"/>
                  <a:pt x="404473" y="23314"/>
                  <a:pt x="407860" y="23879"/>
                </a:cubicBezTo>
                <a:cubicBezTo>
                  <a:pt x="411247" y="24443"/>
                  <a:pt x="414371" y="25290"/>
                  <a:pt x="417231" y="26419"/>
                </a:cubicBezTo>
                <a:close/>
                <a:moveTo>
                  <a:pt x="447207" y="78354"/>
                </a:moveTo>
                <a:lnTo>
                  <a:pt x="447207" y="111886"/>
                </a:lnTo>
                <a:lnTo>
                  <a:pt x="436763" y="111886"/>
                </a:lnTo>
                <a:lnTo>
                  <a:pt x="436763" y="24613"/>
                </a:lnTo>
                <a:lnTo>
                  <a:pt x="447207" y="24613"/>
                </a:lnTo>
                <a:lnTo>
                  <a:pt x="447207" y="34209"/>
                </a:lnTo>
                <a:cubicBezTo>
                  <a:pt x="449390" y="30427"/>
                  <a:pt x="452146" y="27619"/>
                  <a:pt x="455477" y="25784"/>
                </a:cubicBezTo>
                <a:cubicBezTo>
                  <a:pt x="458808" y="23949"/>
                  <a:pt x="462787" y="23032"/>
                  <a:pt x="467416" y="23032"/>
                </a:cubicBezTo>
                <a:cubicBezTo>
                  <a:pt x="475094" y="23032"/>
                  <a:pt x="481332" y="26086"/>
                  <a:pt x="486130" y="32193"/>
                </a:cubicBezTo>
                <a:cubicBezTo>
                  <a:pt x="490928" y="38300"/>
                  <a:pt x="493327" y="46330"/>
                  <a:pt x="493327" y="56282"/>
                </a:cubicBezTo>
                <a:cubicBezTo>
                  <a:pt x="493327" y="66234"/>
                  <a:pt x="490928" y="74263"/>
                  <a:pt x="486130" y="80371"/>
                </a:cubicBezTo>
                <a:cubicBezTo>
                  <a:pt x="481332" y="86478"/>
                  <a:pt x="475094" y="89532"/>
                  <a:pt x="467416" y="89532"/>
                </a:cubicBezTo>
                <a:cubicBezTo>
                  <a:pt x="462787" y="89532"/>
                  <a:pt x="458808" y="88614"/>
                  <a:pt x="455477" y="86780"/>
                </a:cubicBezTo>
                <a:cubicBezTo>
                  <a:pt x="452146" y="84945"/>
                  <a:pt x="449390" y="82137"/>
                  <a:pt x="447207" y="78354"/>
                </a:cubicBezTo>
                <a:moveTo>
                  <a:pt x="482545" y="56282"/>
                </a:moveTo>
                <a:cubicBezTo>
                  <a:pt x="482545" y="48625"/>
                  <a:pt x="480974" y="42618"/>
                  <a:pt x="477832" y="38262"/>
                </a:cubicBezTo>
                <a:cubicBezTo>
                  <a:pt x="474689" y="33904"/>
                  <a:pt x="470371" y="31726"/>
                  <a:pt x="464876" y="31726"/>
                </a:cubicBezTo>
                <a:cubicBezTo>
                  <a:pt x="459381" y="31726"/>
                  <a:pt x="455063" y="33904"/>
                  <a:pt x="451920" y="38262"/>
                </a:cubicBezTo>
                <a:cubicBezTo>
                  <a:pt x="448778" y="42618"/>
                  <a:pt x="447207" y="48625"/>
                  <a:pt x="447207" y="56282"/>
                </a:cubicBezTo>
                <a:cubicBezTo>
                  <a:pt x="447207" y="63939"/>
                  <a:pt x="448778" y="69947"/>
                  <a:pt x="451920" y="74304"/>
                </a:cubicBezTo>
                <a:cubicBezTo>
                  <a:pt x="455063" y="78660"/>
                  <a:pt x="459381" y="80838"/>
                  <a:pt x="464876" y="80838"/>
                </a:cubicBezTo>
                <a:cubicBezTo>
                  <a:pt x="470371" y="80838"/>
                  <a:pt x="474689" y="78660"/>
                  <a:pt x="477832" y="74304"/>
                </a:cubicBezTo>
                <a:cubicBezTo>
                  <a:pt x="480974" y="69947"/>
                  <a:pt x="482545" y="63939"/>
                  <a:pt x="482545" y="56282"/>
                </a:cubicBezTo>
                <a:close/>
                <a:moveTo>
                  <a:pt x="564652" y="53629"/>
                </a:moveTo>
                <a:lnTo>
                  <a:pt x="564652" y="58709"/>
                </a:lnTo>
                <a:lnTo>
                  <a:pt x="516894" y="58709"/>
                </a:lnTo>
                <a:cubicBezTo>
                  <a:pt x="517346" y="65879"/>
                  <a:pt x="519500" y="71340"/>
                  <a:pt x="523358" y="75094"/>
                </a:cubicBezTo>
                <a:cubicBezTo>
                  <a:pt x="527215" y="78848"/>
                  <a:pt x="532588" y="80725"/>
                  <a:pt x="539475" y="80725"/>
                </a:cubicBezTo>
                <a:cubicBezTo>
                  <a:pt x="543464" y="80725"/>
                  <a:pt x="547331" y="80236"/>
                  <a:pt x="551075" y="79258"/>
                </a:cubicBezTo>
                <a:cubicBezTo>
                  <a:pt x="554820" y="78279"/>
                  <a:pt x="558536" y="76811"/>
                  <a:pt x="562225" y="74854"/>
                </a:cubicBezTo>
                <a:lnTo>
                  <a:pt x="562225" y="84677"/>
                </a:lnTo>
                <a:cubicBezTo>
                  <a:pt x="558499" y="86258"/>
                  <a:pt x="554679" y="87462"/>
                  <a:pt x="550765" y="88290"/>
                </a:cubicBezTo>
                <a:cubicBezTo>
                  <a:pt x="546851" y="89118"/>
                  <a:pt x="542881" y="89532"/>
                  <a:pt x="538854" y="89532"/>
                </a:cubicBezTo>
                <a:cubicBezTo>
                  <a:pt x="528768" y="89532"/>
                  <a:pt x="520780" y="86592"/>
                  <a:pt x="514890" y="80711"/>
                </a:cubicBezTo>
                <a:cubicBezTo>
                  <a:pt x="509000" y="74830"/>
                  <a:pt x="506056" y="66875"/>
                  <a:pt x="506056" y="56848"/>
                </a:cubicBezTo>
                <a:cubicBezTo>
                  <a:pt x="506056" y="46481"/>
                  <a:pt x="508850" y="38253"/>
                  <a:pt x="514439" y="32165"/>
                </a:cubicBezTo>
                <a:cubicBezTo>
                  <a:pt x="520027" y="26076"/>
                  <a:pt x="527563" y="23032"/>
                  <a:pt x="537047" y="23032"/>
                </a:cubicBezTo>
                <a:cubicBezTo>
                  <a:pt x="545553" y="23032"/>
                  <a:pt x="552280" y="25775"/>
                  <a:pt x="557229" y="31262"/>
                </a:cubicBezTo>
                <a:cubicBezTo>
                  <a:pt x="562178" y="36747"/>
                  <a:pt x="564652" y="44203"/>
                  <a:pt x="564652" y="53629"/>
                </a:cubicBezTo>
                <a:moveTo>
                  <a:pt x="554265" y="50580"/>
                </a:moveTo>
                <a:cubicBezTo>
                  <a:pt x="554190" y="44880"/>
                  <a:pt x="552600" y="40331"/>
                  <a:pt x="549495" y="36935"/>
                </a:cubicBezTo>
                <a:cubicBezTo>
                  <a:pt x="546390" y="33537"/>
                  <a:pt x="542278" y="31839"/>
                  <a:pt x="537160" y="31839"/>
                </a:cubicBezTo>
                <a:cubicBezTo>
                  <a:pt x="531365" y="31839"/>
                  <a:pt x="526726" y="33481"/>
                  <a:pt x="523245" y="36766"/>
                </a:cubicBezTo>
                <a:cubicBezTo>
                  <a:pt x="519764" y="40049"/>
                  <a:pt x="517760" y="44673"/>
                  <a:pt x="517233" y="50637"/>
                </a:cubicBezTo>
                <a:lnTo>
                  <a:pt x="554265" y="50580"/>
                </a:lnTo>
                <a:close/>
                <a:moveTo>
                  <a:pt x="635754" y="53629"/>
                </a:moveTo>
                <a:lnTo>
                  <a:pt x="635754" y="58709"/>
                </a:lnTo>
                <a:lnTo>
                  <a:pt x="587997" y="58709"/>
                </a:lnTo>
                <a:cubicBezTo>
                  <a:pt x="588448" y="65879"/>
                  <a:pt x="590603" y="71340"/>
                  <a:pt x="594460" y="75094"/>
                </a:cubicBezTo>
                <a:cubicBezTo>
                  <a:pt x="598318" y="78848"/>
                  <a:pt x="603690" y="80725"/>
                  <a:pt x="610577" y="80725"/>
                </a:cubicBezTo>
                <a:cubicBezTo>
                  <a:pt x="614566" y="80725"/>
                  <a:pt x="618433" y="80236"/>
                  <a:pt x="622178" y="79258"/>
                </a:cubicBezTo>
                <a:cubicBezTo>
                  <a:pt x="625922" y="78279"/>
                  <a:pt x="629639" y="76811"/>
                  <a:pt x="633327" y="74854"/>
                </a:cubicBezTo>
                <a:lnTo>
                  <a:pt x="633327" y="84677"/>
                </a:lnTo>
                <a:cubicBezTo>
                  <a:pt x="629601" y="86258"/>
                  <a:pt x="625781" y="87462"/>
                  <a:pt x="621867" y="88290"/>
                </a:cubicBezTo>
                <a:cubicBezTo>
                  <a:pt x="617953" y="89118"/>
                  <a:pt x="613983" y="89532"/>
                  <a:pt x="609956" y="89532"/>
                </a:cubicBezTo>
                <a:cubicBezTo>
                  <a:pt x="599870" y="89532"/>
                  <a:pt x="591882" y="86592"/>
                  <a:pt x="585993" y="80711"/>
                </a:cubicBezTo>
                <a:cubicBezTo>
                  <a:pt x="580103" y="74830"/>
                  <a:pt x="577158" y="66875"/>
                  <a:pt x="577158" y="56848"/>
                </a:cubicBezTo>
                <a:cubicBezTo>
                  <a:pt x="577158" y="46481"/>
                  <a:pt x="579952" y="38253"/>
                  <a:pt x="585541" y="32165"/>
                </a:cubicBezTo>
                <a:cubicBezTo>
                  <a:pt x="591130" y="26076"/>
                  <a:pt x="598666" y="23032"/>
                  <a:pt x="608150" y="23032"/>
                </a:cubicBezTo>
                <a:cubicBezTo>
                  <a:pt x="616655" y="23032"/>
                  <a:pt x="623382" y="25775"/>
                  <a:pt x="628331" y="31262"/>
                </a:cubicBezTo>
                <a:cubicBezTo>
                  <a:pt x="633280" y="36747"/>
                  <a:pt x="635754" y="44203"/>
                  <a:pt x="635754" y="53629"/>
                </a:cubicBezTo>
                <a:moveTo>
                  <a:pt x="625367" y="50580"/>
                </a:moveTo>
                <a:cubicBezTo>
                  <a:pt x="625292" y="44880"/>
                  <a:pt x="623702" y="40331"/>
                  <a:pt x="620597" y="36935"/>
                </a:cubicBezTo>
                <a:cubicBezTo>
                  <a:pt x="617492" y="33537"/>
                  <a:pt x="613381" y="31839"/>
                  <a:pt x="608263" y="31839"/>
                </a:cubicBezTo>
                <a:cubicBezTo>
                  <a:pt x="602467" y="31839"/>
                  <a:pt x="597828" y="33481"/>
                  <a:pt x="594347" y="36766"/>
                </a:cubicBezTo>
                <a:cubicBezTo>
                  <a:pt x="590866" y="40049"/>
                  <a:pt x="588862" y="44673"/>
                  <a:pt x="588335" y="50637"/>
                </a:cubicBezTo>
                <a:lnTo>
                  <a:pt x="625367" y="50580"/>
                </a:lnTo>
                <a:close/>
                <a:moveTo>
                  <a:pt x="694380" y="34209"/>
                </a:moveTo>
                <a:lnTo>
                  <a:pt x="694380" y="0"/>
                </a:lnTo>
                <a:lnTo>
                  <a:pt x="704767" y="0"/>
                </a:lnTo>
                <a:lnTo>
                  <a:pt x="704767" y="87838"/>
                </a:lnTo>
                <a:lnTo>
                  <a:pt x="694380" y="87838"/>
                </a:lnTo>
                <a:lnTo>
                  <a:pt x="694380" y="78354"/>
                </a:lnTo>
                <a:cubicBezTo>
                  <a:pt x="692197" y="82137"/>
                  <a:pt x="689440" y="84945"/>
                  <a:pt x="686110" y="86780"/>
                </a:cubicBezTo>
                <a:cubicBezTo>
                  <a:pt x="682779" y="88614"/>
                  <a:pt x="678780" y="89532"/>
                  <a:pt x="674114" y="89532"/>
                </a:cubicBezTo>
                <a:cubicBezTo>
                  <a:pt x="666474" y="89532"/>
                  <a:pt x="660255" y="86478"/>
                  <a:pt x="655457" y="80371"/>
                </a:cubicBezTo>
                <a:cubicBezTo>
                  <a:pt x="650658" y="74263"/>
                  <a:pt x="648259" y="66234"/>
                  <a:pt x="648259" y="56282"/>
                </a:cubicBezTo>
                <a:cubicBezTo>
                  <a:pt x="648259" y="46330"/>
                  <a:pt x="650658" y="38300"/>
                  <a:pt x="655457" y="32193"/>
                </a:cubicBezTo>
                <a:cubicBezTo>
                  <a:pt x="660255" y="26086"/>
                  <a:pt x="666474" y="23032"/>
                  <a:pt x="674114" y="23032"/>
                </a:cubicBezTo>
                <a:cubicBezTo>
                  <a:pt x="678780" y="23032"/>
                  <a:pt x="682779" y="23949"/>
                  <a:pt x="686110" y="25784"/>
                </a:cubicBezTo>
                <a:cubicBezTo>
                  <a:pt x="689440" y="27619"/>
                  <a:pt x="692197" y="30427"/>
                  <a:pt x="694380" y="34209"/>
                </a:cubicBezTo>
                <a:moveTo>
                  <a:pt x="658985" y="56282"/>
                </a:moveTo>
                <a:cubicBezTo>
                  <a:pt x="658985" y="63939"/>
                  <a:pt x="660556" y="69947"/>
                  <a:pt x="663698" y="74304"/>
                </a:cubicBezTo>
                <a:cubicBezTo>
                  <a:pt x="666841" y="78660"/>
                  <a:pt x="671159" y="80838"/>
                  <a:pt x="676654" y="80838"/>
                </a:cubicBezTo>
                <a:cubicBezTo>
                  <a:pt x="682149" y="80838"/>
                  <a:pt x="686477" y="78660"/>
                  <a:pt x="689638" y="74304"/>
                </a:cubicBezTo>
                <a:cubicBezTo>
                  <a:pt x="692799" y="69947"/>
                  <a:pt x="694380" y="63939"/>
                  <a:pt x="694380" y="56282"/>
                </a:cubicBezTo>
                <a:cubicBezTo>
                  <a:pt x="694380" y="48625"/>
                  <a:pt x="692799" y="42618"/>
                  <a:pt x="689638" y="38262"/>
                </a:cubicBezTo>
                <a:cubicBezTo>
                  <a:pt x="686477" y="33904"/>
                  <a:pt x="682149" y="31726"/>
                  <a:pt x="676654" y="31726"/>
                </a:cubicBezTo>
                <a:cubicBezTo>
                  <a:pt x="671159" y="31726"/>
                  <a:pt x="666841" y="33904"/>
                  <a:pt x="663698" y="38262"/>
                </a:cubicBezTo>
                <a:cubicBezTo>
                  <a:pt x="660556" y="42618"/>
                  <a:pt x="658985" y="48625"/>
                  <a:pt x="658985" y="56282"/>
                </a:cubicBezTo>
                <a:close/>
                <a:moveTo>
                  <a:pt x="725117" y="62887"/>
                </a:moveTo>
                <a:lnTo>
                  <a:pt x="725117" y="24613"/>
                </a:lnTo>
                <a:lnTo>
                  <a:pt x="735504" y="24613"/>
                </a:lnTo>
                <a:lnTo>
                  <a:pt x="735504" y="62492"/>
                </a:lnTo>
                <a:cubicBezTo>
                  <a:pt x="735504" y="68494"/>
                  <a:pt x="736670" y="72996"/>
                  <a:pt x="739004" y="75997"/>
                </a:cubicBezTo>
                <a:cubicBezTo>
                  <a:pt x="741337" y="78999"/>
                  <a:pt x="744837" y="80499"/>
                  <a:pt x="749504" y="80499"/>
                </a:cubicBezTo>
                <a:cubicBezTo>
                  <a:pt x="755111" y="80499"/>
                  <a:pt x="759542" y="78707"/>
                  <a:pt x="762798" y="75123"/>
                </a:cubicBezTo>
                <a:cubicBezTo>
                  <a:pt x="766053" y="71537"/>
                  <a:pt x="767681" y="66649"/>
                  <a:pt x="767681" y="60459"/>
                </a:cubicBezTo>
                <a:lnTo>
                  <a:pt x="767681" y="24613"/>
                </a:lnTo>
                <a:lnTo>
                  <a:pt x="778068" y="24613"/>
                </a:lnTo>
                <a:lnTo>
                  <a:pt x="778068" y="87838"/>
                </a:lnTo>
                <a:lnTo>
                  <a:pt x="767681" y="87838"/>
                </a:lnTo>
                <a:lnTo>
                  <a:pt x="767681" y="78129"/>
                </a:lnTo>
                <a:cubicBezTo>
                  <a:pt x="765159" y="81986"/>
                  <a:pt x="762233" y="84851"/>
                  <a:pt x="758903" y="86723"/>
                </a:cubicBezTo>
                <a:cubicBezTo>
                  <a:pt x="755572" y="88596"/>
                  <a:pt x="751705" y="89532"/>
                  <a:pt x="747302" y="89532"/>
                </a:cubicBezTo>
                <a:cubicBezTo>
                  <a:pt x="740039" y="89532"/>
                  <a:pt x="734525" y="87269"/>
                  <a:pt x="730762" y="82743"/>
                </a:cubicBezTo>
                <a:cubicBezTo>
                  <a:pt x="726998" y="78218"/>
                  <a:pt x="725117" y="71599"/>
                  <a:pt x="725117" y="62887"/>
                </a:cubicBezTo>
                <a:moveTo>
                  <a:pt x="751254" y="23032"/>
                </a:moveTo>
                <a:lnTo>
                  <a:pt x="751254" y="23032"/>
                </a:lnTo>
                <a:close/>
                <a:moveTo>
                  <a:pt x="809536" y="78354"/>
                </a:moveTo>
                <a:lnTo>
                  <a:pt x="809536" y="111886"/>
                </a:lnTo>
                <a:lnTo>
                  <a:pt x="799093" y="111886"/>
                </a:lnTo>
                <a:lnTo>
                  <a:pt x="799093" y="24613"/>
                </a:lnTo>
                <a:lnTo>
                  <a:pt x="809536" y="24613"/>
                </a:lnTo>
                <a:lnTo>
                  <a:pt x="809536" y="34209"/>
                </a:lnTo>
                <a:cubicBezTo>
                  <a:pt x="811719" y="30427"/>
                  <a:pt x="814476" y="27619"/>
                  <a:pt x="817806" y="25784"/>
                </a:cubicBezTo>
                <a:cubicBezTo>
                  <a:pt x="821137" y="23949"/>
                  <a:pt x="825117" y="23032"/>
                  <a:pt x="829746" y="23032"/>
                </a:cubicBezTo>
                <a:cubicBezTo>
                  <a:pt x="837423" y="23032"/>
                  <a:pt x="843661" y="26086"/>
                  <a:pt x="848459" y="32193"/>
                </a:cubicBezTo>
                <a:cubicBezTo>
                  <a:pt x="853258" y="38300"/>
                  <a:pt x="855657" y="46330"/>
                  <a:pt x="855657" y="56282"/>
                </a:cubicBezTo>
                <a:cubicBezTo>
                  <a:pt x="855657" y="66234"/>
                  <a:pt x="853258" y="74263"/>
                  <a:pt x="848459" y="80371"/>
                </a:cubicBezTo>
                <a:cubicBezTo>
                  <a:pt x="843661" y="86478"/>
                  <a:pt x="837423" y="89532"/>
                  <a:pt x="829746" y="89532"/>
                </a:cubicBezTo>
                <a:cubicBezTo>
                  <a:pt x="825117" y="89532"/>
                  <a:pt x="821137" y="88614"/>
                  <a:pt x="817806" y="86780"/>
                </a:cubicBezTo>
                <a:cubicBezTo>
                  <a:pt x="814476" y="84945"/>
                  <a:pt x="811719" y="82137"/>
                  <a:pt x="809536" y="78354"/>
                </a:cubicBezTo>
                <a:moveTo>
                  <a:pt x="844875" y="56282"/>
                </a:moveTo>
                <a:cubicBezTo>
                  <a:pt x="844875" y="48625"/>
                  <a:pt x="843303" y="42618"/>
                  <a:pt x="840161" y="38262"/>
                </a:cubicBezTo>
                <a:cubicBezTo>
                  <a:pt x="837018" y="33904"/>
                  <a:pt x="832700" y="31726"/>
                  <a:pt x="827205" y="31726"/>
                </a:cubicBezTo>
                <a:cubicBezTo>
                  <a:pt x="821711" y="31726"/>
                  <a:pt x="817392" y="33904"/>
                  <a:pt x="814250" y="38262"/>
                </a:cubicBezTo>
                <a:cubicBezTo>
                  <a:pt x="811107" y="42618"/>
                  <a:pt x="809536" y="48625"/>
                  <a:pt x="809536" y="56282"/>
                </a:cubicBezTo>
                <a:cubicBezTo>
                  <a:pt x="809536" y="63939"/>
                  <a:pt x="811107" y="69947"/>
                  <a:pt x="814250" y="74304"/>
                </a:cubicBezTo>
                <a:cubicBezTo>
                  <a:pt x="817392" y="78660"/>
                  <a:pt x="821711" y="80838"/>
                  <a:pt x="827205" y="80838"/>
                </a:cubicBezTo>
                <a:cubicBezTo>
                  <a:pt x="832700" y="80838"/>
                  <a:pt x="837018" y="78660"/>
                  <a:pt x="840161" y="74304"/>
                </a:cubicBezTo>
                <a:cubicBezTo>
                  <a:pt x="843303" y="69947"/>
                  <a:pt x="844875" y="63939"/>
                  <a:pt x="844875" y="56282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7F8D83-F629-4EAF-83F7-1F070F71CD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16715" y="3506222"/>
            <a:ext cx="1612790" cy="1201788"/>
          </a:xfrm>
          <a:custGeom xmlns:a="http://schemas.openxmlformats.org/drawingml/2006/main">
            <a:pathLst>
              <a:path w="1612790" h="1201788">
                <a:moveTo>
                  <a:pt x="0" y="1201788"/>
                </a:moveTo>
                <a:lnTo>
                  <a:pt x="1612790" y="1201788"/>
                </a:lnTo>
                <a:lnTo>
                  <a:pt x="1612790" y="0"/>
                </a:lnTo>
                <a:lnTo>
                  <a:pt x="0" y="0"/>
                </a:lnTo>
                <a:lnTo>
                  <a:pt x="0" y="1201788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AFD62C-2289-4EE2-97B3-14578500AE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6" y="4343473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6BBCC1-E9A8-4BF1-86B1-8848C187E6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6" y="4343473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1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32CE78-0750-4FE0-9A31-36DA1AF048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8380" y="434455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1D8D02-DA50-45B6-8FE1-980A526F6E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8380" y="434455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1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7655A9-2254-4A1A-9A2B-9F0A1983BB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1838" y="434476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BA9DB1-783F-4BD2-A2C0-338FF5B930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1838" y="434476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1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0DB45D-C178-47B3-9272-8481DE46DC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7503" y="434427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AD9CE0-6CF9-476D-8482-87B9AC6EFE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7503" y="434427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1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622CF8-F1A6-4530-B5F0-AF5A364A2B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9179" y="434879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A5D97A-4AD2-4D29-8D5E-A328BFE299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9179" y="434879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1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D9A6E5-6D04-4271-8FD1-58E853B648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5" y="4338690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E3AA1D-80BB-4386-877E-DFCAAA41E5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5" y="4338690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1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36BB6A-5793-4B41-86EB-4DD5E4C0E0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0739" y="434659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4589B3-95AD-446A-B5A9-CF36BA8EC1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0739" y="434659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1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E2215F-3B8A-47E3-AC33-B21DACA06C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4703" y="435814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211B7A-307F-4CC6-8BBC-D27926468C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4703" y="435814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1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D66379-3693-45E2-A9FC-ADD6DAA10B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4192" y="435483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BF84A4-BC7E-4514-B2CE-C70EDD85D0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4192" y="435483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1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2FE285-96ED-4A91-81A2-80C9C4DA0A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1537" y="435349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9FB250-B71D-42D0-9E41-FBB0E81680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1537" y="435349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1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786D14-E709-41A5-846D-E251D50C99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8825" y="436223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2F8EEC-3A29-4FE0-B838-CA9F96B3D5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8825" y="436223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1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FD3756-DF31-4860-81A4-3C1449F46C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9592" y="3506222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1"/>
                </a:move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50E260-574B-4F80-8D04-06E7EB3499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9592" y="3506222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2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2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1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02545E-A035-415A-BB98-BE42049530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3457" y="436254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D5D593-9914-4A6B-9C95-B675590B7C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3457" y="436254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1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6EAA85-6483-4728-B0EE-4F559D069A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0619" y="436121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DE37F8-E284-4B6F-8284-26639D73E1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0619" y="436121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1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61E22A-A1E9-499E-BD35-99764A6F1E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5290" y="436179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7B354C-8E80-40F6-8608-29897B3FB9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5290" y="436179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1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15FA76-EBD0-4AE9-9CD0-951BE27BF3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9082" y="436454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86C430-0D27-4345-BA3A-EFA1073896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9082" y="436454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1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B15468-03B5-4493-90F6-5F62298ABF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0740" y="436035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F13880-69AD-4C9B-A85B-A2862DB23B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0740" y="436035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1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047A3F-B70B-4EA1-BC3D-F0F24646C6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2662" y="436495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CDF1C6-90C1-456F-A848-BDD5E31332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2662" y="436495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1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241809-EEF1-40A7-BF69-21F02542BB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4978" y="435900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134739-5996-42B0-AD4E-FF00DC31FE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4978" y="435900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1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13AEA4-8B90-496B-B5AD-1A35CCE7F3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3467" y="436369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B102D8-DB8D-415D-B58B-03D591292B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3467" y="436369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1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CD6CED-F649-433C-B163-9D7644D382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9873" y="436521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B25E45-1DF0-406C-AB16-16A394E008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9873" y="436521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1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51AFA8-36F6-4C6D-9B5D-854BFA311D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2216" y="436350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65F374-0A68-4E4B-AEA0-A754E0082B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2216" y="436350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1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0BFB1B-9C77-4D37-BEE4-CFB1FEF4ED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5219" y="435779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EFC395-6CAD-4650-BCA5-1A870F4460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5219" y="435779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2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705A02-9FC2-44D1-8631-C0EEFD39E6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6588" y="436450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098613-C34C-498D-85CD-C433D28B7F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6588" y="436450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2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8EBD35-EC51-4D80-94A3-46ACE388C4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6971" y="436639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5E8FC8-258C-4274-A1B1-6B58950B70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6971" y="436639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2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ED6219-F92B-493C-B515-30C37EA215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4044" y="436369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7ECDF0-8791-4554-BA06-480864C5E8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4044" y="436369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2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6303AC-FEAC-4B81-B98D-CF907A442C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0157" y="436153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4C9AAA-CE53-434B-A81E-023FF0102E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0157" y="436153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2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A4D9A2-0645-47C8-A8F5-7509097D0D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8801" y="436262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691143-6AFE-4595-A9B7-DF4EC3C59A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8801" y="436262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2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5D1541-174B-42C2-8B1D-5C6DB8E744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6011" y="436438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9D04F7-6F93-42DE-944E-FCEC4A5378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6011" y="436438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2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EB90BD-7B20-4793-AE46-C81BCF64C9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6845" y="436184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CC80AF-E0AE-4021-A4C6-AB47A95441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6845" y="436184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2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55BBB1-7045-4E3C-8CF0-6592CDCA24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1999" y="436424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A93AAF-28BA-4B1F-8392-C49036EA43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1999" y="436424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2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4B2AC8-2D53-463D-AD88-1E247E7CDF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8587" y="436147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D02054-A930-4CCF-AB35-515F10E413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8587" y="436147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2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5449AB-9CAD-4506-94C4-3CD4B46294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8248" y="436148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DAEEF9-4409-4E67-9197-59B6898FA5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8248" y="436148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2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80823E-5F31-4E31-B507-8B5B77AC1C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7035" y="436066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43D2B3-839C-44E4-BAEA-741EA53168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7035" y="436066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2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F72090-4461-46E6-B920-31FA3DF6E6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9523" y="436419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011EA5-6A6A-4953-8D89-5D13903966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9523" y="436419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2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DFA32A-35AE-4352-B2A0-CBBD9023BC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5417" y="436348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107775-E621-43D5-82F4-DDF8BF8AE3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5417" y="436348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2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2C451C-EA8B-4C9E-A0A5-220227EAA9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7052" y="436047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7DF5C3-49EC-46C3-A119-0BABAC6FF8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7052" y="436047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2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357DAD-52A1-4DEF-A652-585D23ADF2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1657" y="436381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FEC2C3-577E-4088-996D-79204AB954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1657" y="436381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2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3B4D64-5314-4A7C-9B1B-06403E8839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8874" y="436258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B65E66-5D9B-46E3-BA57-CCF1106ABE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8874" y="436258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2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84D8F0-91C0-425D-94B0-3E474198BA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4068" y="436344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AD680E-0057-4BAE-8ABD-98F0133E64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4068" y="436344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2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CED6BF-743C-479E-956E-418047D787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4813" y="436375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758F12-89A9-4AFB-8D10-E371504F75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4813" y="436375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2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143DF3-7B7E-4FCF-AF41-47D568EBA9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2810" y="436304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0F8594-DDC0-4AC8-9FD3-5B44C8DB6E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2810" y="436304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2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7BB65F-1872-44F8-8E25-4EEC0B6608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4804" y="436438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8FF2E6-D06D-432B-9ACD-DAF24F5BA0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4804" y="436438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2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FB7575-4632-43C1-8A00-5307525AF5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8932" y="436392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73A9F0-1CAF-4F7B-839C-A9AE9B89EB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8932" y="436392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2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5C93B3-008D-49CC-BA54-8F917B3735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3233" y="435958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634789-278D-4E86-A0A1-1D378A5F43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3233" y="435958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2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32F84E-465D-40FC-8F71-64BCC6F821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7380" y="436575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6CA7D9-5638-45E2-8A46-C65B20A908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7380" y="436575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2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C98347-E406-4CE7-9668-01A5C86235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1124" y="435954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BE64C6-13E3-4F8D-BCC4-7480EF86E0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1124" y="435954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2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78E5AC-9067-488A-83CC-5376A6ABF6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2124" y="436229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735F41-4287-485F-82F1-6EDA6FA1AF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2124" y="436229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2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7C266C-D425-4516-8256-F66C95ADD5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0934" y="436568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70E77A-E90A-4F11-895B-B7B3999972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0934" y="436568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2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9C2196-AE85-4210-BFC4-86A6DEEF79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1893" y="435997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FFE7B5-526D-4261-A2F5-CFE04DEBA9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1893" y="435997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2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DBC281-161E-4C33-80CD-E6E5936349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5677" y="436408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AB6661-C126-463C-A464-A306FD1C79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5677" y="436408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2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A91F65-281D-4579-86DC-34A55CDA65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1915" y="436457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5B47BE-5D06-4D29-9227-591FF8CAAA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1915" y="436457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2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626496-3014-4DFC-81F9-6382436D4F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6225" y="436594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3EEAB4-1007-44FB-BED0-B1F277CEB4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6225" y="436594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2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D87F97-A622-43C7-8D68-ECDB9AFB89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6312" y="436379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A7E96F-3FB6-46D9-8C4E-0404040C88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6312" y="436379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2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9920CE-1D77-4BC5-9770-693A5982BD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2627" y="436489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920F10-637A-4132-8009-B9DE1E22F7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2627" y="436489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2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AA4A81-EF6B-42A5-9C2E-F3CFFF5761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2762" y="436304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2A350B-E35E-470C-BB69-FC4D48BCEE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2762" y="436304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2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876A9D-AA0D-42CD-AC39-0319CCE0BF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7152" y="436263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601162-4F42-4EED-8515-35AAC4BBC8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7152" y="436263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2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A234CD-F9BE-4C16-A6A9-251C3DFA8C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5108" y="436308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4BD4AF-B351-4870-85C8-CB715A53A8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5108" y="436308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2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A33F72-7601-4713-A81E-5F21D2E42F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3840" y="436352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4F83E9-B71C-46AA-97F3-034247B5D2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3840" y="436352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2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2AC0F2-4800-4DE2-A734-581866B63E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0327" y="436373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FD4A88-4405-4EA6-8793-7D0D5F8BDD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0327" y="436373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2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3FFAEF-8074-446C-B7A7-B7399A5796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4594" y="436498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DEDA09-7E3E-4F5D-AD22-757B34DAAB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4594" y="436498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2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0F2DBE-086A-4A64-BAE8-B146BF91DF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5208" y="436344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6968A8-FAB8-4F08-A77C-DC74DD0BF3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5208" y="436344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2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77276B-D5EE-468D-B901-105B109CFF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5" y="4365461"/>
            <a:ext cx="8080" cy="16157"/>
          </a:xfrm>
          <a:custGeom xmlns:a="http://schemas.openxmlformats.org/drawingml/2006/main">
            <a:pathLst>
              <a:path w="8080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0" y="16157"/>
                </a:lnTo>
                <a:lnTo>
                  <a:pt x="8080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EFA630-07D0-4816-AB21-EB841B833B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5" y="4365461"/>
            <a:ext cx="8080" cy="16157"/>
          </a:xfrm>
          <a:custGeom xmlns:a="http://schemas.openxmlformats.org/drawingml/2006/main">
            <a:pathLst>
              <a:path w="8080" h="16157" fill="none">
                <a:moveTo>
                  <a:pt x="8079" y="16157"/>
                </a:moveTo>
                <a:lnTo>
                  <a:pt x="8080" y="16157"/>
                </a:lnTo>
                <a:moveTo>
                  <a:pt x="8080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2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EC6AD0-1AC2-4564-99B7-4F3E40F625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5863" y="436681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5C8ACF-FA7F-4C6B-B058-DD722A5C70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5863" y="436681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2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769AA7-D5BD-42F3-BCAF-02E7CC7D40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5" y="4362122"/>
            <a:ext cx="8080" cy="16157"/>
          </a:xfrm>
          <a:custGeom xmlns:a="http://schemas.openxmlformats.org/drawingml/2006/main">
            <a:pathLst>
              <a:path w="8080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0" y="16157"/>
                </a:lnTo>
                <a:lnTo>
                  <a:pt x="8080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13C9E2-910C-4B6C-98FC-8B00577DDD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5" y="4362122"/>
            <a:ext cx="8080" cy="16157"/>
          </a:xfrm>
          <a:custGeom xmlns:a="http://schemas.openxmlformats.org/drawingml/2006/main">
            <a:pathLst>
              <a:path w="8080" h="16157" fill="none">
                <a:moveTo>
                  <a:pt x="8079" y="16157"/>
                </a:moveTo>
                <a:lnTo>
                  <a:pt x="8080" y="16157"/>
                </a:lnTo>
                <a:moveTo>
                  <a:pt x="8080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2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F51FF6-2E3F-42D3-9E56-0B8921D9C6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1116" y="436292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E35184-F147-4A72-8CF8-2B5A0ECB32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1116" y="436292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2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2D9A29-9989-4D58-97A2-755874FDBA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0291" y="435947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A9B9B9-DFCD-4F23-9F33-724BF95888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0291" y="435947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2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4B3DB4-D03D-4594-843D-3DBA390B0B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9096" y="436124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6C8EC8-CD1A-482D-9FC4-FA63B145D4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9096" y="436124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2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E84FB2-30DB-42CA-BFC7-B37A6A16BC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4274" y="435925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45D300-2E53-47BD-9FF1-172A1BB4FE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4274" y="435925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2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A7FCF9-2193-4557-A0A0-C2D72C4CEB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7648" y="436612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17209E-72FE-4F61-B3E9-E7C9F86F9F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7648" y="436612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2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90D2F5-95A2-44FA-BC38-6E55522198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8102" y="436270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BB76B4-4FDE-4F6E-858F-477E62A43E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8102" y="436270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2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019510-334C-4E38-8EBC-8624C78300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2691" y="436518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1685EC-72D1-4C42-B0B9-19215C97CD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2691" y="436518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2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3484C2-191A-4DC7-9A19-67E36628FC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8913" y="436420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C4561D-1725-4823-A603-4209582E69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8913" y="436420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3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54EDA1-FCFC-401D-8498-9967D75FE4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8033" y="436589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FDD0A0-1321-4A30-A0CA-C64A4DA0CF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8033" y="436589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3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E6C6BB-DAC6-4F88-8F72-C2BB99A4F0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8065" y="436290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EB1F81-DAE1-42CA-BE41-C55B27B883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8065" y="436290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3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B331FE-137B-4AB3-BC22-13B87F0074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9335" y="436954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06F1A3-C6A4-4326-B21B-D8E7B62D33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9335" y="436954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3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81450F-A2A9-4851-906F-E5EC37DBC4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3133" y="436599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D5F811-5496-4981-9CCF-C31F15411C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3133" y="436599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3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EC3DB1-D229-4D5F-BD5B-0C3AB2B6FE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6036" y="436676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AF3934-58EC-45C1-A0E8-3056A3415B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6036" y="436676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3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F13F52-1DC2-4CB5-ADD9-BA7EB97172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7712" y="436422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A403C2-4A27-48C1-83FE-632CA1331F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7712" y="436422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3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D3CAAA-156A-44CE-A0B6-C17C07BB94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2467" y="436418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DB6AA6-B1AB-4F31-9B40-044CDDC48C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2467" y="436418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3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B269D9-DA2D-4279-A508-3DF9D5EBD2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6730" y="436487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9BC463-C3E1-42C5-8C0B-EF9D6A494B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6730" y="436487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3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23B791-9236-4243-B423-A822C6547D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0253" y="436417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62EF64-FEB4-4147-AD43-3E2FFEBDAF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0253" y="436417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3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D09E93-529D-4678-ACA1-9392BC1D55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0901" y="436096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B90858-28A5-46A6-B800-6F882F357E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0901" y="436096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3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6F57DB-5F20-426D-B9C1-514B2474B0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5272" y="435446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2B58A9-A887-49BC-B82F-05B95061E3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5272" y="435446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3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A86EB9-D551-4629-9B78-99FACCB042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8547" y="436602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64DEA5-EF9B-4C5A-9955-6665D2C54A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8547" y="436602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3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25CAC6-CEEC-4DA0-A14F-4591E046D3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2147" y="436649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7847B1-0887-42FF-A7EB-2EEC9DCA35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2147" y="436649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3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A7C43A-3B56-438B-AED7-56E06F1845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9992" y="436197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EF62E2-15D3-408D-927C-B82C06E03C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9992" y="436197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3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FF3FE5-9A8F-4800-85A7-F20062BBEF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7396" y="436361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3E23C0-C92F-4730-94AD-78D89D4777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7396" y="436361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3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6B7E20-B02A-431B-AC1A-8C40BD8A3D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9676" y="436458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AD8DEE-85C3-40CE-97D7-6850E10B74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9676" y="436458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3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2EED2C-8854-460E-921A-75ACF04748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3370" y="436486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2B5DE3-7AEA-40FB-B42D-5C2FAE1F94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3370" y="436486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3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972D20-F765-410D-AF00-1BDA373E90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6677" y="436646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41D24C-CAA5-468A-8F09-F3DBE78D59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6677" y="436646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3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F784A6-B6B5-4A06-9EF3-8B92EDBB62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4921" y="436400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98173B-3DC5-44CB-B2C3-5EA4FCEF18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4921" y="436400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3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01609C-ECC8-42CB-A72D-E9A68BDB88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2228" y="436424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1582D3-DF09-4C15-9576-91EC538EFF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2228" y="436424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3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A51982-A6A7-4323-BC8C-D4C6B51C3A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2816" y="436427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A34CC0-A42C-4F0F-B1F0-5AA1730F5E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2816" y="436427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3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E8C872-CA72-44A5-8683-3DE35A3EBE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0119" y="436330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F3DAFD-0FD1-44F5-A0FA-57316BFCF9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0119" y="436330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3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C95C74-6635-4E5D-83F7-7F7AB7086A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9345" y="436186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323F66-D3AC-46EE-AEA0-747CF0DD8F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9345" y="436186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3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4458D7-1915-4AA7-A71E-09B8B2CD6D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7063" y="436484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CEDF67-79C7-4EC1-BC49-5C0BBDA5CA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7063" y="436484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3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338E25-CBEB-4A73-89E5-F379C6FAE1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9257" y="436450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FF60FE-F1FD-49F6-BEDC-6435B050C6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9257" y="436450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3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8DF99A-34F5-47D9-B14C-DD15684B3F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6273" y="436398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4EC9BB-6105-4449-8691-84E5A07E56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6273" y="436398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3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CD1BD4-0C44-4B12-BBE9-F56CE5D442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1079" y="436635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3991D5-5124-44DC-BCD4-8C8B23CBE3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1079" y="436635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3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468AE9-B9D8-4CC6-9166-2CB88029BB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7413" y="436515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3E8FBC-A655-46D7-BF62-1F7CC2C115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7413" y="436515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3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B7B1C5-30BF-416E-9A33-F906A8DF5B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7328" y="436404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CF42CA-D3DC-4E33-ADB8-53F3F9132F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7328" y="436404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3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9101DC-1FD1-4A94-A9A5-067044EDA1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34211" y="433283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69A2AB-9A02-4D4D-A3E5-23D7042F85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34211" y="433283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3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2D4904-ED98-4D6D-B52C-64158B01ED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41662" y="428038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934C80-1FE7-4302-B8AC-6983E7F99F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41662" y="428038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3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65B889-1EDD-4C7E-85CE-B276737941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4099" y="436063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353164-9A2F-470B-9FF7-A57FFAB62D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4099" y="436063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3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6C90AC-113F-44DF-B152-6EC9D4BE63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83667" y="422355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DB7A3A-CCFA-489E-8459-A730C34373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83667" y="422355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3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314952-6DDC-484D-AC74-090AE1A830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32432" y="416471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9EE714-1B60-4644-B434-6B4CEFBECB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32432" y="416471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3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DCA45B-FF5A-4E7B-AB6C-752ADA739D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4488" y="411404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26E7A7-4248-4665-8A3E-6073797567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4488" y="411404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3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A428F2-4268-4BC0-9E1D-2971841319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67284" y="429985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6D7052-1FCD-4207-96AB-90A7E3AEE2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67284" y="429985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3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5410F4-CBF9-4AA3-B9DB-8DA8986EFA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0907" y="423051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DB20F6-A2E5-47A2-818D-C1059CECCF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0907" y="423051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3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397440-E27F-48D3-B286-E3EE000E62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6496" y="434897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FC0CE1-D38A-4CAE-BDBC-3B91942824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6496" y="434897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3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B7649A-E6A5-417E-993E-7F181FFD38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83" y="416683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BB3369-4170-4BC0-AB74-2C53150120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83" y="416683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3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637A64-8BCC-46A9-9D3A-876C61AB67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5" y="4110971"/>
            <a:ext cx="8080" cy="16157"/>
          </a:xfrm>
          <a:custGeom xmlns:a="http://schemas.openxmlformats.org/drawingml/2006/main">
            <a:pathLst>
              <a:path w="8080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0" y="16157"/>
                </a:lnTo>
                <a:lnTo>
                  <a:pt x="8080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93FA39-943A-47CF-A993-83763180E0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5" y="4110971"/>
            <a:ext cx="8080" cy="16157"/>
          </a:xfrm>
          <a:custGeom xmlns:a="http://schemas.openxmlformats.org/drawingml/2006/main">
            <a:pathLst>
              <a:path w="8080" h="16157" fill="none">
                <a:moveTo>
                  <a:pt x="8079" y="16157"/>
                </a:moveTo>
                <a:lnTo>
                  <a:pt x="8080" y="16157"/>
                </a:lnTo>
                <a:moveTo>
                  <a:pt x="8080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3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6893A7-5E40-4C05-83C0-7C47607EBB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5" y="4070554"/>
            <a:ext cx="8080" cy="16157"/>
          </a:xfrm>
          <a:custGeom xmlns:a="http://schemas.openxmlformats.org/drawingml/2006/main">
            <a:pathLst>
              <a:path w="8080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0" y="16157"/>
                </a:lnTo>
                <a:lnTo>
                  <a:pt x="8080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43FFAD-FE19-4A04-A5C6-C77301F5F8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5" y="4070554"/>
            <a:ext cx="8080" cy="16157"/>
          </a:xfrm>
          <a:custGeom xmlns:a="http://schemas.openxmlformats.org/drawingml/2006/main">
            <a:pathLst>
              <a:path w="8080" h="16157" fill="none">
                <a:moveTo>
                  <a:pt x="8079" y="16157"/>
                </a:moveTo>
                <a:lnTo>
                  <a:pt x="8080" y="16157"/>
                </a:lnTo>
                <a:moveTo>
                  <a:pt x="8080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3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41461B-8315-4961-9CC0-73D7A80923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2526" y="432278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369BAF-A7C2-4265-B362-7C6590286B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2526" y="432278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3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72CAD7-D054-4569-8660-43E1DAD068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33296" y="428032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BAEA08-05A8-4113-94FE-7D90C3D52E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33296" y="428032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3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B26AFB-8125-4778-8016-4FF1A128F2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4428" y="435144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A9D76C-3B1F-489A-AF4C-BC7E2886EF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4428" y="435144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3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872D5E-9831-4D9B-AE49-134B784534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66406" y="423270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86D93F-F5FB-45DC-BCBB-C3CF5CE87B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66406" y="423270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3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B3854A-48BA-48C4-AEB1-0F9D0D4845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23766" y="417825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81E772-BF41-4789-94D4-FF0D39DC7B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23766" y="417825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3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9EC8DE-6A56-4DC5-AED5-2D8F4FB057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98215" y="412500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1CBC8D-2FE6-41F3-85D4-0844585C6D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98215" y="412500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3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206606-B0BC-4470-96D6-2430DD00D6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7064" y="435762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59AC3A-4C02-4848-A793-FB3AA8D942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7064" y="435762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3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7E8328-91CB-4D49-B3D0-6C3B0AA730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1873" y="435869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FA5CD0-465B-481D-A8CC-735314626C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1873" y="435869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3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3EE407-CC36-4491-B0BC-AA191CA003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8679" y="436106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0E781B-5FB9-4D39-BA83-5ECE050113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8679" y="436106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4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69777A-DB51-45AB-A18A-3CF116AD8A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3440" y="434363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23192D-5157-4C92-AFBA-02D26155C5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3440" y="434363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4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83EB8F-776F-45CF-9BCB-79F2E1ABE6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8230" y="435071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77C117-AC41-4C6E-ABF6-9E8EEE751B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8230" y="435071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4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1A05A7-870C-4A1B-BBA9-F95CF3A4DF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9339" y="435397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045B7B-A0C3-4E18-ABBA-7AC74B533D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9339" y="435397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4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83F0C1-3645-4099-A23A-61E93BB71A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0015" y="435022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4CA33F-0935-4E88-B24E-3D242FC7E7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0015" y="435022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4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9BD4E8-A055-4D78-8CE7-1D0FE4EC53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9183" y="435972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3FF53D-6F95-45DE-82AA-166EAAC4E7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9183" y="435972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4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CF3AFA-B7CD-4FBF-9502-1F5C461C07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2114" y="436289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0F544E-438B-45AC-94D7-661D759BF6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2114" y="436289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4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2374E4-68E4-4FC5-8320-84D41B9BD8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4104" y="435568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1E5E24-59C2-41D9-B83D-5C6BFA343C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4104" y="435568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4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0F37DB-ACB0-4694-A55E-59C5F4C0F3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1578" y="3506222"/>
            <a:ext cx="16157" cy="8080"/>
          </a:xfrm>
          <a:custGeom xmlns:a="http://schemas.openxmlformats.org/drawingml/2006/main">
            <a:pathLst>
              <a:path w="16157" h="8080">
                <a:moveTo>
                  <a:pt x="8612" y="8062"/>
                </a:move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3"/>
                </a:lnTo>
                <a:lnTo>
                  <a:pt x="9920" y="7867"/>
                </a:lnTo>
                <a:lnTo>
                  <a:pt x="10175" y="7803"/>
                </a:lnTo>
                <a:lnTo>
                  <a:pt x="10428" y="7730"/>
                </a:lnTo>
                <a:lnTo>
                  <a:pt x="10678" y="7650"/>
                </a:lnTo>
                <a:lnTo>
                  <a:pt x="10926" y="7561"/>
                </a:lnTo>
                <a:lnTo>
                  <a:pt x="11170" y="7465"/>
                </a:lnTo>
                <a:lnTo>
                  <a:pt x="11411" y="7360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5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4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1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3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lnTo>
                  <a:pt x="0" y="0"/>
                </a:ln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346" y="8075"/>
                </a:lnTo>
                <a:lnTo>
                  <a:pt x="8612" y="806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1C4061-3FBC-4AE3-8909-C8345C1022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1578" y="3506222"/>
            <a:ext cx="16157" cy="8080"/>
          </a:xfrm>
          <a:custGeom xmlns:a="http://schemas.openxmlformats.org/drawingml/2006/main">
            <a:pathLst>
              <a:path w="16157" h="8080" fill="none">
                <a:moveTo>
                  <a:pt x="8079" y="8080"/>
                </a:moveTo>
                <a:lnTo>
                  <a:pt x="8346" y="8075"/>
                </a:lnTo>
                <a:lnTo>
                  <a:pt x="8612" y="8062"/>
                </a:lnTo>
                <a:lnTo>
                  <a:pt x="8877" y="8040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3"/>
                </a:lnTo>
                <a:lnTo>
                  <a:pt x="9920" y="7867"/>
                </a:lnTo>
                <a:lnTo>
                  <a:pt x="10175" y="7803"/>
                </a:lnTo>
                <a:lnTo>
                  <a:pt x="10428" y="7730"/>
                </a:lnTo>
                <a:lnTo>
                  <a:pt x="10678" y="7650"/>
                </a:lnTo>
                <a:lnTo>
                  <a:pt x="10926" y="7561"/>
                </a:lnTo>
                <a:lnTo>
                  <a:pt x="11170" y="7465"/>
                </a:lnTo>
                <a:lnTo>
                  <a:pt x="11411" y="7360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0"/>
                </a:lnTo>
                <a:lnTo>
                  <a:pt x="12339" y="6865"/>
                </a:lnTo>
                <a:lnTo>
                  <a:pt x="12561" y="6722"/>
                </a:lnTo>
                <a:lnTo>
                  <a:pt x="12778" y="6572"/>
                </a:lnTo>
                <a:lnTo>
                  <a:pt x="12991" y="6415"/>
                </a:lnTo>
                <a:lnTo>
                  <a:pt x="13199" y="6250"/>
                </a:lnTo>
                <a:lnTo>
                  <a:pt x="13401" y="6078"/>
                </a:lnTo>
                <a:lnTo>
                  <a:pt x="13599" y="5899"/>
                </a:lnTo>
                <a:lnTo>
                  <a:pt x="13791" y="5713"/>
                </a:lnTo>
                <a:lnTo>
                  <a:pt x="13977" y="5521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3"/>
                </a:lnTo>
                <a:lnTo>
                  <a:pt x="14650" y="4700"/>
                </a:lnTo>
                <a:lnTo>
                  <a:pt x="14800" y="4483"/>
                </a:lnTo>
                <a:lnTo>
                  <a:pt x="14943" y="4261"/>
                </a:lnTo>
                <a:lnTo>
                  <a:pt x="15078" y="4035"/>
                </a:lnTo>
                <a:lnTo>
                  <a:pt x="15206" y="3805"/>
                </a:lnTo>
                <a:lnTo>
                  <a:pt x="15326" y="3571"/>
                </a:lnTo>
                <a:lnTo>
                  <a:pt x="15438" y="3334"/>
                </a:lnTo>
                <a:lnTo>
                  <a:pt x="15542" y="3092"/>
                </a:lnTo>
                <a:lnTo>
                  <a:pt x="15639" y="2848"/>
                </a:lnTo>
                <a:lnTo>
                  <a:pt x="15728" y="2601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2"/>
                </a:lnTo>
                <a:lnTo>
                  <a:pt x="16001" y="1584"/>
                </a:lnTo>
                <a:lnTo>
                  <a:pt x="16048" y="1324"/>
                </a:lnTo>
                <a:lnTo>
                  <a:pt x="16087" y="1063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8"/>
                </a:lnTo>
                <a:lnTo>
                  <a:pt x="16157" y="1"/>
                </a:lnTo>
                <a:lnTo>
                  <a:pt x="16157" y="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4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F0FF68-4C32-4235-B17E-F423784E5B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1999" y="435020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A0F22D-5A4B-4023-9715-666F87BD84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1999" y="435020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4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0AE4A2-E83C-4257-BEAF-2F05E3CF0F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9436" y="392706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D28588-248E-409B-AF9A-40E291FF54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9436" y="392706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4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A0BB57-1957-4BB7-A568-B673DDF96A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2" y="3806759"/>
            <a:ext cx="8083" cy="16157"/>
          </a:xfrm>
          <a:custGeom xmlns:a="http://schemas.openxmlformats.org/drawingml/2006/main">
            <a:pathLst>
              <a:path w="8083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3" y="16157"/>
                </a:lnTo>
                <a:lnTo>
                  <a:pt x="8083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D90771-A46C-4DF7-A42B-4917F7C904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2" y="3806759"/>
            <a:ext cx="8083" cy="16157"/>
          </a:xfrm>
          <a:custGeom xmlns:a="http://schemas.openxmlformats.org/drawingml/2006/main">
            <a:pathLst>
              <a:path w="8083" h="16157" fill="none">
                <a:moveTo>
                  <a:pt x="8079" y="16157"/>
                </a:moveTo>
                <a:lnTo>
                  <a:pt x="8083" y="16157"/>
                </a:lnTo>
                <a:moveTo>
                  <a:pt x="8083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4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5C01F4-5CFD-44DC-83E4-56808B67B6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2" y="3733756"/>
            <a:ext cx="8083" cy="16157"/>
          </a:xfrm>
          <a:custGeom xmlns:a="http://schemas.openxmlformats.org/drawingml/2006/main">
            <a:pathLst>
              <a:path w="8083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3" y="16157"/>
                </a:lnTo>
                <a:lnTo>
                  <a:pt x="8083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D6284C-B5F3-4E74-B30D-EB236172CC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2" y="3733756"/>
            <a:ext cx="8083" cy="16157"/>
          </a:xfrm>
          <a:custGeom xmlns:a="http://schemas.openxmlformats.org/drawingml/2006/main">
            <a:pathLst>
              <a:path w="8083" h="16157" fill="none">
                <a:moveTo>
                  <a:pt x="8079" y="16157"/>
                </a:moveTo>
                <a:lnTo>
                  <a:pt x="8083" y="16157"/>
                </a:lnTo>
                <a:moveTo>
                  <a:pt x="8083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4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DD8A42-9727-4C5D-9CDF-88B83BDE3F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2" y="4021722"/>
            <a:ext cx="8083" cy="16157"/>
          </a:xfrm>
          <a:custGeom xmlns:a="http://schemas.openxmlformats.org/drawingml/2006/main">
            <a:pathLst>
              <a:path w="8083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3" y="16157"/>
                </a:lnTo>
                <a:lnTo>
                  <a:pt x="8083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911794-06C6-488D-858B-92AC3D8862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2" y="4021722"/>
            <a:ext cx="8083" cy="16157"/>
          </a:xfrm>
          <a:custGeom xmlns:a="http://schemas.openxmlformats.org/drawingml/2006/main">
            <a:pathLst>
              <a:path w="8083" h="16157" fill="none">
                <a:moveTo>
                  <a:pt x="8079" y="16157"/>
                </a:moveTo>
                <a:lnTo>
                  <a:pt x="8083" y="16157"/>
                </a:lnTo>
                <a:moveTo>
                  <a:pt x="8083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4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D262A7-4B21-4E95-BEFE-BE819BD548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2" y="3787535"/>
            <a:ext cx="8083" cy="16157"/>
          </a:xfrm>
          <a:custGeom xmlns:a="http://schemas.openxmlformats.org/drawingml/2006/main">
            <a:pathLst>
              <a:path w="8083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3" y="16157"/>
                </a:lnTo>
                <a:lnTo>
                  <a:pt x="8083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D32AAA-C7FD-49AA-84A0-F526418F22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2" y="3787535"/>
            <a:ext cx="8083" cy="16157"/>
          </a:xfrm>
          <a:custGeom xmlns:a="http://schemas.openxmlformats.org/drawingml/2006/main">
            <a:pathLst>
              <a:path w="8083" h="16157" fill="none">
                <a:moveTo>
                  <a:pt x="8079" y="16157"/>
                </a:moveTo>
                <a:lnTo>
                  <a:pt x="8083" y="16157"/>
                </a:lnTo>
                <a:moveTo>
                  <a:pt x="8083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4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B52B63-5613-42E4-BB62-CAF8D24FDD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2" y="4312795"/>
            <a:ext cx="8083" cy="16157"/>
          </a:xfrm>
          <a:custGeom xmlns:a="http://schemas.openxmlformats.org/drawingml/2006/main">
            <a:pathLst>
              <a:path w="8083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3" y="16157"/>
                </a:lnTo>
                <a:lnTo>
                  <a:pt x="8083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B95F23-B093-44EC-935D-5864824EC7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2" y="4312795"/>
            <a:ext cx="8083" cy="16157"/>
          </a:xfrm>
          <a:custGeom xmlns:a="http://schemas.openxmlformats.org/drawingml/2006/main">
            <a:pathLst>
              <a:path w="8083" h="16157" fill="none">
                <a:moveTo>
                  <a:pt x="8079" y="16157"/>
                </a:moveTo>
                <a:lnTo>
                  <a:pt x="8083" y="16157"/>
                </a:lnTo>
                <a:moveTo>
                  <a:pt x="8083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4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6A5913-4299-444C-BAE4-9BB4D327E1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14929" y="433124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1CD76E-447E-4709-8808-3D211187E8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14929" y="433124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4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24B579-453B-4C4F-89B3-81C386635A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34780" y="428875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683F77-3378-41A5-AD1C-72967429D9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34780" y="428875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4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BC55F3-2992-4CBA-949D-82312A3BB9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3799" y="434714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789FA8-05A4-42CC-AE98-ADAC5DC6F3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3799" y="434714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4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8AAE07-A471-4E2D-8865-B79C13C7B1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38165" y="425194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FFF971-E139-4D44-9369-E3B717A0B2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38165" y="425194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4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D401FC-E245-4E57-9112-88426D226E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22267" y="419075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E41D38-118C-4FA3-B40C-6CD8D0EF65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22267" y="419075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4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222C08-613F-492C-A3FE-EA1533ADB8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89361" y="413680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5F29D9-7ADC-45CB-9556-39CEAD9039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89361" y="413680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4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042DAE-E580-4417-8E86-420DD7EB79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11274" y="432161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4F34B0-9A2F-49CA-9439-D2221891A4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11274" y="432161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4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7ABF09-FC36-43C9-BDAD-52FCA1AF12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95313" y="427715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AF2D12-5914-4A04-A85E-BC07C79655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95313" y="427715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4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C4E2CE-9989-4202-8344-2A51EBA174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6946" y="435073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A3E2AB-4742-4427-9D0A-9A0CE0A601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6946" y="435073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4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971B19-99C0-4550-93F7-5DC21E96C3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74925" y="421254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E3F886-CE0D-474F-8986-99972DA3B4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74925" y="421254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4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B84B2A-21F4-41E3-A0B9-C22C2B5F88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28593" y="415677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306597-4096-46C9-9371-94C3B3539A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28593" y="415677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4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D95244-15AB-49C1-8DBB-59D6C0C328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50341" y="410291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B1986A-B933-4CBC-8B08-F51522C5C0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50341" y="410291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4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377B0A-63DD-4488-9946-971203542A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3586" y="418578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3E6444-3A89-47EE-9DD1-1F7E19DECD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3586" y="418578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4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FF4849-2ADF-4E26-9FDA-24B89D5D75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6159" y="416248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3298A8-4BB3-44BA-B488-92F7E133A0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6159" y="416248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4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C9EF83-B8C0-4C7A-96C9-E79BEE0D3E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1800" y="418233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44168C-A318-4C8C-BDF2-BEFF507440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1800" y="418233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4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51DB0C-0374-4AB2-AE03-22395632FA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9703" y="421371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6E4BCA-3143-49F6-9961-E93C50EDD2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9703" y="421371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4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B28B56-83FD-420E-BBBC-EA3E23ECE4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5336" y="419524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9941C3-F750-4CB9-87D4-23D31D1C6B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5336" y="419524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4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A7E26C-F5FA-4307-BC0B-C38F6A95EE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7157" y="413352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30500D-7166-4DF8-8A4F-26C2EADA6A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7157" y="413352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4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8799F6-2EA5-4372-8F76-A527AA9DCA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6434" y="408020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B2474F-5132-45E2-A822-D78605AAE6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6434" y="408020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4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298075-E489-4850-BF1A-3CBEEAD95F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2292" y="399316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75BCBE-1898-4220-927E-5D81D8A814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2292" y="399316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4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9F205D-E81B-451A-AAEB-19F4B456FA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4072" y="425990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575514-EBF9-44E7-AA50-184559BF62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4072" y="425990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4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E17ACD-2F7E-4848-8D62-C96CD610CB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1864" y="425291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F9C65E-5F45-4574-BB85-CD49F8F74D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1864" y="425291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4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B60CFD-6588-470D-B435-01358850DF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11559" y="423224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813819-330D-4178-89CC-D1C3E5A378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11559" y="423224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4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FAF6CF-3635-4FAC-BA3C-08E4F84CC8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2" y="3506222"/>
            <a:ext cx="8083" cy="8080"/>
          </a:xfrm>
          <a:custGeom xmlns:a="http://schemas.openxmlformats.org/drawingml/2006/main">
            <a:pathLst>
              <a:path w="8083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083" y="8080"/>
                </a:lnTo>
                <a:lnTo>
                  <a:pt x="8083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09BC5C-26AA-4D63-9E0B-49F1968A99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2" y="3506222"/>
            <a:ext cx="8083" cy="8080"/>
          </a:xfrm>
          <a:custGeom xmlns:a="http://schemas.openxmlformats.org/drawingml/2006/main">
            <a:pathLst>
              <a:path w="8083" h="8080" fill="none">
                <a:moveTo>
                  <a:pt x="8079" y="8080"/>
                </a:moveTo>
                <a:lnTo>
                  <a:pt x="8083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4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43CD17-7494-4C57-8DBF-DA4399C38A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2" y="3506222"/>
            <a:ext cx="8083" cy="8080"/>
          </a:xfrm>
          <a:custGeom xmlns:a="http://schemas.openxmlformats.org/drawingml/2006/main">
            <a:pathLst>
              <a:path w="8083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083" y="8080"/>
                </a:lnTo>
                <a:lnTo>
                  <a:pt x="8083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64B7F2-E1CC-4F47-9EB6-ECB6C0CB4E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2" y="3506222"/>
            <a:ext cx="8083" cy="8080"/>
          </a:xfrm>
          <a:custGeom xmlns:a="http://schemas.openxmlformats.org/drawingml/2006/main">
            <a:pathLst>
              <a:path w="8083" h="8080" fill="none">
                <a:moveTo>
                  <a:pt x="8079" y="8080"/>
                </a:moveTo>
                <a:lnTo>
                  <a:pt x="8083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4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1520A4-C162-4C79-9477-E230B71864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2" y="3506222"/>
            <a:ext cx="8083" cy="8080"/>
          </a:xfrm>
          <a:custGeom xmlns:a="http://schemas.openxmlformats.org/drawingml/2006/main">
            <a:pathLst>
              <a:path w="8083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083" y="8080"/>
                </a:lnTo>
                <a:lnTo>
                  <a:pt x="8083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B59116-C443-4C21-92E3-18FC44FFC2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2" y="3506222"/>
            <a:ext cx="8083" cy="8080"/>
          </a:xfrm>
          <a:custGeom xmlns:a="http://schemas.openxmlformats.org/drawingml/2006/main">
            <a:pathLst>
              <a:path w="8083" h="8080" fill="none">
                <a:moveTo>
                  <a:pt x="8079" y="8080"/>
                </a:moveTo>
                <a:lnTo>
                  <a:pt x="8083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4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F97445-ED87-45F1-94C9-D049A0D47C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2" y="3506222"/>
            <a:ext cx="8083" cy="8080"/>
          </a:xfrm>
          <a:custGeom xmlns:a="http://schemas.openxmlformats.org/drawingml/2006/main">
            <a:pathLst>
              <a:path w="8083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083" y="8080"/>
                </a:lnTo>
                <a:lnTo>
                  <a:pt x="8083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CF811B-DE5C-4988-BF89-FC36701858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2" y="3506222"/>
            <a:ext cx="8083" cy="8080"/>
          </a:xfrm>
          <a:custGeom xmlns:a="http://schemas.openxmlformats.org/drawingml/2006/main">
            <a:pathLst>
              <a:path w="8083" h="8080" fill="none">
                <a:moveTo>
                  <a:pt x="8079" y="8080"/>
                </a:moveTo>
                <a:lnTo>
                  <a:pt x="8083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4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25E870-6CCF-4E9B-A2DD-301A1E0672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2" y="3506222"/>
            <a:ext cx="8083" cy="8080"/>
          </a:xfrm>
          <a:custGeom xmlns:a="http://schemas.openxmlformats.org/drawingml/2006/main">
            <a:pathLst>
              <a:path w="8083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083" y="8080"/>
                </a:lnTo>
                <a:lnTo>
                  <a:pt x="8083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8FE179-BCD5-4084-A372-3E605DAC8A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2" y="3506222"/>
            <a:ext cx="8083" cy="8080"/>
          </a:xfrm>
          <a:custGeom xmlns:a="http://schemas.openxmlformats.org/drawingml/2006/main">
            <a:pathLst>
              <a:path w="8083" h="8080" fill="none">
                <a:moveTo>
                  <a:pt x="8079" y="8080"/>
                </a:moveTo>
                <a:lnTo>
                  <a:pt x="8083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4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54248A-4C77-413D-827B-D0E75436EE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2" y="3506222"/>
            <a:ext cx="8083" cy="8080"/>
          </a:xfrm>
          <a:custGeom xmlns:a="http://schemas.openxmlformats.org/drawingml/2006/main">
            <a:pathLst>
              <a:path w="8083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083" y="8080"/>
                </a:lnTo>
                <a:lnTo>
                  <a:pt x="8083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222103-8BBA-4E66-97C8-0C8CA61215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2" y="3506222"/>
            <a:ext cx="8083" cy="8080"/>
          </a:xfrm>
          <a:custGeom xmlns:a="http://schemas.openxmlformats.org/drawingml/2006/main">
            <a:pathLst>
              <a:path w="8083" h="8080" fill="none">
                <a:moveTo>
                  <a:pt x="8079" y="8080"/>
                </a:moveTo>
                <a:lnTo>
                  <a:pt x="8083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4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4ED0A8-3383-4420-AED2-3E6AEDE1D1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2" y="3506222"/>
            <a:ext cx="8083" cy="8080"/>
          </a:xfrm>
          <a:custGeom xmlns:a="http://schemas.openxmlformats.org/drawingml/2006/main">
            <a:pathLst>
              <a:path w="8083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083" y="8080"/>
                </a:lnTo>
                <a:lnTo>
                  <a:pt x="8083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834D43-CFE1-4310-9D0D-017737DFD1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2" y="3506222"/>
            <a:ext cx="8083" cy="8080"/>
          </a:xfrm>
          <a:custGeom xmlns:a="http://schemas.openxmlformats.org/drawingml/2006/main">
            <a:pathLst>
              <a:path w="8083" h="8080" fill="none">
                <a:moveTo>
                  <a:pt x="8079" y="8080"/>
                </a:moveTo>
                <a:lnTo>
                  <a:pt x="8083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4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DA1044-1DF8-4B7B-ABCE-68867CE1FF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2" y="3506222"/>
            <a:ext cx="8083" cy="8080"/>
          </a:xfrm>
          <a:custGeom xmlns:a="http://schemas.openxmlformats.org/drawingml/2006/main">
            <a:pathLst>
              <a:path w="8083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083" y="8080"/>
                </a:lnTo>
                <a:lnTo>
                  <a:pt x="8083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ABA595-8BBC-444A-8967-5492C5F2F7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2" y="3506222"/>
            <a:ext cx="8083" cy="8080"/>
          </a:xfrm>
          <a:custGeom xmlns:a="http://schemas.openxmlformats.org/drawingml/2006/main">
            <a:pathLst>
              <a:path w="8083" h="8080" fill="none">
                <a:moveTo>
                  <a:pt x="8079" y="8080"/>
                </a:moveTo>
                <a:lnTo>
                  <a:pt x="8083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4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BDE2BB-7697-459F-97F9-F452360916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2" y="3506222"/>
            <a:ext cx="8083" cy="8080"/>
          </a:xfrm>
          <a:custGeom xmlns:a="http://schemas.openxmlformats.org/drawingml/2006/main">
            <a:pathLst>
              <a:path w="8083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083" y="8080"/>
                </a:lnTo>
                <a:lnTo>
                  <a:pt x="8083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672173-95D8-4704-AD0E-5ECA749A8C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2" y="3506222"/>
            <a:ext cx="8083" cy="8080"/>
          </a:xfrm>
          <a:custGeom xmlns:a="http://schemas.openxmlformats.org/drawingml/2006/main">
            <a:pathLst>
              <a:path w="8083" h="8080" fill="none">
                <a:moveTo>
                  <a:pt x="8079" y="8080"/>
                </a:moveTo>
                <a:lnTo>
                  <a:pt x="8083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4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476664-E476-441B-AB14-C68426C885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2" y="3506222"/>
            <a:ext cx="8083" cy="8080"/>
          </a:xfrm>
          <a:custGeom xmlns:a="http://schemas.openxmlformats.org/drawingml/2006/main">
            <a:pathLst>
              <a:path w="8083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083" y="8080"/>
                </a:lnTo>
                <a:lnTo>
                  <a:pt x="8083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6011A5-ECA2-4A79-824F-9DB42DCBCB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2" y="3506222"/>
            <a:ext cx="8083" cy="8080"/>
          </a:xfrm>
          <a:custGeom xmlns:a="http://schemas.openxmlformats.org/drawingml/2006/main">
            <a:pathLst>
              <a:path w="8083" h="8080" fill="none">
                <a:moveTo>
                  <a:pt x="8079" y="8080"/>
                </a:moveTo>
                <a:lnTo>
                  <a:pt x="8083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4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D4BB5F-7223-4C2C-ADCC-18F29A94C9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2" y="3506222"/>
            <a:ext cx="8083" cy="8080"/>
          </a:xfrm>
          <a:custGeom xmlns:a="http://schemas.openxmlformats.org/drawingml/2006/main">
            <a:pathLst>
              <a:path w="8083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083" y="8080"/>
                </a:lnTo>
                <a:lnTo>
                  <a:pt x="8083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D658CC-E291-44A4-9A22-2B4EDD2D16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2" y="3506222"/>
            <a:ext cx="8083" cy="8080"/>
          </a:xfrm>
          <a:custGeom xmlns:a="http://schemas.openxmlformats.org/drawingml/2006/main">
            <a:pathLst>
              <a:path w="8083" h="8080" fill="none">
                <a:moveTo>
                  <a:pt x="8079" y="8080"/>
                </a:moveTo>
                <a:lnTo>
                  <a:pt x="8083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4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E688A9-DFF5-4045-807C-63206E1F36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2" y="4122111"/>
            <a:ext cx="8083" cy="16157"/>
          </a:xfrm>
          <a:custGeom xmlns:a="http://schemas.openxmlformats.org/drawingml/2006/main">
            <a:pathLst>
              <a:path w="8083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3" y="16157"/>
                </a:lnTo>
                <a:lnTo>
                  <a:pt x="8083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191938-BE42-4C77-BEA2-DC3DBF9766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2" y="4122111"/>
            <a:ext cx="8083" cy="16157"/>
          </a:xfrm>
          <a:custGeom xmlns:a="http://schemas.openxmlformats.org/drawingml/2006/main">
            <a:pathLst>
              <a:path w="8083" h="16157" fill="none">
                <a:moveTo>
                  <a:pt x="8079" y="16157"/>
                </a:moveTo>
                <a:lnTo>
                  <a:pt x="8083" y="16157"/>
                </a:lnTo>
                <a:moveTo>
                  <a:pt x="8083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5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EDFF64-30FE-4E0B-86BB-18AF28075D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2" y="3506222"/>
            <a:ext cx="8083" cy="8080"/>
          </a:xfrm>
          <a:custGeom xmlns:a="http://schemas.openxmlformats.org/drawingml/2006/main">
            <a:pathLst>
              <a:path w="8083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083" y="8080"/>
                </a:lnTo>
                <a:lnTo>
                  <a:pt x="8083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500FB2-8BD0-4945-86E0-F5256C7834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2" y="3506222"/>
            <a:ext cx="8083" cy="8080"/>
          </a:xfrm>
          <a:custGeom xmlns:a="http://schemas.openxmlformats.org/drawingml/2006/main">
            <a:pathLst>
              <a:path w="8083" h="8080" fill="none">
                <a:moveTo>
                  <a:pt x="8079" y="8080"/>
                </a:moveTo>
                <a:lnTo>
                  <a:pt x="8083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5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34A733-80F2-4F82-9DE7-D4D9412B3A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1978" y="432842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9D8560-C137-4E3C-9B0F-400C637E12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1978" y="432842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5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A61AF4-0821-4EF4-B5B1-9F98FD8DC3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9385" y="430571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FAF6B7-41DA-4790-9BF9-6557F4B2B8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9385" y="430571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5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FE29BA-4B55-4BA6-95ED-4F96F44D2F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48507" y="436046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2FFCEA-E215-4D55-88F0-56BD050CBA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48507" y="436046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5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186B5F-68EF-4CFC-9E39-223C299F07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23375" y="434752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1C4D83-C598-4934-A5C4-2A33EE3641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23375" y="434752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5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461EB0-2CFA-4CF0-9CA9-586E00C801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2011" y="431989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BBF81F-5704-4407-94F1-DB81022445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2011" y="431989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5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AA3A1E-B7C6-4741-80BA-557FF83AAF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7492" y="432853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D7285E-FC1E-43B5-BAFD-3991D892B9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7492" y="432853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5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0A95F1-5550-4EE7-92CD-00D29653DE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2104" y="433772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C605D4-FF6E-4717-B110-61E482F7E5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2104" y="433772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5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8BC790-C434-418B-BCED-417E638602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8103" y="435513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928A14-AF6A-4D55-966D-CCB816D7DE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8103" y="435513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5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3E2CFE-B1E7-413E-84A6-5C52B21C44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0378" y="434202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33A94B-4713-4F33-9AB4-E021FAF65C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0378" y="434202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5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18DEA8-E499-433E-A12E-127C9E1E3A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1687" y="435105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6046B5-1DE9-4316-8899-0A44AB9908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1687" y="435105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5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E92627-F136-4262-A372-41C901DDAD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3772" y="397144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4E1EBF-43FA-4333-9266-E181FBDA97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3772" y="397144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5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49FCE4-F82B-43C1-B081-94424E2319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2" y="3506222"/>
            <a:ext cx="8083" cy="8081"/>
          </a:xfrm>
          <a:custGeom xmlns:a="http://schemas.openxmlformats.org/drawingml/2006/main">
            <a:pathLst>
              <a:path w="8083" h="8081">
                <a:moveTo>
                  <a:pt x="0" y="2"/>
                </a:moveTo>
                <a:lnTo>
                  <a:pt x="4" y="269"/>
                </a:lnTo>
                <a:lnTo>
                  <a:pt x="18" y="536"/>
                </a:lnTo>
                <a:lnTo>
                  <a:pt x="40" y="800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6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1"/>
                </a:lnTo>
                <a:lnTo>
                  <a:pt x="8083" y="8081"/>
                </a:lnTo>
                <a:lnTo>
                  <a:pt x="8083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9C1A16-4EDE-4717-A29D-876F556DA3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2" y="3506222"/>
            <a:ext cx="8083" cy="8081"/>
          </a:xfrm>
          <a:custGeom xmlns:a="http://schemas.openxmlformats.org/drawingml/2006/main">
            <a:pathLst>
              <a:path w="8083" h="8081" fill="none">
                <a:moveTo>
                  <a:pt x="8079" y="8081"/>
                </a:moveTo>
                <a:lnTo>
                  <a:pt x="8083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6"/>
                </a:lnTo>
                <a:lnTo>
                  <a:pt x="40" y="800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6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5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C7CBB3-84A7-47EE-8833-5437A5445B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2" y="3506222"/>
            <a:ext cx="8083" cy="8081"/>
          </a:xfrm>
          <a:custGeom xmlns:a="http://schemas.openxmlformats.org/drawingml/2006/main">
            <a:pathLst>
              <a:path w="8083" h="8081">
                <a:moveTo>
                  <a:pt x="0" y="2"/>
                </a:moveTo>
                <a:lnTo>
                  <a:pt x="4" y="269"/>
                </a:lnTo>
                <a:lnTo>
                  <a:pt x="18" y="536"/>
                </a:lnTo>
                <a:lnTo>
                  <a:pt x="40" y="800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6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1"/>
                </a:lnTo>
                <a:lnTo>
                  <a:pt x="8083" y="8081"/>
                </a:lnTo>
                <a:lnTo>
                  <a:pt x="8083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F06637-2DA3-4599-97AF-C50F317338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2" y="3506222"/>
            <a:ext cx="8083" cy="8081"/>
          </a:xfrm>
          <a:custGeom xmlns:a="http://schemas.openxmlformats.org/drawingml/2006/main">
            <a:pathLst>
              <a:path w="8083" h="8081" fill="none">
                <a:moveTo>
                  <a:pt x="8079" y="8081"/>
                </a:moveTo>
                <a:lnTo>
                  <a:pt x="8083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6"/>
                </a:lnTo>
                <a:lnTo>
                  <a:pt x="40" y="800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6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5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3E73E7-3A61-4152-95A7-7A76F988F2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14659" y="407049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E71343-9186-4EB6-B7B3-E27D16A2CB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14659" y="407049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5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30286D-0CD5-4C5A-8340-315EA25B5E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10229" y="398662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8AEA23-69C9-4850-B191-5E2799670F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10229" y="398662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5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95478C-B2DA-4B71-A53E-521CD678F4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02772" y="367676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40DF70-580A-41EB-959B-1536B17B59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02772" y="367676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5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AA5194-50E3-4320-998F-0F6FAE46DA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1" y="3506222"/>
            <a:ext cx="8084" cy="8081"/>
          </a:xfrm>
          <a:custGeom xmlns:a="http://schemas.openxmlformats.org/drawingml/2006/main">
            <a:pathLst>
              <a:path w="8084" h="8081">
                <a:moveTo>
                  <a:pt x="0" y="2"/>
                </a:moveTo>
                <a:lnTo>
                  <a:pt x="4" y="269"/>
                </a:lnTo>
                <a:lnTo>
                  <a:pt x="18" y="536"/>
                </a:lnTo>
                <a:lnTo>
                  <a:pt x="40" y="800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6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1"/>
                </a:lnTo>
                <a:lnTo>
                  <a:pt x="8084" y="8081"/>
                </a:lnTo>
                <a:lnTo>
                  <a:pt x="8084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03F66E-167E-49F9-8579-306AA92EC6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1" y="3506222"/>
            <a:ext cx="8084" cy="8081"/>
          </a:xfrm>
          <a:custGeom xmlns:a="http://schemas.openxmlformats.org/drawingml/2006/main">
            <a:pathLst>
              <a:path w="8084" h="8081" fill="none">
                <a:moveTo>
                  <a:pt x="8079" y="8081"/>
                </a:moveTo>
                <a:lnTo>
                  <a:pt x="8084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6"/>
                </a:lnTo>
                <a:lnTo>
                  <a:pt x="40" y="800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6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5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1C17FD-75F8-4947-8AA8-122E275BEF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7645" y="436892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7E711A-2F83-4A19-982D-78F0E6D538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7645" y="436892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5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E3213B-D0DE-4F31-9BAC-913D8DF846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1" y="3506222"/>
            <a:ext cx="8084" cy="8081"/>
          </a:xfrm>
          <a:custGeom xmlns:a="http://schemas.openxmlformats.org/drawingml/2006/main">
            <a:pathLst>
              <a:path w="8084" h="8081">
                <a:moveTo>
                  <a:pt x="0" y="2"/>
                </a:moveTo>
                <a:lnTo>
                  <a:pt x="4" y="269"/>
                </a:lnTo>
                <a:lnTo>
                  <a:pt x="18" y="536"/>
                </a:lnTo>
                <a:lnTo>
                  <a:pt x="40" y="800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6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1"/>
                </a:lnTo>
                <a:lnTo>
                  <a:pt x="8084" y="8081"/>
                </a:lnTo>
                <a:lnTo>
                  <a:pt x="8084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E0BCF9-B5D7-4ADF-8635-16E445FB09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1" y="3506222"/>
            <a:ext cx="8084" cy="8081"/>
          </a:xfrm>
          <a:custGeom xmlns:a="http://schemas.openxmlformats.org/drawingml/2006/main">
            <a:pathLst>
              <a:path w="8084" h="8081" fill="none">
                <a:moveTo>
                  <a:pt x="8079" y="8081"/>
                </a:moveTo>
                <a:lnTo>
                  <a:pt x="8084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6"/>
                </a:lnTo>
                <a:lnTo>
                  <a:pt x="40" y="800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6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5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DED595-E2C1-4CAA-9899-C86FDA6A2D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1" y="3506222"/>
            <a:ext cx="8084" cy="8081"/>
          </a:xfrm>
          <a:custGeom xmlns:a="http://schemas.openxmlformats.org/drawingml/2006/main">
            <a:pathLst>
              <a:path w="8084" h="8081">
                <a:moveTo>
                  <a:pt x="0" y="2"/>
                </a:moveTo>
                <a:lnTo>
                  <a:pt x="4" y="269"/>
                </a:lnTo>
                <a:lnTo>
                  <a:pt x="18" y="536"/>
                </a:lnTo>
                <a:lnTo>
                  <a:pt x="40" y="800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6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1"/>
                </a:lnTo>
                <a:lnTo>
                  <a:pt x="8084" y="8081"/>
                </a:lnTo>
                <a:lnTo>
                  <a:pt x="8084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85055B-F618-4850-BDF3-4F69E741AD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1" y="3506222"/>
            <a:ext cx="8084" cy="8081"/>
          </a:xfrm>
          <a:custGeom xmlns:a="http://schemas.openxmlformats.org/drawingml/2006/main">
            <a:pathLst>
              <a:path w="8084" h="8081" fill="none">
                <a:moveTo>
                  <a:pt x="8079" y="8081"/>
                </a:moveTo>
                <a:lnTo>
                  <a:pt x="8084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6"/>
                </a:lnTo>
                <a:lnTo>
                  <a:pt x="40" y="800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6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5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DBA50F-B661-4F6E-A43C-B151AF9B2C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2151" y="413818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6D3FCA-6DDD-4DCF-855C-0B4393723C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2151" y="413818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5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7AEAE1-BDB6-4682-9BFB-AA129457F2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2615" y="426574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93E562-D69A-42A1-BA38-8655955C97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2615" y="426574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5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5AF330-011D-4841-9543-E59CFFE717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37477" y="396379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E271FB-8645-45BA-9D50-75AE67436F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37477" y="396379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5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4F8B45-AD57-41F8-A26F-2DB78136F0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93302" y="405020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2DA51A-77D2-4AA8-8731-9A44574FE8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93302" y="405020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5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7EC862-93C5-4A26-9D32-DF40AEDF83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9008" y="407150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75C668-E96F-4D6D-BDA2-5BA04CB6BF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9008" y="407150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5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A6EE5E-DD3B-4D3F-8A58-77CF638B85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3571" y="415441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4C1618-B9CD-401F-BD4D-CA3978FED1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3571" y="415441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5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485EFC-3C94-4C8B-8A2E-1A73014067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17739" y="415021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1451C7-3FA6-4234-97F0-5449066CBC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17739" y="415021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5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F6BAF4-2E94-4F1F-A33B-C2341D146D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1" y="4106798"/>
            <a:ext cx="8084" cy="16157"/>
          </a:xfrm>
          <a:custGeom xmlns:a="http://schemas.openxmlformats.org/drawingml/2006/main">
            <a:pathLst>
              <a:path w="8084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4" y="16157"/>
                </a:lnTo>
                <a:lnTo>
                  <a:pt x="8084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808CAD-EB00-42CA-8382-22C3DFB1B8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1" y="4106798"/>
            <a:ext cx="8084" cy="16157"/>
          </a:xfrm>
          <a:custGeom xmlns:a="http://schemas.openxmlformats.org/drawingml/2006/main">
            <a:pathLst>
              <a:path w="8084" h="16157" fill="none">
                <a:moveTo>
                  <a:pt x="8079" y="16157"/>
                </a:moveTo>
                <a:lnTo>
                  <a:pt x="8084" y="16157"/>
                </a:lnTo>
                <a:moveTo>
                  <a:pt x="8084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5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C751D6-96E9-4989-9D57-D0285068F8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13146" y="410181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3AF9F6-5BC6-4FBA-99F8-85B8AA5F50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13146" y="410181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5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DE6651-D7D8-40C4-A57A-6B8913387E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55107" y="3506222"/>
            <a:ext cx="16157" cy="8080"/>
          </a:xfrm>
          <a:custGeom xmlns:a="http://schemas.openxmlformats.org/drawingml/2006/main">
            <a:pathLst>
              <a:path w="16157" h="8080">
                <a:moveTo>
                  <a:pt x="8612" y="8063"/>
                </a:move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3"/>
                </a:lnTo>
                <a:lnTo>
                  <a:pt x="9920" y="7868"/>
                </a:lnTo>
                <a:lnTo>
                  <a:pt x="10175" y="7803"/>
                </a:lnTo>
                <a:lnTo>
                  <a:pt x="10428" y="7731"/>
                </a:lnTo>
                <a:lnTo>
                  <a:pt x="10678" y="7650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1"/>
                </a:lnTo>
                <a:lnTo>
                  <a:pt x="12339" y="6865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5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1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3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1"/>
                </a:lnTo>
                <a:lnTo>
                  <a:pt x="16157" y="0"/>
                </a:lnTo>
                <a:lnTo>
                  <a:pt x="0" y="0"/>
                </a:ln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346" y="8076"/>
                </a:lnTo>
                <a:lnTo>
                  <a:pt x="8612" y="8063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9D2DC9-47A5-4140-B48B-27D40C1CE5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55107" y="3506222"/>
            <a:ext cx="16157" cy="8080"/>
          </a:xfrm>
          <a:custGeom xmlns:a="http://schemas.openxmlformats.org/drawingml/2006/main">
            <a:pathLst>
              <a:path w="16157" h="8080" fill="none">
                <a:moveTo>
                  <a:pt x="8079" y="8080"/>
                </a:moveTo>
                <a:lnTo>
                  <a:pt x="8346" y="8076"/>
                </a:lnTo>
                <a:lnTo>
                  <a:pt x="8612" y="8063"/>
                </a:ln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3"/>
                </a:lnTo>
                <a:lnTo>
                  <a:pt x="9920" y="7868"/>
                </a:lnTo>
                <a:lnTo>
                  <a:pt x="10175" y="7803"/>
                </a:lnTo>
                <a:lnTo>
                  <a:pt x="10428" y="7731"/>
                </a:lnTo>
                <a:lnTo>
                  <a:pt x="10678" y="7650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1"/>
                </a:lnTo>
                <a:lnTo>
                  <a:pt x="12339" y="6865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5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1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3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1"/>
                </a:lnTo>
                <a:lnTo>
                  <a:pt x="16157" y="0"/>
                </a:lnTo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5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90E265-CD3A-4BB1-8431-24C65DE654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1" y="3506222"/>
            <a:ext cx="8084" cy="8080"/>
          </a:xfrm>
          <a:custGeom xmlns:a="http://schemas.openxmlformats.org/drawingml/2006/main">
            <a:pathLst>
              <a:path w="8084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084" y="8080"/>
                </a:lnTo>
                <a:lnTo>
                  <a:pt x="8084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E0ABFE-2AB2-403D-BF7C-551B33F5EF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1" y="3506222"/>
            <a:ext cx="8084" cy="8080"/>
          </a:xfrm>
          <a:custGeom xmlns:a="http://schemas.openxmlformats.org/drawingml/2006/main">
            <a:pathLst>
              <a:path w="8084" h="8080" fill="none">
                <a:moveTo>
                  <a:pt x="8079" y="8080"/>
                </a:moveTo>
                <a:lnTo>
                  <a:pt x="8084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5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48594F-89DA-474F-99B2-B63F0D110E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1" y="3506222"/>
            <a:ext cx="8084" cy="8080"/>
          </a:xfrm>
          <a:custGeom xmlns:a="http://schemas.openxmlformats.org/drawingml/2006/main">
            <a:pathLst>
              <a:path w="8084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084" y="8080"/>
                </a:lnTo>
                <a:lnTo>
                  <a:pt x="8084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AE715E-1764-4EB3-8C1E-6C45F2E856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1" y="3506222"/>
            <a:ext cx="8084" cy="8080"/>
          </a:xfrm>
          <a:custGeom xmlns:a="http://schemas.openxmlformats.org/drawingml/2006/main">
            <a:pathLst>
              <a:path w="8084" h="8080" fill="none">
                <a:moveTo>
                  <a:pt x="8079" y="8080"/>
                </a:moveTo>
                <a:lnTo>
                  <a:pt x="8084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5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F3EFBF-01DF-4DF0-8B57-B83AF07B64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1" y="3506222"/>
            <a:ext cx="8084" cy="8080"/>
          </a:xfrm>
          <a:custGeom xmlns:a="http://schemas.openxmlformats.org/drawingml/2006/main">
            <a:pathLst>
              <a:path w="8084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084" y="8080"/>
                </a:lnTo>
                <a:lnTo>
                  <a:pt x="8084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6A2395-15E5-4730-BB4D-327B7346C6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1" y="3506222"/>
            <a:ext cx="8084" cy="8080"/>
          </a:xfrm>
          <a:custGeom xmlns:a="http://schemas.openxmlformats.org/drawingml/2006/main">
            <a:pathLst>
              <a:path w="8084" h="8080" fill="none">
                <a:moveTo>
                  <a:pt x="8079" y="8080"/>
                </a:moveTo>
                <a:lnTo>
                  <a:pt x="8084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5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377587-4093-4669-876A-C961117689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1" y="3506222"/>
            <a:ext cx="8084" cy="8080"/>
          </a:xfrm>
          <a:custGeom xmlns:a="http://schemas.openxmlformats.org/drawingml/2006/main">
            <a:pathLst>
              <a:path w="8084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084" y="8080"/>
                </a:lnTo>
                <a:lnTo>
                  <a:pt x="8084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2F6856-C885-413D-8251-7F132F276F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1" y="3506222"/>
            <a:ext cx="8084" cy="8080"/>
          </a:xfrm>
          <a:custGeom xmlns:a="http://schemas.openxmlformats.org/drawingml/2006/main">
            <a:pathLst>
              <a:path w="8084" h="8080" fill="none">
                <a:moveTo>
                  <a:pt x="8079" y="8080"/>
                </a:moveTo>
                <a:lnTo>
                  <a:pt x="8084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5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AF92FC-2E83-494B-9BAB-2C2CA40B5B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1" y="3506222"/>
            <a:ext cx="8084" cy="8080"/>
          </a:xfrm>
          <a:custGeom xmlns:a="http://schemas.openxmlformats.org/drawingml/2006/main">
            <a:pathLst>
              <a:path w="8084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084" y="8080"/>
                </a:lnTo>
                <a:lnTo>
                  <a:pt x="8084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1B099C-0D08-487A-9C06-5B5E899B6E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1" y="3506222"/>
            <a:ext cx="8084" cy="8080"/>
          </a:xfrm>
          <a:custGeom xmlns:a="http://schemas.openxmlformats.org/drawingml/2006/main">
            <a:pathLst>
              <a:path w="8084" h="8080" fill="none">
                <a:moveTo>
                  <a:pt x="8079" y="8080"/>
                </a:moveTo>
                <a:lnTo>
                  <a:pt x="8084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5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BAEC9B-482C-4B3A-8DDC-FF86CB3847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37600" y="3506222"/>
            <a:ext cx="16157" cy="8080"/>
          </a:xfrm>
          <a:custGeom xmlns:a="http://schemas.openxmlformats.org/drawingml/2006/main">
            <a:pathLst>
              <a:path w="16157" h="8080">
                <a:moveTo>
                  <a:pt x="8612" y="8063"/>
                </a:move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3"/>
                </a:lnTo>
                <a:lnTo>
                  <a:pt x="9920" y="7868"/>
                </a:lnTo>
                <a:lnTo>
                  <a:pt x="10175" y="7803"/>
                </a:lnTo>
                <a:lnTo>
                  <a:pt x="10428" y="7731"/>
                </a:lnTo>
                <a:lnTo>
                  <a:pt x="10678" y="7650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1"/>
                </a:lnTo>
                <a:lnTo>
                  <a:pt x="12339" y="6865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5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1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3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1"/>
                </a:lnTo>
                <a:lnTo>
                  <a:pt x="16157" y="0"/>
                </a:lnTo>
                <a:lnTo>
                  <a:pt x="0" y="0"/>
                </a:ln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346" y="8076"/>
                </a:lnTo>
                <a:lnTo>
                  <a:pt x="8612" y="8063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AE8D8F-1093-4151-A1DF-41148E7BFF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37600" y="3506222"/>
            <a:ext cx="16157" cy="8080"/>
          </a:xfrm>
          <a:custGeom xmlns:a="http://schemas.openxmlformats.org/drawingml/2006/main">
            <a:pathLst>
              <a:path w="16157" h="8080" fill="none">
                <a:moveTo>
                  <a:pt x="8079" y="8080"/>
                </a:moveTo>
                <a:lnTo>
                  <a:pt x="8346" y="8076"/>
                </a:lnTo>
                <a:lnTo>
                  <a:pt x="8612" y="8063"/>
                </a:ln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3"/>
                </a:lnTo>
                <a:lnTo>
                  <a:pt x="9920" y="7868"/>
                </a:lnTo>
                <a:lnTo>
                  <a:pt x="10175" y="7803"/>
                </a:lnTo>
                <a:lnTo>
                  <a:pt x="10428" y="7731"/>
                </a:lnTo>
                <a:lnTo>
                  <a:pt x="10678" y="7650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1"/>
                </a:lnTo>
                <a:lnTo>
                  <a:pt x="12339" y="6865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5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1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3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1"/>
                </a:lnTo>
                <a:lnTo>
                  <a:pt x="16157" y="0"/>
                </a:lnTo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5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2F74E8-BA3B-45A2-AFE9-6AFA3E4AFC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22334" y="356552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8A9C0D-BF56-47A9-BB73-67A62BDD1F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22334" y="356552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5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E10871-62FF-4D05-A217-597B43E39D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22162" y="3506222"/>
            <a:ext cx="16157" cy="8080"/>
          </a:xfrm>
          <a:custGeom xmlns:a="http://schemas.openxmlformats.org/drawingml/2006/main">
            <a:pathLst>
              <a:path w="16157" h="8080">
                <a:moveTo>
                  <a:pt x="8612" y="8063"/>
                </a:move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3"/>
                </a:lnTo>
                <a:lnTo>
                  <a:pt x="9920" y="7868"/>
                </a:lnTo>
                <a:lnTo>
                  <a:pt x="10175" y="7803"/>
                </a:lnTo>
                <a:lnTo>
                  <a:pt x="10428" y="7731"/>
                </a:lnTo>
                <a:lnTo>
                  <a:pt x="10678" y="7650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1"/>
                </a:lnTo>
                <a:lnTo>
                  <a:pt x="12339" y="6865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5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1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3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1"/>
                </a:lnTo>
                <a:lnTo>
                  <a:pt x="16157" y="0"/>
                </a:lnTo>
                <a:lnTo>
                  <a:pt x="0" y="0"/>
                </a:ln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346" y="8076"/>
                </a:lnTo>
                <a:lnTo>
                  <a:pt x="8612" y="8063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20682F-91F0-4A74-82E3-417DE635AE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22162" y="3506222"/>
            <a:ext cx="16157" cy="8080"/>
          </a:xfrm>
          <a:custGeom xmlns:a="http://schemas.openxmlformats.org/drawingml/2006/main">
            <a:pathLst>
              <a:path w="16157" h="8080" fill="none">
                <a:moveTo>
                  <a:pt x="8079" y="8080"/>
                </a:moveTo>
                <a:lnTo>
                  <a:pt x="8346" y="8076"/>
                </a:lnTo>
                <a:lnTo>
                  <a:pt x="8612" y="8063"/>
                </a:ln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3"/>
                </a:lnTo>
                <a:lnTo>
                  <a:pt x="9920" y="7868"/>
                </a:lnTo>
                <a:lnTo>
                  <a:pt x="10175" y="7803"/>
                </a:lnTo>
                <a:lnTo>
                  <a:pt x="10428" y="7731"/>
                </a:lnTo>
                <a:lnTo>
                  <a:pt x="10678" y="7650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1"/>
                </a:lnTo>
                <a:lnTo>
                  <a:pt x="12339" y="6865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5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1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3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1"/>
                </a:lnTo>
                <a:lnTo>
                  <a:pt x="16157" y="0"/>
                </a:lnTo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5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D98948-4BB9-4B7A-957E-216B7DCE35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9366" y="3506222"/>
            <a:ext cx="16157" cy="8080"/>
          </a:xfrm>
          <a:custGeom xmlns:a="http://schemas.openxmlformats.org/drawingml/2006/main">
            <a:pathLst>
              <a:path w="16157" h="8080">
                <a:moveTo>
                  <a:pt x="8612" y="8063"/>
                </a:move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3"/>
                </a:lnTo>
                <a:lnTo>
                  <a:pt x="9920" y="7868"/>
                </a:lnTo>
                <a:lnTo>
                  <a:pt x="10175" y="7803"/>
                </a:lnTo>
                <a:lnTo>
                  <a:pt x="10428" y="7731"/>
                </a:lnTo>
                <a:lnTo>
                  <a:pt x="10678" y="7650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1"/>
                </a:lnTo>
                <a:lnTo>
                  <a:pt x="12339" y="6865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5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1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3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1"/>
                </a:lnTo>
                <a:lnTo>
                  <a:pt x="16157" y="0"/>
                </a:lnTo>
                <a:lnTo>
                  <a:pt x="0" y="0"/>
                </a:ln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346" y="8076"/>
                </a:lnTo>
                <a:lnTo>
                  <a:pt x="8612" y="8063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7C1A6B-6162-4197-BF1F-12BEB5351D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9366" y="3506222"/>
            <a:ext cx="16157" cy="8080"/>
          </a:xfrm>
          <a:custGeom xmlns:a="http://schemas.openxmlformats.org/drawingml/2006/main">
            <a:pathLst>
              <a:path w="16157" h="8080" fill="none">
                <a:moveTo>
                  <a:pt x="8079" y="8080"/>
                </a:moveTo>
                <a:lnTo>
                  <a:pt x="8346" y="8076"/>
                </a:lnTo>
                <a:lnTo>
                  <a:pt x="8612" y="8063"/>
                </a:ln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3"/>
                </a:lnTo>
                <a:lnTo>
                  <a:pt x="9920" y="7868"/>
                </a:lnTo>
                <a:lnTo>
                  <a:pt x="10175" y="7803"/>
                </a:lnTo>
                <a:lnTo>
                  <a:pt x="10428" y="7731"/>
                </a:lnTo>
                <a:lnTo>
                  <a:pt x="10678" y="7650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1"/>
                </a:lnTo>
                <a:lnTo>
                  <a:pt x="12339" y="6865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5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1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3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1"/>
                </a:lnTo>
                <a:lnTo>
                  <a:pt x="16157" y="0"/>
                </a:lnTo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5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FF7227-6EDD-4DDF-9135-B0C1428984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1" y="3506222"/>
            <a:ext cx="8084" cy="8080"/>
          </a:xfrm>
          <a:custGeom xmlns:a="http://schemas.openxmlformats.org/drawingml/2006/main">
            <a:pathLst>
              <a:path w="8084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084" y="8080"/>
                </a:lnTo>
                <a:lnTo>
                  <a:pt x="8084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51A65A-34ED-4B6B-93F6-76CB33F894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1" y="3506222"/>
            <a:ext cx="8084" cy="8080"/>
          </a:xfrm>
          <a:custGeom xmlns:a="http://schemas.openxmlformats.org/drawingml/2006/main">
            <a:pathLst>
              <a:path w="8084" h="8080" fill="none">
                <a:moveTo>
                  <a:pt x="8079" y="8080"/>
                </a:moveTo>
                <a:lnTo>
                  <a:pt x="8084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5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8768FE-C595-4854-B68E-4220C2EC17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1" y="3506222"/>
            <a:ext cx="8084" cy="8080"/>
          </a:xfrm>
          <a:custGeom xmlns:a="http://schemas.openxmlformats.org/drawingml/2006/main">
            <a:pathLst>
              <a:path w="8084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084" y="8080"/>
                </a:lnTo>
                <a:lnTo>
                  <a:pt x="8084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81358B-E56D-4DAC-B797-06821780D9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1" y="3506222"/>
            <a:ext cx="8084" cy="8080"/>
          </a:xfrm>
          <a:custGeom xmlns:a="http://schemas.openxmlformats.org/drawingml/2006/main">
            <a:pathLst>
              <a:path w="8084" h="8080" fill="none">
                <a:moveTo>
                  <a:pt x="8079" y="8080"/>
                </a:moveTo>
                <a:lnTo>
                  <a:pt x="8084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5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4D1A5A-F3B2-48B1-B943-3F6592F439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69885" y="3506222"/>
            <a:ext cx="16157" cy="8080"/>
          </a:xfrm>
          <a:custGeom xmlns:a="http://schemas.openxmlformats.org/drawingml/2006/main">
            <a:pathLst>
              <a:path w="16157" h="8080">
                <a:moveTo>
                  <a:pt x="8612" y="8063"/>
                </a:move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3"/>
                </a:lnTo>
                <a:lnTo>
                  <a:pt x="9920" y="7868"/>
                </a:lnTo>
                <a:lnTo>
                  <a:pt x="10175" y="7803"/>
                </a:lnTo>
                <a:lnTo>
                  <a:pt x="10428" y="7731"/>
                </a:lnTo>
                <a:lnTo>
                  <a:pt x="10678" y="7650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1"/>
                </a:lnTo>
                <a:lnTo>
                  <a:pt x="12339" y="6865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5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1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3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1"/>
                </a:lnTo>
                <a:lnTo>
                  <a:pt x="16157" y="0"/>
                </a:lnTo>
                <a:lnTo>
                  <a:pt x="0" y="0"/>
                </a:ln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346" y="8076"/>
                </a:lnTo>
                <a:lnTo>
                  <a:pt x="8612" y="8063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D16987-9BE7-4F7F-B18A-5C953B3BF7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69885" y="3506222"/>
            <a:ext cx="16157" cy="8080"/>
          </a:xfrm>
          <a:custGeom xmlns:a="http://schemas.openxmlformats.org/drawingml/2006/main">
            <a:pathLst>
              <a:path w="16157" h="8080" fill="none">
                <a:moveTo>
                  <a:pt x="8079" y="8080"/>
                </a:moveTo>
                <a:lnTo>
                  <a:pt x="8346" y="8076"/>
                </a:lnTo>
                <a:lnTo>
                  <a:pt x="8612" y="8063"/>
                </a:ln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3"/>
                </a:lnTo>
                <a:lnTo>
                  <a:pt x="9920" y="7868"/>
                </a:lnTo>
                <a:lnTo>
                  <a:pt x="10175" y="7803"/>
                </a:lnTo>
                <a:lnTo>
                  <a:pt x="10428" y="7731"/>
                </a:lnTo>
                <a:lnTo>
                  <a:pt x="10678" y="7650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1"/>
                </a:lnTo>
                <a:lnTo>
                  <a:pt x="12339" y="6865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5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1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3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1"/>
                </a:lnTo>
                <a:lnTo>
                  <a:pt x="16157" y="0"/>
                </a:lnTo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5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A564A1-5364-4310-AEDD-A95912A4BF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1" y="3506222"/>
            <a:ext cx="8084" cy="8080"/>
          </a:xfrm>
          <a:custGeom xmlns:a="http://schemas.openxmlformats.org/drawingml/2006/main">
            <a:pathLst>
              <a:path w="8084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084" y="8080"/>
                </a:lnTo>
                <a:lnTo>
                  <a:pt x="8084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BFEC5B-EEA0-4D1C-8226-06EA5BE74F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1" y="3506222"/>
            <a:ext cx="8084" cy="8080"/>
          </a:xfrm>
          <a:custGeom xmlns:a="http://schemas.openxmlformats.org/drawingml/2006/main">
            <a:pathLst>
              <a:path w="8084" h="8080" fill="none">
                <a:moveTo>
                  <a:pt x="8079" y="8080"/>
                </a:moveTo>
                <a:lnTo>
                  <a:pt x="8084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5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3EEDBF-460F-4015-91D6-BFB8275E44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1" y="3506222"/>
            <a:ext cx="8084" cy="8080"/>
          </a:xfrm>
          <a:custGeom xmlns:a="http://schemas.openxmlformats.org/drawingml/2006/main">
            <a:pathLst>
              <a:path w="8084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084" y="8080"/>
                </a:lnTo>
                <a:lnTo>
                  <a:pt x="8084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AFE765-67CA-436B-9175-601EFCE29D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1" y="3506222"/>
            <a:ext cx="8084" cy="8080"/>
          </a:xfrm>
          <a:custGeom xmlns:a="http://schemas.openxmlformats.org/drawingml/2006/main">
            <a:pathLst>
              <a:path w="8084" h="8080" fill="none">
                <a:moveTo>
                  <a:pt x="8079" y="8080"/>
                </a:moveTo>
                <a:lnTo>
                  <a:pt x="8084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5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3DB124-8D00-49D7-A534-1E67606D80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1" y="3506222"/>
            <a:ext cx="8084" cy="8080"/>
          </a:xfrm>
          <a:custGeom xmlns:a="http://schemas.openxmlformats.org/drawingml/2006/main">
            <a:pathLst>
              <a:path w="8084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084" y="8080"/>
                </a:lnTo>
                <a:lnTo>
                  <a:pt x="8084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CD3635-9789-4A02-ABCA-424AF678F2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1" y="3506222"/>
            <a:ext cx="8084" cy="8080"/>
          </a:xfrm>
          <a:custGeom xmlns:a="http://schemas.openxmlformats.org/drawingml/2006/main">
            <a:pathLst>
              <a:path w="8084" h="8080" fill="none">
                <a:moveTo>
                  <a:pt x="8079" y="8080"/>
                </a:moveTo>
                <a:lnTo>
                  <a:pt x="8084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5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E49099-A9AB-4083-B460-A20ADA8D48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1" y="3506222"/>
            <a:ext cx="8084" cy="8080"/>
          </a:xfrm>
          <a:custGeom xmlns:a="http://schemas.openxmlformats.org/drawingml/2006/main">
            <a:pathLst>
              <a:path w="8084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084" y="8080"/>
                </a:lnTo>
                <a:lnTo>
                  <a:pt x="8084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0DDA3B-FB69-482B-8E09-D88B0A684C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1" y="3506222"/>
            <a:ext cx="8084" cy="8080"/>
          </a:xfrm>
          <a:custGeom xmlns:a="http://schemas.openxmlformats.org/drawingml/2006/main">
            <a:pathLst>
              <a:path w="8084" h="8080" fill="none">
                <a:moveTo>
                  <a:pt x="8079" y="8080"/>
                </a:moveTo>
                <a:lnTo>
                  <a:pt x="8084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5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A990A7-5C24-4038-A82E-DB737C9CEA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1" y="3506222"/>
            <a:ext cx="8084" cy="8080"/>
          </a:xfrm>
          <a:custGeom xmlns:a="http://schemas.openxmlformats.org/drawingml/2006/main">
            <a:pathLst>
              <a:path w="8084" h="8080">
                <a:moveTo>
                  <a:pt x="0" y="1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084" y="8080"/>
                </a:lnTo>
                <a:lnTo>
                  <a:pt x="8084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F28B55-8A71-4EA5-8F77-3727A5FFD7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1" y="3506222"/>
            <a:ext cx="8084" cy="8080"/>
          </a:xfrm>
          <a:custGeom xmlns:a="http://schemas.openxmlformats.org/drawingml/2006/main">
            <a:pathLst>
              <a:path w="8084" h="8080" fill="none">
                <a:moveTo>
                  <a:pt x="8079" y="8080"/>
                </a:moveTo>
                <a:lnTo>
                  <a:pt x="8084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5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21C5BF-52A3-4FBA-9795-457C53C401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54653" y="3506222"/>
            <a:ext cx="16157" cy="8080"/>
          </a:xfrm>
          <a:custGeom xmlns:a="http://schemas.openxmlformats.org/drawingml/2006/main">
            <a:pathLst>
              <a:path w="16157" h="8080">
                <a:moveTo>
                  <a:pt x="8612" y="8063"/>
                </a:move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3"/>
                </a:lnTo>
                <a:lnTo>
                  <a:pt x="9920" y="7868"/>
                </a:lnTo>
                <a:lnTo>
                  <a:pt x="10175" y="7803"/>
                </a:lnTo>
                <a:lnTo>
                  <a:pt x="10428" y="7731"/>
                </a:lnTo>
                <a:lnTo>
                  <a:pt x="10678" y="7650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1"/>
                </a:lnTo>
                <a:lnTo>
                  <a:pt x="12339" y="6865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5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1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3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1"/>
                </a:lnTo>
                <a:lnTo>
                  <a:pt x="16157" y="0"/>
                </a:lnTo>
                <a:lnTo>
                  <a:pt x="0" y="0"/>
                </a:ln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346" y="8076"/>
                </a:lnTo>
                <a:lnTo>
                  <a:pt x="8612" y="8063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4477DC-A90F-4EFB-9BE2-5E742AC733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54653" y="3506222"/>
            <a:ext cx="16157" cy="8080"/>
          </a:xfrm>
          <a:custGeom xmlns:a="http://schemas.openxmlformats.org/drawingml/2006/main">
            <a:pathLst>
              <a:path w="16157" h="8080" fill="none">
                <a:moveTo>
                  <a:pt x="8079" y="8080"/>
                </a:moveTo>
                <a:lnTo>
                  <a:pt x="8346" y="8076"/>
                </a:lnTo>
                <a:lnTo>
                  <a:pt x="8612" y="8063"/>
                </a:ln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3"/>
                </a:lnTo>
                <a:lnTo>
                  <a:pt x="9920" y="7868"/>
                </a:lnTo>
                <a:lnTo>
                  <a:pt x="10175" y="7803"/>
                </a:lnTo>
                <a:lnTo>
                  <a:pt x="10428" y="7731"/>
                </a:lnTo>
                <a:lnTo>
                  <a:pt x="10678" y="7650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8"/>
                </a:lnTo>
                <a:lnTo>
                  <a:pt x="11883" y="7128"/>
                </a:lnTo>
                <a:lnTo>
                  <a:pt x="12113" y="7001"/>
                </a:lnTo>
                <a:lnTo>
                  <a:pt x="12339" y="6865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5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4"/>
                </a:lnTo>
                <a:lnTo>
                  <a:pt x="14328" y="5121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1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3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1"/>
                </a:lnTo>
                <a:lnTo>
                  <a:pt x="16157" y="0"/>
                </a:lnTo>
                <a:moveTo>
                  <a:pt x="0" y="0"/>
                </a:moveTo>
                <a:lnTo>
                  <a:pt x="0" y="1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3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1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5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5"/>
                </a:lnTo>
                <a:lnTo>
                  <a:pt x="4044" y="7001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0"/>
                </a:lnTo>
                <a:lnTo>
                  <a:pt x="5729" y="7731"/>
                </a:lnTo>
                <a:lnTo>
                  <a:pt x="5982" y="7803"/>
                </a:lnTo>
                <a:lnTo>
                  <a:pt x="6238" y="7868"/>
                </a:lnTo>
                <a:lnTo>
                  <a:pt x="6495" y="7923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5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D3B2CD-6C22-4ADB-893D-5A157BD317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00158" y="405651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622E63-2A15-45F3-8FE3-9C5F9DE47F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00158" y="405651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6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224EB5-843D-4B96-ABCE-5AE78116C6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3523" y="381021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459B7A-293B-475C-8D2B-ED257E10A1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3523" y="381021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6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9C8821-75F7-42B8-9732-4BF20C3D93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11724" y="405934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A5A7E4-21F8-4ADE-A33B-E7DE14E533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11724" y="405934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6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D7E583-71CF-4E53-B825-277D9643A4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1" y="3506222"/>
            <a:ext cx="8084" cy="8081"/>
          </a:xfrm>
          <a:custGeom xmlns:a="http://schemas.openxmlformats.org/drawingml/2006/main">
            <a:pathLst>
              <a:path w="8084" h="8081">
                <a:moveTo>
                  <a:pt x="0" y="2"/>
                </a:moveTo>
                <a:lnTo>
                  <a:pt x="4" y="269"/>
                </a:lnTo>
                <a:lnTo>
                  <a:pt x="18" y="536"/>
                </a:lnTo>
                <a:lnTo>
                  <a:pt x="40" y="800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6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1"/>
                </a:lnTo>
                <a:lnTo>
                  <a:pt x="8084" y="8081"/>
                </a:lnTo>
                <a:lnTo>
                  <a:pt x="8084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BB4DC5-2661-4A16-962D-E4455F3E48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421" y="3506222"/>
            <a:ext cx="8084" cy="8081"/>
          </a:xfrm>
          <a:custGeom xmlns:a="http://schemas.openxmlformats.org/drawingml/2006/main">
            <a:pathLst>
              <a:path w="8084" h="8081" fill="none">
                <a:moveTo>
                  <a:pt x="8079" y="8081"/>
                </a:moveTo>
                <a:lnTo>
                  <a:pt x="8084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6"/>
                </a:lnTo>
                <a:lnTo>
                  <a:pt x="40" y="800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6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6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6A8AF5-CA38-41EC-97FA-4933780CAD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21206" y="3506222"/>
            <a:ext cx="16157" cy="8081"/>
          </a:xfrm>
          <a:custGeom xmlns:a="http://schemas.openxmlformats.org/drawingml/2006/main">
            <a:pathLst>
              <a:path w="16157" h="8081">
                <a:moveTo>
                  <a:pt x="8612" y="8063"/>
                </a:moveTo>
                <a:lnTo>
                  <a:pt x="8877" y="8041"/>
                </a:lnTo>
                <a:lnTo>
                  <a:pt x="9141" y="8011"/>
                </a:lnTo>
                <a:lnTo>
                  <a:pt x="9402" y="7971"/>
                </a:lnTo>
                <a:lnTo>
                  <a:pt x="9662" y="7924"/>
                </a:lnTo>
                <a:lnTo>
                  <a:pt x="9920" y="7868"/>
                </a:lnTo>
                <a:lnTo>
                  <a:pt x="10175" y="7804"/>
                </a:lnTo>
                <a:lnTo>
                  <a:pt x="10428" y="7731"/>
                </a:lnTo>
                <a:lnTo>
                  <a:pt x="10678" y="7651"/>
                </a:lnTo>
                <a:lnTo>
                  <a:pt x="10926" y="7562"/>
                </a:lnTo>
                <a:lnTo>
                  <a:pt x="11170" y="7466"/>
                </a:lnTo>
                <a:lnTo>
                  <a:pt x="11411" y="7361"/>
                </a:lnTo>
                <a:lnTo>
                  <a:pt x="11649" y="7249"/>
                </a:lnTo>
                <a:lnTo>
                  <a:pt x="11883" y="7129"/>
                </a:lnTo>
                <a:lnTo>
                  <a:pt x="12113" y="7001"/>
                </a:lnTo>
                <a:lnTo>
                  <a:pt x="12339" y="6866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6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5"/>
                </a:lnTo>
                <a:lnTo>
                  <a:pt x="14328" y="5122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5"/>
                </a:lnTo>
                <a:lnTo>
                  <a:pt x="15542" y="3094"/>
                </a:lnTo>
                <a:lnTo>
                  <a:pt x="15639" y="2849"/>
                </a:lnTo>
                <a:lnTo>
                  <a:pt x="15728" y="2602"/>
                </a:lnTo>
                <a:lnTo>
                  <a:pt x="15808" y="2351"/>
                </a:lnTo>
                <a:lnTo>
                  <a:pt x="15880" y="2099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6"/>
                </a:lnTo>
                <a:lnTo>
                  <a:pt x="16087" y="1064"/>
                </a:lnTo>
                <a:lnTo>
                  <a:pt x="16118" y="800"/>
                </a:lnTo>
                <a:lnTo>
                  <a:pt x="16140" y="536"/>
                </a:lnTo>
                <a:lnTo>
                  <a:pt x="16153" y="269"/>
                </a:lnTo>
                <a:lnTo>
                  <a:pt x="16157" y="2"/>
                </a:lnTo>
                <a:lnTo>
                  <a:pt x="16157" y="0"/>
                </a:lnTo>
                <a:lnTo>
                  <a:pt x="0" y="0"/>
                </a:lnTo>
                <a:lnTo>
                  <a:pt x="0" y="2"/>
                </a:lnTo>
                <a:lnTo>
                  <a:pt x="4" y="269"/>
                </a:lnTo>
                <a:lnTo>
                  <a:pt x="18" y="536"/>
                </a:lnTo>
                <a:lnTo>
                  <a:pt x="40" y="800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6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1"/>
                </a:lnTo>
                <a:lnTo>
                  <a:pt x="8346" y="8076"/>
                </a:lnTo>
                <a:lnTo>
                  <a:pt x="8612" y="8063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C146AA-EEE6-4C38-BBFD-F5784EBEE8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21206" y="3506222"/>
            <a:ext cx="16157" cy="8081"/>
          </a:xfrm>
          <a:custGeom xmlns:a="http://schemas.openxmlformats.org/drawingml/2006/main">
            <a:pathLst>
              <a:path w="16157" h="8081" fill="none">
                <a:moveTo>
                  <a:pt x="8079" y="8081"/>
                </a:moveTo>
                <a:lnTo>
                  <a:pt x="8346" y="8076"/>
                </a:lnTo>
                <a:lnTo>
                  <a:pt x="8612" y="8063"/>
                </a:lnTo>
                <a:lnTo>
                  <a:pt x="8877" y="8041"/>
                </a:lnTo>
                <a:lnTo>
                  <a:pt x="9141" y="8011"/>
                </a:lnTo>
                <a:lnTo>
                  <a:pt x="9402" y="7971"/>
                </a:lnTo>
                <a:lnTo>
                  <a:pt x="9662" y="7924"/>
                </a:lnTo>
                <a:lnTo>
                  <a:pt x="9920" y="7868"/>
                </a:lnTo>
                <a:lnTo>
                  <a:pt x="10175" y="7804"/>
                </a:lnTo>
                <a:lnTo>
                  <a:pt x="10428" y="7731"/>
                </a:lnTo>
                <a:lnTo>
                  <a:pt x="10678" y="7651"/>
                </a:lnTo>
                <a:lnTo>
                  <a:pt x="10926" y="7562"/>
                </a:lnTo>
                <a:lnTo>
                  <a:pt x="11170" y="7466"/>
                </a:lnTo>
                <a:lnTo>
                  <a:pt x="11411" y="7361"/>
                </a:lnTo>
                <a:lnTo>
                  <a:pt x="11649" y="7249"/>
                </a:lnTo>
                <a:lnTo>
                  <a:pt x="11883" y="7129"/>
                </a:lnTo>
                <a:lnTo>
                  <a:pt x="12113" y="7001"/>
                </a:lnTo>
                <a:lnTo>
                  <a:pt x="12339" y="6866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6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5"/>
                </a:lnTo>
                <a:lnTo>
                  <a:pt x="14328" y="5122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5"/>
                </a:lnTo>
                <a:lnTo>
                  <a:pt x="15542" y="3094"/>
                </a:lnTo>
                <a:lnTo>
                  <a:pt x="15639" y="2849"/>
                </a:lnTo>
                <a:lnTo>
                  <a:pt x="15728" y="2602"/>
                </a:lnTo>
                <a:lnTo>
                  <a:pt x="15808" y="2351"/>
                </a:lnTo>
                <a:lnTo>
                  <a:pt x="15880" y="2099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6"/>
                </a:lnTo>
                <a:lnTo>
                  <a:pt x="16087" y="1064"/>
                </a:lnTo>
                <a:lnTo>
                  <a:pt x="16118" y="800"/>
                </a:lnTo>
                <a:lnTo>
                  <a:pt x="16140" y="536"/>
                </a:lnTo>
                <a:lnTo>
                  <a:pt x="16153" y="269"/>
                </a:lnTo>
                <a:lnTo>
                  <a:pt x="16157" y="2"/>
                </a:lnTo>
                <a:lnTo>
                  <a:pt x="16157" y="0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6"/>
                </a:lnTo>
                <a:lnTo>
                  <a:pt x="40" y="800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6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6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7FF8DA-4FC4-4F74-92E4-A458148401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21381" y="390790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0C905E-E8A3-4C6C-8290-E3632805F1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21381" y="390790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6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7D05AC-06D9-436D-9410-DB36046F2F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91440" y="375370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BD8864-F82A-42A7-8551-3BA243D382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91440" y="375370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6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1BF75C-9F41-4F55-93E0-7107255FAA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19735" y="403752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B8C988-7102-45FA-9FF3-9826BCF9B8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19735" y="403752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6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92CBD7-CBFD-4401-B5C2-058B9C0D1A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16715" y="4708010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5482DE-B426-43A7-B774-6E5D933D5E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16715" y="4708010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9616" name="Text 0">
            <a:extLst xmlns:a="http://schemas.openxmlformats.org/drawingml/2006/main">
              <a:ext uri="{FF2B5EF4-FFF2-40B4-BE49-F238E27FC236}">
                <a16:creationId xmlns:a16="http://schemas.microsoft.com/office/drawing/2014/main" id="{F74AB085-8445-4EE5-B3B2-41D075E116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93528" y="4755881"/>
            <a:ext cx="43693" cy="65625"/>
          </a:xfrm>
          <a:custGeom xmlns:a="http://schemas.openxmlformats.org/drawingml/2006/main">
            <a:pathLst>
              <a:path w="43693" h="65625">
                <a:moveTo>
                  <a:pt x="21847" y="6774"/>
                </a:moveTo>
                <a:cubicBezTo>
                  <a:pt x="17443" y="6774"/>
                  <a:pt x="14134" y="8942"/>
                  <a:pt x="11918" y="13278"/>
                </a:cubicBezTo>
                <a:cubicBezTo>
                  <a:pt x="9703" y="17615"/>
                  <a:pt x="8595" y="24133"/>
                  <a:pt x="8595" y="32833"/>
                </a:cubicBezTo>
                <a:cubicBezTo>
                  <a:pt x="8595" y="41506"/>
                  <a:pt x="9703" y="48010"/>
                  <a:pt x="11918" y="52346"/>
                </a:cubicBezTo>
                <a:cubicBezTo>
                  <a:pt x="14134" y="56682"/>
                  <a:pt x="17443" y="58850"/>
                  <a:pt x="21847" y="58850"/>
                </a:cubicBezTo>
                <a:cubicBezTo>
                  <a:pt x="26278" y="58850"/>
                  <a:pt x="29602" y="56682"/>
                  <a:pt x="31817" y="52346"/>
                </a:cubicBezTo>
                <a:cubicBezTo>
                  <a:pt x="34033" y="48010"/>
                  <a:pt x="35141" y="41506"/>
                  <a:pt x="35141" y="32833"/>
                </a:cubicBezTo>
                <a:cubicBezTo>
                  <a:pt x="35141" y="24133"/>
                  <a:pt x="34033" y="17615"/>
                  <a:pt x="31817" y="13278"/>
                </a:cubicBezTo>
                <a:cubicBezTo>
                  <a:pt x="29602" y="8942"/>
                  <a:pt x="26278" y="6774"/>
                  <a:pt x="21847" y="6774"/>
                </a:cubicBezTo>
                <a:moveTo>
                  <a:pt x="21847" y="0"/>
                </a:moveTo>
                <a:cubicBezTo>
                  <a:pt x="28931" y="0"/>
                  <a:pt x="34344" y="2803"/>
                  <a:pt x="38083" y="8409"/>
                </a:cubicBezTo>
                <a:cubicBezTo>
                  <a:pt x="41823" y="14016"/>
                  <a:pt x="43693" y="22157"/>
                  <a:pt x="43693" y="32833"/>
                </a:cubicBezTo>
                <a:cubicBezTo>
                  <a:pt x="43693" y="43482"/>
                  <a:pt x="41823" y="51609"/>
                  <a:pt x="38083" y="57215"/>
                </a:cubicBezTo>
                <a:cubicBezTo>
                  <a:pt x="34344" y="62821"/>
                  <a:pt x="28931" y="65625"/>
                  <a:pt x="21847" y="65625"/>
                </a:cubicBezTo>
                <a:cubicBezTo>
                  <a:pt x="14762" y="65625"/>
                  <a:pt x="9350" y="62821"/>
                  <a:pt x="5610" y="57215"/>
                </a:cubicBezTo>
                <a:cubicBezTo>
                  <a:pt x="1870" y="51609"/>
                  <a:pt x="0" y="43482"/>
                  <a:pt x="0" y="32833"/>
                </a:cubicBezTo>
                <a:cubicBezTo>
                  <a:pt x="0" y="22157"/>
                  <a:pt x="1870" y="14016"/>
                  <a:pt x="5610" y="8409"/>
                </a:cubicBezTo>
                <a:cubicBezTo>
                  <a:pt x="9350" y="2803"/>
                  <a:pt x="14762" y="0"/>
                  <a:pt x="21847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6F90A7-0047-415E-ABBA-157260CDF1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83230" y="4708010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11045E-3F83-4657-BB87-4AA438786D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83230" y="4708010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9619" name="Text 10">
            <a:extLst xmlns:a="http://schemas.openxmlformats.org/drawingml/2006/main">
              <a:ext uri="{FF2B5EF4-FFF2-40B4-BE49-F238E27FC236}">
                <a16:creationId xmlns:a16="http://schemas.microsoft.com/office/drawing/2014/main" id="{55916026-3A52-4C84-886B-678464CAEE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87982" y="4757236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20" name="Text −1">
            <a:extLst xmlns:a="http://schemas.openxmlformats.org/drawingml/2006/main">
              <a:ext uri="{FF2B5EF4-FFF2-40B4-BE49-F238E27FC236}">
                <a16:creationId xmlns:a16="http://schemas.microsoft.com/office/drawing/2014/main" id="{A85768EB-E5E1-46C3-B7D0-E4A403CDB0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96052" y="4744120"/>
            <a:ext cx="77441" cy="44278"/>
          </a:xfrm>
          <a:custGeom xmlns:a="http://schemas.openxmlformats.org/drawingml/2006/main">
            <a:pathLst>
              <a:path w="77441" h="44278">
                <a:moveTo>
                  <a:pt x="0" y="22702"/>
                </a:moveTo>
                <a:lnTo>
                  <a:pt x="37995" y="22702"/>
                </a:lnTo>
                <a:lnTo>
                  <a:pt x="37995" y="27740"/>
                </a:lnTo>
                <a:lnTo>
                  <a:pt x="0" y="27740"/>
                </a:lnTo>
                <a:lnTo>
                  <a:pt x="0" y="22702"/>
                </a:lnTo>
                <a:close/>
                <a:moveTo>
                  <a:pt x="51953" y="39239"/>
                </a:moveTo>
                <a:lnTo>
                  <a:pt x="61733" y="39239"/>
                </a:lnTo>
                <a:lnTo>
                  <a:pt x="61733" y="5453"/>
                </a:lnTo>
                <a:lnTo>
                  <a:pt x="51093" y="7587"/>
                </a:lnTo>
                <a:lnTo>
                  <a:pt x="51093" y="2134"/>
                </a:lnTo>
                <a:lnTo>
                  <a:pt x="61674" y="0"/>
                </a:lnTo>
                <a:lnTo>
                  <a:pt x="67660" y="0"/>
                </a:lnTo>
                <a:lnTo>
                  <a:pt x="67660" y="39239"/>
                </a:lnTo>
                <a:lnTo>
                  <a:pt x="77441" y="39239"/>
                </a:lnTo>
                <a:lnTo>
                  <a:pt x="77441" y="44278"/>
                </a:lnTo>
                <a:lnTo>
                  <a:pt x="51953" y="44278"/>
                </a:lnTo>
                <a:lnTo>
                  <a:pt x="51953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D0289F-E7A4-42BF-8BF5-E7EA99003F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3094" y="4708010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FCF0A3-130C-4412-9916-71D718FEA2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3094" y="4708010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9623" name="Text 10">
            <a:extLst xmlns:a="http://schemas.openxmlformats.org/drawingml/2006/main">
              <a:ext uri="{FF2B5EF4-FFF2-40B4-BE49-F238E27FC236}">
                <a16:creationId xmlns:a16="http://schemas.microsoft.com/office/drawing/2014/main" id="{B74E62D2-D8CC-440E-9CB3-B24552AF4B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43136" y="4758027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1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1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8" y="41506"/>
                  <a:pt x="86498" y="32833"/>
                </a:cubicBezTo>
                <a:cubicBezTo>
                  <a:pt x="86498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9" y="65625"/>
                  <a:pt x="60706" y="62821"/>
                  <a:pt x="56967" y="57215"/>
                </a:cubicBezTo>
                <a:cubicBezTo>
                  <a:pt x="53227" y="51609"/>
                  <a:pt x="51357" y="43482"/>
                  <a:pt x="51357" y="32833"/>
                </a:cubicBezTo>
                <a:cubicBezTo>
                  <a:pt x="51357" y="22157"/>
                  <a:pt x="53227" y="14016"/>
                  <a:pt x="56967" y="8409"/>
                </a:cubicBezTo>
                <a:cubicBezTo>
                  <a:pt x="60706" y="2803"/>
                  <a:pt x="66119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24" name="Text 0">
            <a:extLst xmlns:a="http://schemas.openxmlformats.org/drawingml/2006/main">
              <a:ext uri="{FF2B5EF4-FFF2-40B4-BE49-F238E27FC236}">
                <a16:creationId xmlns:a16="http://schemas.microsoft.com/office/drawing/2014/main" id="{E2C2E982-6469-4D02-AA7D-2DDC38723F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8775" y="4744140"/>
            <a:ext cx="30585" cy="45937"/>
          </a:xfrm>
          <a:custGeom xmlns:a="http://schemas.openxmlformats.org/drawingml/2006/main">
            <a:pathLst>
              <a:path w="30585" h="45937">
                <a:moveTo>
                  <a:pt x="15293" y="4742"/>
                </a:moveTo>
                <a:cubicBezTo>
                  <a:pt x="12210" y="4742"/>
                  <a:pt x="9894" y="6260"/>
                  <a:pt x="8343" y="9295"/>
                </a:cubicBezTo>
                <a:cubicBezTo>
                  <a:pt x="6792" y="12330"/>
                  <a:pt x="6016" y="16893"/>
                  <a:pt x="6016" y="22983"/>
                </a:cubicBezTo>
                <a:cubicBezTo>
                  <a:pt x="6016" y="29054"/>
                  <a:pt x="6792" y="33607"/>
                  <a:pt x="8343" y="36642"/>
                </a:cubicBezTo>
                <a:cubicBezTo>
                  <a:pt x="9894" y="39678"/>
                  <a:pt x="12210" y="41195"/>
                  <a:pt x="15293" y="41195"/>
                </a:cubicBezTo>
                <a:cubicBezTo>
                  <a:pt x="18395" y="41195"/>
                  <a:pt x="20721" y="39678"/>
                  <a:pt x="22272" y="36642"/>
                </a:cubicBezTo>
                <a:cubicBezTo>
                  <a:pt x="23823" y="33607"/>
                  <a:pt x="24599" y="29054"/>
                  <a:pt x="24599" y="22983"/>
                </a:cubicBezTo>
                <a:cubicBezTo>
                  <a:pt x="24599" y="16893"/>
                  <a:pt x="23823" y="12330"/>
                  <a:pt x="22272" y="9295"/>
                </a:cubicBezTo>
                <a:cubicBezTo>
                  <a:pt x="20721" y="6260"/>
                  <a:pt x="18395" y="4742"/>
                  <a:pt x="15293" y="4742"/>
                </a:cubicBezTo>
                <a:moveTo>
                  <a:pt x="15293" y="0"/>
                </a:moveTo>
                <a:cubicBezTo>
                  <a:pt x="20252" y="0"/>
                  <a:pt x="24040" y="1962"/>
                  <a:pt x="26658" y="5887"/>
                </a:cubicBezTo>
                <a:cubicBezTo>
                  <a:pt x="29276" y="9811"/>
                  <a:pt x="30585" y="15510"/>
                  <a:pt x="30585" y="22983"/>
                </a:cubicBezTo>
                <a:cubicBezTo>
                  <a:pt x="30585" y="30437"/>
                  <a:pt x="29276" y="36126"/>
                  <a:pt x="26658" y="40051"/>
                </a:cubicBezTo>
                <a:cubicBezTo>
                  <a:pt x="24040" y="43975"/>
                  <a:pt x="20252" y="45937"/>
                  <a:pt x="15293" y="45937"/>
                </a:cubicBezTo>
                <a:cubicBezTo>
                  <a:pt x="10333" y="45937"/>
                  <a:pt x="6545" y="43975"/>
                  <a:pt x="3927" y="40051"/>
                </a:cubicBezTo>
                <a:cubicBezTo>
                  <a:pt x="1309" y="36126"/>
                  <a:pt x="0" y="30437"/>
                  <a:pt x="0" y="22983"/>
                </a:cubicBezTo>
                <a:cubicBezTo>
                  <a:pt x="0" y="15510"/>
                  <a:pt x="1309" y="9811"/>
                  <a:pt x="3927" y="5887"/>
                </a:cubicBezTo>
                <a:cubicBezTo>
                  <a:pt x="6545" y="1962"/>
                  <a:pt x="10333" y="0"/>
                  <a:pt x="1529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52454A-E447-4E61-9355-1CBA61979A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2957" y="4708010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B75E0D-96EC-440D-943C-76EC74CD72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2957" y="4708010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9627" name="Text 10">
            <a:extLst xmlns:a="http://schemas.openxmlformats.org/drawingml/2006/main">
              <a:ext uri="{FF2B5EF4-FFF2-40B4-BE49-F238E27FC236}">
                <a16:creationId xmlns:a16="http://schemas.microsoft.com/office/drawing/2014/main" id="{02EAFB1D-6306-440C-9714-D86906DC61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3000" y="4757236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28" name="Text 1">
            <a:extLst xmlns:a="http://schemas.openxmlformats.org/drawingml/2006/main">
              <a:ext uri="{FF2B5EF4-FFF2-40B4-BE49-F238E27FC236}">
                <a16:creationId xmlns:a16="http://schemas.microsoft.com/office/drawing/2014/main" id="{DFA21354-21FC-4B26-B7A6-EDECA760F2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1306" y="4744120"/>
            <a:ext cx="26347" cy="44278"/>
          </a:xfrm>
          <a:custGeom xmlns:a="http://schemas.openxmlformats.org/drawingml/2006/main">
            <a:pathLst>
              <a:path w="26347" h="44278">
                <a:moveTo>
                  <a:pt x="859" y="39239"/>
                </a:moveTo>
                <a:lnTo>
                  <a:pt x="10640" y="39239"/>
                </a:lnTo>
                <a:lnTo>
                  <a:pt x="10640" y="5453"/>
                </a:lnTo>
                <a:lnTo>
                  <a:pt x="0" y="7587"/>
                </a:lnTo>
                <a:lnTo>
                  <a:pt x="0" y="2134"/>
                </a:lnTo>
                <a:lnTo>
                  <a:pt x="10580" y="0"/>
                </a:lnTo>
                <a:lnTo>
                  <a:pt x="16567" y="0"/>
                </a:lnTo>
                <a:lnTo>
                  <a:pt x="16567" y="39239"/>
                </a:lnTo>
                <a:lnTo>
                  <a:pt x="26347" y="39239"/>
                </a:lnTo>
                <a:lnTo>
                  <a:pt x="26347" y="44278"/>
                </a:lnTo>
                <a:lnTo>
                  <a:pt x="859" y="44278"/>
                </a:lnTo>
                <a:lnTo>
                  <a:pt x="859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5BCABC-CD91-48F2-96B6-E28D331C72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2821" y="4708010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0883F4-1367-49C8-BB12-E15920FDA6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2821" y="4708010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9631" name="Text 10">
            <a:extLst xmlns:a="http://schemas.openxmlformats.org/drawingml/2006/main">
              <a:ext uri="{FF2B5EF4-FFF2-40B4-BE49-F238E27FC236}">
                <a16:creationId xmlns:a16="http://schemas.microsoft.com/office/drawing/2014/main" id="{8FA99FE9-31F0-47AB-B16C-940A4538A7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2864" y="4758027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32" name="Text 2">
            <a:extLst xmlns:a="http://schemas.openxmlformats.org/drawingml/2006/main">
              <a:ext uri="{FF2B5EF4-FFF2-40B4-BE49-F238E27FC236}">
                <a16:creationId xmlns:a16="http://schemas.microsoft.com/office/drawing/2014/main" id="{DAFF2E6F-B47D-45B2-82BF-29AB81320B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8948" y="4744140"/>
            <a:ext cx="28096" cy="45048"/>
          </a:xfrm>
          <a:custGeom xmlns:a="http://schemas.openxmlformats.org/drawingml/2006/main">
            <a:pathLst>
              <a:path w="28096" h="45048">
                <a:moveTo>
                  <a:pt x="7202" y="40010"/>
                </a:moveTo>
                <a:lnTo>
                  <a:pt x="28096" y="40010"/>
                </a:lnTo>
                <a:lnTo>
                  <a:pt x="28096" y="45048"/>
                </a:lnTo>
                <a:lnTo>
                  <a:pt x="0" y="45048"/>
                </a:lnTo>
                <a:lnTo>
                  <a:pt x="0" y="40010"/>
                </a:lnTo>
                <a:cubicBezTo>
                  <a:pt x="2272" y="37659"/>
                  <a:pt x="5369" y="34502"/>
                  <a:pt x="9291" y="30541"/>
                </a:cubicBezTo>
                <a:cubicBezTo>
                  <a:pt x="13213" y="26579"/>
                  <a:pt x="15678" y="24026"/>
                  <a:pt x="16686" y="22880"/>
                </a:cubicBezTo>
                <a:cubicBezTo>
                  <a:pt x="18602" y="20726"/>
                  <a:pt x="19941" y="18903"/>
                  <a:pt x="20701" y="17412"/>
                </a:cubicBezTo>
                <a:cubicBezTo>
                  <a:pt x="21462" y="15920"/>
                  <a:pt x="21842" y="14453"/>
                  <a:pt x="21842" y="13011"/>
                </a:cubicBezTo>
                <a:cubicBezTo>
                  <a:pt x="21842" y="10659"/>
                  <a:pt x="21018" y="8743"/>
                  <a:pt x="19368" y="7261"/>
                </a:cubicBezTo>
                <a:cubicBezTo>
                  <a:pt x="17718" y="5779"/>
                  <a:pt x="15569" y="5038"/>
                  <a:pt x="12922" y="5038"/>
                </a:cubicBezTo>
                <a:cubicBezTo>
                  <a:pt x="11045" y="5038"/>
                  <a:pt x="9064" y="5367"/>
                  <a:pt x="6979" y="6024"/>
                </a:cubicBezTo>
                <a:cubicBezTo>
                  <a:pt x="4895" y="6681"/>
                  <a:pt x="2667" y="7676"/>
                  <a:pt x="296" y="9010"/>
                </a:cubicBezTo>
                <a:lnTo>
                  <a:pt x="296" y="2964"/>
                </a:lnTo>
                <a:cubicBezTo>
                  <a:pt x="2707" y="1986"/>
                  <a:pt x="4959" y="1247"/>
                  <a:pt x="7054" y="748"/>
                </a:cubicBezTo>
                <a:cubicBezTo>
                  <a:pt x="9148" y="249"/>
                  <a:pt x="11064" y="0"/>
                  <a:pt x="12803" y="0"/>
                </a:cubicBezTo>
                <a:cubicBezTo>
                  <a:pt x="17387" y="0"/>
                  <a:pt x="21042" y="1146"/>
                  <a:pt x="23769" y="3438"/>
                </a:cubicBezTo>
                <a:cubicBezTo>
                  <a:pt x="26495" y="5730"/>
                  <a:pt x="27859" y="8792"/>
                  <a:pt x="27859" y="12625"/>
                </a:cubicBezTo>
                <a:cubicBezTo>
                  <a:pt x="27859" y="14443"/>
                  <a:pt x="27518" y="16167"/>
                  <a:pt x="26836" y="17797"/>
                </a:cubicBezTo>
                <a:cubicBezTo>
                  <a:pt x="26155" y="19427"/>
                  <a:pt x="24915" y="21348"/>
                  <a:pt x="23117" y="23561"/>
                </a:cubicBezTo>
                <a:cubicBezTo>
                  <a:pt x="22623" y="24134"/>
                  <a:pt x="21052" y="25789"/>
                  <a:pt x="18405" y="28526"/>
                </a:cubicBezTo>
                <a:cubicBezTo>
                  <a:pt x="15757" y="31262"/>
                  <a:pt x="12023" y="35090"/>
                  <a:pt x="7202" y="4001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3EC31C-1578-4D32-A1C7-30FD63FBA2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17082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B5B996-2669-4630-B883-DF605D61E7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17082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6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869044-25C7-430D-8519-44EDE46A11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17448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6BFF46-5F44-4F12-BFFB-9CCFE855BE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17448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6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0E111B-ACB4-41FC-AB46-5826A4DC71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17815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46F55E-AED4-4F0C-9535-1B32C8DA62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17815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6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D171CD-C29A-46C6-9BEE-E906AE0717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18181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60C667-FF6F-4689-8703-C158D2BC0D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18181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6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311F86-8DD0-42D6-B6BC-EBA030947B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18548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614F40-0405-4851-9246-2978CFD008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18548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6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BC397B-B714-4ECC-BBC0-5AD06EBEE6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18914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638B69-0EBF-4BF8-B1EE-915D0A30BA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18914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6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3ADE28-306D-49C5-A623-25D63D4777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19281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0E20F5-D23B-4352-9172-6D189D8CA4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19281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6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BEE2F7-ECA1-4122-AE86-D9E1207941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19647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D875B7-699C-41FB-A5BF-F8CB3B4D07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19647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6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29840A-540F-4F0A-A6D9-49079ACECD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20014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BD4DFD-A0A7-4870-BEB9-A810A73AAB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20014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6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80E045-9125-47E3-8857-30DACF1C35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20380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B8275F-4800-40FA-8385-3F5307353C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20380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6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463488-25F1-48CD-A660-382103281C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24045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B51355-BBEE-4F35-8417-430EA2CA35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24045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6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88D1B8-1093-4250-AAAD-3A11070F0F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27710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52A67A-E81A-4086-A5B2-753B53CB73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27710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6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D0D9F3-D3BB-434E-81D1-812B676FF2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31376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2B5E86-A7F9-4343-9AAF-646869DC46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31376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6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CEB9C3-E555-48B1-B83E-16E0691698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35041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39F6EB-6E12-4F3E-95C4-1316A78B4D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35041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6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7A7D63-BAA3-40AC-B881-3F6EB99AFF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38706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33CF40-75F4-410B-9744-5C502B146F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38706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6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26E142-DDF5-4713-966C-391358DA45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42371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EA7DE7-4160-466E-B4ED-C68EC188A9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42371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6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D641F3-3041-4229-8EDC-5E97171CDF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46036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D1B01A-C578-46FB-A6FB-4DF0E7C511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46036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6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4E2FF7-0553-46BB-A6A2-8AEE58235C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49701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FF6FA1-D604-4100-8ACE-EB888406B4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49701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6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EDFA32-2105-4423-B2BE-68BB536C90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367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73F9D1-09E2-4FA8-BF32-087A0C5A4C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367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6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75D4FB-E86A-4684-A514-CFF66DC76C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0018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0B5BD8-991B-47A2-8360-63E8C5A116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0018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6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7C1C2E-9C0E-48C2-BEE5-BD1D34E25F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26670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293322-2334-40CD-9E7F-870500D48F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26670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6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24E043-A271-44EF-A06F-073A1143DA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63321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E68CCE-7A23-4156-AE3E-7961B1457B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63321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6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68852C-AA57-40DA-97BD-8FB110DEF1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99973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AFD377-212B-4A31-A6FA-43924AB63E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99973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6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49C3B9-4A85-480B-94E1-F27E7DDED4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36624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ADBF3E-F049-49AC-BEFF-7024280221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36624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6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1C8F01-6FB1-48CA-91DB-E98F20A3AF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73276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64E930-AAF8-4691-84F5-A8CF93C8D8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73276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6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AD85A4-EB61-449D-93B9-B6ABF17399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09927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63C69F-65F2-4D83-939B-FADC793A88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09927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6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F625D1-11A6-4A3F-A5C8-332A763FDA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46579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EDC167-9E12-4949-BA06-625EF4C8A2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46579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6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DD9E59-0B71-444A-BDAC-D7C7429221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83230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533829-5D23-49BF-BB64-AC41D84B28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83230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6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6CE1C3-7B80-45AF-AEAE-5488390A0E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2529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5A964A-1652-4F3D-A21A-534EE3C7F4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2529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6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DDC7F7-5519-410C-A126-2A7FB8DD27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40615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E069C9-4E0B-43F2-8B58-27619E80DC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40615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6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3DDA9D-7E01-4125-8629-D76BC72D22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81828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E70A25-88DC-4DD0-AD5D-40EC877520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81828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6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F999AB-01F0-4FED-BBAD-81DA99AC99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13795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3010FE-D729-4D6F-BF26-AC41BD7465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13795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6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F81272-4FC4-4DDC-9B98-3CC05A0613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39914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A3AB87-3E7C-4D99-B60C-E147CC5F3C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39914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6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A664F2-2290-44C4-9974-218C79847F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1997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98079C-0AF7-4CDB-B634-2FFCC5DBD3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1997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7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8407F9-6DDF-4BF6-8539-2474F1B1E8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81127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688CC3-5D89-46FB-9B71-58C446EE1A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81127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7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AB20EF-F69B-4FAF-A2DA-6DEC379419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98000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1A474C-39B8-4846-A5F6-9370A72821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98000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7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D31272-53E9-4B23-8BE5-C9E5546A0C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3094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6B8142-9ABC-4F70-A865-2F24DDE959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3094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7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829BF0-AEF4-4CDD-A906-B417F8C903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12393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E31C16-57CD-4379-99EC-83D8A77B43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12393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7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93DACF-783A-4E3D-9604-713ACE01DA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0479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409817-BF25-454A-A8B8-28E1942AA8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0479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7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A5EB45-6B73-49AC-BEAB-A0AC22C321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1691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38681E-2EAD-4E7D-93E7-4FC573303F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1691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7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E3B268-4BCE-460A-B906-D8CF92C209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3658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D6714E-E3A1-457A-A196-A1D04D29B7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3658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7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E254F5-2B47-44EA-9468-62FE5D89ED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69778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FF2F53-8C7A-4527-B60A-5FFFE58718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69778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7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CFA61C-1A79-47A5-ABAE-459F1FA5BB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91861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5D0AF1-BD5D-42EB-8CC9-0FC43A5132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91861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7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D4427D-8FCE-49FF-9A08-AD42CAF6AD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10990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F14815-6501-4583-8138-B1536B9BF0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10990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7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965883-3A1F-48EA-A396-A4856C24C4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7864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0C2091-D5BB-4354-90F3-8CCD6BA7BC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7864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7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3AD43D-82C4-4BC9-9F4E-1B65F46D07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2957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2C6190-1A63-41BC-91AA-6136270883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2957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7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A62AEE-B269-46AE-9A0B-0652ABB714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42256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220D7F-E917-41FF-B263-6AA4900858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42256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7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761F68-4009-4182-A30C-C47ABD1E3B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0342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886D56-04E6-4B34-91F8-6AEB0F9D7D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0342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7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2ADA89-E94F-4BBC-B4FA-3D299DDA78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1555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60DF0B-2895-4C95-983E-03CC57EC9A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1555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7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B66AF3-5600-4693-B0B1-0B1D7DE5E1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73522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4DF3D1-FA8F-4DD8-A647-38D1BA2B62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73522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7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BF9EDE-8CBF-4F9E-841E-698B57ACF8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99641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7403E3-F33C-4FC2-B4FB-B8EAA67DA8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99641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7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0D3439-421E-4E2C-8243-EBB297F33A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21724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62F67B-BEAA-4654-8DC1-2599DD5DCB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21724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7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1C0EBE-27B4-49BA-BD67-4C79C8F9E4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0854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F5A4C8-29E3-4870-933F-D88B1906E8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0854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7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EB9BAE-E14E-4DDC-838B-CBE9DCA2E7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7727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B15ADF-BFBB-4969-8389-3E274163AA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7727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7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92E056-82DE-4057-801E-17B4C5E3C3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2821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4C85A0-3E4C-41D0-A951-35C4B11C05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2821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7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ECF62E-9671-4D39-A42A-5558026619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2120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CA7EED-646C-49AA-9180-E3B0B2713C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2120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7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E387FE-F2A3-40ED-AF6F-B7199C6F20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0206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3801F0-D262-4018-89AE-CDBCDE8821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0206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7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F1BE1C-D8CF-4EC2-A21E-81C062FCBD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1419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FE07E4-07B1-49A7-9683-CE0A724BE0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1419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7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E8E12C-5A83-4527-ABFD-5FF09B2C00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3386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98B670-CA26-426B-ACF7-1035F4843D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3386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7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997A5C-DCD9-4EE7-A347-DBD081A3C5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9505" y="4708010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B59D4F-0B4D-461F-B6BE-0A3041112D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9505" y="4708010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753" name="Text QSF">
            <a:extLst xmlns:a="http://schemas.openxmlformats.org/drawingml/2006/main">
              <a:ext uri="{FF2B5EF4-FFF2-40B4-BE49-F238E27FC236}">
                <a16:creationId xmlns:a16="http://schemas.microsoft.com/office/drawing/2014/main" id="{E0787D1C-6216-4BD8-B50A-FE396B6E2E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7799" y="4872396"/>
            <a:ext cx="190478" cy="88120"/>
          </a:xfrm>
          <a:custGeom xmlns:a="http://schemas.openxmlformats.org/drawingml/2006/main">
            <a:pathLst>
              <a:path w="190478" h="88120">
                <a:moveTo>
                  <a:pt x="34181" y="8101"/>
                </a:moveTo>
                <a:cubicBezTo>
                  <a:pt x="26937" y="8101"/>
                  <a:pt x="21182" y="10804"/>
                  <a:pt x="16918" y="16209"/>
                </a:cubicBezTo>
                <a:cubicBezTo>
                  <a:pt x="12653" y="21614"/>
                  <a:pt x="10521" y="28979"/>
                  <a:pt x="10521" y="38306"/>
                </a:cubicBezTo>
                <a:cubicBezTo>
                  <a:pt x="10521" y="47599"/>
                  <a:pt x="12653" y="54949"/>
                  <a:pt x="16918" y="60354"/>
                </a:cubicBezTo>
                <a:cubicBezTo>
                  <a:pt x="21182" y="65759"/>
                  <a:pt x="26937" y="68461"/>
                  <a:pt x="34181" y="68461"/>
                </a:cubicBezTo>
                <a:cubicBezTo>
                  <a:pt x="41426" y="68461"/>
                  <a:pt x="47164" y="65759"/>
                  <a:pt x="51395" y="60354"/>
                </a:cubicBezTo>
                <a:cubicBezTo>
                  <a:pt x="55627" y="54949"/>
                  <a:pt x="57743" y="47599"/>
                  <a:pt x="57743" y="38306"/>
                </a:cubicBezTo>
                <a:cubicBezTo>
                  <a:pt x="57743" y="28979"/>
                  <a:pt x="55627" y="21614"/>
                  <a:pt x="51395" y="16209"/>
                </a:cubicBezTo>
                <a:cubicBezTo>
                  <a:pt x="47164" y="10804"/>
                  <a:pt x="41426" y="8101"/>
                  <a:pt x="34181" y="8101"/>
                </a:cubicBezTo>
                <a:moveTo>
                  <a:pt x="48160" y="73796"/>
                </a:moveTo>
                <a:lnTo>
                  <a:pt x="61299" y="88120"/>
                </a:lnTo>
                <a:lnTo>
                  <a:pt x="49247" y="88120"/>
                </a:lnTo>
                <a:lnTo>
                  <a:pt x="38330" y="76358"/>
                </a:lnTo>
                <a:cubicBezTo>
                  <a:pt x="37244" y="76426"/>
                  <a:pt x="36412" y="76477"/>
                  <a:pt x="35836" y="76511"/>
                </a:cubicBezTo>
                <a:cubicBezTo>
                  <a:pt x="35260" y="76545"/>
                  <a:pt x="34708" y="76562"/>
                  <a:pt x="34181" y="76562"/>
                </a:cubicBezTo>
                <a:cubicBezTo>
                  <a:pt x="23808" y="76562"/>
                  <a:pt x="15518" y="73094"/>
                  <a:pt x="9311" y="66158"/>
                </a:cubicBezTo>
                <a:cubicBezTo>
                  <a:pt x="3104" y="59221"/>
                  <a:pt x="0" y="49937"/>
                  <a:pt x="0" y="38306"/>
                </a:cubicBezTo>
                <a:cubicBezTo>
                  <a:pt x="0" y="26641"/>
                  <a:pt x="3104" y="17341"/>
                  <a:pt x="9311" y="10405"/>
                </a:cubicBezTo>
                <a:cubicBezTo>
                  <a:pt x="15518" y="3468"/>
                  <a:pt x="23808" y="0"/>
                  <a:pt x="34181" y="0"/>
                </a:cubicBezTo>
                <a:cubicBezTo>
                  <a:pt x="44521" y="0"/>
                  <a:pt x="52787" y="3468"/>
                  <a:pt x="58977" y="10405"/>
                </a:cubicBezTo>
                <a:cubicBezTo>
                  <a:pt x="65168" y="17341"/>
                  <a:pt x="68264" y="26642"/>
                  <a:pt x="68264" y="38307"/>
                </a:cubicBezTo>
                <a:cubicBezTo>
                  <a:pt x="68264" y="46874"/>
                  <a:pt x="66543" y="54206"/>
                  <a:pt x="63102" y="60302"/>
                </a:cubicBezTo>
                <a:cubicBezTo>
                  <a:pt x="59661" y="66398"/>
                  <a:pt x="54680" y="70896"/>
                  <a:pt x="48160" y="73796"/>
                </a:cubicBezTo>
                <a:close/>
                <a:moveTo>
                  <a:pt x="128069" y="3754"/>
                </a:moveTo>
                <a:lnTo>
                  <a:pt x="128069" y="13534"/>
                </a:lnTo>
                <a:cubicBezTo>
                  <a:pt x="124282" y="11707"/>
                  <a:pt x="120709" y="10344"/>
                  <a:pt x="117350" y="9447"/>
                </a:cubicBezTo>
                <a:cubicBezTo>
                  <a:pt x="113992" y="8549"/>
                  <a:pt x="110748" y="8101"/>
                  <a:pt x="107620" y="8101"/>
                </a:cubicBezTo>
                <a:cubicBezTo>
                  <a:pt x="102186" y="8101"/>
                  <a:pt x="97996" y="9156"/>
                  <a:pt x="95049" y="11267"/>
                </a:cubicBezTo>
                <a:cubicBezTo>
                  <a:pt x="92101" y="13376"/>
                  <a:pt x="90628" y="16376"/>
                  <a:pt x="90628" y="20267"/>
                </a:cubicBezTo>
                <a:cubicBezTo>
                  <a:pt x="90628" y="23532"/>
                  <a:pt x="91608" y="25997"/>
                  <a:pt x="93567" y="27663"/>
                </a:cubicBezTo>
                <a:cubicBezTo>
                  <a:pt x="95526" y="29328"/>
                  <a:pt x="99239" y="30671"/>
                  <a:pt x="104705" y="31693"/>
                </a:cubicBezTo>
                <a:lnTo>
                  <a:pt x="110732" y="32926"/>
                </a:lnTo>
                <a:cubicBezTo>
                  <a:pt x="118174" y="34343"/>
                  <a:pt x="123665" y="36839"/>
                  <a:pt x="127205" y="40414"/>
                </a:cubicBezTo>
                <a:cubicBezTo>
                  <a:pt x="130745" y="43988"/>
                  <a:pt x="132515" y="48773"/>
                  <a:pt x="132515" y="54770"/>
                </a:cubicBezTo>
                <a:cubicBezTo>
                  <a:pt x="132515" y="61918"/>
                  <a:pt x="130119" y="67338"/>
                  <a:pt x="125328" y="71028"/>
                </a:cubicBezTo>
                <a:cubicBezTo>
                  <a:pt x="120536" y="74717"/>
                  <a:pt x="113514" y="76562"/>
                  <a:pt x="104261" y="76562"/>
                </a:cubicBezTo>
                <a:cubicBezTo>
                  <a:pt x="100770" y="76562"/>
                  <a:pt x="97057" y="76163"/>
                  <a:pt x="93122" y="75364"/>
                </a:cubicBezTo>
                <a:cubicBezTo>
                  <a:pt x="89187" y="74566"/>
                  <a:pt x="85112" y="73384"/>
                  <a:pt x="80897" y="71820"/>
                </a:cubicBezTo>
                <a:lnTo>
                  <a:pt x="80897" y="61546"/>
                </a:lnTo>
                <a:cubicBezTo>
                  <a:pt x="84947" y="63835"/>
                  <a:pt x="88916" y="65559"/>
                  <a:pt x="92801" y="66720"/>
                </a:cubicBezTo>
                <a:cubicBezTo>
                  <a:pt x="96687" y="67881"/>
                  <a:pt x="100507" y="68461"/>
                  <a:pt x="104261" y="68461"/>
                </a:cubicBezTo>
                <a:cubicBezTo>
                  <a:pt x="109958" y="68461"/>
                  <a:pt x="114354" y="67341"/>
                  <a:pt x="117449" y="65099"/>
                </a:cubicBezTo>
                <a:cubicBezTo>
                  <a:pt x="120545" y="62857"/>
                  <a:pt x="122092" y="59659"/>
                  <a:pt x="122092" y="55506"/>
                </a:cubicBezTo>
                <a:cubicBezTo>
                  <a:pt x="122092" y="51880"/>
                  <a:pt x="120981" y="49044"/>
                  <a:pt x="118758" y="47001"/>
                </a:cubicBezTo>
                <a:cubicBezTo>
                  <a:pt x="116535" y="44956"/>
                  <a:pt x="112888" y="43423"/>
                  <a:pt x="107817" y="42401"/>
                </a:cubicBezTo>
                <a:lnTo>
                  <a:pt x="101742" y="41217"/>
                </a:lnTo>
                <a:cubicBezTo>
                  <a:pt x="94300" y="39734"/>
                  <a:pt x="88916" y="37411"/>
                  <a:pt x="85590" y="34249"/>
                </a:cubicBezTo>
                <a:cubicBezTo>
                  <a:pt x="82264" y="31086"/>
                  <a:pt x="80601" y="26687"/>
                  <a:pt x="80601" y="21053"/>
                </a:cubicBezTo>
                <a:cubicBezTo>
                  <a:pt x="80601" y="14530"/>
                  <a:pt x="82898" y="9390"/>
                  <a:pt x="87491" y="5634"/>
                </a:cubicBezTo>
                <a:cubicBezTo>
                  <a:pt x="92085" y="1878"/>
                  <a:pt x="98416" y="0"/>
                  <a:pt x="106484" y="0"/>
                </a:cubicBezTo>
                <a:cubicBezTo>
                  <a:pt x="109941" y="0"/>
                  <a:pt x="113465" y="313"/>
                  <a:pt x="117054" y="938"/>
                </a:cubicBezTo>
                <a:cubicBezTo>
                  <a:pt x="120643" y="1564"/>
                  <a:pt x="124315" y="2503"/>
                  <a:pt x="128069" y="3754"/>
                </a:cubicBezTo>
                <a:close/>
                <a:moveTo>
                  <a:pt x="148098" y="1284"/>
                </a:moveTo>
                <a:lnTo>
                  <a:pt x="190478" y="1284"/>
                </a:lnTo>
                <a:lnTo>
                  <a:pt x="190478" y="9681"/>
                </a:lnTo>
                <a:lnTo>
                  <a:pt x="158075" y="9681"/>
                </a:lnTo>
                <a:lnTo>
                  <a:pt x="158075" y="31415"/>
                </a:lnTo>
                <a:lnTo>
                  <a:pt x="187317" y="31415"/>
                </a:lnTo>
                <a:lnTo>
                  <a:pt x="187317" y="39812"/>
                </a:lnTo>
                <a:lnTo>
                  <a:pt x="158075" y="39812"/>
                </a:lnTo>
                <a:lnTo>
                  <a:pt x="158075" y="75080"/>
                </a:lnTo>
                <a:lnTo>
                  <a:pt x="148098" y="75080"/>
                </a:lnTo>
                <a:lnTo>
                  <a:pt x="148098" y="1284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D24C42-FEC7-42B2-A910-546BA1E5E2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95038" y="4708010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AC52D2-D0A4-4893-9200-27F1ECC4EA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95038" y="4708010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9756" name="Text 0">
            <a:extLst xmlns:a="http://schemas.openxmlformats.org/drawingml/2006/main">
              <a:ext uri="{FF2B5EF4-FFF2-40B4-BE49-F238E27FC236}">
                <a16:creationId xmlns:a16="http://schemas.microsoft.com/office/drawing/2014/main" id="{5810527A-5AB2-4220-8132-42B006980C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17657" y="4675946"/>
            <a:ext cx="43693" cy="65625"/>
          </a:xfrm>
          <a:custGeom xmlns:a="http://schemas.openxmlformats.org/drawingml/2006/main">
            <a:pathLst>
              <a:path w="43693" h="65625">
                <a:moveTo>
                  <a:pt x="21847" y="6774"/>
                </a:moveTo>
                <a:cubicBezTo>
                  <a:pt x="17443" y="6774"/>
                  <a:pt x="14134" y="8942"/>
                  <a:pt x="11918" y="13278"/>
                </a:cubicBezTo>
                <a:cubicBezTo>
                  <a:pt x="9703" y="17615"/>
                  <a:pt x="8595" y="24133"/>
                  <a:pt x="8595" y="32833"/>
                </a:cubicBezTo>
                <a:cubicBezTo>
                  <a:pt x="8595" y="41506"/>
                  <a:pt x="9703" y="48010"/>
                  <a:pt x="11918" y="52346"/>
                </a:cubicBezTo>
                <a:cubicBezTo>
                  <a:pt x="14134" y="56682"/>
                  <a:pt x="17443" y="58850"/>
                  <a:pt x="21847" y="58850"/>
                </a:cubicBezTo>
                <a:cubicBezTo>
                  <a:pt x="26278" y="58850"/>
                  <a:pt x="29602" y="56682"/>
                  <a:pt x="31817" y="52346"/>
                </a:cubicBezTo>
                <a:cubicBezTo>
                  <a:pt x="34033" y="48010"/>
                  <a:pt x="35141" y="41506"/>
                  <a:pt x="35141" y="32833"/>
                </a:cubicBezTo>
                <a:cubicBezTo>
                  <a:pt x="35141" y="24133"/>
                  <a:pt x="34033" y="17615"/>
                  <a:pt x="31817" y="13278"/>
                </a:cubicBezTo>
                <a:cubicBezTo>
                  <a:pt x="29602" y="8942"/>
                  <a:pt x="26278" y="6774"/>
                  <a:pt x="21847" y="6774"/>
                </a:cubicBezTo>
                <a:moveTo>
                  <a:pt x="21847" y="0"/>
                </a:moveTo>
                <a:cubicBezTo>
                  <a:pt x="28931" y="0"/>
                  <a:pt x="34344" y="2803"/>
                  <a:pt x="38083" y="8409"/>
                </a:cubicBezTo>
                <a:cubicBezTo>
                  <a:pt x="41823" y="14016"/>
                  <a:pt x="43693" y="22157"/>
                  <a:pt x="43693" y="32833"/>
                </a:cubicBezTo>
                <a:cubicBezTo>
                  <a:pt x="43693" y="43482"/>
                  <a:pt x="41823" y="51609"/>
                  <a:pt x="38083" y="57215"/>
                </a:cubicBezTo>
                <a:cubicBezTo>
                  <a:pt x="34344" y="62821"/>
                  <a:pt x="28931" y="65625"/>
                  <a:pt x="21847" y="65625"/>
                </a:cubicBezTo>
                <a:cubicBezTo>
                  <a:pt x="14762" y="65625"/>
                  <a:pt x="9350" y="62821"/>
                  <a:pt x="5610" y="57215"/>
                </a:cubicBezTo>
                <a:cubicBezTo>
                  <a:pt x="1870" y="51609"/>
                  <a:pt x="0" y="43482"/>
                  <a:pt x="0" y="32833"/>
                </a:cubicBezTo>
                <a:cubicBezTo>
                  <a:pt x="0" y="22157"/>
                  <a:pt x="1870" y="14016"/>
                  <a:pt x="5610" y="8409"/>
                </a:cubicBezTo>
                <a:cubicBezTo>
                  <a:pt x="9350" y="2803"/>
                  <a:pt x="14762" y="0"/>
                  <a:pt x="21847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926920-D57C-4125-B301-9ADF3B44F7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95038" y="4434897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9932FC-4459-4011-BBF4-B06857AF16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95038" y="4434897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9759" name="Text 10">
            <a:extLst xmlns:a="http://schemas.openxmlformats.org/drawingml/2006/main">
              <a:ext uri="{FF2B5EF4-FFF2-40B4-BE49-F238E27FC236}">
                <a16:creationId xmlns:a16="http://schemas.microsoft.com/office/drawing/2014/main" id="{7C6B1A7E-D798-4205-9A9B-AB9747A821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69727" y="4402833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1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1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8" y="41506"/>
                  <a:pt x="86498" y="32833"/>
                </a:cubicBezTo>
                <a:cubicBezTo>
                  <a:pt x="86498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9" y="65625"/>
                  <a:pt x="60706" y="62821"/>
                  <a:pt x="56967" y="57215"/>
                </a:cubicBezTo>
                <a:cubicBezTo>
                  <a:pt x="53227" y="51609"/>
                  <a:pt x="51357" y="43482"/>
                  <a:pt x="51357" y="32833"/>
                </a:cubicBezTo>
                <a:cubicBezTo>
                  <a:pt x="51357" y="22157"/>
                  <a:pt x="53227" y="14016"/>
                  <a:pt x="56967" y="8409"/>
                </a:cubicBezTo>
                <a:cubicBezTo>
                  <a:pt x="60706" y="2803"/>
                  <a:pt x="66119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60" name="Text −1">
            <a:extLst xmlns:a="http://schemas.openxmlformats.org/drawingml/2006/main">
              <a:ext uri="{FF2B5EF4-FFF2-40B4-BE49-F238E27FC236}">
                <a16:creationId xmlns:a16="http://schemas.microsoft.com/office/drawing/2014/main" id="{A8F393E3-4AF4-465D-A184-BC895F6FC9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77796" y="4389717"/>
            <a:ext cx="77441" cy="44278"/>
          </a:xfrm>
          <a:custGeom xmlns:a="http://schemas.openxmlformats.org/drawingml/2006/main">
            <a:pathLst>
              <a:path w="77441" h="44278">
                <a:moveTo>
                  <a:pt x="0" y="22702"/>
                </a:moveTo>
                <a:lnTo>
                  <a:pt x="37995" y="22702"/>
                </a:lnTo>
                <a:lnTo>
                  <a:pt x="37995" y="27740"/>
                </a:lnTo>
                <a:lnTo>
                  <a:pt x="0" y="27740"/>
                </a:lnTo>
                <a:lnTo>
                  <a:pt x="0" y="22702"/>
                </a:lnTo>
                <a:close/>
                <a:moveTo>
                  <a:pt x="51953" y="39239"/>
                </a:moveTo>
                <a:lnTo>
                  <a:pt x="61733" y="39239"/>
                </a:lnTo>
                <a:lnTo>
                  <a:pt x="61733" y="5453"/>
                </a:lnTo>
                <a:lnTo>
                  <a:pt x="51094" y="7587"/>
                </a:lnTo>
                <a:lnTo>
                  <a:pt x="51094" y="2134"/>
                </a:lnTo>
                <a:lnTo>
                  <a:pt x="61674" y="0"/>
                </a:lnTo>
                <a:lnTo>
                  <a:pt x="67661" y="0"/>
                </a:lnTo>
                <a:lnTo>
                  <a:pt x="67661" y="39239"/>
                </a:lnTo>
                <a:lnTo>
                  <a:pt x="77441" y="39239"/>
                </a:lnTo>
                <a:lnTo>
                  <a:pt x="77441" y="44278"/>
                </a:lnTo>
                <a:lnTo>
                  <a:pt x="51953" y="44278"/>
                </a:lnTo>
                <a:lnTo>
                  <a:pt x="51953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24D744-7F49-4797-9818-5D54D1BC43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95038" y="4189096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DC209E-D6C6-4212-8878-6371FF4B5F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95038" y="4189096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9763" name="Text 10">
            <a:extLst xmlns:a="http://schemas.openxmlformats.org/drawingml/2006/main">
              <a:ext uri="{FF2B5EF4-FFF2-40B4-BE49-F238E27FC236}">
                <a16:creationId xmlns:a16="http://schemas.microsoft.com/office/drawing/2014/main" id="{19ED82A9-B99A-472B-A347-C6D3D2D63A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20306" y="4157822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64" name="Text 0">
            <a:extLst xmlns:a="http://schemas.openxmlformats.org/drawingml/2006/main">
              <a:ext uri="{FF2B5EF4-FFF2-40B4-BE49-F238E27FC236}">
                <a16:creationId xmlns:a16="http://schemas.microsoft.com/office/drawing/2014/main" id="{AAC5A747-4AAC-458F-BFA5-7503CF1AB8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25946" y="4143935"/>
            <a:ext cx="30585" cy="45937"/>
          </a:xfrm>
          <a:custGeom xmlns:a="http://schemas.openxmlformats.org/drawingml/2006/main">
            <a:pathLst>
              <a:path w="30585" h="45937">
                <a:moveTo>
                  <a:pt x="15293" y="4742"/>
                </a:moveTo>
                <a:cubicBezTo>
                  <a:pt x="12210" y="4742"/>
                  <a:pt x="9894" y="6260"/>
                  <a:pt x="8343" y="9295"/>
                </a:cubicBezTo>
                <a:cubicBezTo>
                  <a:pt x="6792" y="12330"/>
                  <a:pt x="6016" y="16893"/>
                  <a:pt x="6016" y="22983"/>
                </a:cubicBezTo>
                <a:cubicBezTo>
                  <a:pt x="6016" y="29054"/>
                  <a:pt x="6792" y="33607"/>
                  <a:pt x="8343" y="36642"/>
                </a:cubicBezTo>
                <a:cubicBezTo>
                  <a:pt x="9894" y="39678"/>
                  <a:pt x="12210" y="41195"/>
                  <a:pt x="15293" y="41195"/>
                </a:cubicBezTo>
                <a:cubicBezTo>
                  <a:pt x="18395" y="41195"/>
                  <a:pt x="20721" y="39678"/>
                  <a:pt x="22272" y="36642"/>
                </a:cubicBezTo>
                <a:cubicBezTo>
                  <a:pt x="23823" y="33607"/>
                  <a:pt x="24599" y="29054"/>
                  <a:pt x="24599" y="22983"/>
                </a:cubicBezTo>
                <a:cubicBezTo>
                  <a:pt x="24599" y="16893"/>
                  <a:pt x="23823" y="12330"/>
                  <a:pt x="22272" y="9295"/>
                </a:cubicBezTo>
                <a:cubicBezTo>
                  <a:pt x="20721" y="6260"/>
                  <a:pt x="18395" y="4742"/>
                  <a:pt x="15293" y="4742"/>
                </a:cubicBezTo>
                <a:moveTo>
                  <a:pt x="15293" y="0"/>
                </a:moveTo>
                <a:cubicBezTo>
                  <a:pt x="20252" y="0"/>
                  <a:pt x="24040" y="1962"/>
                  <a:pt x="26658" y="5887"/>
                </a:cubicBezTo>
                <a:cubicBezTo>
                  <a:pt x="29276" y="9811"/>
                  <a:pt x="30585" y="15510"/>
                  <a:pt x="30585" y="22983"/>
                </a:cubicBezTo>
                <a:cubicBezTo>
                  <a:pt x="30585" y="30437"/>
                  <a:pt x="29276" y="36126"/>
                  <a:pt x="26658" y="40051"/>
                </a:cubicBezTo>
                <a:cubicBezTo>
                  <a:pt x="24040" y="43975"/>
                  <a:pt x="20252" y="45937"/>
                  <a:pt x="15293" y="45937"/>
                </a:cubicBezTo>
                <a:cubicBezTo>
                  <a:pt x="10333" y="45937"/>
                  <a:pt x="6545" y="43975"/>
                  <a:pt x="3927" y="40051"/>
                </a:cubicBezTo>
                <a:cubicBezTo>
                  <a:pt x="1309" y="36126"/>
                  <a:pt x="0" y="30437"/>
                  <a:pt x="0" y="22983"/>
                </a:cubicBezTo>
                <a:cubicBezTo>
                  <a:pt x="0" y="15510"/>
                  <a:pt x="1309" y="9811"/>
                  <a:pt x="3927" y="5887"/>
                </a:cubicBezTo>
                <a:cubicBezTo>
                  <a:pt x="6545" y="1962"/>
                  <a:pt x="10333" y="0"/>
                  <a:pt x="1529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C0135E-83FC-42C7-B76F-AB9ECB3EE7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95038" y="3943294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619BFE-0735-4113-82D0-1C7A8A5F6F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95038" y="3943294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9767" name="Text 10">
            <a:extLst xmlns:a="http://schemas.openxmlformats.org/drawingml/2006/main">
              <a:ext uri="{FF2B5EF4-FFF2-40B4-BE49-F238E27FC236}">
                <a16:creationId xmlns:a16="http://schemas.microsoft.com/office/drawing/2014/main" id="{9107B43C-1437-4F33-859D-6845DE3293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20306" y="3911230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68" name="Text 1">
            <a:extLst xmlns:a="http://schemas.openxmlformats.org/drawingml/2006/main">
              <a:ext uri="{FF2B5EF4-FFF2-40B4-BE49-F238E27FC236}">
                <a16:creationId xmlns:a16="http://schemas.microsoft.com/office/drawing/2014/main" id="{2A3FA3A0-0E2A-4029-AF24-532EAED1E1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28613" y="3898114"/>
            <a:ext cx="26347" cy="44278"/>
          </a:xfrm>
          <a:custGeom xmlns:a="http://schemas.openxmlformats.org/drawingml/2006/main">
            <a:pathLst>
              <a:path w="26347" h="44278">
                <a:moveTo>
                  <a:pt x="859" y="39239"/>
                </a:moveTo>
                <a:lnTo>
                  <a:pt x="10640" y="39239"/>
                </a:lnTo>
                <a:lnTo>
                  <a:pt x="10640" y="5453"/>
                </a:lnTo>
                <a:lnTo>
                  <a:pt x="0" y="7587"/>
                </a:lnTo>
                <a:lnTo>
                  <a:pt x="0" y="2134"/>
                </a:lnTo>
                <a:lnTo>
                  <a:pt x="10580" y="0"/>
                </a:lnTo>
                <a:lnTo>
                  <a:pt x="16567" y="0"/>
                </a:lnTo>
                <a:lnTo>
                  <a:pt x="16567" y="39239"/>
                </a:lnTo>
                <a:lnTo>
                  <a:pt x="26347" y="39239"/>
                </a:lnTo>
                <a:lnTo>
                  <a:pt x="26347" y="44278"/>
                </a:lnTo>
                <a:lnTo>
                  <a:pt x="859" y="44278"/>
                </a:lnTo>
                <a:lnTo>
                  <a:pt x="859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622494-9395-4BD9-BFCB-6BD19915A1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95038" y="3697492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02E39D-ED9B-4F0B-A128-9C57371C2E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95038" y="3697492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9771" name="Text 10">
            <a:extLst xmlns:a="http://schemas.openxmlformats.org/drawingml/2006/main">
              <a:ext uri="{FF2B5EF4-FFF2-40B4-BE49-F238E27FC236}">
                <a16:creationId xmlns:a16="http://schemas.microsoft.com/office/drawing/2014/main" id="{E53C8EE2-1D69-4C84-852F-E051168809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20306" y="3666219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72" name="Text 2">
            <a:extLst xmlns:a="http://schemas.openxmlformats.org/drawingml/2006/main">
              <a:ext uri="{FF2B5EF4-FFF2-40B4-BE49-F238E27FC236}">
                <a16:creationId xmlns:a16="http://schemas.microsoft.com/office/drawing/2014/main" id="{C11A8C8C-EA66-4355-A1E3-806621B56C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26390" y="3652332"/>
            <a:ext cx="28096" cy="45048"/>
          </a:xfrm>
          <a:custGeom xmlns:a="http://schemas.openxmlformats.org/drawingml/2006/main">
            <a:pathLst>
              <a:path w="28096" h="45048">
                <a:moveTo>
                  <a:pt x="7202" y="40010"/>
                </a:moveTo>
                <a:lnTo>
                  <a:pt x="28096" y="40010"/>
                </a:lnTo>
                <a:lnTo>
                  <a:pt x="28096" y="45048"/>
                </a:lnTo>
                <a:lnTo>
                  <a:pt x="0" y="45048"/>
                </a:lnTo>
                <a:lnTo>
                  <a:pt x="0" y="40010"/>
                </a:lnTo>
                <a:cubicBezTo>
                  <a:pt x="2272" y="37659"/>
                  <a:pt x="5369" y="34502"/>
                  <a:pt x="9291" y="30541"/>
                </a:cubicBezTo>
                <a:cubicBezTo>
                  <a:pt x="13213" y="26579"/>
                  <a:pt x="15678" y="24026"/>
                  <a:pt x="16686" y="22880"/>
                </a:cubicBezTo>
                <a:cubicBezTo>
                  <a:pt x="18602" y="20726"/>
                  <a:pt x="19941" y="18903"/>
                  <a:pt x="20701" y="17412"/>
                </a:cubicBezTo>
                <a:cubicBezTo>
                  <a:pt x="21462" y="15920"/>
                  <a:pt x="21842" y="14453"/>
                  <a:pt x="21842" y="13011"/>
                </a:cubicBezTo>
                <a:cubicBezTo>
                  <a:pt x="21842" y="10659"/>
                  <a:pt x="21018" y="8743"/>
                  <a:pt x="19368" y="7261"/>
                </a:cubicBezTo>
                <a:cubicBezTo>
                  <a:pt x="17718" y="5779"/>
                  <a:pt x="15569" y="5038"/>
                  <a:pt x="12922" y="5038"/>
                </a:cubicBezTo>
                <a:cubicBezTo>
                  <a:pt x="11045" y="5038"/>
                  <a:pt x="9064" y="5367"/>
                  <a:pt x="6979" y="6024"/>
                </a:cubicBezTo>
                <a:cubicBezTo>
                  <a:pt x="4895" y="6681"/>
                  <a:pt x="2667" y="7676"/>
                  <a:pt x="296" y="9010"/>
                </a:cubicBezTo>
                <a:lnTo>
                  <a:pt x="296" y="2964"/>
                </a:lnTo>
                <a:cubicBezTo>
                  <a:pt x="2707" y="1986"/>
                  <a:pt x="4959" y="1247"/>
                  <a:pt x="7054" y="748"/>
                </a:cubicBezTo>
                <a:cubicBezTo>
                  <a:pt x="9148" y="249"/>
                  <a:pt x="11064" y="0"/>
                  <a:pt x="12803" y="0"/>
                </a:cubicBezTo>
                <a:cubicBezTo>
                  <a:pt x="17387" y="0"/>
                  <a:pt x="21042" y="1146"/>
                  <a:pt x="23769" y="3438"/>
                </a:cubicBezTo>
                <a:cubicBezTo>
                  <a:pt x="26495" y="5730"/>
                  <a:pt x="27859" y="8792"/>
                  <a:pt x="27859" y="12625"/>
                </a:cubicBezTo>
                <a:cubicBezTo>
                  <a:pt x="27859" y="14443"/>
                  <a:pt x="27518" y="16167"/>
                  <a:pt x="26836" y="17797"/>
                </a:cubicBezTo>
                <a:cubicBezTo>
                  <a:pt x="26155" y="19427"/>
                  <a:pt x="24915" y="21348"/>
                  <a:pt x="23117" y="23561"/>
                </a:cubicBezTo>
                <a:cubicBezTo>
                  <a:pt x="22623" y="24134"/>
                  <a:pt x="21052" y="25789"/>
                  <a:pt x="18405" y="28526"/>
                </a:cubicBezTo>
                <a:cubicBezTo>
                  <a:pt x="15757" y="31262"/>
                  <a:pt x="12023" y="35090"/>
                  <a:pt x="7202" y="4001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64133B-D26D-493A-9A23-1B104B7167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70773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B8449F-BBBF-43D2-A891-857277D85E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70773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7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374D2F-F5C0-4CB7-967B-F3BF93B80B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70746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9A1E5E-EE94-436E-A525-458F588D5A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70746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7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821C08-488F-4B05-A9AE-0AF181F736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70719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0FF529-FED1-49AB-ADD9-EEFB65BDDB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70719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7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7416AE-7DBE-4CC4-8321-045296DA20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70691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1F05E0-0327-4E8E-A0E0-799DB869BD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70691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7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8C762A-8E00-400E-927B-91F962BFFB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70664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F2D278-7764-4686-A4DB-ECF5AD30D2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70664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7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B4F149-EA54-4908-A021-A11CF19475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70637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077306-98F7-4146-9483-CBF8C18A13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70637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7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A91F47-73EB-4353-B351-D5A0AA3F07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70609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2EAC8F-C0C8-43E8-8830-C163A47624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70609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7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820FA9-A006-4D22-8AEE-32EE8B1612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70582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8EFF59-2508-49A8-8ED7-7F176A6564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70582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7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6F161A-8CFA-40AF-A43C-B1E21F2E89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70555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066A72-4265-44C3-969C-BB23681510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70555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7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601564-D800-4933-AA23-53F47B6DE7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70527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F8FA4D-07E6-495A-AE25-AD7B0C6F25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70527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7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EEEB48-036B-42FB-B67A-223B5C93BC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70254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B3533E-23FF-458E-8D7C-E6954691F1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70254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7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EA5D21-4115-4B9E-A8A1-02A9946B33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69981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33A979-7CEB-4DE9-A9B4-1D05C61F47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69981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7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D06DEA-7EF9-49C9-8F74-B15AE28B4E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69708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2E5ED5-6B5C-4C11-98CA-CDBA4ED258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69708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7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5EB06A-3FC1-4CDB-BBC8-BC68246CD6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69435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C00EA9-2CEF-4475-980C-9B6AFCE03A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69435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8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16E248-C3CA-42A7-9A61-A040E5491E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69162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E3348B-D530-4AF8-8BEC-3B9DF34CAF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69162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8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11EC86-A741-4EAE-B34A-7A9CEB4FA9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68889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89B766-31B1-48A4-B7C9-FA52C0D865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68889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8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F38430-9AA5-495E-96BB-D9648230EB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68616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7DEDFC-2C9B-47DA-8DD0-1FF0C16C99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68616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8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5E3F00-69AC-4F33-A53A-A2047B8355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68343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79C913-5C27-4CC6-99F5-252EED40E1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68343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8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398A5B-240C-4E30-9F6E-4D6B7D3EFC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68069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336ACC-E3A2-47F8-91F5-12055D7254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68069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8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0917B7-767E-440B-9786-D8F6D71F31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65338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669E63-8118-4DE4-A225-CC4EC38A65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65338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8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793407-39E6-4C23-A66D-1E2F2F1332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62607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206382-FDEF-4916-9F9E-8294C1B04D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62607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8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2FC225-4E3A-44B2-94C1-73203E1FD6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59876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5B3544-392F-4EF6-9225-691DD61F16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59876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8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401A98-DE7F-49A6-84D5-B3BF382B33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57145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F666BB-DA6F-49EE-A551-1B75509AA3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57145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8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5724A9-5173-4B64-837F-F71E6B7176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54414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5C2A41-2A3D-4552-99B1-5A695C874F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54414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8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E58AA4-CC27-4C3B-B472-712D4F2C94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51683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95A6A8-46D5-43EE-B7B6-18D93E59BD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51683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8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EF1FDB-F515-41FD-B128-89690907A2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48952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295BFC-871D-4679-805F-67457A2DC2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48952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8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FA6EEF-BB2F-45A4-8C85-4295C7E87B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46220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608FD5-7E6B-4BDB-8AD7-7AEA3146A2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46220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8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C134CD-7F66-438A-AF96-1D20C9588F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43489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51B355-BD0F-4431-A302-994BD39438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43489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8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68EA62-877F-47F8-BB1A-91B01D3E9F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36090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D7C239-A1B3-4D6E-8014-FF3ACB984D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36090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8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80F8BD-F9B9-47DC-9343-FA62A6E950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31762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1BF4AA-42F9-4E36-888C-D942EC5CF9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31762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8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0D07BE-3989-4127-9883-9CF1756051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28691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12D704-AC45-4D1C-9BC0-2D22F79BED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28691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8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35CB27-07F1-4EF8-9F47-978552B1E1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26308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0BB6EA-1FC8-437C-914C-D54FC5635E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26308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8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1AC0FF-C30C-47F0-A73E-BFAE742670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24362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4FD182-FB93-4E7D-8591-032798254D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24362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8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69B1A3-0AA3-492B-8D94-7563C2223D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22717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7D371A-0233-4783-B22B-8DBDB0B4D3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22717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8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E12C8D-85C1-42AC-A7D1-2F77A5FD83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21291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79AEE2-DFF7-4868-87DA-71F8B37E88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21291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8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D5D5B8-5D50-4A2F-94F6-0071DBCFFC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20034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ECD949-D85A-4719-9489-E583B49B5A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20034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8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B8746E-BE8C-4D21-8A98-16FA8A8702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18909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654665-3E83-4AD9-BDD2-6E0284315B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18909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8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5E6D80-E116-40A1-8910-C5BB143617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11510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ED72FE-47DA-4D7B-9D4E-9516D28A8B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11510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8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7D9D00-F77B-46D6-B6C5-9C8C073A80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07181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4AF764-2977-4388-B1B4-2E1DEFBCEA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07181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8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C0D471-3242-45B0-8BBE-306900A7B9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04110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477CA7-79F3-4845-BB9D-466194D4C3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04110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8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2A58CF-3629-4596-8DA0-FE80549ADA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01728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9A99AB-F5DF-4582-975E-C7698289FA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401728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8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07E2F4-EE53-445D-B6EF-C2C401C0F5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399782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CDEBA1-88FD-43A7-8ADB-879431B4C3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399782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8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D4BF03-0AD2-4488-BFBE-20B96E69F8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398136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01AA73-9F65-4C9C-A83C-04282BC8CB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398136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8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298228-A8B4-4D30-8373-8810A5074A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396711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C3876B-4235-4D66-BB35-E66D893280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396711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8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C4035B-7EFD-4963-B28F-74AF1DF342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395454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3BA3A2-C827-4C0C-A75A-579F3675D5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395454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8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135F90-D365-441E-83B7-CA4D78A74D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394329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E69658-11D4-4CFB-ABDF-FA7199C7DC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394329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8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576EA6-F0B2-449E-A435-EF2A280757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386930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E0BAE6-C093-42B5-B93C-209BA4865B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386930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8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2FC0E7-3E2A-4377-B9C5-6D2BC988B3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382601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1DABD2-2236-4E0D-8FC0-102F6C7C68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382601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8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6FD21A-F7BF-46F1-A9B0-AC1C9B615C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379530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D71FC4-A7BE-4E81-96C1-B5D2489048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379530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8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43DC90-927A-4E59-958D-77D50F0CD5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377148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0B4E74-E48B-482B-BA7B-9D6935B645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377148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8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1497A4-82B2-465A-B299-A20191E703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375202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49058A-955D-4F9D-AB71-87F9B16918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375202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8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988697-7F18-4218-AC44-C0A8E8D3D7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373556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8EB9B5-7C81-4F18-91EE-399994AFC7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373556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8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3118E9-5AA6-4D87-9773-B09891E57C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372131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02F185-105C-4C2B-8D86-93F5AAEFC2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372131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8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4B0553-B3D7-493A-9562-940E7C2AC2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370874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A38FA0-2069-45DC-9C72-C3E135B0E8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370874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8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B54ED6-1833-4274-B373-35FB25869C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369749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0DC955-B3A8-44CC-A3C6-D8F345E3E7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369749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8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B81DCF-0D78-4EB1-849E-8EDCD1A5D7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362349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0F5695-AD72-46F0-AE08-A9498C632D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362349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8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F99733-83F1-42C5-9BA1-83E9F095D6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358021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9A27F6-3B9E-4424-9677-917CE1EDDB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358021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8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903F52-8AC7-4643-B9DB-A47A7C6C20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354950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4B4F2D-515C-41D7-AB99-5BD0844E4E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354950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8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CD70FB-EC5B-42F0-B793-A60DEFFC95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352568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10EF4A-226F-4803-8F93-208FB69CA2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352568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8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851B99-34EF-409A-A088-B3C7BBFC94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350622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74FCA6-B336-44B3-9B32-B6D4E13A5E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264" y="350622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9893" name="Text C">
            <a:extLst xmlns:a="http://schemas.openxmlformats.org/drawingml/2006/main">
              <a:ext uri="{FF2B5EF4-FFF2-40B4-BE49-F238E27FC236}">
                <a16:creationId xmlns:a16="http://schemas.microsoft.com/office/drawing/2014/main" id="{E742FF0C-DB2E-430A-8B31-CCC844946C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35218" y="4244963"/>
            <a:ext cx="76562" cy="59471"/>
          </a:xfrm>
          <a:custGeom xmlns:a="http://schemas.openxmlformats.org/drawingml/2006/main">
            <a:pathLst>
              <a:path w="76562" h="59471">
                <a:moveTo>
                  <a:pt x="7014" y="0"/>
                </a:moveTo>
                <a:lnTo>
                  <a:pt x="17585" y="0"/>
                </a:lnTo>
                <a:cubicBezTo>
                  <a:pt x="14440" y="3359"/>
                  <a:pt x="12089" y="6940"/>
                  <a:pt x="10533" y="10743"/>
                </a:cubicBezTo>
                <a:cubicBezTo>
                  <a:pt x="8978" y="14547"/>
                  <a:pt x="8200" y="18589"/>
                  <a:pt x="8200" y="22870"/>
                </a:cubicBezTo>
                <a:cubicBezTo>
                  <a:pt x="8200" y="31300"/>
                  <a:pt x="10778" y="37754"/>
                  <a:pt x="15936" y="42233"/>
                </a:cubicBezTo>
                <a:cubicBezTo>
                  <a:pt x="21094" y="46711"/>
                  <a:pt x="28550" y="48950"/>
                  <a:pt x="38306" y="48950"/>
                </a:cubicBezTo>
                <a:cubicBezTo>
                  <a:pt x="48028" y="48950"/>
                  <a:pt x="55468" y="46711"/>
                  <a:pt x="60626" y="42233"/>
                </a:cubicBezTo>
                <a:cubicBezTo>
                  <a:pt x="65784" y="37754"/>
                  <a:pt x="68362" y="31300"/>
                  <a:pt x="68362" y="22870"/>
                </a:cubicBezTo>
                <a:cubicBezTo>
                  <a:pt x="68362" y="18589"/>
                  <a:pt x="67584" y="14547"/>
                  <a:pt x="66029" y="10743"/>
                </a:cubicBezTo>
                <a:cubicBezTo>
                  <a:pt x="64473" y="6940"/>
                  <a:pt x="62122" y="3359"/>
                  <a:pt x="58977" y="0"/>
                </a:cubicBezTo>
                <a:lnTo>
                  <a:pt x="69449" y="0"/>
                </a:lnTo>
                <a:cubicBezTo>
                  <a:pt x="71820" y="3491"/>
                  <a:pt x="73598" y="7187"/>
                  <a:pt x="74784" y="11089"/>
                </a:cubicBezTo>
                <a:cubicBezTo>
                  <a:pt x="75969" y="14991"/>
                  <a:pt x="76562" y="19116"/>
                  <a:pt x="76562" y="23463"/>
                </a:cubicBezTo>
                <a:cubicBezTo>
                  <a:pt x="76562" y="34626"/>
                  <a:pt x="73143" y="43418"/>
                  <a:pt x="66306" y="49839"/>
                </a:cubicBezTo>
                <a:cubicBezTo>
                  <a:pt x="59468" y="56261"/>
                  <a:pt x="50135" y="59471"/>
                  <a:pt x="38306" y="59471"/>
                </a:cubicBezTo>
                <a:cubicBezTo>
                  <a:pt x="26444" y="59471"/>
                  <a:pt x="17094" y="56261"/>
                  <a:pt x="10257" y="49839"/>
                </a:cubicBezTo>
                <a:cubicBezTo>
                  <a:pt x="3419" y="43418"/>
                  <a:pt x="0" y="34626"/>
                  <a:pt x="0" y="23463"/>
                </a:cubicBezTo>
                <a:cubicBezTo>
                  <a:pt x="0" y="19050"/>
                  <a:pt x="585" y="14893"/>
                  <a:pt x="1754" y="10990"/>
                </a:cubicBezTo>
                <a:cubicBezTo>
                  <a:pt x="2923" y="7088"/>
                  <a:pt x="4676" y="3425"/>
                  <a:pt x="7014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94" name="Text O">
            <a:extLst xmlns:a="http://schemas.openxmlformats.org/drawingml/2006/main">
              <a:ext uri="{FF2B5EF4-FFF2-40B4-BE49-F238E27FC236}">
                <a16:creationId xmlns:a16="http://schemas.microsoft.com/office/drawing/2014/main" id="{671E39E2-995A-4705-95FE-84779020A4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35218" y="4165561"/>
            <a:ext cx="76562" cy="68264"/>
          </a:xfrm>
          <a:custGeom xmlns:a="http://schemas.openxmlformats.org/drawingml/2006/main">
            <a:pathLst>
              <a:path w="76562" h="68264">
                <a:moveTo>
                  <a:pt x="8101" y="34082"/>
                </a:moveTo>
                <a:cubicBezTo>
                  <a:pt x="8101" y="41327"/>
                  <a:pt x="10804" y="47082"/>
                  <a:pt x="16209" y="51346"/>
                </a:cubicBezTo>
                <a:cubicBezTo>
                  <a:pt x="21614" y="55610"/>
                  <a:pt x="28979" y="57743"/>
                  <a:pt x="38306" y="57743"/>
                </a:cubicBezTo>
                <a:cubicBezTo>
                  <a:pt x="47599" y="57743"/>
                  <a:pt x="54949" y="55610"/>
                  <a:pt x="60354" y="51346"/>
                </a:cubicBezTo>
                <a:cubicBezTo>
                  <a:pt x="65759" y="47082"/>
                  <a:pt x="68461" y="41327"/>
                  <a:pt x="68461" y="34082"/>
                </a:cubicBezTo>
                <a:cubicBezTo>
                  <a:pt x="68461" y="26838"/>
                  <a:pt x="65759" y="21100"/>
                  <a:pt x="60354" y="16868"/>
                </a:cubicBezTo>
                <a:cubicBezTo>
                  <a:pt x="54949" y="12637"/>
                  <a:pt x="47599" y="10521"/>
                  <a:pt x="38306" y="10521"/>
                </a:cubicBezTo>
                <a:cubicBezTo>
                  <a:pt x="28979" y="10521"/>
                  <a:pt x="21614" y="12637"/>
                  <a:pt x="16209" y="16868"/>
                </a:cubicBezTo>
                <a:cubicBezTo>
                  <a:pt x="10804" y="21100"/>
                  <a:pt x="8101" y="26838"/>
                  <a:pt x="8101" y="34082"/>
                </a:cubicBezTo>
                <a:moveTo>
                  <a:pt x="0" y="34082"/>
                </a:moveTo>
                <a:cubicBezTo>
                  <a:pt x="0" y="23742"/>
                  <a:pt x="3468" y="15477"/>
                  <a:pt x="10405" y="9286"/>
                </a:cubicBezTo>
                <a:cubicBezTo>
                  <a:pt x="17341" y="3095"/>
                  <a:pt x="26641" y="0"/>
                  <a:pt x="38306" y="0"/>
                </a:cubicBezTo>
                <a:cubicBezTo>
                  <a:pt x="49937" y="0"/>
                  <a:pt x="59221" y="3095"/>
                  <a:pt x="66158" y="9286"/>
                </a:cubicBezTo>
                <a:cubicBezTo>
                  <a:pt x="73094" y="15477"/>
                  <a:pt x="76562" y="23742"/>
                  <a:pt x="76562" y="34082"/>
                </a:cubicBezTo>
                <a:cubicBezTo>
                  <a:pt x="76562" y="44455"/>
                  <a:pt x="73102" y="52745"/>
                  <a:pt x="66183" y="58953"/>
                </a:cubicBezTo>
                <a:cubicBezTo>
                  <a:pt x="59262" y="65160"/>
                  <a:pt x="49970" y="68264"/>
                  <a:pt x="38306" y="68264"/>
                </a:cubicBezTo>
                <a:cubicBezTo>
                  <a:pt x="26641" y="68264"/>
                  <a:pt x="17341" y="65160"/>
                  <a:pt x="10405" y="58953"/>
                </a:cubicBezTo>
                <a:cubicBezTo>
                  <a:pt x="3468" y="52745"/>
                  <a:pt x="0" y="44455"/>
                  <a:pt x="0" y="34082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95" name="Text L">
            <a:extLst xmlns:a="http://schemas.openxmlformats.org/drawingml/2006/main">
              <a:ext uri="{FF2B5EF4-FFF2-40B4-BE49-F238E27FC236}">
                <a16:creationId xmlns:a16="http://schemas.microsoft.com/office/drawing/2014/main" id="{DAFF4E9F-DA35-4951-BC52-2ED421E7D5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36502" y="4104075"/>
            <a:ext cx="73796" cy="45888"/>
          </a:xfrm>
          <a:custGeom xmlns:a="http://schemas.openxmlformats.org/drawingml/2006/main">
            <a:pathLst>
              <a:path w="73796" h="45888">
                <a:moveTo>
                  <a:pt x="0" y="45888"/>
                </a:moveTo>
                <a:lnTo>
                  <a:pt x="0" y="35910"/>
                </a:lnTo>
                <a:lnTo>
                  <a:pt x="65399" y="35910"/>
                </a:lnTo>
                <a:lnTo>
                  <a:pt x="65399" y="0"/>
                </a:lnTo>
                <a:lnTo>
                  <a:pt x="73796" y="0"/>
                </a:lnTo>
                <a:lnTo>
                  <a:pt x="73796" y="45888"/>
                </a:lnTo>
                <a:lnTo>
                  <a:pt x="0" y="45888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96" name="Text I">
            <a:extLst xmlns:a="http://schemas.openxmlformats.org/drawingml/2006/main">
              <a:ext uri="{FF2B5EF4-FFF2-40B4-BE49-F238E27FC236}">
                <a16:creationId xmlns:a16="http://schemas.microsoft.com/office/drawing/2014/main" id="{08F384D0-FCA0-4D48-9EED-F25704AF4E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36502" y="4083638"/>
            <a:ext cx="73796" cy="9978"/>
          </a:xfrm>
          <a:custGeom xmlns:a="http://schemas.openxmlformats.org/drawingml/2006/main">
            <a:pathLst>
              <a:path w="73796" h="9978">
                <a:moveTo>
                  <a:pt x="0" y="9978"/>
                </a:moveTo>
                <a:lnTo>
                  <a:pt x="0" y="0"/>
                </a:lnTo>
                <a:lnTo>
                  <a:pt x="73796" y="0"/>
                </a:lnTo>
                <a:lnTo>
                  <a:pt x="73796" y="9978"/>
                </a:lnTo>
                <a:lnTo>
                  <a:pt x="0" y="9978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97" name="Text B">
            <a:extLst xmlns:a="http://schemas.openxmlformats.org/drawingml/2006/main">
              <a:ext uri="{FF2B5EF4-FFF2-40B4-BE49-F238E27FC236}">
                <a16:creationId xmlns:a16="http://schemas.microsoft.com/office/drawing/2014/main" id="{61C28F28-E0CC-4C27-8057-27C720D4D3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36502" y="4011465"/>
            <a:ext cx="73796" cy="52309"/>
          </a:xfrm>
          <a:custGeom xmlns:a="http://schemas.openxmlformats.org/drawingml/2006/main">
            <a:pathLst>
              <a:path w="73796" h="52309">
                <a:moveTo>
                  <a:pt x="38528" y="42331"/>
                </a:moveTo>
                <a:lnTo>
                  <a:pt x="65596" y="42331"/>
                </a:lnTo>
                <a:lnTo>
                  <a:pt x="65596" y="26327"/>
                </a:lnTo>
                <a:cubicBezTo>
                  <a:pt x="65596" y="20960"/>
                  <a:pt x="64483" y="16984"/>
                  <a:pt x="62256" y="14399"/>
                </a:cubicBezTo>
                <a:cubicBezTo>
                  <a:pt x="60029" y="11814"/>
                  <a:pt x="56623" y="10521"/>
                  <a:pt x="52037" y="10521"/>
                </a:cubicBezTo>
                <a:cubicBezTo>
                  <a:pt x="47419" y="10521"/>
                  <a:pt x="44013" y="11814"/>
                  <a:pt x="41819" y="14399"/>
                </a:cubicBezTo>
                <a:cubicBezTo>
                  <a:pt x="39625" y="16984"/>
                  <a:pt x="38528" y="20960"/>
                  <a:pt x="38528" y="26327"/>
                </a:cubicBezTo>
                <a:lnTo>
                  <a:pt x="38528" y="42331"/>
                </a:lnTo>
                <a:moveTo>
                  <a:pt x="8200" y="42331"/>
                </a:moveTo>
                <a:lnTo>
                  <a:pt x="30427" y="42331"/>
                </a:lnTo>
                <a:lnTo>
                  <a:pt x="30427" y="27562"/>
                </a:lnTo>
                <a:cubicBezTo>
                  <a:pt x="30427" y="22689"/>
                  <a:pt x="29513" y="19058"/>
                  <a:pt x="27686" y="16671"/>
                </a:cubicBezTo>
                <a:cubicBezTo>
                  <a:pt x="25858" y="14283"/>
                  <a:pt x="23067" y="13090"/>
                  <a:pt x="19313" y="13090"/>
                </a:cubicBezTo>
                <a:cubicBezTo>
                  <a:pt x="15592" y="13090"/>
                  <a:pt x="12810" y="14283"/>
                  <a:pt x="10966" y="16671"/>
                </a:cubicBezTo>
                <a:cubicBezTo>
                  <a:pt x="9122" y="19058"/>
                  <a:pt x="8200" y="22689"/>
                  <a:pt x="8200" y="27562"/>
                </a:cubicBezTo>
                <a:lnTo>
                  <a:pt x="8200" y="42331"/>
                </a:lnTo>
                <a:moveTo>
                  <a:pt x="0" y="52309"/>
                </a:moveTo>
                <a:lnTo>
                  <a:pt x="0" y="26821"/>
                </a:lnTo>
                <a:cubicBezTo>
                  <a:pt x="0" y="19215"/>
                  <a:pt x="1581" y="13353"/>
                  <a:pt x="4742" y="9237"/>
                </a:cubicBezTo>
                <a:cubicBezTo>
                  <a:pt x="7903" y="5121"/>
                  <a:pt x="12398" y="3062"/>
                  <a:pt x="18227" y="3062"/>
                </a:cubicBezTo>
                <a:cubicBezTo>
                  <a:pt x="22738" y="3062"/>
                  <a:pt x="26327" y="4116"/>
                  <a:pt x="28995" y="6224"/>
                </a:cubicBezTo>
                <a:cubicBezTo>
                  <a:pt x="31662" y="8331"/>
                  <a:pt x="33325" y="11427"/>
                  <a:pt x="33984" y="15510"/>
                </a:cubicBezTo>
                <a:cubicBezTo>
                  <a:pt x="35038" y="10603"/>
                  <a:pt x="37239" y="6792"/>
                  <a:pt x="40586" y="4075"/>
                </a:cubicBezTo>
                <a:cubicBezTo>
                  <a:pt x="43932" y="1358"/>
                  <a:pt x="48111" y="0"/>
                  <a:pt x="53123" y="0"/>
                </a:cubicBezTo>
                <a:cubicBezTo>
                  <a:pt x="59717" y="0"/>
                  <a:pt x="64811" y="2239"/>
                  <a:pt x="68406" y="6718"/>
                </a:cubicBezTo>
                <a:cubicBezTo>
                  <a:pt x="71999" y="11196"/>
                  <a:pt x="73796" y="17568"/>
                  <a:pt x="73796" y="25834"/>
                </a:cubicBezTo>
                <a:lnTo>
                  <a:pt x="73796" y="52309"/>
                </a:lnTo>
                <a:lnTo>
                  <a:pt x="0" y="5230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98" name="Text R">
            <a:extLst xmlns:a="http://schemas.openxmlformats.org/drawingml/2006/main">
              <a:ext uri="{FF2B5EF4-FFF2-40B4-BE49-F238E27FC236}">
                <a16:creationId xmlns:a16="http://schemas.microsoft.com/office/drawing/2014/main" id="{DB757EBC-E304-422E-85C3-110AF8DCFC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36502" y="3936932"/>
            <a:ext cx="73796" cy="57446"/>
          </a:xfrm>
          <a:custGeom xmlns:a="http://schemas.openxmlformats.org/drawingml/2006/main">
            <a:pathLst>
              <a:path w="73796" h="57446">
                <a:moveTo>
                  <a:pt x="39170" y="22475"/>
                </a:moveTo>
                <a:cubicBezTo>
                  <a:pt x="39896" y="20334"/>
                  <a:pt x="41445" y="18251"/>
                  <a:pt x="43819" y="16226"/>
                </a:cubicBezTo>
                <a:cubicBezTo>
                  <a:pt x="46192" y="14201"/>
                  <a:pt x="49456" y="12168"/>
                  <a:pt x="53610" y="10126"/>
                </a:cubicBezTo>
                <a:lnTo>
                  <a:pt x="73796" y="0"/>
                </a:lnTo>
                <a:lnTo>
                  <a:pt x="73796" y="10719"/>
                </a:lnTo>
                <a:lnTo>
                  <a:pt x="54848" y="20153"/>
                </a:lnTo>
                <a:cubicBezTo>
                  <a:pt x="49901" y="22590"/>
                  <a:pt x="46619" y="24953"/>
                  <a:pt x="45003" y="27241"/>
                </a:cubicBezTo>
                <a:cubicBezTo>
                  <a:pt x="43387" y="29530"/>
                  <a:pt x="42578" y="32650"/>
                  <a:pt x="42578" y="36602"/>
                </a:cubicBezTo>
                <a:lnTo>
                  <a:pt x="42578" y="47468"/>
                </a:lnTo>
                <a:lnTo>
                  <a:pt x="73796" y="47468"/>
                </a:lnTo>
                <a:lnTo>
                  <a:pt x="73796" y="57446"/>
                </a:lnTo>
                <a:lnTo>
                  <a:pt x="0" y="57446"/>
                </a:lnTo>
                <a:lnTo>
                  <a:pt x="0" y="34922"/>
                </a:lnTo>
                <a:cubicBezTo>
                  <a:pt x="0" y="26492"/>
                  <a:pt x="1762" y="20202"/>
                  <a:pt x="5285" y="16053"/>
                </a:cubicBezTo>
                <a:cubicBezTo>
                  <a:pt x="8809" y="11904"/>
                  <a:pt x="14127" y="9830"/>
                  <a:pt x="21240" y="9830"/>
                </a:cubicBezTo>
                <a:cubicBezTo>
                  <a:pt x="25883" y="9830"/>
                  <a:pt x="29736" y="10908"/>
                  <a:pt x="32798" y="13065"/>
                </a:cubicBezTo>
                <a:cubicBezTo>
                  <a:pt x="35861" y="15222"/>
                  <a:pt x="37985" y="18358"/>
                  <a:pt x="39170" y="22475"/>
                </a:cubicBezTo>
                <a:moveTo>
                  <a:pt x="8200" y="47468"/>
                </a:moveTo>
                <a:lnTo>
                  <a:pt x="34379" y="47468"/>
                </a:lnTo>
                <a:lnTo>
                  <a:pt x="34379" y="34922"/>
                </a:lnTo>
                <a:cubicBezTo>
                  <a:pt x="34379" y="30114"/>
                  <a:pt x="33267" y="26484"/>
                  <a:pt x="31045" y="24031"/>
                </a:cubicBezTo>
                <a:cubicBezTo>
                  <a:pt x="28822" y="21577"/>
                  <a:pt x="25554" y="20351"/>
                  <a:pt x="21240" y="20351"/>
                </a:cubicBezTo>
                <a:cubicBezTo>
                  <a:pt x="16926" y="20351"/>
                  <a:pt x="13674" y="21577"/>
                  <a:pt x="11484" y="24031"/>
                </a:cubicBezTo>
                <a:cubicBezTo>
                  <a:pt x="9294" y="26484"/>
                  <a:pt x="8200" y="30114"/>
                  <a:pt x="8200" y="34922"/>
                </a:cubicBezTo>
                <a:lnTo>
                  <a:pt x="8200" y="47468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99" name="Text I">
            <a:extLst xmlns:a="http://schemas.openxmlformats.org/drawingml/2006/main">
              <a:ext uri="{FF2B5EF4-FFF2-40B4-BE49-F238E27FC236}">
                <a16:creationId xmlns:a16="http://schemas.microsoft.com/office/drawing/2014/main" id="{C0555F9C-FB1B-4E35-989B-41C80FE835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36502" y="3914094"/>
            <a:ext cx="73796" cy="9978"/>
          </a:xfrm>
          <a:custGeom xmlns:a="http://schemas.openxmlformats.org/drawingml/2006/main">
            <a:pathLst>
              <a:path w="73796" h="9978">
                <a:moveTo>
                  <a:pt x="0" y="9978"/>
                </a:moveTo>
                <a:lnTo>
                  <a:pt x="0" y="0"/>
                </a:lnTo>
                <a:lnTo>
                  <a:pt x="73796" y="0"/>
                </a:lnTo>
                <a:lnTo>
                  <a:pt x="73796" y="9978"/>
                </a:lnTo>
                <a:lnTo>
                  <a:pt x="0" y="9978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DEF0B4-8438-4710-955A-1A8E273098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16715" y="3506222"/>
            <a:ext cx="1612790" cy="1201788"/>
          </a:xfrm>
          <a:custGeom xmlns:a="http://schemas.openxmlformats.org/drawingml/2006/main">
            <a:pathLst>
              <a:path w="1612790" h="1201788" fill="none">
                <a:moveTo>
                  <a:pt x="0" y="1201788"/>
                </a:moveTo>
                <a:lnTo>
                  <a:pt x="1612790" y="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sq">
            <a:solidFill>
              <a:srgbClr val="000000"/>
            </a:solidFill>
            <a:round/>
          </a:ln>
        </p:spPr>
      </p:sp>
      <p:sp>
        <p:nvSpPr>
          <p:cNvPr id="99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B76E06-286E-4439-849D-02E103596D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16715" y="3506222"/>
            <a:ext cx="10" cy="1201788"/>
          </a:xfrm>
          <a:custGeom xmlns:a="http://schemas.openxmlformats.org/drawingml/2006/main">
            <a:pathLst>
              <a:path w="1" h="1201788" fill="none">
                <a:moveTo>
                  <a:pt x="0" y="1201788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99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3B9FD7-20AD-4384-80F7-69F4E7F9C8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9505" y="3506222"/>
            <a:ext cx="10" cy="1201788"/>
          </a:xfrm>
          <a:custGeom xmlns:a="http://schemas.openxmlformats.org/drawingml/2006/main">
            <a:pathLst>
              <a:path w="1" h="1201788" fill="none">
                <a:moveTo>
                  <a:pt x="0" y="1201788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99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12D200-AE88-4F2B-9FF6-BC07787E00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16715" y="4708010"/>
            <a:ext cx="1612790" cy="10"/>
          </a:xfrm>
          <a:custGeom xmlns:a="http://schemas.openxmlformats.org/drawingml/2006/main">
            <a:pathLst>
              <a:path w="1612790" h="1" fill="none">
                <a:moveTo>
                  <a:pt x="0" y="0"/>
                </a:moveTo>
                <a:lnTo>
                  <a:pt x="161279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99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4139BE-8DE3-4944-94F3-154DC57E43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16715" y="3506222"/>
            <a:ext cx="1612790" cy="10"/>
          </a:xfrm>
          <a:custGeom xmlns:a="http://schemas.openxmlformats.org/drawingml/2006/main">
            <a:pathLst>
              <a:path w="1612790" h="1" fill="none">
                <a:moveTo>
                  <a:pt x="0" y="0"/>
                </a:moveTo>
                <a:lnTo>
                  <a:pt x="161279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9905" name="Text 179">
            <a:extLst xmlns:a="http://schemas.openxmlformats.org/drawingml/2006/main">
              <a:ext uri="{FF2B5EF4-FFF2-40B4-BE49-F238E27FC236}">
                <a16:creationId xmlns:a16="http://schemas.microsoft.com/office/drawing/2014/main" id="{5A676605-292E-4771-B4FE-FACE877EC3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78696" y="3885890"/>
            <a:ext cx="374596" cy="164061"/>
          </a:xfrm>
          <a:custGeom xmlns:a="http://schemas.openxmlformats.org/drawingml/2006/main">
            <a:pathLst>
              <a:path w="374596" h="164061">
                <a:moveTo>
                  <a:pt x="3070" y="142892"/>
                </a:moveTo>
                <a:lnTo>
                  <a:pt x="37999" y="142892"/>
                </a:lnTo>
                <a:lnTo>
                  <a:pt x="37999" y="22228"/>
                </a:lnTo>
                <a:lnTo>
                  <a:pt x="0" y="29849"/>
                </a:lnTo>
                <a:lnTo>
                  <a:pt x="0" y="10373"/>
                </a:lnTo>
                <a:lnTo>
                  <a:pt x="37787" y="2752"/>
                </a:lnTo>
                <a:lnTo>
                  <a:pt x="59168" y="2752"/>
                </a:lnTo>
                <a:lnTo>
                  <a:pt x="59168" y="142892"/>
                </a:lnTo>
                <a:lnTo>
                  <a:pt x="94097" y="142892"/>
                </a:lnTo>
                <a:lnTo>
                  <a:pt x="94097" y="160886"/>
                </a:lnTo>
                <a:lnTo>
                  <a:pt x="3070" y="160886"/>
                </a:lnTo>
                <a:lnTo>
                  <a:pt x="3070" y="142892"/>
                </a:lnTo>
                <a:close/>
                <a:moveTo>
                  <a:pt x="131835" y="2752"/>
                </a:moveTo>
                <a:lnTo>
                  <a:pt x="233447" y="2752"/>
                </a:lnTo>
                <a:lnTo>
                  <a:pt x="233447" y="11861"/>
                </a:lnTo>
                <a:lnTo>
                  <a:pt x="176078" y="160886"/>
                </a:lnTo>
                <a:lnTo>
                  <a:pt x="153745" y="160886"/>
                </a:lnTo>
                <a:lnTo>
                  <a:pt x="207726" y="20746"/>
                </a:lnTo>
                <a:lnTo>
                  <a:pt x="131835" y="20746"/>
                </a:lnTo>
                <a:lnTo>
                  <a:pt x="131835" y="2752"/>
                </a:lnTo>
                <a:close/>
                <a:moveTo>
                  <a:pt x="275736" y="157711"/>
                </a:moveTo>
                <a:lnTo>
                  <a:pt x="275736" y="138235"/>
                </a:lnTo>
                <a:cubicBezTo>
                  <a:pt x="281098" y="140775"/>
                  <a:pt x="286532" y="142716"/>
                  <a:pt x="292036" y="144057"/>
                </a:cubicBezTo>
                <a:cubicBezTo>
                  <a:pt x="297540" y="145397"/>
                  <a:pt x="302938" y="146068"/>
                  <a:pt x="308230" y="146068"/>
                </a:cubicBezTo>
                <a:cubicBezTo>
                  <a:pt x="322343" y="146068"/>
                  <a:pt x="333122" y="141313"/>
                  <a:pt x="340566" y="131805"/>
                </a:cubicBezTo>
                <a:cubicBezTo>
                  <a:pt x="348011" y="122296"/>
                  <a:pt x="352262" y="107857"/>
                  <a:pt x="353321" y="88487"/>
                </a:cubicBezTo>
                <a:cubicBezTo>
                  <a:pt x="349228" y="94556"/>
                  <a:pt x="344042" y="99213"/>
                  <a:pt x="337761" y="102459"/>
                </a:cubicBezTo>
                <a:cubicBezTo>
                  <a:pt x="331481" y="105705"/>
                  <a:pt x="324531" y="107328"/>
                  <a:pt x="316910" y="107328"/>
                </a:cubicBezTo>
                <a:cubicBezTo>
                  <a:pt x="301103" y="107328"/>
                  <a:pt x="288596" y="102547"/>
                  <a:pt x="279387" y="92986"/>
                </a:cubicBezTo>
                <a:cubicBezTo>
                  <a:pt x="270179" y="83424"/>
                  <a:pt x="265574" y="70352"/>
                  <a:pt x="265574" y="53770"/>
                </a:cubicBezTo>
                <a:cubicBezTo>
                  <a:pt x="265574" y="37540"/>
                  <a:pt x="270373" y="24521"/>
                  <a:pt x="279969" y="14713"/>
                </a:cubicBezTo>
                <a:cubicBezTo>
                  <a:pt x="289566" y="4904"/>
                  <a:pt x="302338" y="0"/>
                  <a:pt x="318286" y="0"/>
                </a:cubicBezTo>
                <a:cubicBezTo>
                  <a:pt x="336562" y="0"/>
                  <a:pt x="350516" y="7008"/>
                  <a:pt x="360148" y="21024"/>
                </a:cubicBezTo>
                <a:cubicBezTo>
                  <a:pt x="369780" y="35039"/>
                  <a:pt x="374596" y="55393"/>
                  <a:pt x="374596" y="82084"/>
                </a:cubicBezTo>
                <a:cubicBezTo>
                  <a:pt x="374596" y="107008"/>
                  <a:pt x="368686" y="126903"/>
                  <a:pt x="356867" y="141768"/>
                </a:cubicBezTo>
                <a:cubicBezTo>
                  <a:pt x="345047" y="156630"/>
                  <a:pt x="329153" y="164061"/>
                  <a:pt x="309183" y="164061"/>
                </a:cubicBezTo>
                <a:cubicBezTo>
                  <a:pt x="303820" y="164061"/>
                  <a:pt x="298387" y="163532"/>
                  <a:pt x="292883" y="162474"/>
                </a:cubicBezTo>
                <a:cubicBezTo>
                  <a:pt x="287379" y="161415"/>
                  <a:pt x="281663" y="159828"/>
                  <a:pt x="275736" y="157711"/>
                </a:cubicBezTo>
                <a:moveTo>
                  <a:pt x="318286" y="90604"/>
                </a:moveTo>
                <a:cubicBezTo>
                  <a:pt x="327882" y="90604"/>
                  <a:pt x="335486" y="87323"/>
                  <a:pt x="341096" y="80761"/>
                </a:cubicBezTo>
                <a:cubicBezTo>
                  <a:pt x="346705" y="74198"/>
                  <a:pt x="349510" y="65201"/>
                  <a:pt x="349510" y="53770"/>
                </a:cubicBezTo>
                <a:cubicBezTo>
                  <a:pt x="349510" y="42409"/>
                  <a:pt x="346705" y="33430"/>
                  <a:pt x="341096" y="26832"/>
                </a:cubicBezTo>
                <a:cubicBezTo>
                  <a:pt x="335486" y="20234"/>
                  <a:pt x="327882" y="16935"/>
                  <a:pt x="318286" y="16935"/>
                </a:cubicBezTo>
                <a:cubicBezTo>
                  <a:pt x="308689" y="16935"/>
                  <a:pt x="301086" y="20234"/>
                  <a:pt x="295476" y="26832"/>
                </a:cubicBezTo>
                <a:cubicBezTo>
                  <a:pt x="289866" y="33430"/>
                  <a:pt x="287061" y="42409"/>
                  <a:pt x="287061" y="53770"/>
                </a:cubicBezTo>
                <a:cubicBezTo>
                  <a:pt x="287061" y="65201"/>
                  <a:pt x="289866" y="74198"/>
                  <a:pt x="295476" y="80761"/>
                </a:cubicBezTo>
                <a:cubicBezTo>
                  <a:pt x="301086" y="87323"/>
                  <a:pt x="308689" y="90604"/>
                  <a:pt x="318286" y="90604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06" name="Text 15">
            <a:extLst xmlns:a="http://schemas.openxmlformats.org/drawingml/2006/main">
              <a:ext uri="{FF2B5EF4-FFF2-40B4-BE49-F238E27FC236}">
                <a16:creationId xmlns:a16="http://schemas.microsoft.com/office/drawing/2014/main" id="{EEBB0308-A553-4BE0-B61A-1217189657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0237" y="4128999"/>
            <a:ext cx="233023" cy="161309"/>
          </a:xfrm>
          <a:custGeom xmlns:a="http://schemas.openxmlformats.org/drawingml/2006/main">
            <a:pathLst>
              <a:path w="233023" h="161309">
                <a:moveTo>
                  <a:pt x="3070" y="140140"/>
                </a:moveTo>
                <a:lnTo>
                  <a:pt x="37999" y="140140"/>
                </a:lnTo>
                <a:lnTo>
                  <a:pt x="37999" y="19476"/>
                </a:lnTo>
                <a:lnTo>
                  <a:pt x="0" y="27097"/>
                </a:lnTo>
                <a:lnTo>
                  <a:pt x="0" y="7621"/>
                </a:lnTo>
                <a:lnTo>
                  <a:pt x="37787" y="0"/>
                </a:lnTo>
                <a:lnTo>
                  <a:pt x="59168" y="0"/>
                </a:lnTo>
                <a:lnTo>
                  <a:pt x="59168" y="140140"/>
                </a:lnTo>
                <a:lnTo>
                  <a:pt x="94097" y="140140"/>
                </a:lnTo>
                <a:lnTo>
                  <a:pt x="94097" y="158134"/>
                </a:lnTo>
                <a:lnTo>
                  <a:pt x="3070" y="158134"/>
                </a:lnTo>
                <a:lnTo>
                  <a:pt x="3070" y="140140"/>
                </a:lnTo>
                <a:close/>
                <a:moveTo>
                  <a:pt x="137444" y="0"/>
                </a:moveTo>
                <a:lnTo>
                  <a:pt x="221380" y="0"/>
                </a:lnTo>
                <a:lnTo>
                  <a:pt x="221380" y="17994"/>
                </a:lnTo>
                <a:lnTo>
                  <a:pt x="157026" y="17994"/>
                </a:lnTo>
                <a:lnTo>
                  <a:pt x="157026" y="56734"/>
                </a:lnTo>
                <a:cubicBezTo>
                  <a:pt x="160131" y="55675"/>
                  <a:pt x="163236" y="54881"/>
                  <a:pt x="166340" y="54352"/>
                </a:cubicBezTo>
                <a:cubicBezTo>
                  <a:pt x="169445" y="53823"/>
                  <a:pt x="172550" y="53558"/>
                  <a:pt x="175655" y="53558"/>
                </a:cubicBezTo>
                <a:cubicBezTo>
                  <a:pt x="193296" y="53558"/>
                  <a:pt x="207268" y="58402"/>
                  <a:pt x="217570" y="68089"/>
                </a:cubicBezTo>
                <a:cubicBezTo>
                  <a:pt x="227872" y="77774"/>
                  <a:pt x="233023" y="90889"/>
                  <a:pt x="233023" y="107434"/>
                </a:cubicBezTo>
                <a:cubicBezTo>
                  <a:pt x="233023" y="124473"/>
                  <a:pt x="227731" y="137712"/>
                  <a:pt x="217147" y="147153"/>
                </a:cubicBezTo>
                <a:cubicBezTo>
                  <a:pt x="206562" y="156590"/>
                  <a:pt x="191638" y="161309"/>
                  <a:pt x="172374" y="161309"/>
                </a:cubicBezTo>
                <a:cubicBezTo>
                  <a:pt x="165741" y="161309"/>
                  <a:pt x="158984" y="160745"/>
                  <a:pt x="152104" y="159616"/>
                </a:cubicBezTo>
                <a:cubicBezTo>
                  <a:pt x="145224" y="158487"/>
                  <a:pt x="138115" y="156793"/>
                  <a:pt x="130776" y="154535"/>
                </a:cubicBezTo>
                <a:lnTo>
                  <a:pt x="130776" y="132943"/>
                </a:lnTo>
                <a:cubicBezTo>
                  <a:pt x="137127" y="136436"/>
                  <a:pt x="143689" y="139038"/>
                  <a:pt x="150463" y="140749"/>
                </a:cubicBezTo>
                <a:cubicBezTo>
                  <a:pt x="157238" y="142460"/>
                  <a:pt x="164400" y="143316"/>
                  <a:pt x="171950" y="143316"/>
                </a:cubicBezTo>
                <a:cubicBezTo>
                  <a:pt x="184158" y="143316"/>
                  <a:pt x="193825" y="140096"/>
                  <a:pt x="200952" y="133657"/>
                </a:cubicBezTo>
                <a:cubicBezTo>
                  <a:pt x="208079" y="127216"/>
                  <a:pt x="211643" y="118475"/>
                  <a:pt x="211643" y="107434"/>
                </a:cubicBezTo>
                <a:cubicBezTo>
                  <a:pt x="211643" y="96393"/>
                  <a:pt x="208079" y="87653"/>
                  <a:pt x="200952" y="81214"/>
                </a:cubicBezTo>
                <a:cubicBezTo>
                  <a:pt x="193825" y="74773"/>
                  <a:pt x="184158" y="71552"/>
                  <a:pt x="171950" y="71552"/>
                </a:cubicBezTo>
                <a:cubicBezTo>
                  <a:pt x="166235" y="71552"/>
                  <a:pt x="160537" y="72187"/>
                  <a:pt x="154856" y="73457"/>
                </a:cubicBezTo>
                <a:cubicBezTo>
                  <a:pt x="149176" y="74727"/>
                  <a:pt x="143372" y="76703"/>
                  <a:pt x="137444" y="79385"/>
                </a:cubicBezTo>
                <a:lnTo>
                  <a:pt x="137444" y="0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07" name="Text 7.55Xspeedup">
            <a:extLst xmlns:a="http://schemas.openxmlformats.org/drawingml/2006/main">
              <a:ext uri="{FF2B5EF4-FFF2-40B4-BE49-F238E27FC236}">
                <a16:creationId xmlns:a16="http://schemas.microsoft.com/office/drawing/2014/main" id="{631870D1-AFCD-465F-90C8-332D3C0EA5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97750" y="3375029"/>
            <a:ext cx="853454" cy="111886"/>
          </a:xfrm>
          <a:custGeom xmlns:a="http://schemas.openxmlformats.org/drawingml/2006/main">
            <a:pathLst>
              <a:path w="853454" h="111886">
                <a:moveTo>
                  <a:pt x="0" y="3500"/>
                </a:moveTo>
                <a:lnTo>
                  <a:pt x="54193" y="3500"/>
                </a:lnTo>
                <a:lnTo>
                  <a:pt x="54193" y="8358"/>
                </a:lnTo>
                <a:lnTo>
                  <a:pt x="23597" y="87838"/>
                </a:lnTo>
                <a:lnTo>
                  <a:pt x="11685" y="87838"/>
                </a:lnTo>
                <a:lnTo>
                  <a:pt x="40476" y="13097"/>
                </a:lnTo>
                <a:lnTo>
                  <a:pt x="0" y="13097"/>
                </a:lnTo>
                <a:lnTo>
                  <a:pt x="0" y="3500"/>
                </a:lnTo>
                <a:close/>
                <a:moveTo>
                  <a:pt x="76408" y="73500"/>
                </a:moveTo>
                <a:lnTo>
                  <a:pt x="88319" y="73500"/>
                </a:lnTo>
                <a:lnTo>
                  <a:pt x="88319" y="87838"/>
                </a:lnTo>
                <a:lnTo>
                  <a:pt x="76408" y="87838"/>
                </a:lnTo>
                <a:lnTo>
                  <a:pt x="76408" y="73500"/>
                </a:lnTo>
                <a:close/>
                <a:moveTo>
                  <a:pt x="113286" y="3500"/>
                </a:moveTo>
                <a:lnTo>
                  <a:pt x="158052" y="3500"/>
                </a:lnTo>
                <a:lnTo>
                  <a:pt x="158052" y="13097"/>
                </a:lnTo>
                <a:lnTo>
                  <a:pt x="123729" y="13097"/>
                </a:lnTo>
                <a:lnTo>
                  <a:pt x="123729" y="33758"/>
                </a:lnTo>
                <a:cubicBezTo>
                  <a:pt x="125385" y="33193"/>
                  <a:pt x="127041" y="32770"/>
                  <a:pt x="128697" y="32488"/>
                </a:cubicBezTo>
                <a:cubicBezTo>
                  <a:pt x="130353" y="32205"/>
                  <a:pt x="132009" y="32064"/>
                  <a:pt x="133665" y="32064"/>
                </a:cubicBezTo>
                <a:cubicBezTo>
                  <a:pt x="143073" y="32064"/>
                  <a:pt x="150525" y="34648"/>
                  <a:pt x="156019" y="39814"/>
                </a:cubicBezTo>
                <a:cubicBezTo>
                  <a:pt x="161514" y="44979"/>
                  <a:pt x="164261" y="51974"/>
                  <a:pt x="164261" y="60798"/>
                </a:cubicBezTo>
                <a:cubicBezTo>
                  <a:pt x="164261" y="69885"/>
                  <a:pt x="161439" y="76947"/>
                  <a:pt x="155793" y="81981"/>
                </a:cubicBezTo>
                <a:cubicBezTo>
                  <a:pt x="150148" y="87015"/>
                  <a:pt x="142189" y="89532"/>
                  <a:pt x="131915" y="89532"/>
                </a:cubicBezTo>
                <a:cubicBezTo>
                  <a:pt x="128377" y="89532"/>
                  <a:pt x="124774" y="89231"/>
                  <a:pt x="121104" y="88628"/>
                </a:cubicBezTo>
                <a:cubicBezTo>
                  <a:pt x="117435" y="88026"/>
                  <a:pt x="113643" y="87123"/>
                  <a:pt x="109729" y="85919"/>
                </a:cubicBezTo>
                <a:lnTo>
                  <a:pt x="109729" y="74403"/>
                </a:lnTo>
                <a:cubicBezTo>
                  <a:pt x="113116" y="76266"/>
                  <a:pt x="116616" y="77653"/>
                  <a:pt x="120229" y="78566"/>
                </a:cubicBezTo>
                <a:cubicBezTo>
                  <a:pt x="123842" y="79479"/>
                  <a:pt x="127662" y="79935"/>
                  <a:pt x="131689" y="79935"/>
                </a:cubicBezTo>
                <a:cubicBezTo>
                  <a:pt x="138200" y="79935"/>
                  <a:pt x="143355" y="78218"/>
                  <a:pt x="147156" y="74784"/>
                </a:cubicBezTo>
                <a:cubicBezTo>
                  <a:pt x="150958" y="71348"/>
                  <a:pt x="152858" y="66687"/>
                  <a:pt x="152858" y="60798"/>
                </a:cubicBezTo>
                <a:cubicBezTo>
                  <a:pt x="152858" y="54909"/>
                  <a:pt x="150958" y="50248"/>
                  <a:pt x="147156" y="46814"/>
                </a:cubicBezTo>
                <a:cubicBezTo>
                  <a:pt x="143355" y="43379"/>
                  <a:pt x="138200" y="41661"/>
                  <a:pt x="131689" y="41661"/>
                </a:cubicBezTo>
                <a:cubicBezTo>
                  <a:pt x="128640" y="41661"/>
                  <a:pt x="125601" y="42000"/>
                  <a:pt x="122572" y="42677"/>
                </a:cubicBezTo>
                <a:cubicBezTo>
                  <a:pt x="119542" y="43355"/>
                  <a:pt x="116447" y="44408"/>
                  <a:pt x="113286" y="45838"/>
                </a:cubicBezTo>
                <a:lnTo>
                  <a:pt x="113286" y="3500"/>
                </a:lnTo>
                <a:close/>
                <a:moveTo>
                  <a:pt x="186815" y="3500"/>
                </a:moveTo>
                <a:lnTo>
                  <a:pt x="231581" y="3500"/>
                </a:lnTo>
                <a:lnTo>
                  <a:pt x="231581" y="13097"/>
                </a:lnTo>
                <a:lnTo>
                  <a:pt x="197259" y="13097"/>
                </a:lnTo>
                <a:lnTo>
                  <a:pt x="197259" y="33758"/>
                </a:lnTo>
                <a:cubicBezTo>
                  <a:pt x="198915" y="33193"/>
                  <a:pt x="200570" y="32770"/>
                  <a:pt x="202226" y="32488"/>
                </a:cubicBezTo>
                <a:cubicBezTo>
                  <a:pt x="203882" y="32205"/>
                  <a:pt x="205538" y="32064"/>
                  <a:pt x="207194" y="32064"/>
                </a:cubicBezTo>
                <a:cubicBezTo>
                  <a:pt x="216603" y="32064"/>
                  <a:pt x="224054" y="34648"/>
                  <a:pt x="229549" y="39814"/>
                </a:cubicBezTo>
                <a:cubicBezTo>
                  <a:pt x="235043" y="44979"/>
                  <a:pt x="237791" y="51974"/>
                  <a:pt x="237791" y="60798"/>
                </a:cubicBezTo>
                <a:cubicBezTo>
                  <a:pt x="237791" y="69885"/>
                  <a:pt x="234968" y="76947"/>
                  <a:pt x="229323" y="81981"/>
                </a:cubicBezTo>
                <a:cubicBezTo>
                  <a:pt x="223678" y="87015"/>
                  <a:pt x="215718" y="89532"/>
                  <a:pt x="205444" y="89532"/>
                </a:cubicBezTo>
                <a:cubicBezTo>
                  <a:pt x="201906" y="89532"/>
                  <a:pt x="198303" y="89231"/>
                  <a:pt x="194634" y="88628"/>
                </a:cubicBezTo>
                <a:cubicBezTo>
                  <a:pt x="190964" y="88026"/>
                  <a:pt x="187173" y="87123"/>
                  <a:pt x="183259" y="85919"/>
                </a:cubicBezTo>
                <a:lnTo>
                  <a:pt x="183259" y="74403"/>
                </a:lnTo>
                <a:cubicBezTo>
                  <a:pt x="186646" y="76266"/>
                  <a:pt x="190146" y="77653"/>
                  <a:pt x="193759" y="78566"/>
                </a:cubicBezTo>
                <a:cubicBezTo>
                  <a:pt x="197372" y="79479"/>
                  <a:pt x="201191" y="79935"/>
                  <a:pt x="205218" y="79935"/>
                </a:cubicBezTo>
                <a:cubicBezTo>
                  <a:pt x="211729" y="79935"/>
                  <a:pt x="216885" y="78218"/>
                  <a:pt x="220686" y="74784"/>
                </a:cubicBezTo>
                <a:cubicBezTo>
                  <a:pt x="224487" y="71348"/>
                  <a:pt x="226388" y="66687"/>
                  <a:pt x="226388" y="60798"/>
                </a:cubicBezTo>
                <a:cubicBezTo>
                  <a:pt x="226388" y="54909"/>
                  <a:pt x="224487" y="50248"/>
                  <a:pt x="220686" y="46814"/>
                </a:cubicBezTo>
                <a:cubicBezTo>
                  <a:pt x="216885" y="43379"/>
                  <a:pt x="211729" y="41661"/>
                  <a:pt x="205218" y="41661"/>
                </a:cubicBezTo>
                <a:cubicBezTo>
                  <a:pt x="202170" y="41661"/>
                  <a:pt x="199131" y="42000"/>
                  <a:pt x="196101" y="42677"/>
                </a:cubicBezTo>
                <a:cubicBezTo>
                  <a:pt x="193072" y="43355"/>
                  <a:pt x="189976" y="44408"/>
                  <a:pt x="186815" y="45838"/>
                </a:cubicBezTo>
                <a:lnTo>
                  <a:pt x="186815" y="3500"/>
                </a:lnTo>
                <a:close/>
                <a:moveTo>
                  <a:pt x="255150" y="3500"/>
                </a:moveTo>
                <a:lnTo>
                  <a:pt x="267400" y="3500"/>
                </a:lnTo>
                <a:lnTo>
                  <a:pt x="288344" y="34830"/>
                </a:lnTo>
                <a:lnTo>
                  <a:pt x="309400" y="3500"/>
                </a:lnTo>
                <a:lnTo>
                  <a:pt x="321650" y="3500"/>
                </a:lnTo>
                <a:lnTo>
                  <a:pt x="294553" y="44002"/>
                </a:lnTo>
                <a:lnTo>
                  <a:pt x="323456" y="87838"/>
                </a:lnTo>
                <a:lnTo>
                  <a:pt x="311206" y="87838"/>
                </a:lnTo>
                <a:lnTo>
                  <a:pt x="287497" y="51992"/>
                </a:lnTo>
                <a:lnTo>
                  <a:pt x="263618" y="87838"/>
                </a:lnTo>
                <a:lnTo>
                  <a:pt x="251312" y="87838"/>
                </a:lnTo>
                <a:lnTo>
                  <a:pt x="281400" y="42817"/>
                </a:lnTo>
                <a:lnTo>
                  <a:pt x="255150" y="3500"/>
                </a:lnTo>
                <a:close/>
                <a:moveTo>
                  <a:pt x="415029" y="26419"/>
                </a:moveTo>
                <a:lnTo>
                  <a:pt x="415029" y="36242"/>
                </a:lnTo>
                <a:cubicBezTo>
                  <a:pt x="412094" y="34736"/>
                  <a:pt x="409045" y="33607"/>
                  <a:pt x="405884" y="32855"/>
                </a:cubicBezTo>
                <a:cubicBezTo>
                  <a:pt x="402723" y="32102"/>
                  <a:pt x="399448" y="31726"/>
                  <a:pt x="396061" y="31726"/>
                </a:cubicBezTo>
                <a:cubicBezTo>
                  <a:pt x="390905" y="31726"/>
                  <a:pt x="387039" y="32518"/>
                  <a:pt x="384461" y="34102"/>
                </a:cubicBezTo>
                <a:cubicBezTo>
                  <a:pt x="381883" y="35686"/>
                  <a:pt x="380594" y="38062"/>
                  <a:pt x="380594" y="41231"/>
                </a:cubicBezTo>
                <a:cubicBezTo>
                  <a:pt x="380594" y="43644"/>
                  <a:pt x="381516" y="45539"/>
                  <a:pt x="383360" y="46916"/>
                </a:cubicBezTo>
                <a:cubicBezTo>
                  <a:pt x="385204" y="48293"/>
                  <a:pt x="388911" y="49604"/>
                  <a:pt x="394481" y="50848"/>
                </a:cubicBezTo>
                <a:lnTo>
                  <a:pt x="398037" y="51642"/>
                </a:lnTo>
                <a:cubicBezTo>
                  <a:pt x="405413" y="53225"/>
                  <a:pt x="410654" y="55459"/>
                  <a:pt x="413759" y="58344"/>
                </a:cubicBezTo>
                <a:cubicBezTo>
                  <a:pt x="416864" y="61228"/>
                  <a:pt x="418416" y="65252"/>
                  <a:pt x="418416" y="70418"/>
                </a:cubicBezTo>
                <a:cubicBezTo>
                  <a:pt x="418416" y="76299"/>
                  <a:pt x="416092" y="80955"/>
                  <a:pt x="411444" y="84386"/>
                </a:cubicBezTo>
                <a:cubicBezTo>
                  <a:pt x="406797" y="87816"/>
                  <a:pt x="400408" y="89532"/>
                  <a:pt x="392279" y="89532"/>
                </a:cubicBezTo>
                <a:cubicBezTo>
                  <a:pt x="388892" y="89532"/>
                  <a:pt x="385364" y="89202"/>
                  <a:pt x="381695" y="88544"/>
                </a:cubicBezTo>
                <a:cubicBezTo>
                  <a:pt x="378025" y="87885"/>
                  <a:pt x="374158" y="86897"/>
                  <a:pt x="370094" y="85580"/>
                </a:cubicBezTo>
                <a:lnTo>
                  <a:pt x="370094" y="74854"/>
                </a:lnTo>
                <a:cubicBezTo>
                  <a:pt x="373932" y="76849"/>
                  <a:pt x="377715" y="78345"/>
                  <a:pt x="381440" y="79342"/>
                </a:cubicBezTo>
                <a:cubicBezTo>
                  <a:pt x="385166" y="80340"/>
                  <a:pt x="388854" y="80838"/>
                  <a:pt x="392505" y="80838"/>
                </a:cubicBezTo>
                <a:cubicBezTo>
                  <a:pt x="397397" y="80838"/>
                  <a:pt x="401161" y="79999"/>
                  <a:pt x="403795" y="78321"/>
                </a:cubicBezTo>
                <a:cubicBezTo>
                  <a:pt x="406430" y="76643"/>
                  <a:pt x="407747" y="74276"/>
                  <a:pt x="407747" y="71222"/>
                </a:cubicBezTo>
                <a:cubicBezTo>
                  <a:pt x="407747" y="68394"/>
                  <a:pt x="406797" y="66225"/>
                  <a:pt x="404896" y="64716"/>
                </a:cubicBezTo>
                <a:cubicBezTo>
                  <a:pt x="402995" y="63207"/>
                  <a:pt x="398827" y="61755"/>
                  <a:pt x="392392" y="60360"/>
                </a:cubicBezTo>
                <a:lnTo>
                  <a:pt x="388779" y="59512"/>
                </a:lnTo>
                <a:cubicBezTo>
                  <a:pt x="382344" y="58155"/>
                  <a:pt x="377696" y="56072"/>
                  <a:pt x="374836" y="53264"/>
                </a:cubicBezTo>
                <a:cubicBezTo>
                  <a:pt x="371976" y="50454"/>
                  <a:pt x="370545" y="46598"/>
                  <a:pt x="370545" y="41696"/>
                </a:cubicBezTo>
                <a:cubicBezTo>
                  <a:pt x="370545" y="35738"/>
                  <a:pt x="372653" y="31138"/>
                  <a:pt x="376868" y="27896"/>
                </a:cubicBezTo>
                <a:cubicBezTo>
                  <a:pt x="381083" y="24653"/>
                  <a:pt x="387067" y="23032"/>
                  <a:pt x="394819" y="23032"/>
                </a:cubicBezTo>
                <a:cubicBezTo>
                  <a:pt x="398658" y="23032"/>
                  <a:pt x="402271" y="23314"/>
                  <a:pt x="405658" y="23879"/>
                </a:cubicBezTo>
                <a:cubicBezTo>
                  <a:pt x="409045" y="24443"/>
                  <a:pt x="412169" y="25290"/>
                  <a:pt x="415029" y="26419"/>
                </a:cubicBezTo>
                <a:close/>
                <a:moveTo>
                  <a:pt x="445005" y="78354"/>
                </a:moveTo>
                <a:lnTo>
                  <a:pt x="445005" y="111886"/>
                </a:lnTo>
                <a:lnTo>
                  <a:pt x="434561" y="111886"/>
                </a:lnTo>
                <a:lnTo>
                  <a:pt x="434561" y="24613"/>
                </a:lnTo>
                <a:lnTo>
                  <a:pt x="445005" y="24613"/>
                </a:lnTo>
                <a:lnTo>
                  <a:pt x="445005" y="34209"/>
                </a:lnTo>
                <a:cubicBezTo>
                  <a:pt x="447187" y="30427"/>
                  <a:pt x="449944" y="27619"/>
                  <a:pt x="453275" y="25784"/>
                </a:cubicBezTo>
                <a:cubicBezTo>
                  <a:pt x="456605" y="23949"/>
                  <a:pt x="460585" y="23032"/>
                  <a:pt x="465214" y="23032"/>
                </a:cubicBezTo>
                <a:cubicBezTo>
                  <a:pt x="472892" y="23032"/>
                  <a:pt x="479129" y="26086"/>
                  <a:pt x="483928" y="32193"/>
                </a:cubicBezTo>
                <a:cubicBezTo>
                  <a:pt x="488726" y="38300"/>
                  <a:pt x="491125" y="46330"/>
                  <a:pt x="491125" y="56282"/>
                </a:cubicBezTo>
                <a:cubicBezTo>
                  <a:pt x="491125" y="66234"/>
                  <a:pt x="488726" y="74263"/>
                  <a:pt x="483928" y="80371"/>
                </a:cubicBezTo>
                <a:cubicBezTo>
                  <a:pt x="479129" y="86478"/>
                  <a:pt x="472892" y="89532"/>
                  <a:pt x="465214" y="89532"/>
                </a:cubicBezTo>
                <a:cubicBezTo>
                  <a:pt x="460585" y="89532"/>
                  <a:pt x="456605" y="88614"/>
                  <a:pt x="453275" y="86780"/>
                </a:cubicBezTo>
                <a:cubicBezTo>
                  <a:pt x="449944" y="84945"/>
                  <a:pt x="447187" y="82137"/>
                  <a:pt x="445005" y="78354"/>
                </a:cubicBezTo>
                <a:moveTo>
                  <a:pt x="480343" y="56282"/>
                </a:moveTo>
                <a:cubicBezTo>
                  <a:pt x="480343" y="48625"/>
                  <a:pt x="478772" y="42618"/>
                  <a:pt x="475629" y="38262"/>
                </a:cubicBezTo>
                <a:cubicBezTo>
                  <a:pt x="472487" y="33904"/>
                  <a:pt x="468168" y="31726"/>
                  <a:pt x="462674" y="31726"/>
                </a:cubicBezTo>
                <a:cubicBezTo>
                  <a:pt x="457179" y="31726"/>
                  <a:pt x="452861" y="33904"/>
                  <a:pt x="449718" y="38262"/>
                </a:cubicBezTo>
                <a:cubicBezTo>
                  <a:pt x="446576" y="42618"/>
                  <a:pt x="445005" y="48625"/>
                  <a:pt x="445005" y="56282"/>
                </a:cubicBezTo>
                <a:cubicBezTo>
                  <a:pt x="445005" y="63939"/>
                  <a:pt x="446576" y="69947"/>
                  <a:pt x="449718" y="74304"/>
                </a:cubicBezTo>
                <a:cubicBezTo>
                  <a:pt x="452861" y="78660"/>
                  <a:pt x="457179" y="80838"/>
                  <a:pt x="462674" y="80838"/>
                </a:cubicBezTo>
                <a:cubicBezTo>
                  <a:pt x="468168" y="80838"/>
                  <a:pt x="472487" y="78660"/>
                  <a:pt x="475629" y="74304"/>
                </a:cubicBezTo>
                <a:cubicBezTo>
                  <a:pt x="478772" y="69947"/>
                  <a:pt x="480343" y="63939"/>
                  <a:pt x="480343" y="56282"/>
                </a:cubicBezTo>
                <a:close/>
                <a:moveTo>
                  <a:pt x="562451" y="53629"/>
                </a:moveTo>
                <a:lnTo>
                  <a:pt x="562451" y="58709"/>
                </a:lnTo>
                <a:lnTo>
                  <a:pt x="514693" y="58709"/>
                </a:lnTo>
                <a:cubicBezTo>
                  <a:pt x="515145" y="65879"/>
                  <a:pt x="517299" y="71340"/>
                  <a:pt x="521157" y="75094"/>
                </a:cubicBezTo>
                <a:cubicBezTo>
                  <a:pt x="525014" y="78848"/>
                  <a:pt x="530387" y="80725"/>
                  <a:pt x="537274" y="80725"/>
                </a:cubicBezTo>
                <a:cubicBezTo>
                  <a:pt x="541263" y="80725"/>
                  <a:pt x="545130" y="80236"/>
                  <a:pt x="548874" y="79258"/>
                </a:cubicBezTo>
                <a:cubicBezTo>
                  <a:pt x="552619" y="78279"/>
                  <a:pt x="556335" y="76811"/>
                  <a:pt x="560024" y="74854"/>
                </a:cubicBezTo>
                <a:lnTo>
                  <a:pt x="560024" y="84677"/>
                </a:lnTo>
                <a:cubicBezTo>
                  <a:pt x="556298" y="86258"/>
                  <a:pt x="552478" y="87462"/>
                  <a:pt x="548564" y="88290"/>
                </a:cubicBezTo>
                <a:cubicBezTo>
                  <a:pt x="544650" y="89118"/>
                  <a:pt x="540680" y="89532"/>
                  <a:pt x="536653" y="89532"/>
                </a:cubicBezTo>
                <a:cubicBezTo>
                  <a:pt x="526567" y="89532"/>
                  <a:pt x="518579" y="86592"/>
                  <a:pt x="512689" y="80711"/>
                </a:cubicBezTo>
                <a:cubicBezTo>
                  <a:pt x="506799" y="74830"/>
                  <a:pt x="503855" y="66875"/>
                  <a:pt x="503855" y="56848"/>
                </a:cubicBezTo>
                <a:cubicBezTo>
                  <a:pt x="503855" y="46481"/>
                  <a:pt x="506649" y="38253"/>
                  <a:pt x="512238" y="32165"/>
                </a:cubicBezTo>
                <a:cubicBezTo>
                  <a:pt x="517826" y="26076"/>
                  <a:pt x="525362" y="23032"/>
                  <a:pt x="534846" y="23032"/>
                </a:cubicBezTo>
                <a:cubicBezTo>
                  <a:pt x="543352" y="23032"/>
                  <a:pt x="550079" y="25775"/>
                  <a:pt x="555028" y="31262"/>
                </a:cubicBezTo>
                <a:cubicBezTo>
                  <a:pt x="559976" y="36747"/>
                  <a:pt x="562451" y="44203"/>
                  <a:pt x="562451" y="53629"/>
                </a:cubicBezTo>
                <a:moveTo>
                  <a:pt x="552064" y="50580"/>
                </a:moveTo>
                <a:cubicBezTo>
                  <a:pt x="551989" y="44880"/>
                  <a:pt x="550399" y="40331"/>
                  <a:pt x="547294" y="36935"/>
                </a:cubicBezTo>
                <a:cubicBezTo>
                  <a:pt x="544189" y="33537"/>
                  <a:pt x="540077" y="31839"/>
                  <a:pt x="534959" y="31839"/>
                </a:cubicBezTo>
                <a:cubicBezTo>
                  <a:pt x="529164" y="31839"/>
                  <a:pt x="524525" y="33481"/>
                  <a:pt x="521044" y="36766"/>
                </a:cubicBezTo>
                <a:cubicBezTo>
                  <a:pt x="517563" y="40049"/>
                  <a:pt x="515559" y="44673"/>
                  <a:pt x="515032" y="50637"/>
                </a:cubicBezTo>
                <a:lnTo>
                  <a:pt x="552064" y="50580"/>
                </a:lnTo>
                <a:close/>
                <a:moveTo>
                  <a:pt x="633552" y="53629"/>
                </a:moveTo>
                <a:lnTo>
                  <a:pt x="633552" y="58709"/>
                </a:lnTo>
                <a:lnTo>
                  <a:pt x="585794" y="58709"/>
                </a:lnTo>
                <a:cubicBezTo>
                  <a:pt x="586246" y="65879"/>
                  <a:pt x="588400" y="71340"/>
                  <a:pt x="592258" y="75094"/>
                </a:cubicBezTo>
                <a:cubicBezTo>
                  <a:pt x="596115" y="78848"/>
                  <a:pt x="601488" y="80725"/>
                  <a:pt x="608375" y="80725"/>
                </a:cubicBezTo>
                <a:cubicBezTo>
                  <a:pt x="612364" y="80725"/>
                  <a:pt x="616231" y="80236"/>
                  <a:pt x="619975" y="79258"/>
                </a:cubicBezTo>
                <a:cubicBezTo>
                  <a:pt x="623720" y="78279"/>
                  <a:pt x="627436" y="76811"/>
                  <a:pt x="631124" y="74854"/>
                </a:cubicBezTo>
                <a:lnTo>
                  <a:pt x="631124" y="84677"/>
                </a:lnTo>
                <a:cubicBezTo>
                  <a:pt x="627399" y="86258"/>
                  <a:pt x="623579" y="87462"/>
                  <a:pt x="619665" y="88290"/>
                </a:cubicBezTo>
                <a:cubicBezTo>
                  <a:pt x="615751" y="89118"/>
                  <a:pt x="611780" y="89532"/>
                  <a:pt x="607754" y="89532"/>
                </a:cubicBezTo>
                <a:cubicBezTo>
                  <a:pt x="597668" y="89532"/>
                  <a:pt x="589680" y="86592"/>
                  <a:pt x="583790" y="80711"/>
                </a:cubicBezTo>
                <a:cubicBezTo>
                  <a:pt x="577900" y="74830"/>
                  <a:pt x="574955" y="66875"/>
                  <a:pt x="574955" y="56848"/>
                </a:cubicBezTo>
                <a:cubicBezTo>
                  <a:pt x="574955" y="46481"/>
                  <a:pt x="577750" y="38253"/>
                  <a:pt x="583338" y="32165"/>
                </a:cubicBezTo>
                <a:cubicBezTo>
                  <a:pt x="588927" y="26076"/>
                  <a:pt x="596463" y="23032"/>
                  <a:pt x="605947" y="23032"/>
                </a:cubicBezTo>
                <a:cubicBezTo>
                  <a:pt x="614452" y="23032"/>
                  <a:pt x="621180" y="25775"/>
                  <a:pt x="626128" y="31262"/>
                </a:cubicBezTo>
                <a:cubicBezTo>
                  <a:pt x="631077" y="36747"/>
                  <a:pt x="633552" y="44203"/>
                  <a:pt x="633552" y="53629"/>
                </a:cubicBezTo>
                <a:moveTo>
                  <a:pt x="623165" y="50580"/>
                </a:moveTo>
                <a:cubicBezTo>
                  <a:pt x="623090" y="44880"/>
                  <a:pt x="621499" y="40331"/>
                  <a:pt x="618395" y="36935"/>
                </a:cubicBezTo>
                <a:cubicBezTo>
                  <a:pt x="615290" y="33537"/>
                  <a:pt x="611178" y="31839"/>
                  <a:pt x="606060" y="31839"/>
                </a:cubicBezTo>
                <a:cubicBezTo>
                  <a:pt x="600264" y="31839"/>
                  <a:pt x="595626" y="33481"/>
                  <a:pt x="592145" y="36766"/>
                </a:cubicBezTo>
                <a:cubicBezTo>
                  <a:pt x="588664" y="40049"/>
                  <a:pt x="586660" y="44673"/>
                  <a:pt x="586133" y="50637"/>
                </a:cubicBezTo>
                <a:lnTo>
                  <a:pt x="623165" y="50580"/>
                </a:lnTo>
                <a:close/>
                <a:moveTo>
                  <a:pt x="692177" y="34209"/>
                </a:moveTo>
                <a:lnTo>
                  <a:pt x="692177" y="0"/>
                </a:lnTo>
                <a:lnTo>
                  <a:pt x="702564" y="0"/>
                </a:lnTo>
                <a:lnTo>
                  <a:pt x="702564" y="87838"/>
                </a:lnTo>
                <a:lnTo>
                  <a:pt x="692177" y="87838"/>
                </a:lnTo>
                <a:lnTo>
                  <a:pt x="692177" y="78354"/>
                </a:lnTo>
                <a:cubicBezTo>
                  <a:pt x="689994" y="82137"/>
                  <a:pt x="687238" y="84945"/>
                  <a:pt x="683907" y="86780"/>
                </a:cubicBezTo>
                <a:cubicBezTo>
                  <a:pt x="680577" y="88614"/>
                  <a:pt x="676578" y="89532"/>
                  <a:pt x="671911" y="89532"/>
                </a:cubicBezTo>
                <a:cubicBezTo>
                  <a:pt x="664272" y="89532"/>
                  <a:pt x="658052" y="86478"/>
                  <a:pt x="653254" y="80371"/>
                </a:cubicBezTo>
                <a:cubicBezTo>
                  <a:pt x="648456" y="74263"/>
                  <a:pt x="646057" y="66234"/>
                  <a:pt x="646057" y="56282"/>
                </a:cubicBezTo>
                <a:cubicBezTo>
                  <a:pt x="646057" y="46330"/>
                  <a:pt x="648456" y="38300"/>
                  <a:pt x="653254" y="32193"/>
                </a:cubicBezTo>
                <a:cubicBezTo>
                  <a:pt x="658052" y="26086"/>
                  <a:pt x="664272" y="23032"/>
                  <a:pt x="671911" y="23032"/>
                </a:cubicBezTo>
                <a:cubicBezTo>
                  <a:pt x="676578" y="23032"/>
                  <a:pt x="680577" y="23949"/>
                  <a:pt x="683907" y="25784"/>
                </a:cubicBezTo>
                <a:cubicBezTo>
                  <a:pt x="687238" y="27619"/>
                  <a:pt x="689994" y="30427"/>
                  <a:pt x="692177" y="34209"/>
                </a:cubicBezTo>
                <a:moveTo>
                  <a:pt x="656782" y="56282"/>
                </a:moveTo>
                <a:cubicBezTo>
                  <a:pt x="656782" y="63939"/>
                  <a:pt x="658354" y="69947"/>
                  <a:pt x="661496" y="74304"/>
                </a:cubicBezTo>
                <a:cubicBezTo>
                  <a:pt x="664638" y="78660"/>
                  <a:pt x="668957" y="80838"/>
                  <a:pt x="674452" y="80838"/>
                </a:cubicBezTo>
                <a:cubicBezTo>
                  <a:pt x="679946" y="80838"/>
                  <a:pt x="684274" y="78660"/>
                  <a:pt x="687435" y="74304"/>
                </a:cubicBezTo>
                <a:cubicBezTo>
                  <a:pt x="690597" y="69947"/>
                  <a:pt x="692177" y="63939"/>
                  <a:pt x="692177" y="56282"/>
                </a:cubicBezTo>
                <a:cubicBezTo>
                  <a:pt x="692177" y="48625"/>
                  <a:pt x="690597" y="42618"/>
                  <a:pt x="687435" y="38262"/>
                </a:cubicBezTo>
                <a:cubicBezTo>
                  <a:pt x="684274" y="33904"/>
                  <a:pt x="679946" y="31726"/>
                  <a:pt x="674452" y="31726"/>
                </a:cubicBezTo>
                <a:cubicBezTo>
                  <a:pt x="668957" y="31726"/>
                  <a:pt x="664638" y="33904"/>
                  <a:pt x="661496" y="38262"/>
                </a:cubicBezTo>
                <a:cubicBezTo>
                  <a:pt x="658354" y="42618"/>
                  <a:pt x="656782" y="48625"/>
                  <a:pt x="656782" y="56282"/>
                </a:cubicBezTo>
                <a:close/>
                <a:moveTo>
                  <a:pt x="722914" y="62887"/>
                </a:moveTo>
                <a:lnTo>
                  <a:pt x="722914" y="24613"/>
                </a:lnTo>
                <a:lnTo>
                  <a:pt x="733301" y="24613"/>
                </a:lnTo>
                <a:lnTo>
                  <a:pt x="733301" y="62492"/>
                </a:lnTo>
                <a:cubicBezTo>
                  <a:pt x="733301" y="68494"/>
                  <a:pt x="734468" y="72996"/>
                  <a:pt x="736801" y="75997"/>
                </a:cubicBezTo>
                <a:cubicBezTo>
                  <a:pt x="739134" y="78999"/>
                  <a:pt x="742634" y="80499"/>
                  <a:pt x="747301" y="80499"/>
                </a:cubicBezTo>
                <a:cubicBezTo>
                  <a:pt x="752909" y="80499"/>
                  <a:pt x="757340" y="78707"/>
                  <a:pt x="760595" y="75123"/>
                </a:cubicBezTo>
                <a:cubicBezTo>
                  <a:pt x="763851" y="71537"/>
                  <a:pt x="765478" y="66649"/>
                  <a:pt x="765478" y="60459"/>
                </a:cubicBezTo>
                <a:lnTo>
                  <a:pt x="765478" y="24613"/>
                </a:lnTo>
                <a:lnTo>
                  <a:pt x="775865" y="24613"/>
                </a:lnTo>
                <a:lnTo>
                  <a:pt x="775865" y="87838"/>
                </a:lnTo>
                <a:lnTo>
                  <a:pt x="765478" y="87838"/>
                </a:lnTo>
                <a:lnTo>
                  <a:pt x="765478" y="78129"/>
                </a:lnTo>
                <a:cubicBezTo>
                  <a:pt x="762957" y="81986"/>
                  <a:pt x="760031" y="84851"/>
                  <a:pt x="756700" y="86723"/>
                </a:cubicBezTo>
                <a:cubicBezTo>
                  <a:pt x="753370" y="88596"/>
                  <a:pt x="749503" y="89532"/>
                  <a:pt x="745100" y="89532"/>
                </a:cubicBezTo>
                <a:cubicBezTo>
                  <a:pt x="737836" y="89532"/>
                  <a:pt x="732323" y="87269"/>
                  <a:pt x="728559" y="82743"/>
                </a:cubicBezTo>
                <a:cubicBezTo>
                  <a:pt x="724796" y="78218"/>
                  <a:pt x="722914" y="71599"/>
                  <a:pt x="722914" y="62887"/>
                </a:cubicBezTo>
                <a:moveTo>
                  <a:pt x="749051" y="23032"/>
                </a:moveTo>
                <a:lnTo>
                  <a:pt x="749051" y="23032"/>
                </a:lnTo>
                <a:close/>
                <a:moveTo>
                  <a:pt x="807334" y="78354"/>
                </a:moveTo>
                <a:lnTo>
                  <a:pt x="807334" y="111886"/>
                </a:lnTo>
                <a:lnTo>
                  <a:pt x="796890" y="111886"/>
                </a:lnTo>
                <a:lnTo>
                  <a:pt x="796890" y="24613"/>
                </a:lnTo>
                <a:lnTo>
                  <a:pt x="807334" y="24613"/>
                </a:lnTo>
                <a:lnTo>
                  <a:pt x="807334" y="34209"/>
                </a:lnTo>
                <a:cubicBezTo>
                  <a:pt x="809516" y="30427"/>
                  <a:pt x="812273" y="27619"/>
                  <a:pt x="815604" y="25784"/>
                </a:cubicBezTo>
                <a:cubicBezTo>
                  <a:pt x="818934" y="23949"/>
                  <a:pt x="822914" y="23032"/>
                  <a:pt x="827543" y="23032"/>
                </a:cubicBezTo>
                <a:cubicBezTo>
                  <a:pt x="835221" y="23032"/>
                  <a:pt x="841458" y="26086"/>
                  <a:pt x="846257" y="32193"/>
                </a:cubicBezTo>
                <a:cubicBezTo>
                  <a:pt x="851055" y="38300"/>
                  <a:pt x="853454" y="46330"/>
                  <a:pt x="853454" y="56282"/>
                </a:cubicBezTo>
                <a:cubicBezTo>
                  <a:pt x="853454" y="66234"/>
                  <a:pt x="851055" y="74263"/>
                  <a:pt x="846257" y="80371"/>
                </a:cubicBezTo>
                <a:cubicBezTo>
                  <a:pt x="841458" y="86478"/>
                  <a:pt x="835221" y="89532"/>
                  <a:pt x="827543" y="89532"/>
                </a:cubicBezTo>
                <a:cubicBezTo>
                  <a:pt x="822914" y="89532"/>
                  <a:pt x="818934" y="88614"/>
                  <a:pt x="815604" y="86780"/>
                </a:cubicBezTo>
                <a:cubicBezTo>
                  <a:pt x="812273" y="84945"/>
                  <a:pt x="809516" y="82137"/>
                  <a:pt x="807334" y="78354"/>
                </a:cubicBezTo>
                <a:moveTo>
                  <a:pt x="842672" y="56282"/>
                </a:moveTo>
                <a:cubicBezTo>
                  <a:pt x="842672" y="48625"/>
                  <a:pt x="841101" y="42618"/>
                  <a:pt x="837958" y="38262"/>
                </a:cubicBezTo>
                <a:cubicBezTo>
                  <a:pt x="834816" y="33904"/>
                  <a:pt x="830497" y="31726"/>
                  <a:pt x="825003" y="31726"/>
                </a:cubicBezTo>
                <a:cubicBezTo>
                  <a:pt x="819508" y="31726"/>
                  <a:pt x="815190" y="33904"/>
                  <a:pt x="812047" y="38262"/>
                </a:cubicBezTo>
                <a:cubicBezTo>
                  <a:pt x="808905" y="42618"/>
                  <a:pt x="807334" y="48625"/>
                  <a:pt x="807334" y="56282"/>
                </a:cubicBezTo>
                <a:cubicBezTo>
                  <a:pt x="807334" y="63939"/>
                  <a:pt x="808905" y="69947"/>
                  <a:pt x="812047" y="74304"/>
                </a:cubicBezTo>
                <a:cubicBezTo>
                  <a:pt x="815190" y="78660"/>
                  <a:pt x="819508" y="80838"/>
                  <a:pt x="825003" y="80838"/>
                </a:cubicBezTo>
                <a:cubicBezTo>
                  <a:pt x="830497" y="80838"/>
                  <a:pt x="834816" y="78660"/>
                  <a:pt x="837958" y="74304"/>
                </a:cubicBezTo>
                <a:cubicBezTo>
                  <a:pt x="841101" y="69947"/>
                  <a:pt x="842672" y="63939"/>
                  <a:pt x="842672" y="56282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991E98-9D1F-4D1D-9A53-6F188231E0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3249" y="5138540"/>
            <a:ext cx="1612790" cy="1201788"/>
          </a:xfrm>
          <a:custGeom xmlns:a="http://schemas.openxmlformats.org/drawingml/2006/main">
            <a:pathLst>
              <a:path w="1612790" h="1201788">
                <a:moveTo>
                  <a:pt x="0" y="1201788"/>
                </a:moveTo>
                <a:lnTo>
                  <a:pt x="1612790" y="1201788"/>
                </a:lnTo>
                <a:lnTo>
                  <a:pt x="1612790" y="0"/>
                </a:lnTo>
                <a:lnTo>
                  <a:pt x="0" y="0"/>
                </a:lnTo>
                <a:lnTo>
                  <a:pt x="0" y="1201788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43D3D5-9771-45D1-BE00-5231FAD4FA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6741" y="594619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213DF6-FC76-4E13-9DDC-C0F52AB10A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6741" y="594619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9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470DBB-EDB6-4954-9CA4-8E37D3E00A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9428" y="595105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50F408-8AD4-4F16-9C5D-BC46A92183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9428" y="595105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9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FA7252-0A1A-407A-8AE3-B99D9971D5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9992" y="595491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9869A4-C942-49A9-9464-68856A1724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9992" y="595491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9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CD96E9-D437-4B51-8863-670383AFB8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7155" y="595056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0BF662-E239-4744-B919-39CCB2C25F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7155" y="595056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9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5055F1-BF89-48BD-A204-0DE550145A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1824" y="595204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33E993-52A4-4DA3-A81A-59B7D8073D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1824" y="595204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9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3EB94E-E098-492D-B47F-B0BD1B2D13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5618" y="595371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3E7C08-AA86-430B-BE92-A356B508F6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5618" y="595371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9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5461F8-B358-45BF-95AC-0E31173446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7275" y="595626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421932-3EE6-4B45-8AE1-6BC86F700B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7275" y="595626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9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85EFA7-C95A-468A-9F29-3692202CC2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9197" y="595451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BC970F-BAE9-4FCD-BE47-62A1AB0464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9197" y="595451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9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A79FA5-F0B7-4565-A829-CA5C0EC73B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1514" y="595267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F3D115-F673-449E-BCC0-56A5262E67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1514" y="595267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9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1B4ECB-57B7-42AC-8C21-2040640648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0003" y="595185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3BAEB9-46A7-48B5-887A-EF998398E3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0003" y="595185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9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FC638A-D2A4-425B-8277-411CBF2BB1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6409" y="595378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F9C1D0-4A6B-4802-B87E-5E1EE00288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6409" y="595378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9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FC76E0-ECE8-41D9-AE08-0EF4DF4A4C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8752" y="595266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4A6AA2-443D-4077-89EE-D40BF230F9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8752" y="595266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9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5EBD8E-51BE-4D29-8252-FA144BB8B3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1755" y="594945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D69241-3F07-4014-B450-5A295FA8A1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1755" y="594945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9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B82F94-339D-418B-BFAF-BB8E1AA832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3124" y="595196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3CE9FF-FD11-4924-B054-72B5A9A8B0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3124" y="595196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9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7F3B41-83B2-4FF8-81C0-669FCE51EC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3507" y="595194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EE678F-AFC0-40B8-AE42-4700477846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3507" y="595194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9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2DBA88-4738-4B10-984D-2BEAEAD25A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0580" y="595429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4AD20C-BE8D-42B9-95CE-C9E1D772C7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0580" y="595429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9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F938A8-D4BB-45A0-AC4E-67163FE7CA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6694" y="595207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2030CD-B4BA-468E-A498-8DA659994A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6694" y="595207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9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F0F69A-BDCE-48E5-8571-0782C5CBE6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5337" y="594989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0E7571-7ACA-4B69-8508-ED4232253E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5337" y="594989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9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6AB634-192D-43B3-8940-94ACBDADE2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2547" y="594941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D0740F-0E01-460E-941E-264ACE3D33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2547" y="594941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9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7EE5CE-B44B-4738-BDAD-E94867C9F5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3381" y="595092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DA9FC7-ADC9-49D1-89C4-9E242514BF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3381" y="595092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9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C28A4D-6900-497B-BA6C-C46EB2F9B0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8536" y="595504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C5AF84-6E64-4047-81D0-EE3C52AE6A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8536" y="595504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9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BE5828-058A-4C79-A367-82AE71F359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5123" y="595423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4062D4-9E18-460C-B3F7-59796FD04D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5123" y="595423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9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19E08C-BE1D-4C70-955F-64678B6186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4783" y="595228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A583D5-258E-4131-8924-D3EF8853A5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4783" y="595228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9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156E86-9B69-4183-AACA-DE5A56B9F5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3571" y="595415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071C92-1821-4F15-9A52-76088F620E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3571" y="595415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9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7C1346-7372-4E9F-B40F-9C894EE0DB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6058" y="595580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6F39C4-EB81-472D-B8F8-963F43B205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6058" y="595580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9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44913D-DC8F-40FD-B353-65A4B3140B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1951" y="595247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8EBC8F-F639-44A9-A6BD-0AB09E1EE0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1951" y="595247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9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55543E-C760-4AAF-BD7A-E1B7151D4D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3586" y="595091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95952E-71E6-44D0-82A9-E5C13CF617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3586" y="595091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9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D6385D-30C9-418A-A9A0-747A37644F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8191" y="595116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901CC1-8F67-4D7E-AA02-0F6C85B0BD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8191" y="595116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9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4621CD-FAF3-474D-B8DC-B1F7C91CFB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5409" y="595223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617A29-ABD2-4A80-BFAB-531E8FB77E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5409" y="595223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9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060CF6-0C0F-4CFA-B1D2-F9DF2293B0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0602" y="595175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1A1033-E5F0-4DD8-908A-46ADA19E9C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0602" y="595175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9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292B54-9A28-439B-8F62-E8AD2ABDDB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1347" y="595177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11A053-A174-4821-8EE5-4D68D36E0F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1347" y="595177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9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059B02-C95F-416E-918C-01872E8433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9345" y="595405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9CE694-3E3E-498F-B528-3BA9B2DA51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9345" y="595405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9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27234B-816F-4B47-8765-4314071309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1339" y="595389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A18789-8E1E-400F-8668-F38D47F06F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1339" y="595389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9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6F9046-1861-419F-98A4-81BA69AC75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5466" y="595383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31CB3D-81A5-4E45-85A7-C967E196F9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5466" y="595383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9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C41F16-283C-419B-B37D-E649C48A3D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9768" y="594748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C1FF9B-F89C-4DFA-BAEA-FBC3E941E0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9768" y="594748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9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2DA7BA-5427-467B-B22A-F9243959A2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3914" y="595186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5C0F6B-0568-4CDC-8B5B-A39D7073FD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3914" y="595186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9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A67F83-BCF2-4D14-B169-995806D477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7659" y="595348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A5F27C-50CC-4518-B626-B96A4BB0FF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7659" y="595348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9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5EBEA4-329E-449B-A387-4DBBFB2DDA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8658" y="595367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E78B87-0955-4500-9C85-66979111D5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8658" y="595367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9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A80601-912D-47CC-9C11-B8290AF78F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7468" y="595045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385B7C-FDB4-4806-8DA6-F5239B570A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7468" y="595045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9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98524E-9160-4F7D-8C59-A3FD8F08E2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8427" y="595523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5216CD-B286-4AAC-A5EB-028826A95F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8427" y="595523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9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060E2F-4585-4542-8EBC-82B50B4634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2211" y="595426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6BE88A-F8F9-4242-BED4-B125FFACE0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2211" y="595426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9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0B5BC6-230C-48CF-A00A-5D81FBF6CE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8449" y="595280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268055-127E-47D2-98C6-04308DD22E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8449" y="595280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9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988A06-2E86-401C-893D-078A8E2880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2759" y="594624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0F1B30-B6FB-4052-9234-5D68DF44B7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2759" y="594624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9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347693-B0A2-4E7F-A263-4CE5B3426F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2847" y="595328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9197E8-3A58-429F-80E1-E117E5553F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2847" y="595328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9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B465E0-491B-4B62-AF97-02B4272F3D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9161" y="595013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61131E-EDF3-4331-B84B-78386A3476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9161" y="595013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99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B383E9-6941-444B-8545-62905AD9BD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9295" y="594996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53EB2C-32C5-49DF-BA09-D91098A0E9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9295" y="594996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0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F2E50F-AF01-4F1F-9499-77E839B2FE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3686" y="595557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5D51FE-C8CB-43D2-A27C-6E81B1D166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3686" y="595557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0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73DAA7-A352-4183-A85B-7F3220508C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1643" y="594999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AF1648-508A-4943-AE5E-10AF776BD8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1643" y="594999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0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69C31F-C6FA-4BE0-BEE7-751CE768A4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0374" y="595367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661532-4D92-4D3A-80B4-9E41C0C6F8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0374" y="595367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0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F081F2-6AC9-45EF-81FB-9CE6AB8D35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6862" y="594997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0FC2B5-3185-42BC-948F-C4655C800D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6862" y="594997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0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8B9835-702D-4213-96C7-FBF0B084E1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1129" y="595094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7FCAED-E366-456B-BCE8-B0C769700F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1129" y="595094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0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385A3B-BACD-48D5-B635-458F2D064A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1743" y="595218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D5DC02-5583-4AA5-A9A8-14AAE36F20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1743" y="595218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0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4EEDBF-1218-4DC7-9BD5-C6497E35AB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951534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46AE3D-BB96-4ACC-BDAA-7CC67B5BE0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951534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0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534967-40C6-4BA2-9B52-4D0C273559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2398" y="595334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74B829-578B-46C1-A0E4-845443BF2B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2398" y="595334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0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0BDA17-5C63-4027-994B-AAC3173F44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951098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4450CC-7D21-4E4B-9ED8-62735DB1B6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951098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0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3D366E-8C6E-4EFF-9DFE-589977FEC7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7652" y="595401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18AB3B-1B3E-4092-91B4-21E696F5AA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7652" y="595401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0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C11549-449F-4315-80E7-1A37EDFB24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6827" y="595256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D9CD76-DA97-4E33-AF62-E2020674A0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6827" y="595256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0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D38441-C88F-466A-9122-DF99392B1A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5632" y="595089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71DF2F-C983-4805-BD23-FF301A87EA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5632" y="595089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0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26D14A-5DE3-4AC0-8574-62FBDC999F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0809" y="595204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960790-69DD-42B0-BE96-E34BDDA3C3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0809" y="595204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0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988F2A-01AE-4D35-9D49-3B9EEB38D8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4183" y="594993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E76D7D-2443-44BB-B388-45C4792262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4183" y="594993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0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2534A8-12B1-47A2-BF15-41635BF0F1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4638" y="595335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256053-94F9-4272-97A2-0B5827B946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4638" y="595335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0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FEBE38-2108-4398-9EFE-CA221C6C04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9228" y="594878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AD93CA-BF0F-416F-8516-C9104A009F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9228" y="594878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0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2042D8-443C-4E4E-9919-44DA2FC154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5449" y="594864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B4C843-8FAE-4C2A-8A1E-51C40300D9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5449" y="594864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0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360E64-6FBD-4689-A10E-01C07023F6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4568" y="595260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273C79-CB70-4DC0-804E-43470046DE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4568" y="595260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0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094650-A19C-44F2-B977-2CF1C676EE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4601" y="595058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E7B7B5-8C0F-4C7D-BF5D-1670AE5CB2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4601" y="595058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0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BAE6B5-A7BC-4EC6-82E3-90BAE82150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5872" y="594949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879DFE-D6EE-42BA-8FAB-15D84E6268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5872" y="594949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0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3C97F9-9CA3-4ECD-8425-46765ECE64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9670" y="595109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990F93-DCD0-408B-9FE4-A2E8CB0D27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9670" y="595109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0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39FCA5-EDD5-4C51-AA92-5B0488E578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2573" y="594962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AD49F1-6DD7-451C-9467-F9E65D941E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2573" y="594962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0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C476B8-259F-42EF-98B5-7731478C18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4249" y="595401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690800-C640-49B4-A764-A8B72E9FC8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4249" y="595401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0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160BAB-BAA3-4086-B37C-F6F2BD7386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1109" y="595398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BE8B07-ED5E-4DB7-8610-A8D7B661BC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1109" y="595398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0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BC58CC-9E03-4236-B8E8-27462622AA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9004" y="595090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B48C44-3660-488F-BD7A-144DEE0B8E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9004" y="595090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0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CB3A16-326E-4A2D-BD12-1CF7FB15FC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3267" y="595199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9229F8-22D4-4715-8C46-DA33C88B85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3267" y="595199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0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F3FB32-E530-4E2D-B2EF-32B2653C7F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6790" y="595163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A3B757-AB44-4D8A-858D-CD9907BD9A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6790" y="595163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0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E2A9FF-69D8-4677-9B57-17112394B7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7438" y="595204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0B6F36-BCA1-419E-82A6-582F1EF34E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7438" y="595204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0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2D925D-5465-40F9-8DCB-8B0A87485A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1808" y="595096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A07E9A-54D4-4F65-BBDA-A952A57961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1808" y="595096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0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221E0B-190C-4728-9B72-22CA048FBF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5084" y="595176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725022-C4C1-4152-85A3-CD932B2F61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5084" y="595176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0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26B1BF-2C30-491A-B960-C70FABC63D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8684" y="595116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5AA6E3-2CE5-4A33-AEC5-5F2F80EF47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8684" y="595116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0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5E5CAB-975C-4882-BBBA-1CCF22E9FB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6529" y="595148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0A3981-5B68-479C-A107-38C561F6A5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6529" y="595148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0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DF5DB3-0BDD-46D8-A942-E8EBDDA7CF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3933" y="594879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8BF4CC-BA05-43EA-A28A-F7BC073844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3933" y="594879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0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811C5A-D0F6-4286-95FB-5BCED4B357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6214" y="630331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79A1AB-494B-4E01-8C9A-7195EE96E1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6214" y="630331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0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C5C6C6-8535-490B-98FF-73FA3516F0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9906" y="630633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9E9BF0-087A-448C-B0EA-80E8A39CC1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9906" y="630633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0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1BC4D5-9695-4EDE-95A5-1C770287D6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3214" y="630302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81809B-573D-42EB-A22B-1778D7488C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3214" y="630302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0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A02216-FFD6-4610-A3E7-A6EE929C05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1457" y="630705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D99B71-1906-44AF-8D8E-FCC2FCB3CA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1457" y="630705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0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57BA27-37C0-4973-AD13-3CCCB81168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8765" y="631118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D95278-459B-4B53-B231-0D8B6503C5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8765" y="631118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0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39AE2B-B346-4FA9-9F55-EED378152D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9351" y="594929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C8EA5F-7930-4553-B4B8-89DF91934F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9351" y="594929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0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CA4911-FA79-439E-9AB0-CC1915C260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6654" y="594808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6404DF-DDBF-4DFC-A024-8640BD2F0B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6654" y="594808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0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DC1995-EC96-45FC-BEB1-C25A00B020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5880" y="595064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774EBD-04B2-4CCA-A3F1-B73C033DA8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5880" y="595064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0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AF0B44-870E-4267-8AE4-38B5AC8AD2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3598" y="594984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3B4996-B58C-43FE-865C-40F6A585FA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3598" y="594984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0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346639-84B7-47B8-B487-F1AF66530E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5792" y="630570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72F292-C468-4075-AE78-A83456C629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5792" y="630570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0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170969-3C05-4C65-9564-D9CA6286DA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2809" y="594917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E9F101-9A11-4717-B487-706891DD9A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2809" y="594917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0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D161B1-65B7-42BB-9CC8-C25CC59988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7614" y="595368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6B750E-8548-4AD8-8113-783C1B0A67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7614" y="595368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0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C113C8-7FCF-42F0-B7E7-B4CADAF8BA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3948" y="595199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87033E-2794-4905-B7A8-F79F927855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3948" y="595199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0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9D5F00-00A0-46DD-AAEE-A3136E9097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3862" y="595441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D3F42C-EAAD-454C-88A0-60FFCA721E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3862" y="595441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0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909D48-19F1-4E41-8AD0-C06FC10406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0747" y="598368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E59FC2-C1FE-48CC-AD07-E3D7BBE463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0747" y="598368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0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45E78D-82C4-4499-8F7E-22F9E222C7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8197" y="596407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A95962-CD7D-4E84-835D-82148FE0AA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8197" y="596407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0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29D55C-A0D9-4CE9-80D0-C1DD51EEC2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00634" y="598161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118166-1C44-4DCF-AE88-EE1F8A6491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00634" y="598161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1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CD5DBD-AED9-44D9-936A-898621AA6F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00203" y="594064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C848E7-083B-4A25-9525-7E41D6EFF9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00203" y="594064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1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906F27-94BD-46AC-9159-28B25A9E56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8968" y="595113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964477-5AA3-495C-BE01-525D360F66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8968" y="595113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1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559DB8-B9FB-483A-8675-26172D4EB0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91024" y="583106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988BD6-E73C-43EE-B902-5F9A31B713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91024" y="583106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1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699ED8-92F4-4C1D-AF65-1874C33AAF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83820" y="597059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54C3DF-D571-465F-AC9D-05B165A134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83820" y="597059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1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9DBE2E-92F6-4DD2-BF45-99E87B503E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57442" y="594694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652760-B8D8-4B50-812C-113DB6576C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57442" y="594694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1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61397F-07FC-47B3-BE56-4AC7768E19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3032" y="594713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03D4F7-C12F-4C60-ACF7-828FEFA89C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3032" y="594713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1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8A88C2-6F0B-4B9E-B19F-4CACE2649D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18919" y="590837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DEE6DE-96C6-45EF-9632-35BC6C4981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18919" y="590837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1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F428BA-6518-4546-8545-4D02A960A1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671148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D3CC0A-64F2-48DA-9259-2BBB5495EF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671148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1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BD4093-467B-4626-81C5-4E35612EB9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877761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DC02EE-68E5-43F2-82EF-E737EF0952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877761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1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5FAD0A-9D92-4863-AD6E-EBD2E5DF11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09063" y="596686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162404-D2EE-4558-9084-91C1F27504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09063" y="596686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1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4023C5-53CC-4BB7-9B98-370228D20F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9831" y="596210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18DC2F-AF1E-45A6-9366-8FE58CF500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9831" y="596210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1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2A4E4F-15AC-4C68-9063-181D982986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0964" y="597509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6F9578-648E-4157-B6DF-02757FC1A9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0964" y="597509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1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E42B36-534F-4988-976B-A4086B48D2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2942" y="594249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F50350-4036-4092-931A-8413A16E80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2942" y="594249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1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5DE53E-7569-4F17-BCCD-7D12C79A51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0302" y="594255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C94798-33F7-4593-8E71-16F6F0D42F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0302" y="594255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1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100F83-645F-4902-839F-DB22884A53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14752" y="582407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916C7A-E353-4805-88A9-EAFCFAC409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14752" y="582407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1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3A1E96-808D-4C30-910C-8E1382577F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3601" y="594919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2F62DC-A7AC-4D8A-B1F5-655ABD8C05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3601" y="594919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1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46D2B6-0A74-4F08-ABAC-1009E13C24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8410" y="595044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2644F2-87DC-47DB-947C-F7D96ADAE9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8410" y="595044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1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DC73B2-666F-4C20-9763-CB540C8C24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5217" y="597538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657630-8CF2-47A3-B130-0E13189400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5217" y="597538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1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D7ACE2-6A07-4BBC-818C-984676D01B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9978" y="597255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ABCE5E-666C-469E-9835-B94D3B06EF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9978" y="597255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1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CB883F-D416-4F40-8A4A-5C1887BDE3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4768" y="596044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455A22-D0C8-4CA9-B9F0-E7F8119CD6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4768" y="596044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1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ACC861-46A6-4241-8A06-CBA459CD39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5876" y="597025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94DAED-F17E-48AC-B999-EB34261176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5876" y="597025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1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AFB6A5-9839-4AA5-ABF3-1A2A9568F6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06553" y="594543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BA10B7-112D-4A38-81CA-51FBF321D5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06553" y="594543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1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8544A5-4FE0-430F-9019-1B23E953D8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5720" y="597829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9C74A4-CE50-4648-BB87-5502524512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5720" y="597829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1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2E7835-8F85-4F02-8DB8-53319FE98E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8652" y="597197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876A28-F925-4A07-8A37-37374DED60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8652" y="597197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1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48ADEC-02BA-4CAF-A6FC-426E2C3013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0642" y="597138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97B183-300E-4660-B061-0553A9FE91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0642" y="597138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1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C3ED82-C3B8-4B96-878E-F7466EDEA4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8116" y="596944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A4D2C2-68A8-4571-907F-D37FDE134C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8116" y="596944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1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490FE4-EEF2-4262-8C2D-8CF0189502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08536" y="598193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82445E-8BAD-4102-9C55-DAA46304F7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08536" y="598193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1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32E675-8285-44E5-9D2C-FF2DEDA752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35974" y="596127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F71DDD-ACA4-4BF0-8EFA-8814F4A6EB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35974" y="596127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1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15907A-CDB7-41AC-BA76-59B93DE18D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59" y="5138540"/>
            <a:ext cx="8079" cy="8081"/>
          </a:xfrm>
          <a:custGeom xmlns:a="http://schemas.openxmlformats.org/drawingml/2006/main">
            <a:pathLst>
              <a:path w="8079" h="8081">
                <a:moveTo>
                  <a:pt x="0" y="2"/>
                </a:move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  <a:lnTo>
                  <a:pt x="8079" y="8081"/>
                </a:lnTo>
                <a:lnTo>
                  <a:pt x="8079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0A5789-1BD4-4B60-B2E6-5B68C686E8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59" y="5138540"/>
            <a:ext cx="8079" cy="8081"/>
          </a:xfrm>
          <a:custGeom xmlns:a="http://schemas.openxmlformats.org/drawingml/2006/main">
            <a:pathLst>
              <a:path w="8079" h="8081" fill="none">
                <a:moveTo>
                  <a:pt x="8079" y="8081"/>
                </a:moveTo>
                <a:lnTo>
                  <a:pt x="8079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1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C00944-E7A8-404B-B208-71198D71BE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59" y="5138540"/>
            <a:ext cx="8079" cy="8081"/>
          </a:xfrm>
          <a:custGeom xmlns:a="http://schemas.openxmlformats.org/drawingml/2006/main">
            <a:pathLst>
              <a:path w="8079" h="8081">
                <a:moveTo>
                  <a:pt x="0" y="2"/>
                </a:move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  <a:lnTo>
                  <a:pt x="8079" y="8081"/>
                </a:lnTo>
                <a:lnTo>
                  <a:pt x="8079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E7D7E5-CFE4-4F69-B372-BD2EA26C81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59" y="5138540"/>
            <a:ext cx="8079" cy="8081"/>
          </a:xfrm>
          <a:custGeom xmlns:a="http://schemas.openxmlformats.org/drawingml/2006/main">
            <a:pathLst>
              <a:path w="8079" h="8081" fill="none">
                <a:moveTo>
                  <a:pt x="8079" y="8081"/>
                </a:moveTo>
                <a:lnTo>
                  <a:pt x="8079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1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F73E0B-5B2F-4B3B-AEB2-B9A7C8D6A3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59" y="5208900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CB5062-002C-4B45-ABC1-DC6017D9D8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59" y="5208900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1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C42DFF-545C-4856-A76F-9B1739C1F6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59" y="5138540"/>
            <a:ext cx="8079" cy="8081"/>
          </a:xfrm>
          <a:custGeom xmlns:a="http://schemas.openxmlformats.org/drawingml/2006/main">
            <a:pathLst>
              <a:path w="8079" h="8081">
                <a:moveTo>
                  <a:pt x="0" y="2"/>
                </a:move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  <a:lnTo>
                  <a:pt x="8079" y="8081"/>
                </a:lnTo>
                <a:lnTo>
                  <a:pt x="8079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FBF83D-943D-428E-9231-708F20D24D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59" y="5138540"/>
            <a:ext cx="8079" cy="8081"/>
          </a:xfrm>
          <a:custGeom xmlns:a="http://schemas.openxmlformats.org/drawingml/2006/main">
            <a:pathLst>
              <a:path w="8079" h="8081" fill="none">
                <a:moveTo>
                  <a:pt x="8079" y="8081"/>
                </a:moveTo>
                <a:lnTo>
                  <a:pt x="8079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1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21B556-5AB1-4848-A410-042F4262FF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59" y="5138540"/>
            <a:ext cx="8079" cy="8081"/>
          </a:xfrm>
          <a:custGeom xmlns:a="http://schemas.openxmlformats.org/drawingml/2006/main">
            <a:pathLst>
              <a:path w="8079" h="8081">
                <a:moveTo>
                  <a:pt x="0" y="2"/>
                </a:move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  <a:lnTo>
                  <a:pt x="8079" y="8081"/>
                </a:lnTo>
                <a:lnTo>
                  <a:pt x="8079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003292-CF58-4325-9045-6DACC98963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59" y="5138540"/>
            <a:ext cx="8079" cy="8081"/>
          </a:xfrm>
          <a:custGeom xmlns:a="http://schemas.openxmlformats.org/drawingml/2006/main">
            <a:pathLst>
              <a:path w="8079" h="8081" fill="none">
                <a:moveTo>
                  <a:pt x="8079" y="8081"/>
                </a:moveTo>
                <a:lnTo>
                  <a:pt x="8079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1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CC7E3C-313D-457A-A3EA-550F9A7BA8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59" y="5138540"/>
            <a:ext cx="8079" cy="8081"/>
          </a:xfrm>
          <a:custGeom xmlns:a="http://schemas.openxmlformats.org/drawingml/2006/main">
            <a:pathLst>
              <a:path w="8079" h="8081">
                <a:moveTo>
                  <a:pt x="0" y="2"/>
                </a:move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  <a:lnTo>
                  <a:pt x="8079" y="8081"/>
                </a:lnTo>
                <a:lnTo>
                  <a:pt x="8079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0057D9-62D2-4E9D-A332-B17500EF0E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59" y="5138540"/>
            <a:ext cx="8079" cy="8081"/>
          </a:xfrm>
          <a:custGeom xmlns:a="http://schemas.openxmlformats.org/drawingml/2006/main">
            <a:pathLst>
              <a:path w="8079" h="8081" fill="none">
                <a:moveTo>
                  <a:pt x="8079" y="8081"/>
                </a:moveTo>
                <a:lnTo>
                  <a:pt x="8079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1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0E9D04-49F5-445B-B5CD-059B98060E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59" y="5138540"/>
            <a:ext cx="8079" cy="8081"/>
          </a:xfrm>
          <a:custGeom xmlns:a="http://schemas.openxmlformats.org/drawingml/2006/main">
            <a:pathLst>
              <a:path w="8079" h="8081">
                <a:moveTo>
                  <a:pt x="0" y="2"/>
                </a:move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  <a:lnTo>
                  <a:pt x="8079" y="8081"/>
                </a:lnTo>
                <a:lnTo>
                  <a:pt x="8079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35A39D-DC9A-41B5-A74D-7485871402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59" y="5138540"/>
            <a:ext cx="8079" cy="8081"/>
          </a:xfrm>
          <a:custGeom xmlns:a="http://schemas.openxmlformats.org/drawingml/2006/main">
            <a:pathLst>
              <a:path w="8079" h="8081" fill="none">
                <a:moveTo>
                  <a:pt x="8079" y="8081"/>
                </a:moveTo>
                <a:lnTo>
                  <a:pt x="8079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1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FEC745-8D30-477E-AA45-04761219E5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1466" y="597695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FC565B-DEE3-4069-BA62-20B1CB0689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1466" y="597695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1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FB7124-60A9-4C00-9924-45DEB28FD1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1318" y="596374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CD7D0E-3F8F-49FE-858C-38B947509C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1318" y="596374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1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ACC92F-3F21-4674-8186-212ACC42DB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0336" y="596889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31CAC1-A163-41A2-A153-276AB28CBE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0336" y="596889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1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3338C2-ACDD-4B0F-B639-7F0BCC8AC5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4703" y="594279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C9C7AA-0225-46F1-B284-4CF68E2A5B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4703" y="594279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1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7D71A8-4D75-4AAA-91C7-E9549BD64D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8804" y="571564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A3444E-BB1D-46AD-9847-9D427659EB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8804" y="571564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1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90A714-8F4E-4B33-98DC-28A80F94B2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05899" y="587369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398111-22AA-4559-A74A-6E35EFA76F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05899" y="587369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1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904491-96CB-4714-BA37-1BBAAFD84B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7812" y="597350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26C5BB-5BA4-4B99-A956-E0CCB49555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7812" y="597350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1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4FC9C2-2430-490C-9FB4-0125F6A079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1851" y="597121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AF8EBC-2F10-4CAC-B87B-81D486B9C7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1851" y="597121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1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1CE354-766D-44A1-BB62-8F7A28F8B0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3483" y="597013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EC95BB-0CEE-4446-8CC3-2514E3CC41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3483" y="597013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1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AAA2AD-B63D-48E5-9A6F-7ECD1F07FE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91463" y="594685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50066C-D20F-4001-80B7-F77A3BC1E4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91463" y="594685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1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D96E0C-B64C-428B-BBE3-81ED97C7A6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5131" y="568754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A797C5-6892-4400-ADDE-38EFE45667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5131" y="568754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1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E2D20F-BBA2-4893-ABA2-EA4AC54888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66879" y="580753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2B24F3-64A5-4947-A913-70317C5ED2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66879" y="580753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1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E43F5D-12A9-495A-AE29-C838D0CBAD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59" y="5138540"/>
            <a:ext cx="8079" cy="8081"/>
          </a:xfrm>
          <a:custGeom xmlns:a="http://schemas.openxmlformats.org/drawingml/2006/main">
            <a:pathLst>
              <a:path w="8079" h="8081">
                <a:moveTo>
                  <a:pt x="0" y="2"/>
                </a:move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  <a:lnTo>
                  <a:pt x="8079" y="8081"/>
                </a:lnTo>
                <a:lnTo>
                  <a:pt x="8079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E3106B-7C19-48BE-AF21-4C27F200EC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59" y="5138540"/>
            <a:ext cx="8079" cy="8081"/>
          </a:xfrm>
          <a:custGeom xmlns:a="http://schemas.openxmlformats.org/drawingml/2006/main">
            <a:pathLst>
              <a:path w="8079" h="8081" fill="none">
                <a:moveTo>
                  <a:pt x="8079" y="8081"/>
                </a:moveTo>
                <a:lnTo>
                  <a:pt x="8079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1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6757FC-C506-4FBD-A738-06E9F40DA1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59" y="5138540"/>
            <a:ext cx="8079" cy="8081"/>
          </a:xfrm>
          <a:custGeom xmlns:a="http://schemas.openxmlformats.org/drawingml/2006/main">
            <a:pathLst>
              <a:path w="8079" h="8081">
                <a:moveTo>
                  <a:pt x="0" y="2"/>
                </a:move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  <a:lnTo>
                  <a:pt x="8079" y="8081"/>
                </a:lnTo>
                <a:lnTo>
                  <a:pt x="8079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07EEFF-E98B-4763-A962-60E94C33B0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59" y="5138540"/>
            <a:ext cx="8079" cy="8081"/>
          </a:xfrm>
          <a:custGeom xmlns:a="http://schemas.openxmlformats.org/drawingml/2006/main">
            <a:pathLst>
              <a:path w="8079" h="8081" fill="none">
                <a:moveTo>
                  <a:pt x="8079" y="8081"/>
                </a:moveTo>
                <a:lnTo>
                  <a:pt x="8079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1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3E6DE6-86E1-421A-8FED-5F37FD968F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59" y="5138540"/>
            <a:ext cx="8079" cy="8081"/>
          </a:xfrm>
          <a:custGeom xmlns:a="http://schemas.openxmlformats.org/drawingml/2006/main">
            <a:pathLst>
              <a:path w="8079" h="8081">
                <a:moveTo>
                  <a:pt x="0" y="2"/>
                </a:move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  <a:lnTo>
                  <a:pt x="8079" y="8081"/>
                </a:lnTo>
                <a:lnTo>
                  <a:pt x="8079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C78E3A-7B29-430B-8270-B19E07022C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59" y="5138540"/>
            <a:ext cx="8079" cy="8081"/>
          </a:xfrm>
          <a:custGeom xmlns:a="http://schemas.openxmlformats.org/drawingml/2006/main">
            <a:pathLst>
              <a:path w="8079" h="8081" fill="none">
                <a:moveTo>
                  <a:pt x="8079" y="8081"/>
                </a:moveTo>
                <a:lnTo>
                  <a:pt x="8079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2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8C7C38-D090-4C79-A519-7E41062688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59" y="5138540"/>
            <a:ext cx="8079" cy="8081"/>
          </a:xfrm>
          <a:custGeom xmlns:a="http://schemas.openxmlformats.org/drawingml/2006/main">
            <a:pathLst>
              <a:path w="8079" h="8081">
                <a:moveTo>
                  <a:pt x="0" y="2"/>
                </a:move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  <a:lnTo>
                  <a:pt x="8079" y="8081"/>
                </a:lnTo>
                <a:lnTo>
                  <a:pt x="8079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C50FA0-20E6-47E1-90A6-C223C9778E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59" y="5138540"/>
            <a:ext cx="8079" cy="8081"/>
          </a:xfrm>
          <a:custGeom xmlns:a="http://schemas.openxmlformats.org/drawingml/2006/main">
            <a:pathLst>
              <a:path w="8079" h="8081" fill="none">
                <a:moveTo>
                  <a:pt x="8079" y="8081"/>
                </a:moveTo>
                <a:lnTo>
                  <a:pt x="8079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2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50C432-8BED-4B1C-85ED-C11338912A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59" y="5138540"/>
            <a:ext cx="8079" cy="8081"/>
          </a:xfrm>
          <a:custGeom xmlns:a="http://schemas.openxmlformats.org/drawingml/2006/main">
            <a:pathLst>
              <a:path w="8079" h="8081">
                <a:moveTo>
                  <a:pt x="0" y="2"/>
                </a:move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  <a:lnTo>
                  <a:pt x="8079" y="8081"/>
                </a:lnTo>
                <a:lnTo>
                  <a:pt x="8079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2BED7F-D0FA-4EBF-B4C8-1FD337499D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59" y="5138540"/>
            <a:ext cx="8079" cy="8081"/>
          </a:xfrm>
          <a:custGeom xmlns:a="http://schemas.openxmlformats.org/drawingml/2006/main">
            <a:pathLst>
              <a:path w="8079" h="8081" fill="none">
                <a:moveTo>
                  <a:pt x="8079" y="8081"/>
                </a:moveTo>
                <a:lnTo>
                  <a:pt x="8079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2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50EDA7-FE10-4EFC-8070-ADC579518D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59" y="5138540"/>
            <a:ext cx="8079" cy="8081"/>
          </a:xfrm>
          <a:custGeom xmlns:a="http://schemas.openxmlformats.org/drawingml/2006/main">
            <a:pathLst>
              <a:path w="8079" h="8081">
                <a:moveTo>
                  <a:pt x="0" y="2"/>
                </a:move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  <a:lnTo>
                  <a:pt x="8079" y="8081"/>
                </a:lnTo>
                <a:lnTo>
                  <a:pt x="8079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2DD75D-8155-4D42-B145-7127CA74BE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59" y="5138540"/>
            <a:ext cx="8079" cy="8081"/>
          </a:xfrm>
          <a:custGeom xmlns:a="http://schemas.openxmlformats.org/drawingml/2006/main">
            <a:pathLst>
              <a:path w="8079" h="8081" fill="none">
                <a:moveTo>
                  <a:pt x="8079" y="8081"/>
                </a:moveTo>
                <a:lnTo>
                  <a:pt x="8079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2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40DF49-5FAC-4358-A6DF-9738FC9495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59" y="5138540"/>
            <a:ext cx="8079" cy="8081"/>
          </a:xfrm>
          <a:custGeom xmlns:a="http://schemas.openxmlformats.org/drawingml/2006/main">
            <a:pathLst>
              <a:path w="8079" h="8081">
                <a:moveTo>
                  <a:pt x="0" y="2"/>
                </a:move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  <a:lnTo>
                  <a:pt x="8079" y="8081"/>
                </a:lnTo>
                <a:lnTo>
                  <a:pt x="8079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7B03B6-AA54-492D-B66B-2F6D66D29F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59" y="5138540"/>
            <a:ext cx="8079" cy="8081"/>
          </a:xfrm>
          <a:custGeom xmlns:a="http://schemas.openxmlformats.org/drawingml/2006/main">
            <a:pathLst>
              <a:path w="8079" h="8081" fill="none">
                <a:moveTo>
                  <a:pt x="8079" y="8081"/>
                </a:moveTo>
                <a:lnTo>
                  <a:pt x="8079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2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8470B5-E757-4974-A15B-ED4103CCDB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0124" y="596701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A63C04-FFAC-44F8-86EE-48CAC6453E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0124" y="596701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2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8AA221-52A5-40F7-9578-73421256A4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59" y="5138540"/>
            <a:ext cx="8079" cy="8081"/>
          </a:xfrm>
          <a:custGeom xmlns:a="http://schemas.openxmlformats.org/drawingml/2006/main">
            <a:pathLst>
              <a:path w="8079" h="8081">
                <a:moveTo>
                  <a:pt x="0" y="2"/>
                </a:move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  <a:lnTo>
                  <a:pt x="8079" y="8081"/>
                </a:lnTo>
                <a:lnTo>
                  <a:pt x="8079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F30310-3009-45AB-BEE7-F8FACE06C8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59" y="5138540"/>
            <a:ext cx="8079" cy="8081"/>
          </a:xfrm>
          <a:custGeom xmlns:a="http://schemas.openxmlformats.org/drawingml/2006/main">
            <a:pathLst>
              <a:path w="8079" h="8081" fill="none">
                <a:moveTo>
                  <a:pt x="8079" y="8081"/>
                </a:moveTo>
                <a:lnTo>
                  <a:pt x="8079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2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C8D5D3-E050-4DB9-8ECB-167AC8CC2F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59" y="5138540"/>
            <a:ext cx="8079" cy="8081"/>
          </a:xfrm>
          <a:custGeom xmlns:a="http://schemas.openxmlformats.org/drawingml/2006/main">
            <a:pathLst>
              <a:path w="8079" h="8081">
                <a:moveTo>
                  <a:pt x="0" y="2"/>
                </a:move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  <a:lnTo>
                  <a:pt x="8079" y="8081"/>
                </a:lnTo>
                <a:lnTo>
                  <a:pt x="8079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38D2D9-CB03-4C87-9186-315D1B1ACB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59" y="5138540"/>
            <a:ext cx="8079" cy="8081"/>
          </a:xfrm>
          <a:custGeom xmlns:a="http://schemas.openxmlformats.org/drawingml/2006/main">
            <a:pathLst>
              <a:path w="8079" h="8081" fill="none">
                <a:moveTo>
                  <a:pt x="8079" y="8081"/>
                </a:moveTo>
                <a:lnTo>
                  <a:pt x="8079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2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A6A7CB-2882-4080-8871-5E4CC0289C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2697" y="596783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63A1B5-1BD4-4927-828F-185E5694E1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2697" y="596783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2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369975-4940-40EE-B98D-EF5731E43B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59" y="5138540"/>
            <a:ext cx="8079" cy="8081"/>
          </a:xfrm>
          <a:custGeom xmlns:a="http://schemas.openxmlformats.org/drawingml/2006/main">
            <a:pathLst>
              <a:path w="8079" h="8081">
                <a:moveTo>
                  <a:pt x="0" y="2"/>
                </a:move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  <a:lnTo>
                  <a:pt x="8079" y="8081"/>
                </a:lnTo>
                <a:lnTo>
                  <a:pt x="8079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3F20A6-CD46-4FF4-AD35-332130AB7D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59" y="5138540"/>
            <a:ext cx="8079" cy="8081"/>
          </a:xfrm>
          <a:custGeom xmlns:a="http://schemas.openxmlformats.org/drawingml/2006/main">
            <a:pathLst>
              <a:path w="8079" h="8081" fill="none">
                <a:moveTo>
                  <a:pt x="8079" y="8081"/>
                </a:moveTo>
                <a:lnTo>
                  <a:pt x="8079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2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B04FE4-7316-4D32-8530-99B6F9E068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59" y="5138540"/>
            <a:ext cx="8079" cy="8081"/>
          </a:xfrm>
          <a:custGeom xmlns:a="http://schemas.openxmlformats.org/drawingml/2006/main">
            <a:pathLst>
              <a:path w="8079" h="8081">
                <a:moveTo>
                  <a:pt x="0" y="2"/>
                </a:move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  <a:lnTo>
                  <a:pt x="8079" y="8081"/>
                </a:lnTo>
                <a:lnTo>
                  <a:pt x="8079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6565E2-FBCE-4172-A4F0-821CF21EC0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59" y="5138540"/>
            <a:ext cx="8079" cy="8081"/>
          </a:xfrm>
          <a:custGeom xmlns:a="http://schemas.openxmlformats.org/drawingml/2006/main">
            <a:pathLst>
              <a:path w="8079" h="8081" fill="none">
                <a:moveTo>
                  <a:pt x="8079" y="8081"/>
                </a:moveTo>
                <a:lnTo>
                  <a:pt x="8079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2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1BC1B2-EFB8-46DA-A0C8-3F724048E2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08338" y="598543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05A7D6-14F5-44E6-9B82-0A1DE9E8F0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08338" y="598543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2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E43B35-1257-4991-B8AA-5962A9212E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6241" y="596567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FA3EB5-588F-47FA-864E-FFA08886F6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6241" y="596567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2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713A59-EE3F-4BA2-B730-58FE3E56FE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1874" y="596206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539795-8172-4672-BBB7-98EACA035C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1874" y="596206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2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362183-61D2-478C-A077-FF6753B58B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3694" y="597235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00D75E-0061-4E6D-813B-A739456FC7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3694" y="597235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2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FE1AE2-716C-418E-8978-36A9921E28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2972" y="597650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EE7566-2540-4C8A-93C1-F3F0A0F780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2972" y="597650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2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D66ECA-75EE-4CB6-B569-C5F8A0569C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8830" y="597835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CE4FF9-D50F-47CE-8A01-D081FE74A3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8830" y="597835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2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1DD990-9E77-4A3D-838F-6287186F8E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10610" y="597657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5AE064-DF34-4F9C-90BA-ACC6A35CCD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10610" y="597657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2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E1983B-CBF4-4A73-8938-5B386E2D12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8402" y="597757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43CE58-543B-42DC-B569-21A0330512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8402" y="597757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2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C02807-FD4B-44D0-B59D-177BD175C7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8097" y="597991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2AD40E-32EA-4C27-8A6D-90FB1C061A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8097" y="597991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2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A15904-992A-46A5-B548-4FC860BFDF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>
                <a:moveTo>
                  <a:pt x="0" y="2"/>
                </a:move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  <a:lnTo>
                  <a:pt x="8079" y="8081"/>
                </a:lnTo>
                <a:lnTo>
                  <a:pt x="8079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63C9F1-5528-4497-9C14-9AA1255387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 fill="none">
                <a:moveTo>
                  <a:pt x="8079" y="8081"/>
                </a:moveTo>
                <a:lnTo>
                  <a:pt x="8079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2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921011-5E6C-4F7C-A967-4C03E7BF89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>
                <a:moveTo>
                  <a:pt x="0" y="2"/>
                </a:move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  <a:lnTo>
                  <a:pt x="8079" y="8081"/>
                </a:lnTo>
                <a:lnTo>
                  <a:pt x="8079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4EEEE1-6775-48A0-9AC8-9A59987EF4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 fill="none">
                <a:moveTo>
                  <a:pt x="8079" y="8081"/>
                </a:moveTo>
                <a:lnTo>
                  <a:pt x="8079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2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0597F2-A6F2-48DB-A300-D4811749CF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>
                <a:moveTo>
                  <a:pt x="0" y="2"/>
                </a:move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  <a:lnTo>
                  <a:pt x="8079" y="8081"/>
                </a:lnTo>
                <a:lnTo>
                  <a:pt x="8079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D690F7-4581-4E82-BA30-66484D9081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 fill="none">
                <a:moveTo>
                  <a:pt x="8079" y="8081"/>
                </a:moveTo>
                <a:lnTo>
                  <a:pt x="8079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2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B8ACAB-CF1A-4191-9F4A-AC853170A4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>
                <a:moveTo>
                  <a:pt x="0" y="2"/>
                </a:move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  <a:lnTo>
                  <a:pt x="8079" y="8081"/>
                </a:lnTo>
                <a:lnTo>
                  <a:pt x="8079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593199-9253-4303-BA4C-CC17987F16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 fill="none">
                <a:moveTo>
                  <a:pt x="8079" y="8081"/>
                </a:moveTo>
                <a:lnTo>
                  <a:pt x="8079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2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8F57BB-7080-4589-A6AA-13DEC7609E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>
                <a:moveTo>
                  <a:pt x="0" y="2"/>
                </a:move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  <a:lnTo>
                  <a:pt x="8079" y="8081"/>
                </a:lnTo>
                <a:lnTo>
                  <a:pt x="8079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388EDB-14C9-47CD-9FA6-093976953F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 fill="none">
                <a:moveTo>
                  <a:pt x="8079" y="8081"/>
                </a:moveTo>
                <a:lnTo>
                  <a:pt x="8079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2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A2CBA4-A25A-4BAF-8797-032E847D9E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>
                <a:moveTo>
                  <a:pt x="0" y="2"/>
                </a:move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  <a:lnTo>
                  <a:pt x="8079" y="8081"/>
                </a:lnTo>
                <a:lnTo>
                  <a:pt x="8079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EF7868-0FDD-479B-AE19-9D8FAD7E3C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 fill="none">
                <a:moveTo>
                  <a:pt x="8079" y="8081"/>
                </a:moveTo>
                <a:lnTo>
                  <a:pt x="8079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2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E54326-5AE6-4268-9518-F9F8313072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>
                <a:moveTo>
                  <a:pt x="0" y="2"/>
                </a:move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  <a:lnTo>
                  <a:pt x="8079" y="8081"/>
                </a:lnTo>
                <a:lnTo>
                  <a:pt x="8079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C289AF-AE62-4D0D-AA3E-BDE952BCDA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 fill="none">
                <a:moveTo>
                  <a:pt x="8079" y="8081"/>
                </a:moveTo>
                <a:lnTo>
                  <a:pt x="8079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2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5506A7-B83D-4630-80AE-F89929B480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>
                <a:moveTo>
                  <a:pt x="0" y="2"/>
                </a:move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  <a:lnTo>
                  <a:pt x="8079" y="8081"/>
                </a:lnTo>
                <a:lnTo>
                  <a:pt x="8079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367554-F979-498D-8D9B-D97E1F1D5C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 fill="none">
                <a:moveTo>
                  <a:pt x="8079" y="8081"/>
                </a:moveTo>
                <a:lnTo>
                  <a:pt x="8079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2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45FD28-738A-4A2D-BB75-41F85AC2DE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>
                <a:moveTo>
                  <a:pt x="0" y="2"/>
                </a:move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  <a:lnTo>
                  <a:pt x="8079" y="8081"/>
                </a:lnTo>
                <a:lnTo>
                  <a:pt x="8079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8157B4-8C7B-4931-8A75-FB49186BCF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 fill="none">
                <a:moveTo>
                  <a:pt x="8079" y="8081"/>
                </a:moveTo>
                <a:lnTo>
                  <a:pt x="8079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2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DEAA17-28AB-497E-B152-294D22EFED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>
                <a:moveTo>
                  <a:pt x="0" y="2"/>
                </a:move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  <a:lnTo>
                  <a:pt x="8079" y="8081"/>
                </a:lnTo>
                <a:lnTo>
                  <a:pt x="8079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F996D2-AB16-4F29-BF3B-56369D5BEA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 fill="none">
                <a:moveTo>
                  <a:pt x="8079" y="8081"/>
                </a:moveTo>
                <a:lnTo>
                  <a:pt x="8079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2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458AA8-66DA-4B84-801A-33C1EE54A2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437645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0E7B19-66F0-4F10-AECA-0B82C02672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437645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2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FEB540-EEB2-4844-AA70-3FC11F010B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>
                <a:moveTo>
                  <a:pt x="0" y="2"/>
                </a:move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  <a:lnTo>
                  <a:pt x="8079" y="8081"/>
                </a:lnTo>
                <a:lnTo>
                  <a:pt x="8079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395226-96E8-4B56-A176-9E60058551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 fill="none">
                <a:moveTo>
                  <a:pt x="8079" y="8081"/>
                </a:moveTo>
                <a:lnTo>
                  <a:pt x="8079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2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A1AB90-9792-4521-98A9-4BFC27C171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>
                <a:moveTo>
                  <a:pt x="0" y="2"/>
                </a:move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  <a:lnTo>
                  <a:pt x="8079" y="8081"/>
                </a:lnTo>
                <a:lnTo>
                  <a:pt x="8079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380D83-269B-451E-92C8-0DB0906DA1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 fill="none">
                <a:moveTo>
                  <a:pt x="8079" y="8081"/>
                </a:moveTo>
                <a:lnTo>
                  <a:pt x="8079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2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B79177-BED0-4192-A232-2925074060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>
                <a:moveTo>
                  <a:pt x="0" y="2"/>
                </a:move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  <a:lnTo>
                  <a:pt x="8079" y="8081"/>
                </a:lnTo>
                <a:lnTo>
                  <a:pt x="8079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D48A3D-38DC-431B-B11B-410E6ED683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 fill="none">
                <a:moveTo>
                  <a:pt x="8079" y="8081"/>
                </a:moveTo>
                <a:lnTo>
                  <a:pt x="8079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2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1E4928-039A-4CF1-8A41-BEAF60FC77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>
                <a:moveTo>
                  <a:pt x="0" y="2"/>
                </a:move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  <a:lnTo>
                  <a:pt x="8079" y="8081"/>
                </a:lnTo>
                <a:lnTo>
                  <a:pt x="8079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FD4E4A-14F8-4777-A6AD-C2E11BF902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 fill="none">
                <a:moveTo>
                  <a:pt x="8079" y="8081"/>
                </a:moveTo>
                <a:lnTo>
                  <a:pt x="8079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2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763554-38B8-489C-A86F-4EB9475768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8516" y="597596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6AD976-D12A-4883-A51F-3B78AFFACC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8516" y="597596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2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4E0B14-FEE6-4742-B230-ED05486C8F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>
                <a:moveTo>
                  <a:pt x="0" y="2"/>
                </a:move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  <a:lnTo>
                  <a:pt x="8079" y="8081"/>
                </a:lnTo>
                <a:lnTo>
                  <a:pt x="8079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921548-9A69-425E-8F8B-BC4F14F239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 fill="none">
                <a:moveTo>
                  <a:pt x="8079" y="8081"/>
                </a:moveTo>
                <a:lnTo>
                  <a:pt x="8079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2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B3091C-812A-42E9-9F95-A6ABEB67C3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>
                <a:moveTo>
                  <a:pt x="0" y="2"/>
                </a:move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  <a:lnTo>
                  <a:pt x="8079" y="8081"/>
                </a:lnTo>
                <a:lnTo>
                  <a:pt x="8079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46D7BD-5DB8-4C3D-A0AA-9B4325E918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 fill="none">
                <a:moveTo>
                  <a:pt x="8079" y="8081"/>
                </a:moveTo>
                <a:lnTo>
                  <a:pt x="8079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2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FCCAF8-B155-4125-A2DF-4938A6F9D2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75923" y="555532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BA89F0-B859-46DD-8B86-3244920875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75923" y="555532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2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D8E0D6-1C62-4611-B22B-DD4B898271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>
                <a:moveTo>
                  <a:pt x="0" y="2"/>
                </a:move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  <a:lnTo>
                  <a:pt x="8079" y="8081"/>
                </a:lnTo>
                <a:lnTo>
                  <a:pt x="8079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43803F-13B9-43D3-ACB1-AA031EC312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 fill="none">
                <a:moveTo>
                  <a:pt x="8079" y="8081"/>
                </a:moveTo>
                <a:lnTo>
                  <a:pt x="8079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2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269A39-BC48-42B7-AE4B-174C5A7CB6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>
                <a:moveTo>
                  <a:pt x="0" y="2"/>
                </a:move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  <a:lnTo>
                  <a:pt x="8079" y="8081"/>
                </a:lnTo>
                <a:lnTo>
                  <a:pt x="8079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2C8471-A006-4D62-99D4-BCDF5C20B6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 fill="none">
                <a:moveTo>
                  <a:pt x="8079" y="8081"/>
                </a:moveTo>
                <a:lnTo>
                  <a:pt x="8079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2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399592-E30C-4184-A98C-64188EF018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>
                <a:moveTo>
                  <a:pt x="0" y="2"/>
                </a:move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  <a:lnTo>
                  <a:pt x="8079" y="8081"/>
                </a:lnTo>
                <a:lnTo>
                  <a:pt x="8079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5894B7-6C76-4275-B1F9-285BE99A40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 fill="none">
                <a:moveTo>
                  <a:pt x="8079" y="8081"/>
                </a:moveTo>
                <a:lnTo>
                  <a:pt x="8079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2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F326A8-719B-41B1-81D4-167E1C69FC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5045" y="631376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C4C147-E00B-4340-91EE-63E4927A4C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5045" y="631376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2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90C039-DD72-4510-A9AF-4202F201EF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9914" y="598210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BA8A55-759D-4066-B695-E45E5C76FA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9914" y="598210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2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D595E8-B296-4F63-BA8F-AAD072E73C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8550" y="596732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BC8E4D-94B9-4908-816A-18A3E8AA4A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8550" y="596732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2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395876-7CBF-441B-B460-4AD228E550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4030" y="597441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272E8B-8155-4686-8693-88A69D268F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4030" y="597441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2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E5B5A4-4CB6-4EDD-89D6-88A18640C1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8642" y="597367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B79B13-E8E5-4498-8C6C-62700342BC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8642" y="597367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2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C62894-99A8-4818-97BF-2049A04BF0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4642" y="597690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83132A-44A3-4BC2-A1CC-255E1A5694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4642" y="597690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2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6459E4-0A2C-4B6A-88B6-08FC3A8637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6916" y="596581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87D5B2-4A38-425B-A95B-44422E2A83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6916" y="596581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2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B6F871-C503-4105-994C-4A31F090F8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8225" y="597827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637CD4-A860-4B8F-AD1C-C1459BB204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8225" y="597827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2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B05EB1-1ED5-468F-AF2F-896D617E16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10310" y="594394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EF71A0-7D47-4D20-8C79-F4871AA141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10310" y="594394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3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90F184-106A-411A-9578-3489FAE556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59" y="5138540"/>
            <a:ext cx="8079" cy="8081"/>
          </a:xfrm>
          <a:custGeom xmlns:a="http://schemas.openxmlformats.org/drawingml/2006/main">
            <a:pathLst>
              <a:path w="8079" h="8081">
                <a:moveTo>
                  <a:pt x="0" y="2"/>
                </a:move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  <a:lnTo>
                  <a:pt x="8079" y="8081"/>
                </a:lnTo>
                <a:lnTo>
                  <a:pt x="8079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485235-9289-46C1-B900-8AC99207D4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59" y="5138540"/>
            <a:ext cx="8079" cy="8081"/>
          </a:xfrm>
          <a:custGeom xmlns:a="http://schemas.openxmlformats.org/drawingml/2006/main">
            <a:pathLst>
              <a:path w="8079" h="8081" fill="none">
                <a:moveTo>
                  <a:pt x="8079" y="8081"/>
                </a:moveTo>
                <a:lnTo>
                  <a:pt x="8079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3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25180F-91A9-4AB3-B5DB-0DC27ED67E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59" y="5138540"/>
            <a:ext cx="8079" cy="8081"/>
          </a:xfrm>
          <a:custGeom xmlns:a="http://schemas.openxmlformats.org/drawingml/2006/main">
            <a:pathLst>
              <a:path w="8079" h="8081">
                <a:moveTo>
                  <a:pt x="0" y="2"/>
                </a:move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  <a:lnTo>
                  <a:pt x="8079" y="8081"/>
                </a:lnTo>
                <a:lnTo>
                  <a:pt x="8079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A7BF85-C09C-4C4D-8D45-AAABDEE3F4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59" y="5138540"/>
            <a:ext cx="8079" cy="8081"/>
          </a:xfrm>
          <a:custGeom xmlns:a="http://schemas.openxmlformats.org/drawingml/2006/main">
            <a:pathLst>
              <a:path w="8079" h="8081" fill="none">
                <a:moveTo>
                  <a:pt x="8079" y="8081"/>
                </a:moveTo>
                <a:lnTo>
                  <a:pt x="8079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3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77A63A-819D-4DE8-AFF7-63DF439437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1197" y="594031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815CFC-B752-4642-8B31-CA917604DE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1197" y="594031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3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636F6E-990C-4D06-9577-7CEE5E6B57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6767" y="594058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18B3C4-7F52-4180-BFE1-44ABF75D02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6767" y="594058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3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B1DEA0-9776-4317-81EB-331A7524B1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19310" y="596745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44C28A-831C-4F6E-BDAA-1E25BA6FDD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19310" y="596745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3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18C382-CDB6-4F9F-A73D-3E21C6AC8D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>
                <a:moveTo>
                  <a:pt x="0" y="2"/>
                </a:move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  <a:lnTo>
                  <a:pt x="8079" y="8081"/>
                </a:lnTo>
                <a:lnTo>
                  <a:pt x="8079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56D6B2-ECE9-4B0F-B490-F1778C42EB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 fill="none">
                <a:moveTo>
                  <a:pt x="8079" y="8081"/>
                </a:moveTo>
                <a:lnTo>
                  <a:pt x="8079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3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00E988-DCAE-4674-BFA4-E6A8837020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4183" y="631366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F0445F-923B-4D87-8C82-619E2DFEFC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4183" y="631366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3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BF71FF-18FE-477C-836A-FF3BCF5F7D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>
                <a:moveTo>
                  <a:pt x="0" y="2"/>
                </a:move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  <a:lnTo>
                  <a:pt x="8079" y="8081"/>
                </a:lnTo>
                <a:lnTo>
                  <a:pt x="8079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0D78EF-26D5-48E1-A6E2-EBE86215BB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 fill="none">
                <a:moveTo>
                  <a:pt x="8079" y="8081"/>
                </a:moveTo>
                <a:lnTo>
                  <a:pt x="8079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3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A0163F-F844-4BE5-802C-1B9FB291EC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>
                <a:moveTo>
                  <a:pt x="0" y="2"/>
                </a:move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  <a:lnTo>
                  <a:pt x="8079" y="8081"/>
                </a:lnTo>
                <a:lnTo>
                  <a:pt x="8079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A3A15A-8742-438B-B874-224F30A232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 fill="none">
                <a:moveTo>
                  <a:pt x="8079" y="8081"/>
                </a:moveTo>
                <a:lnTo>
                  <a:pt x="8079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70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6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50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3"/>
                </a:lnTo>
                <a:lnTo>
                  <a:pt x="952" y="3807"/>
                </a:lnTo>
                <a:lnTo>
                  <a:pt x="1079" y="4037"/>
                </a:lnTo>
                <a:lnTo>
                  <a:pt x="1215" y="4263"/>
                </a:lnTo>
                <a:lnTo>
                  <a:pt x="1357" y="4484"/>
                </a:lnTo>
                <a:lnTo>
                  <a:pt x="1507" y="4702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3"/>
                </a:lnTo>
                <a:lnTo>
                  <a:pt x="2366" y="5715"/>
                </a:lnTo>
                <a:lnTo>
                  <a:pt x="2558" y="5901"/>
                </a:lnTo>
                <a:lnTo>
                  <a:pt x="2756" y="6080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4"/>
                </a:lnTo>
                <a:lnTo>
                  <a:pt x="3597" y="6724"/>
                </a:lnTo>
                <a:lnTo>
                  <a:pt x="3818" y="6866"/>
                </a:lnTo>
                <a:lnTo>
                  <a:pt x="4044" y="7002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2"/>
                </a:lnTo>
                <a:lnTo>
                  <a:pt x="4987" y="7466"/>
                </a:lnTo>
                <a:lnTo>
                  <a:pt x="5231" y="7563"/>
                </a:lnTo>
                <a:lnTo>
                  <a:pt x="5479" y="7651"/>
                </a:lnTo>
                <a:lnTo>
                  <a:pt x="5729" y="7732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7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3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4403A3-89EE-4A7C-9B74-CF073ABC68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8690" y="597104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9DF3DB-2621-4823-A5B6-09CFF9E6F4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8690" y="597104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3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07B973-5118-43D0-B0C6-305A5B3938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9154" y="594611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54ABC9-5EFB-4C34-B6A3-16A7E92BBE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9154" y="594611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3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D4CCA6-6A13-4D27-B61F-5822D5981F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4016" y="595400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51991E-C535-40E1-9105-0E46A4C6F6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4016" y="595400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3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656F68-093B-448A-9ACB-09B4E71787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09841" y="583189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A006A3-00A1-42EB-918D-610A9E2786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09841" y="583189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3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A4B10A-7B2B-4D4D-84EF-0FD4E220A5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05547" y="597259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297BD0-8DC1-409A-AB5D-1F34BDE84B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05547" y="597259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3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650588-9524-4440-9227-9D8063D110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10109" y="595810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D3728B-8FF9-47E4-801D-74A7D03CE0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10109" y="595810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3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C928DD-E5A3-4027-80B8-D939ECF32A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4278" y="597243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34DCE1-CB01-4B65-81F7-AB2531607A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4278" y="597243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3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4D8224-4CD6-4C8C-B40A-D3464FDDFF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236692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CEC008-02AD-487F-AC1A-1DECB0E108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236692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3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5B96CF-9C67-4996-BA24-6FFB0E2CA1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9685" y="597700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B21E85-8A73-440E-AA51-6B74D9B531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9685" y="597700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3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7734E5-D37B-49FC-B828-344319C74F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71646" y="597126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C7C327-8EE4-47E0-83DA-ED98FC0C99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71646" y="597126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3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D89035-4F43-445A-8975-CBC7A4BD4A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>
                <a:moveTo>
                  <a:pt x="0" y="2"/>
                </a:moveTo>
                <a:lnTo>
                  <a:pt x="4" y="269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5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6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1"/>
                </a:lnTo>
                <a:lnTo>
                  <a:pt x="8079" y="8081"/>
                </a:lnTo>
                <a:lnTo>
                  <a:pt x="8079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F70182-58EC-4522-9C88-F151878E85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 fill="none">
                <a:moveTo>
                  <a:pt x="8079" y="8081"/>
                </a:moveTo>
                <a:lnTo>
                  <a:pt x="8079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5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6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3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B3B3FB-751F-4F2C-BB53-D63813FD71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>
                <a:moveTo>
                  <a:pt x="0" y="2"/>
                </a:moveTo>
                <a:lnTo>
                  <a:pt x="4" y="269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5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6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1"/>
                </a:lnTo>
                <a:lnTo>
                  <a:pt x="8079" y="8081"/>
                </a:lnTo>
                <a:lnTo>
                  <a:pt x="8079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0EE639-2176-4FE0-ADD4-3D0B2183AA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 fill="none">
                <a:moveTo>
                  <a:pt x="8079" y="8081"/>
                </a:moveTo>
                <a:lnTo>
                  <a:pt x="8079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5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6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3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1C51BC-A521-4138-87D1-49AB862E6D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>
                <a:moveTo>
                  <a:pt x="0" y="2"/>
                </a:moveTo>
                <a:lnTo>
                  <a:pt x="4" y="269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5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6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1"/>
                </a:lnTo>
                <a:lnTo>
                  <a:pt x="8079" y="8081"/>
                </a:lnTo>
                <a:lnTo>
                  <a:pt x="8079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8EEE6E-0B73-47AF-8CD0-D616D47759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 fill="none">
                <a:moveTo>
                  <a:pt x="8079" y="8081"/>
                </a:moveTo>
                <a:lnTo>
                  <a:pt x="8079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5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6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3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2B6792-9EC9-49BF-96D9-9E6696F072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>
                <a:moveTo>
                  <a:pt x="0" y="2"/>
                </a:moveTo>
                <a:lnTo>
                  <a:pt x="4" y="269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5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6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1"/>
                </a:lnTo>
                <a:lnTo>
                  <a:pt x="8079" y="8081"/>
                </a:lnTo>
                <a:lnTo>
                  <a:pt x="8079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2557AD-FFC9-4748-BE45-0157B0DB81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 fill="none">
                <a:moveTo>
                  <a:pt x="8079" y="8081"/>
                </a:moveTo>
                <a:lnTo>
                  <a:pt x="8079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5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6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3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33E380-70DF-4758-9F26-A0FCF4184D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>
                <a:moveTo>
                  <a:pt x="0" y="2"/>
                </a:moveTo>
                <a:lnTo>
                  <a:pt x="4" y="269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5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6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1"/>
                </a:lnTo>
                <a:lnTo>
                  <a:pt x="8079" y="8081"/>
                </a:lnTo>
                <a:lnTo>
                  <a:pt x="8079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77531D-0FD0-462A-9693-BDFFD90EB5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 fill="none">
                <a:moveTo>
                  <a:pt x="8079" y="8081"/>
                </a:moveTo>
                <a:lnTo>
                  <a:pt x="8079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5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6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3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D4AB35-0BA7-43A8-AA15-3619B4E397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4140" y="595903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CEB60A-42C7-4041-A9E7-A3A23D68C2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4140" y="595903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3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D82C41-B2A8-4782-921A-82E97D481E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38873" y="524732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36CBC5-B3A7-4B4D-8BF8-C43505E2A7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38873" y="524732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3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020BB8-9877-4454-98FD-4727BB5D2E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8701" y="596874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83C962-B528-47B2-86E2-FC2F16C099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8701" y="596874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3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06520C-ADEE-4548-AA57-0C41A66391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35905" y="518910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BAFB74-996B-424F-BA98-7F4B155F19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35905" y="518910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3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29189B-E851-4EF8-86ED-BF9107ED87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>
                <a:moveTo>
                  <a:pt x="0" y="2"/>
                </a:moveTo>
                <a:lnTo>
                  <a:pt x="4" y="269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5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6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1"/>
                </a:lnTo>
                <a:lnTo>
                  <a:pt x="8079" y="8081"/>
                </a:lnTo>
                <a:lnTo>
                  <a:pt x="8079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86A983-3622-4A3C-9858-69DA5D3A87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 fill="none">
                <a:moveTo>
                  <a:pt x="8079" y="8081"/>
                </a:moveTo>
                <a:lnTo>
                  <a:pt x="8079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5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6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3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A63082-57F2-4FEC-86C7-826DBF05C9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>
                <a:moveTo>
                  <a:pt x="0" y="2"/>
                </a:moveTo>
                <a:lnTo>
                  <a:pt x="4" y="269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5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6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1"/>
                </a:lnTo>
                <a:lnTo>
                  <a:pt x="8079" y="8081"/>
                </a:lnTo>
                <a:lnTo>
                  <a:pt x="8079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562B3D-037B-4DEC-8EEE-09DC08DE34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 fill="none">
                <a:moveTo>
                  <a:pt x="8079" y="8081"/>
                </a:moveTo>
                <a:lnTo>
                  <a:pt x="8079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5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6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3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4DEDF2-D228-4D3B-B47F-5C1225689D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6423" y="537128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AE8038-8B2E-4E52-AA73-F2D0F47B9E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6423" y="537128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3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A18CF6-09F0-4FA5-AF64-5FA36E9EAF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>
                <a:moveTo>
                  <a:pt x="0" y="2"/>
                </a:moveTo>
                <a:lnTo>
                  <a:pt x="4" y="269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5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6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1"/>
                </a:lnTo>
                <a:lnTo>
                  <a:pt x="8079" y="8081"/>
                </a:lnTo>
                <a:lnTo>
                  <a:pt x="8079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FE2B58-00FC-42B1-9E9B-5FDCDDE9B4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 fill="none">
                <a:moveTo>
                  <a:pt x="8079" y="8081"/>
                </a:moveTo>
                <a:lnTo>
                  <a:pt x="8079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5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6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3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5F92C8-6442-43DF-977A-538775D2D0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>
                <a:moveTo>
                  <a:pt x="0" y="2"/>
                </a:moveTo>
                <a:lnTo>
                  <a:pt x="4" y="269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5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6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1"/>
                </a:lnTo>
                <a:lnTo>
                  <a:pt x="8079" y="8081"/>
                </a:lnTo>
                <a:lnTo>
                  <a:pt x="8079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F9C3FF-E2EE-476A-98B2-9A37D70A43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 fill="none">
                <a:moveTo>
                  <a:pt x="8079" y="8081"/>
                </a:moveTo>
                <a:lnTo>
                  <a:pt x="8079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5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6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3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08E42E-589E-46A1-8868-8888ED202E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>
                <a:moveTo>
                  <a:pt x="0" y="2"/>
                </a:moveTo>
                <a:lnTo>
                  <a:pt x="4" y="269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5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6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1"/>
                </a:lnTo>
                <a:lnTo>
                  <a:pt x="8079" y="8081"/>
                </a:lnTo>
                <a:lnTo>
                  <a:pt x="8079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D9AC9B-0E16-49E6-BFF5-FBE9C69D9B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 fill="none">
                <a:moveTo>
                  <a:pt x="8079" y="8081"/>
                </a:moveTo>
                <a:lnTo>
                  <a:pt x="8079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5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6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3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5B56AD-ECD7-4354-AD0F-EE4316677B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>
                <a:moveTo>
                  <a:pt x="0" y="2"/>
                </a:moveTo>
                <a:lnTo>
                  <a:pt x="4" y="269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5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6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1"/>
                </a:lnTo>
                <a:lnTo>
                  <a:pt x="8079" y="8081"/>
                </a:lnTo>
                <a:lnTo>
                  <a:pt x="8079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9D80BD-5EF2-4FEA-925E-CF549A0DD6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 fill="none">
                <a:moveTo>
                  <a:pt x="8079" y="8081"/>
                </a:moveTo>
                <a:lnTo>
                  <a:pt x="8079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5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6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3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8359B2-1C32-4AED-8BB2-A1470598CB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>
                <a:moveTo>
                  <a:pt x="0" y="2"/>
                </a:moveTo>
                <a:lnTo>
                  <a:pt x="4" y="269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5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6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1"/>
                </a:lnTo>
                <a:lnTo>
                  <a:pt x="8079" y="8081"/>
                </a:lnTo>
                <a:lnTo>
                  <a:pt x="8079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545E42-0AAE-48BD-86CF-2E7E4FD716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 fill="none">
                <a:moveTo>
                  <a:pt x="8079" y="8081"/>
                </a:moveTo>
                <a:lnTo>
                  <a:pt x="8079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5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6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3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FAC81E-02F6-4B0D-B5D3-3B4F3F8DD9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71192" y="569567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278360-A748-4151-A6A1-AE7DFA08B0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71192" y="569567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3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22BB46-11EA-42A5-86B3-86157D7DCC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16697" y="596816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07C130-4663-4F84-83B7-11CEF0175B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16697" y="596816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3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472F9B-A417-4D93-8E8E-51185D6230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10062" y="5138540"/>
            <a:ext cx="16157" cy="8081"/>
          </a:xfrm>
          <a:custGeom xmlns:a="http://schemas.openxmlformats.org/drawingml/2006/main">
            <a:pathLst>
              <a:path w="16157" h="8081">
                <a:moveTo>
                  <a:pt x="8612" y="8063"/>
                </a:moveTo>
                <a:lnTo>
                  <a:pt x="8877" y="8041"/>
                </a:lnTo>
                <a:lnTo>
                  <a:pt x="9141" y="8011"/>
                </a:lnTo>
                <a:lnTo>
                  <a:pt x="9402" y="7972"/>
                </a:lnTo>
                <a:lnTo>
                  <a:pt x="9662" y="7924"/>
                </a:lnTo>
                <a:lnTo>
                  <a:pt x="9920" y="7868"/>
                </a:lnTo>
                <a:lnTo>
                  <a:pt x="10175" y="7804"/>
                </a:lnTo>
                <a:lnTo>
                  <a:pt x="10428" y="7731"/>
                </a:lnTo>
                <a:lnTo>
                  <a:pt x="10678" y="7651"/>
                </a:lnTo>
                <a:lnTo>
                  <a:pt x="10926" y="7562"/>
                </a:lnTo>
                <a:lnTo>
                  <a:pt x="11170" y="7466"/>
                </a:lnTo>
                <a:lnTo>
                  <a:pt x="11411" y="7361"/>
                </a:lnTo>
                <a:lnTo>
                  <a:pt x="11649" y="7249"/>
                </a:lnTo>
                <a:lnTo>
                  <a:pt x="11883" y="7129"/>
                </a:lnTo>
                <a:lnTo>
                  <a:pt x="12113" y="7001"/>
                </a:lnTo>
                <a:lnTo>
                  <a:pt x="12339" y="6866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6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5"/>
                </a:lnTo>
                <a:lnTo>
                  <a:pt x="13977" y="5522"/>
                </a:lnTo>
                <a:lnTo>
                  <a:pt x="14156" y="5325"/>
                </a:lnTo>
                <a:lnTo>
                  <a:pt x="14328" y="5122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5"/>
                </a:lnTo>
                <a:lnTo>
                  <a:pt x="15542" y="3094"/>
                </a:lnTo>
                <a:lnTo>
                  <a:pt x="15639" y="2849"/>
                </a:lnTo>
                <a:lnTo>
                  <a:pt x="15728" y="2602"/>
                </a:lnTo>
                <a:lnTo>
                  <a:pt x="15808" y="2352"/>
                </a:lnTo>
                <a:lnTo>
                  <a:pt x="15880" y="2099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6"/>
                </a:lnTo>
                <a:lnTo>
                  <a:pt x="16087" y="1064"/>
                </a:lnTo>
                <a:lnTo>
                  <a:pt x="16118" y="801"/>
                </a:lnTo>
                <a:lnTo>
                  <a:pt x="16140" y="536"/>
                </a:lnTo>
                <a:lnTo>
                  <a:pt x="16153" y="269"/>
                </a:lnTo>
                <a:lnTo>
                  <a:pt x="16157" y="2"/>
                </a:lnTo>
                <a:lnTo>
                  <a:pt x="16157" y="0"/>
                </a:lnTo>
                <a:lnTo>
                  <a:pt x="0" y="0"/>
                </a:lnTo>
                <a:lnTo>
                  <a:pt x="0" y="2"/>
                </a:lnTo>
                <a:lnTo>
                  <a:pt x="4" y="269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5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6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1"/>
                </a:lnTo>
                <a:lnTo>
                  <a:pt x="8346" y="8076"/>
                </a:lnTo>
                <a:lnTo>
                  <a:pt x="8612" y="8063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2E0EA0-DF21-4A4F-820D-7E2B45BD6F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10062" y="5138540"/>
            <a:ext cx="16157" cy="8081"/>
          </a:xfrm>
          <a:custGeom xmlns:a="http://schemas.openxmlformats.org/drawingml/2006/main">
            <a:pathLst>
              <a:path w="16157" h="8081" fill="none">
                <a:moveTo>
                  <a:pt x="8079" y="8081"/>
                </a:moveTo>
                <a:lnTo>
                  <a:pt x="8346" y="8076"/>
                </a:lnTo>
                <a:lnTo>
                  <a:pt x="8612" y="8063"/>
                </a:lnTo>
                <a:lnTo>
                  <a:pt x="8877" y="8041"/>
                </a:lnTo>
                <a:lnTo>
                  <a:pt x="9141" y="8011"/>
                </a:lnTo>
                <a:lnTo>
                  <a:pt x="9402" y="7972"/>
                </a:lnTo>
                <a:lnTo>
                  <a:pt x="9662" y="7924"/>
                </a:lnTo>
                <a:lnTo>
                  <a:pt x="9920" y="7868"/>
                </a:lnTo>
                <a:lnTo>
                  <a:pt x="10175" y="7804"/>
                </a:lnTo>
                <a:lnTo>
                  <a:pt x="10428" y="7731"/>
                </a:lnTo>
                <a:lnTo>
                  <a:pt x="10678" y="7651"/>
                </a:lnTo>
                <a:lnTo>
                  <a:pt x="10926" y="7562"/>
                </a:lnTo>
                <a:lnTo>
                  <a:pt x="11170" y="7466"/>
                </a:lnTo>
                <a:lnTo>
                  <a:pt x="11411" y="7361"/>
                </a:lnTo>
                <a:lnTo>
                  <a:pt x="11649" y="7249"/>
                </a:lnTo>
                <a:lnTo>
                  <a:pt x="11883" y="7129"/>
                </a:lnTo>
                <a:lnTo>
                  <a:pt x="12113" y="7001"/>
                </a:lnTo>
                <a:lnTo>
                  <a:pt x="12339" y="6866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6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5"/>
                </a:lnTo>
                <a:lnTo>
                  <a:pt x="13977" y="5522"/>
                </a:lnTo>
                <a:lnTo>
                  <a:pt x="14156" y="5325"/>
                </a:lnTo>
                <a:lnTo>
                  <a:pt x="14328" y="5122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5"/>
                </a:lnTo>
                <a:lnTo>
                  <a:pt x="15542" y="3094"/>
                </a:lnTo>
                <a:lnTo>
                  <a:pt x="15639" y="2849"/>
                </a:lnTo>
                <a:lnTo>
                  <a:pt x="15728" y="2602"/>
                </a:lnTo>
                <a:lnTo>
                  <a:pt x="15808" y="2352"/>
                </a:lnTo>
                <a:lnTo>
                  <a:pt x="15880" y="2099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6"/>
                </a:lnTo>
                <a:lnTo>
                  <a:pt x="16087" y="1064"/>
                </a:lnTo>
                <a:lnTo>
                  <a:pt x="16118" y="801"/>
                </a:lnTo>
                <a:lnTo>
                  <a:pt x="16140" y="536"/>
                </a:lnTo>
                <a:lnTo>
                  <a:pt x="16153" y="269"/>
                </a:lnTo>
                <a:lnTo>
                  <a:pt x="16157" y="2"/>
                </a:lnTo>
                <a:lnTo>
                  <a:pt x="16157" y="0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5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6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3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BB0309-E7AD-42CC-B0AC-BA9E99FBCB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8263" y="596480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201442-D2AD-4B39-8A7A-2ACEABD64A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8263" y="596480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3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2E12A0-12E9-4F89-B4ED-D714B96A31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>
                <a:moveTo>
                  <a:pt x="0" y="2"/>
                </a:moveTo>
                <a:lnTo>
                  <a:pt x="4" y="269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5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6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1"/>
                </a:lnTo>
                <a:lnTo>
                  <a:pt x="8079" y="8081"/>
                </a:lnTo>
                <a:lnTo>
                  <a:pt x="8079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1FB16D-25D0-43EE-BDBC-0C7E469785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7960" y="5138540"/>
            <a:ext cx="8079" cy="8081"/>
          </a:xfrm>
          <a:custGeom xmlns:a="http://schemas.openxmlformats.org/drawingml/2006/main">
            <a:pathLst>
              <a:path w="8079" h="8081" fill="none">
                <a:moveTo>
                  <a:pt x="8079" y="8081"/>
                </a:moveTo>
                <a:lnTo>
                  <a:pt x="8079" y="8081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6"/>
                </a:lnTo>
                <a:lnTo>
                  <a:pt x="40" y="801"/>
                </a:lnTo>
                <a:lnTo>
                  <a:pt x="70" y="1064"/>
                </a:lnTo>
                <a:lnTo>
                  <a:pt x="109" y="1326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9"/>
                </a:lnTo>
                <a:lnTo>
                  <a:pt x="349" y="2352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4"/>
                </a:lnTo>
                <a:lnTo>
                  <a:pt x="719" y="3335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5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6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2"/>
                </a:lnTo>
                <a:lnTo>
                  <a:pt x="7017" y="8011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1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3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89343F-EFD4-46DE-808A-46A08F058E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7744" y="594707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4C15FD-AF02-451A-A02F-DD29618F5B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7744" y="594707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3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6BFDFD-4BA0-4D0A-B6B9-B986A3B3C2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7921" y="596479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AFE778-CB92-4C34-A75D-9016FA1096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7921" y="596479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3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94C77D-DFD1-457B-8F90-22941543A6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07979" y="532070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25A4D7-B39D-4452-8DCC-39D15E9F86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07979" y="532070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3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2EAA17-D226-4646-BEA6-1F401B5C96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6273" y="597575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32CB02-209D-40CF-BE93-4F1C60AFDC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6273" y="597575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3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03B223-7723-4C79-94B0-83B4E2CF8C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3249" y="6340328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0D33D2-64C3-4391-A7B9-6396B5AEE3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3249" y="6340328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10393" name="Text 0">
            <a:extLst xmlns:a="http://schemas.openxmlformats.org/drawingml/2006/main">
              <a:ext uri="{FF2B5EF4-FFF2-40B4-BE49-F238E27FC236}">
                <a16:creationId xmlns:a16="http://schemas.microsoft.com/office/drawing/2014/main" id="{0CF07C85-A225-4CCB-972D-95320D8F5D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0062" y="6388199"/>
            <a:ext cx="43693" cy="65625"/>
          </a:xfrm>
          <a:custGeom xmlns:a="http://schemas.openxmlformats.org/drawingml/2006/main">
            <a:pathLst>
              <a:path w="43693" h="65625">
                <a:moveTo>
                  <a:pt x="21847" y="6774"/>
                </a:moveTo>
                <a:cubicBezTo>
                  <a:pt x="17443" y="6774"/>
                  <a:pt x="14134" y="8942"/>
                  <a:pt x="11918" y="13278"/>
                </a:cubicBezTo>
                <a:cubicBezTo>
                  <a:pt x="9703" y="17615"/>
                  <a:pt x="8595" y="24133"/>
                  <a:pt x="8595" y="32833"/>
                </a:cubicBezTo>
                <a:cubicBezTo>
                  <a:pt x="8595" y="41506"/>
                  <a:pt x="9703" y="48010"/>
                  <a:pt x="11918" y="52346"/>
                </a:cubicBezTo>
                <a:cubicBezTo>
                  <a:pt x="14134" y="56682"/>
                  <a:pt x="17443" y="58850"/>
                  <a:pt x="21847" y="58850"/>
                </a:cubicBezTo>
                <a:cubicBezTo>
                  <a:pt x="26278" y="58850"/>
                  <a:pt x="29602" y="56682"/>
                  <a:pt x="31817" y="52346"/>
                </a:cubicBezTo>
                <a:cubicBezTo>
                  <a:pt x="34033" y="48010"/>
                  <a:pt x="35141" y="41506"/>
                  <a:pt x="35141" y="32833"/>
                </a:cubicBezTo>
                <a:cubicBezTo>
                  <a:pt x="35141" y="24133"/>
                  <a:pt x="34033" y="17615"/>
                  <a:pt x="31817" y="13278"/>
                </a:cubicBezTo>
                <a:cubicBezTo>
                  <a:pt x="29602" y="8942"/>
                  <a:pt x="26278" y="6774"/>
                  <a:pt x="21847" y="6774"/>
                </a:cubicBezTo>
                <a:moveTo>
                  <a:pt x="21847" y="0"/>
                </a:moveTo>
                <a:cubicBezTo>
                  <a:pt x="28931" y="0"/>
                  <a:pt x="34344" y="2803"/>
                  <a:pt x="38083" y="8409"/>
                </a:cubicBezTo>
                <a:cubicBezTo>
                  <a:pt x="41823" y="14016"/>
                  <a:pt x="43693" y="22157"/>
                  <a:pt x="43693" y="32833"/>
                </a:cubicBezTo>
                <a:cubicBezTo>
                  <a:pt x="43693" y="43482"/>
                  <a:pt x="41823" y="51609"/>
                  <a:pt x="38083" y="57215"/>
                </a:cubicBezTo>
                <a:cubicBezTo>
                  <a:pt x="34344" y="62821"/>
                  <a:pt x="28931" y="65625"/>
                  <a:pt x="21847" y="65625"/>
                </a:cubicBezTo>
                <a:cubicBezTo>
                  <a:pt x="14762" y="65625"/>
                  <a:pt x="9350" y="62821"/>
                  <a:pt x="5610" y="57215"/>
                </a:cubicBezTo>
                <a:cubicBezTo>
                  <a:pt x="1870" y="51609"/>
                  <a:pt x="0" y="43482"/>
                  <a:pt x="0" y="32833"/>
                </a:cubicBezTo>
                <a:cubicBezTo>
                  <a:pt x="0" y="22157"/>
                  <a:pt x="1870" y="14016"/>
                  <a:pt x="5610" y="8409"/>
                </a:cubicBezTo>
                <a:cubicBezTo>
                  <a:pt x="9350" y="2803"/>
                  <a:pt x="14762" y="0"/>
                  <a:pt x="21847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B93234-C4B9-4C3C-AACA-A5BC6153F5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99764" y="6340328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7C5198-891E-45FC-9DAA-30B3B432C0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99764" y="6340328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10396" name="Text 10">
            <a:extLst xmlns:a="http://schemas.openxmlformats.org/drawingml/2006/main">
              <a:ext uri="{FF2B5EF4-FFF2-40B4-BE49-F238E27FC236}">
                <a16:creationId xmlns:a16="http://schemas.microsoft.com/office/drawing/2014/main" id="{7C2BD4C5-79B8-4A1C-8176-42581E8585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04517" y="6389554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1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1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7" y="41506"/>
                  <a:pt x="86497" y="32833"/>
                </a:cubicBezTo>
                <a:cubicBezTo>
                  <a:pt x="86497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9" y="65625"/>
                  <a:pt x="60706" y="62821"/>
                  <a:pt x="56966" y="57215"/>
                </a:cubicBezTo>
                <a:cubicBezTo>
                  <a:pt x="53226" y="51609"/>
                  <a:pt x="51357" y="43482"/>
                  <a:pt x="51357" y="32833"/>
                </a:cubicBezTo>
                <a:cubicBezTo>
                  <a:pt x="51357" y="22157"/>
                  <a:pt x="53226" y="14016"/>
                  <a:pt x="56966" y="8409"/>
                </a:cubicBezTo>
                <a:cubicBezTo>
                  <a:pt x="60706" y="2803"/>
                  <a:pt x="66119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97" name="Text −1">
            <a:extLst xmlns:a="http://schemas.openxmlformats.org/drawingml/2006/main">
              <a:ext uri="{FF2B5EF4-FFF2-40B4-BE49-F238E27FC236}">
                <a16:creationId xmlns:a16="http://schemas.microsoft.com/office/drawing/2014/main" id="{962C13D6-3245-4729-8107-23EECE0F4A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12585" y="6376438"/>
            <a:ext cx="77441" cy="44278"/>
          </a:xfrm>
          <a:custGeom xmlns:a="http://schemas.openxmlformats.org/drawingml/2006/main">
            <a:pathLst>
              <a:path w="77441" h="44278">
                <a:moveTo>
                  <a:pt x="0" y="22702"/>
                </a:moveTo>
                <a:lnTo>
                  <a:pt x="37995" y="22702"/>
                </a:lnTo>
                <a:lnTo>
                  <a:pt x="37995" y="27740"/>
                </a:lnTo>
                <a:lnTo>
                  <a:pt x="0" y="27740"/>
                </a:lnTo>
                <a:lnTo>
                  <a:pt x="0" y="22702"/>
                </a:lnTo>
                <a:close/>
                <a:moveTo>
                  <a:pt x="51953" y="39239"/>
                </a:moveTo>
                <a:lnTo>
                  <a:pt x="61734" y="39239"/>
                </a:lnTo>
                <a:lnTo>
                  <a:pt x="61734" y="5453"/>
                </a:lnTo>
                <a:lnTo>
                  <a:pt x="51094" y="7587"/>
                </a:lnTo>
                <a:lnTo>
                  <a:pt x="51094" y="2134"/>
                </a:lnTo>
                <a:lnTo>
                  <a:pt x="61674" y="0"/>
                </a:lnTo>
                <a:lnTo>
                  <a:pt x="67661" y="0"/>
                </a:lnTo>
                <a:lnTo>
                  <a:pt x="67661" y="39239"/>
                </a:lnTo>
                <a:lnTo>
                  <a:pt x="77441" y="39239"/>
                </a:lnTo>
                <a:lnTo>
                  <a:pt x="77441" y="44278"/>
                </a:lnTo>
                <a:lnTo>
                  <a:pt x="51953" y="44278"/>
                </a:lnTo>
                <a:lnTo>
                  <a:pt x="51953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6EBE22-3247-4F55-B185-CF617B21D1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29628" y="6340328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BAC8A0-18B9-4B73-9D6C-97C5F0CF66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29628" y="6340328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10400" name="Text 10">
            <a:extLst xmlns:a="http://schemas.openxmlformats.org/drawingml/2006/main">
              <a:ext uri="{FF2B5EF4-FFF2-40B4-BE49-F238E27FC236}">
                <a16:creationId xmlns:a16="http://schemas.microsoft.com/office/drawing/2014/main" id="{483686B1-C36D-4DC9-8D7E-FFFC0EBDB0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59670" y="6390345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7" y="41506"/>
                  <a:pt x="86497" y="32833"/>
                </a:cubicBezTo>
                <a:cubicBezTo>
                  <a:pt x="86497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01" name="Text 0">
            <a:extLst xmlns:a="http://schemas.openxmlformats.org/drawingml/2006/main">
              <a:ext uri="{FF2B5EF4-FFF2-40B4-BE49-F238E27FC236}">
                <a16:creationId xmlns:a16="http://schemas.microsoft.com/office/drawing/2014/main" id="{1DCF0922-E464-4DC5-91BC-1F1AF972A7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65309" y="6376458"/>
            <a:ext cx="30585" cy="45937"/>
          </a:xfrm>
          <a:custGeom xmlns:a="http://schemas.openxmlformats.org/drawingml/2006/main">
            <a:pathLst>
              <a:path w="30585" h="45937">
                <a:moveTo>
                  <a:pt x="15293" y="4742"/>
                </a:moveTo>
                <a:cubicBezTo>
                  <a:pt x="12210" y="4742"/>
                  <a:pt x="9894" y="6260"/>
                  <a:pt x="8343" y="9295"/>
                </a:cubicBezTo>
                <a:cubicBezTo>
                  <a:pt x="6792" y="12330"/>
                  <a:pt x="6016" y="16893"/>
                  <a:pt x="6016" y="22983"/>
                </a:cubicBezTo>
                <a:cubicBezTo>
                  <a:pt x="6016" y="29054"/>
                  <a:pt x="6792" y="33607"/>
                  <a:pt x="8343" y="36642"/>
                </a:cubicBezTo>
                <a:cubicBezTo>
                  <a:pt x="9894" y="39678"/>
                  <a:pt x="12210" y="41195"/>
                  <a:pt x="15293" y="41195"/>
                </a:cubicBezTo>
                <a:cubicBezTo>
                  <a:pt x="18395" y="41195"/>
                  <a:pt x="20721" y="39678"/>
                  <a:pt x="22272" y="36642"/>
                </a:cubicBezTo>
                <a:cubicBezTo>
                  <a:pt x="23823" y="33607"/>
                  <a:pt x="24599" y="29054"/>
                  <a:pt x="24599" y="22983"/>
                </a:cubicBezTo>
                <a:cubicBezTo>
                  <a:pt x="24599" y="16893"/>
                  <a:pt x="23823" y="12330"/>
                  <a:pt x="22272" y="9295"/>
                </a:cubicBezTo>
                <a:cubicBezTo>
                  <a:pt x="20721" y="6260"/>
                  <a:pt x="18395" y="4742"/>
                  <a:pt x="15293" y="4742"/>
                </a:cubicBezTo>
                <a:moveTo>
                  <a:pt x="15293" y="0"/>
                </a:moveTo>
                <a:cubicBezTo>
                  <a:pt x="20252" y="0"/>
                  <a:pt x="24040" y="1962"/>
                  <a:pt x="26658" y="5887"/>
                </a:cubicBezTo>
                <a:cubicBezTo>
                  <a:pt x="29276" y="9811"/>
                  <a:pt x="30585" y="15510"/>
                  <a:pt x="30585" y="22983"/>
                </a:cubicBezTo>
                <a:cubicBezTo>
                  <a:pt x="30585" y="30437"/>
                  <a:pt x="29276" y="36126"/>
                  <a:pt x="26658" y="40051"/>
                </a:cubicBezTo>
                <a:cubicBezTo>
                  <a:pt x="24040" y="43975"/>
                  <a:pt x="20252" y="45937"/>
                  <a:pt x="15293" y="45937"/>
                </a:cubicBezTo>
                <a:cubicBezTo>
                  <a:pt x="10333" y="45937"/>
                  <a:pt x="6545" y="43975"/>
                  <a:pt x="3927" y="40051"/>
                </a:cubicBezTo>
                <a:cubicBezTo>
                  <a:pt x="1309" y="36126"/>
                  <a:pt x="0" y="30437"/>
                  <a:pt x="0" y="22983"/>
                </a:cubicBezTo>
                <a:cubicBezTo>
                  <a:pt x="0" y="15510"/>
                  <a:pt x="1309" y="9811"/>
                  <a:pt x="3927" y="5887"/>
                </a:cubicBezTo>
                <a:cubicBezTo>
                  <a:pt x="6545" y="1962"/>
                  <a:pt x="10333" y="0"/>
                  <a:pt x="1529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0A2AF6-AD9E-40DB-8C19-BDC973D49E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59491" y="6340328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DB656B-D080-44C9-80BC-A7E3DF655D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59491" y="6340328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10404" name="Text 10">
            <a:extLst xmlns:a="http://schemas.openxmlformats.org/drawingml/2006/main">
              <a:ext uri="{FF2B5EF4-FFF2-40B4-BE49-F238E27FC236}">
                <a16:creationId xmlns:a16="http://schemas.microsoft.com/office/drawing/2014/main" id="{0EBB3B0B-C5E0-43F1-8F70-564C3FE058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89534" y="6389554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05" name="Text 1">
            <a:extLst xmlns:a="http://schemas.openxmlformats.org/drawingml/2006/main">
              <a:ext uri="{FF2B5EF4-FFF2-40B4-BE49-F238E27FC236}">
                <a16:creationId xmlns:a16="http://schemas.microsoft.com/office/drawing/2014/main" id="{E9E5D3F4-8381-4F14-836F-3731093667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97840" y="6376438"/>
            <a:ext cx="26347" cy="44278"/>
          </a:xfrm>
          <a:custGeom xmlns:a="http://schemas.openxmlformats.org/drawingml/2006/main">
            <a:pathLst>
              <a:path w="26347" h="44278">
                <a:moveTo>
                  <a:pt x="859" y="39239"/>
                </a:moveTo>
                <a:lnTo>
                  <a:pt x="10640" y="39239"/>
                </a:lnTo>
                <a:lnTo>
                  <a:pt x="10640" y="5453"/>
                </a:lnTo>
                <a:lnTo>
                  <a:pt x="0" y="7587"/>
                </a:lnTo>
                <a:lnTo>
                  <a:pt x="0" y="2134"/>
                </a:lnTo>
                <a:lnTo>
                  <a:pt x="10580" y="0"/>
                </a:lnTo>
                <a:lnTo>
                  <a:pt x="16567" y="0"/>
                </a:lnTo>
                <a:lnTo>
                  <a:pt x="16567" y="39239"/>
                </a:lnTo>
                <a:lnTo>
                  <a:pt x="26347" y="39239"/>
                </a:lnTo>
                <a:lnTo>
                  <a:pt x="26347" y="44278"/>
                </a:lnTo>
                <a:lnTo>
                  <a:pt x="859" y="44278"/>
                </a:lnTo>
                <a:lnTo>
                  <a:pt x="859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420CB9-C8CF-4854-A55E-47D92B7CD2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89355" y="6340328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E88785-7938-4A3D-A764-8368B11D8D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89355" y="6340328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10408" name="Text 10">
            <a:extLst xmlns:a="http://schemas.openxmlformats.org/drawingml/2006/main">
              <a:ext uri="{FF2B5EF4-FFF2-40B4-BE49-F238E27FC236}">
                <a16:creationId xmlns:a16="http://schemas.microsoft.com/office/drawing/2014/main" id="{AB658499-5E71-4A81-83FD-D1F40FBB29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19398" y="6390345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7" y="41506"/>
                  <a:pt x="86497" y="32833"/>
                </a:cubicBezTo>
                <a:cubicBezTo>
                  <a:pt x="86497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09" name="Text 2">
            <a:extLst xmlns:a="http://schemas.openxmlformats.org/drawingml/2006/main">
              <a:ext uri="{FF2B5EF4-FFF2-40B4-BE49-F238E27FC236}">
                <a16:creationId xmlns:a16="http://schemas.microsoft.com/office/drawing/2014/main" id="{540952AC-4DC3-4BB9-8894-674B8368C0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25481" y="6376458"/>
            <a:ext cx="28096" cy="45048"/>
          </a:xfrm>
          <a:custGeom xmlns:a="http://schemas.openxmlformats.org/drawingml/2006/main">
            <a:pathLst>
              <a:path w="28096" h="45048">
                <a:moveTo>
                  <a:pt x="7202" y="40010"/>
                </a:moveTo>
                <a:lnTo>
                  <a:pt x="28096" y="40010"/>
                </a:lnTo>
                <a:lnTo>
                  <a:pt x="28096" y="45048"/>
                </a:lnTo>
                <a:lnTo>
                  <a:pt x="0" y="45048"/>
                </a:lnTo>
                <a:lnTo>
                  <a:pt x="0" y="40010"/>
                </a:lnTo>
                <a:cubicBezTo>
                  <a:pt x="2272" y="37659"/>
                  <a:pt x="5369" y="34502"/>
                  <a:pt x="9291" y="30541"/>
                </a:cubicBezTo>
                <a:cubicBezTo>
                  <a:pt x="13213" y="26579"/>
                  <a:pt x="15678" y="24026"/>
                  <a:pt x="16686" y="22880"/>
                </a:cubicBezTo>
                <a:cubicBezTo>
                  <a:pt x="18602" y="20726"/>
                  <a:pt x="19941" y="18903"/>
                  <a:pt x="20701" y="17412"/>
                </a:cubicBezTo>
                <a:cubicBezTo>
                  <a:pt x="21462" y="15920"/>
                  <a:pt x="21842" y="14453"/>
                  <a:pt x="21842" y="13011"/>
                </a:cubicBezTo>
                <a:cubicBezTo>
                  <a:pt x="21842" y="10659"/>
                  <a:pt x="21018" y="8743"/>
                  <a:pt x="19368" y="7261"/>
                </a:cubicBezTo>
                <a:cubicBezTo>
                  <a:pt x="17718" y="5779"/>
                  <a:pt x="15569" y="5038"/>
                  <a:pt x="12922" y="5038"/>
                </a:cubicBezTo>
                <a:cubicBezTo>
                  <a:pt x="11045" y="5038"/>
                  <a:pt x="9064" y="5367"/>
                  <a:pt x="6979" y="6024"/>
                </a:cubicBezTo>
                <a:cubicBezTo>
                  <a:pt x="4895" y="6681"/>
                  <a:pt x="2667" y="7676"/>
                  <a:pt x="296" y="9010"/>
                </a:cubicBezTo>
                <a:lnTo>
                  <a:pt x="296" y="2964"/>
                </a:lnTo>
                <a:cubicBezTo>
                  <a:pt x="2707" y="1986"/>
                  <a:pt x="4959" y="1247"/>
                  <a:pt x="7054" y="748"/>
                </a:cubicBezTo>
                <a:cubicBezTo>
                  <a:pt x="9148" y="249"/>
                  <a:pt x="11064" y="0"/>
                  <a:pt x="12803" y="0"/>
                </a:cubicBezTo>
                <a:cubicBezTo>
                  <a:pt x="17387" y="0"/>
                  <a:pt x="21042" y="1146"/>
                  <a:pt x="23769" y="3438"/>
                </a:cubicBezTo>
                <a:cubicBezTo>
                  <a:pt x="26495" y="5730"/>
                  <a:pt x="27859" y="8792"/>
                  <a:pt x="27859" y="12625"/>
                </a:cubicBezTo>
                <a:cubicBezTo>
                  <a:pt x="27859" y="14443"/>
                  <a:pt x="27518" y="16167"/>
                  <a:pt x="26836" y="17797"/>
                </a:cubicBezTo>
                <a:cubicBezTo>
                  <a:pt x="26155" y="19427"/>
                  <a:pt x="24915" y="21348"/>
                  <a:pt x="23117" y="23561"/>
                </a:cubicBezTo>
                <a:cubicBezTo>
                  <a:pt x="22623" y="24134"/>
                  <a:pt x="21052" y="25789"/>
                  <a:pt x="18405" y="28526"/>
                </a:cubicBezTo>
                <a:cubicBezTo>
                  <a:pt x="15757" y="31262"/>
                  <a:pt x="12023" y="35090"/>
                  <a:pt x="7202" y="4001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CDC380-86F8-49F8-8635-7DCC08799A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3615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68982B-72DB-40FB-85E2-8B4F00E6E0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3615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4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2A4AE8-7B6C-4F8C-94BC-A404A5C1F2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3982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99C5E4-2E51-4A7D-A9B8-C99B5A198C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3982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4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5CD45E-EB14-464E-B6F6-6DACBDB1D1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4348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07745A-15C5-49E3-9835-A70837ABDC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4348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4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E886E3-B4DD-4416-AFEB-FE3A29602A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4715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18DE43-B05A-4D2C-B2CD-14DF730FF6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4715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4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375F97-4E5B-4B30-B510-0F2468DC00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5082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3D5DD7-9C6D-4234-9E5D-AF4393A2E4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5082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4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0985F4-BAAB-4B24-9AF4-F7736BAFBF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5448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B3F6B6-97B8-41E0-A5F0-632E8DA7CB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5448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4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ACCF4E-AB87-4F9B-AD51-1AAD5B44ED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5815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565792-599A-4E05-AA38-58A98983EC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5815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4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383403-5504-4E15-912F-97A87D5E0E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6181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540074-0DF5-4F6F-8E1C-2D9A9E0F82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6181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4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4F0938-93C1-4227-B7B7-742E1E75E3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6548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B336D3-35EC-4D73-8461-C3AED9AADD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6548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4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800403-1FDB-46C4-A41E-991E957B9A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6914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916D03-E42B-4F7C-8017-36B47ECC2D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6914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4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DE809C-037C-43A3-8A45-51CEAC86D7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0579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3B27AF-2804-4C0F-9B58-E0FAC19603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0579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4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00865C-191A-4811-9404-5E870B798C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4244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2D9FC0-9A12-42B0-A310-7534DE3DE1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4244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4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FD6CD5-8018-4541-936A-54E2F356EB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7910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4DD2B1-5423-47B0-B626-D14C17AB51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7910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4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887C2E-218C-451F-88F0-E106C1B26B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1575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F46106-E19D-4145-B7A6-61AE1ECBD3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1575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4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B589D4-D21A-4CE7-BBB0-DE6CC3A0CB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5240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A5805D-3B81-4BB8-99FB-76DF3630CF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5240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4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F05905-C767-48C6-92F8-0C7BDE05DD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8905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A1414D-E883-4928-86D0-408311F928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8905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4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D36796-4354-4832-8C8A-169AFF3C0C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2570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12C0AF-FC0A-450B-8020-05F83CBB92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2570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4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BA2303-97BE-42B7-9101-6B461C99EF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6235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F8C3E3-DB82-438D-B7B8-5FFA3E89FB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6235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4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79DBD2-BAFB-4178-BA38-5A7ADD289D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900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6F07A2-199E-4274-9999-816CEC2C29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900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4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21FF3B-D02E-408E-B0CC-08C068112D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06552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69D4A1-F5DF-4CAD-B94C-75B0F270A8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06552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4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77A6FD-086C-40EA-8100-7CF1362255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3203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2120D6-95A5-49B2-8FB2-F7E361E467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3203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4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3510B2-BD9B-455D-B2EF-74175ACCE7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79855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7B684D-22F3-4A0A-9C39-B98A49E825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79855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4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BC8FE5-3A3D-409A-A456-9FF2E01990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6506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CC7DC2-2139-455F-BAB0-45781B3C70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6506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4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48BAA3-D45D-4CD1-BA01-AD8CAB7093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3158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360DCE-7CA8-45F7-A207-A66480E3F8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3158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4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815773-C471-41C2-98CA-74B65DC046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89810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060C8F-A96C-46CE-A1D8-1FC26ED113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89810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4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A3FC3E-0AF3-4B41-AE54-71984A3CA1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26461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A2B185-0DB7-4540-916D-93DA061EED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26461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4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B98918-E3CA-456B-87B0-2BC1964C87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63113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42D9A2-A7ED-4296-B418-9631B3502B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63113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4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6722A9-D686-4484-81EF-F1F8C509F6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99764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81D152-C485-403C-8E7C-809053C0F7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99764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4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4E6229-DC18-41C0-B855-ED1F813383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99063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EA3BAC-C0D4-4900-B288-2E48274814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99063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4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F57F39-4991-4A38-8CA1-B0830BD1BB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57149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2A83B3-5083-4CE6-BAC2-B1118FF7C0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57149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4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B2053E-0B4C-4DCB-867D-AF2BDCD3BB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98362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76229C-7743-45CF-A389-1D25A4329F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98362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4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2F6748-51D0-4C06-9A54-424D75A50C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30329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792F39-B8FC-4B19-B802-7E8F2E6FBA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30329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4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9E2DE5-1807-4DC7-BD16-01CC4286F7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56448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5682D4-5DCF-4127-9B8B-7021BCBDC3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56448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4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A314AB-368F-4F11-8F92-3C743DFBFC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78531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8506C1-9410-4E3E-99FE-7BD5F614C7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78531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4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422E77-F0BC-4683-82CC-A357CBCBA7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97661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715AA6-7584-4ED4-978C-85CEAF9100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97661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4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C40BF3-76CF-4DBE-AB50-7C014D69AC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14534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983643-E866-4440-B649-364A9CDE14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14534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4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A07713-C345-44B4-94D4-344F165892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29628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04706A-7CD1-467C-83B4-073248E93B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29628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4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CD44A2-5786-4965-9537-0AB11D766B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28926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07627A-2123-461C-B265-58F258DEEB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28926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4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C79B2B-A28D-4ACC-A275-90FF3F06A4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87013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46AFD2-00DE-4D6A-8B59-B40D2B6E18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87013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4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71B31B-2E42-47AA-9759-6CDEB6A942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28225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0E27DE-9B22-482A-9899-7679785E31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28225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4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F89AB2-32BA-4EEC-8FB7-ADCE204730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60192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D20FBA-BE82-4F02-A53E-43A934DAC0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60192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4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0A82A8-74FE-478D-9485-E581A9DA77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86312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EA6645-9481-445B-A393-380EEEF267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86312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4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E0240B-88F1-4CD5-8500-75AAE55D73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08395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FEF64E-96D6-4FA7-8EAF-2F0F50BE26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08395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4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9E4F4A-3BCA-484F-A40F-A17624C252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27524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4D1339-6F8E-4EFA-A9DC-DFD6DCB593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27524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4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089640-EC98-4F9D-9898-FA9C55F4A9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44397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5DAF1E-A6D3-4CFE-A1BD-5CFB252539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44397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5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9C734F-E853-4E13-B2B3-86BD13239B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59491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9443CC-BB2E-4F64-BD9C-A5FBEBF96E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59491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5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14A42E-E39E-4E39-9303-777FD0154D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58790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C2DEC8-BC37-4DE7-BAD5-9E5F26961F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58790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5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06C6DA-BBE6-4B3D-AEFB-187A77C49C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16876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C7406B-BE83-4CCC-8C51-873BA50373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16876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5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39A6C5-CBF3-45B5-895C-260CA42E8A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58089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FB8DF3-21AF-4A09-BE71-0F3757D297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58089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5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DCFA19-1C4D-42E3-AD7C-5BA5D5D78E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90056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1F80C4-EE83-4454-A1D1-25DA44C467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90056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5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9CFF01-EB3C-40CC-AE5A-1A7FCFD8E2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16175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8EA5F8-73C2-4595-A595-AF191AE8D8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16175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5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F45EAC-405B-4D27-AF0D-C99F17ABBB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38258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E6472E-03B7-4672-B787-82F25179CE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38258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5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217D81-3700-4D42-B559-785CB05C78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57388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79FF3E-BC86-4E0A-8E3C-D43304709B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57388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5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EF8063-FBC5-464D-8BA3-18D7AC6289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74261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926075-AFAC-4A8D-ABB3-812C4988CF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74261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5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522A2B-07B0-4D85-8A09-54515DAE98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89355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9C07BB-B126-4004-B6D7-1371086910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89355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5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5BD723-E720-416D-8673-C16096B424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88654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0BFC4A-D46D-487D-A64F-4759541772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88654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5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842D42-8F92-4893-A501-8DAD3D3B1F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46740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322F2A-20D4-49F4-A14E-0A8B9F4464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46740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5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259276-9B8F-4459-B7EF-F758E7831E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87953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2BE3E3-92A9-4C4B-876A-4FF0799F6F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87953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5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CF3071-7A41-45F6-94AA-F6F657872F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19920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86A222-A8DB-4AEE-841E-FD31C125B1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19920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5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157EF0-D987-494E-BDD2-B5074C7B30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46039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DEAD34-804D-4A2C-8EF6-F6C7B8C82D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46039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530" name="Text QSF">
            <a:extLst xmlns:a="http://schemas.openxmlformats.org/drawingml/2006/main">
              <a:ext uri="{FF2B5EF4-FFF2-40B4-BE49-F238E27FC236}">
                <a16:creationId xmlns:a16="http://schemas.microsoft.com/office/drawing/2014/main" id="{D9EC7667-E08D-4AFD-B1DB-203833F33E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44333" y="6504714"/>
            <a:ext cx="190479" cy="88120"/>
          </a:xfrm>
          <a:custGeom xmlns:a="http://schemas.openxmlformats.org/drawingml/2006/main">
            <a:pathLst>
              <a:path w="190479" h="88120">
                <a:moveTo>
                  <a:pt x="34181" y="8101"/>
                </a:moveTo>
                <a:cubicBezTo>
                  <a:pt x="26937" y="8101"/>
                  <a:pt x="21182" y="10804"/>
                  <a:pt x="16918" y="16209"/>
                </a:cubicBezTo>
                <a:cubicBezTo>
                  <a:pt x="12653" y="21614"/>
                  <a:pt x="10521" y="28979"/>
                  <a:pt x="10521" y="38306"/>
                </a:cubicBezTo>
                <a:cubicBezTo>
                  <a:pt x="10521" y="47599"/>
                  <a:pt x="12653" y="54949"/>
                  <a:pt x="16918" y="60354"/>
                </a:cubicBezTo>
                <a:cubicBezTo>
                  <a:pt x="21182" y="65759"/>
                  <a:pt x="26937" y="68461"/>
                  <a:pt x="34181" y="68461"/>
                </a:cubicBezTo>
                <a:cubicBezTo>
                  <a:pt x="41426" y="68461"/>
                  <a:pt x="47164" y="65759"/>
                  <a:pt x="51395" y="60354"/>
                </a:cubicBezTo>
                <a:cubicBezTo>
                  <a:pt x="55627" y="54949"/>
                  <a:pt x="57743" y="47599"/>
                  <a:pt x="57743" y="38306"/>
                </a:cubicBezTo>
                <a:cubicBezTo>
                  <a:pt x="57743" y="28979"/>
                  <a:pt x="55627" y="21614"/>
                  <a:pt x="51395" y="16209"/>
                </a:cubicBezTo>
                <a:cubicBezTo>
                  <a:pt x="47164" y="10804"/>
                  <a:pt x="41426" y="8101"/>
                  <a:pt x="34181" y="8101"/>
                </a:cubicBezTo>
                <a:moveTo>
                  <a:pt x="48160" y="73796"/>
                </a:moveTo>
                <a:lnTo>
                  <a:pt x="61299" y="88120"/>
                </a:lnTo>
                <a:lnTo>
                  <a:pt x="49247" y="88120"/>
                </a:lnTo>
                <a:lnTo>
                  <a:pt x="38330" y="76358"/>
                </a:lnTo>
                <a:cubicBezTo>
                  <a:pt x="37244" y="76426"/>
                  <a:pt x="36412" y="76477"/>
                  <a:pt x="35836" y="76511"/>
                </a:cubicBezTo>
                <a:cubicBezTo>
                  <a:pt x="35260" y="76545"/>
                  <a:pt x="34708" y="76562"/>
                  <a:pt x="34181" y="76562"/>
                </a:cubicBezTo>
                <a:cubicBezTo>
                  <a:pt x="23808" y="76562"/>
                  <a:pt x="15518" y="73094"/>
                  <a:pt x="9311" y="66158"/>
                </a:cubicBezTo>
                <a:cubicBezTo>
                  <a:pt x="3104" y="59221"/>
                  <a:pt x="0" y="49937"/>
                  <a:pt x="0" y="38306"/>
                </a:cubicBezTo>
                <a:cubicBezTo>
                  <a:pt x="0" y="26641"/>
                  <a:pt x="3104" y="17341"/>
                  <a:pt x="9311" y="10405"/>
                </a:cubicBezTo>
                <a:cubicBezTo>
                  <a:pt x="15518" y="3468"/>
                  <a:pt x="23808" y="0"/>
                  <a:pt x="34181" y="0"/>
                </a:cubicBezTo>
                <a:cubicBezTo>
                  <a:pt x="44521" y="0"/>
                  <a:pt x="52787" y="3468"/>
                  <a:pt x="58977" y="10405"/>
                </a:cubicBezTo>
                <a:cubicBezTo>
                  <a:pt x="65168" y="17341"/>
                  <a:pt x="68264" y="26642"/>
                  <a:pt x="68264" y="38307"/>
                </a:cubicBezTo>
                <a:cubicBezTo>
                  <a:pt x="68264" y="46874"/>
                  <a:pt x="66543" y="54206"/>
                  <a:pt x="63102" y="60302"/>
                </a:cubicBezTo>
                <a:cubicBezTo>
                  <a:pt x="59661" y="66398"/>
                  <a:pt x="54680" y="70896"/>
                  <a:pt x="48160" y="73796"/>
                </a:cubicBezTo>
                <a:close/>
                <a:moveTo>
                  <a:pt x="128070" y="3754"/>
                </a:moveTo>
                <a:lnTo>
                  <a:pt x="128070" y="13534"/>
                </a:lnTo>
                <a:cubicBezTo>
                  <a:pt x="124283" y="11707"/>
                  <a:pt x="120710" y="10344"/>
                  <a:pt x="117351" y="9447"/>
                </a:cubicBezTo>
                <a:cubicBezTo>
                  <a:pt x="113992" y="8549"/>
                  <a:pt x="110749" y="8101"/>
                  <a:pt x="107621" y="8101"/>
                </a:cubicBezTo>
                <a:cubicBezTo>
                  <a:pt x="102187" y="8101"/>
                  <a:pt x="97997" y="9156"/>
                  <a:pt x="95050" y="11267"/>
                </a:cubicBezTo>
                <a:cubicBezTo>
                  <a:pt x="92102" y="13376"/>
                  <a:pt x="90629" y="16376"/>
                  <a:pt x="90629" y="20267"/>
                </a:cubicBezTo>
                <a:cubicBezTo>
                  <a:pt x="90629" y="23532"/>
                  <a:pt x="91608" y="25997"/>
                  <a:pt x="93568" y="27663"/>
                </a:cubicBezTo>
                <a:cubicBezTo>
                  <a:pt x="95527" y="29328"/>
                  <a:pt x="99240" y="30671"/>
                  <a:pt x="104706" y="31693"/>
                </a:cubicBezTo>
                <a:lnTo>
                  <a:pt x="110732" y="32926"/>
                </a:lnTo>
                <a:cubicBezTo>
                  <a:pt x="118175" y="34343"/>
                  <a:pt x="123666" y="36839"/>
                  <a:pt x="127206" y="40414"/>
                </a:cubicBezTo>
                <a:cubicBezTo>
                  <a:pt x="130746" y="43988"/>
                  <a:pt x="132516" y="48773"/>
                  <a:pt x="132516" y="54770"/>
                </a:cubicBezTo>
                <a:cubicBezTo>
                  <a:pt x="132516" y="61918"/>
                  <a:pt x="130120" y="67338"/>
                  <a:pt x="125329" y="71028"/>
                </a:cubicBezTo>
                <a:cubicBezTo>
                  <a:pt x="120537" y="74717"/>
                  <a:pt x="113515" y="76562"/>
                  <a:pt x="104262" y="76562"/>
                </a:cubicBezTo>
                <a:cubicBezTo>
                  <a:pt x="100771" y="76562"/>
                  <a:pt x="97058" y="76163"/>
                  <a:pt x="93123" y="75364"/>
                </a:cubicBezTo>
                <a:cubicBezTo>
                  <a:pt x="89188" y="74566"/>
                  <a:pt x="85113" y="73384"/>
                  <a:pt x="80898" y="71820"/>
                </a:cubicBezTo>
                <a:lnTo>
                  <a:pt x="80898" y="61546"/>
                </a:lnTo>
                <a:cubicBezTo>
                  <a:pt x="84948" y="63835"/>
                  <a:pt x="88916" y="65559"/>
                  <a:pt x="92802" y="66720"/>
                </a:cubicBezTo>
                <a:cubicBezTo>
                  <a:pt x="96688" y="67881"/>
                  <a:pt x="100508" y="68461"/>
                  <a:pt x="104262" y="68461"/>
                </a:cubicBezTo>
                <a:cubicBezTo>
                  <a:pt x="109959" y="68461"/>
                  <a:pt x="114355" y="67341"/>
                  <a:pt x="117450" y="65099"/>
                </a:cubicBezTo>
                <a:cubicBezTo>
                  <a:pt x="120546" y="62857"/>
                  <a:pt x="122093" y="59659"/>
                  <a:pt x="122093" y="55506"/>
                </a:cubicBezTo>
                <a:cubicBezTo>
                  <a:pt x="122093" y="51880"/>
                  <a:pt x="120982" y="49044"/>
                  <a:pt x="118759" y="47001"/>
                </a:cubicBezTo>
                <a:cubicBezTo>
                  <a:pt x="116536" y="44956"/>
                  <a:pt x="112889" y="43423"/>
                  <a:pt x="107818" y="42401"/>
                </a:cubicBezTo>
                <a:lnTo>
                  <a:pt x="101743" y="41217"/>
                </a:lnTo>
                <a:cubicBezTo>
                  <a:pt x="94300" y="39734"/>
                  <a:pt x="88916" y="37411"/>
                  <a:pt x="85590" y="34249"/>
                </a:cubicBezTo>
                <a:cubicBezTo>
                  <a:pt x="82264" y="31086"/>
                  <a:pt x="80602" y="26687"/>
                  <a:pt x="80602" y="21053"/>
                </a:cubicBezTo>
                <a:cubicBezTo>
                  <a:pt x="80602" y="14530"/>
                  <a:pt x="82898" y="9390"/>
                  <a:pt x="87492" y="5634"/>
                </a:cubicBezTo>
                <a:cubicBezTo>
                  <a:pt x="92086" y="1878"/>
                  <a:pt x="98417" y="0"/>
                  <a:pt x="106484" y="0"/>
                </a:cubicBezTo>
                <a:cubicBezTo>
                  <a:pt x="109942" y="0"/>
                  <a:pt x="113466" y="313"/>
                  <a:pt x="117055" y="938"/>
                </a:cubicBezTo>
                <a:cubicBezTo>
                  <a:pt x="120644" y="1564"/>
                  <a:pt x="124316" y="2503"/>
                  <a:pt x="128070" y="3754"/>
                </a:cubicBezTo>
                <a:close/>
                <a:moveTo>
                  <a:pt x="148099" y="1284"/>
                </a:moveTo>
                <a:lnTo>
                  <a:pt x="190479" y="1284"/>
                </a:lnTo>
                <a:lnTo>
                  <a:pt x="190479" y="9681"/>
                </a:lnTo>
                <a:lnTo>
                  <a:pt x="158076" y="9681"/>
                </a:lnTo>
                <a:lnTo>
                  <a:pt x="158076" y="31415"/>
                </a:lnTo>
                <a:lnTo>
                  <a:pt x="187318" y="31415"/>
                </a:lnTo>
                <a:lnTo>
                  <a:pt x="187318" y="39812"/>
                </a:lnTo>
                <a:lnTo>
                  <a:pt x="158076" y="39812"/>
                </a:lnTo>
                <a:lnTo>
                  <a:pt x="158076" y="75080"/>
                </a:lnTo>
                <a:lnTo>
                  <a:pt x="148099" y="75080"/>
                </a:lnTo>
                <a:lnTo>
                  <a:pt x="148099" y="1284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DB96EC-9603-4601-887B-591CA8EDDF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1572" y="6340328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63035C-3783-4C0D-B494-2172ACC59A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1572" y="6340328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10533" name="Text 0">
            <a:extLst xmlns:a="http://schemas.openxmlformats.org/drawingml/2006/main">
              <a:ext uri="{FF2B5EF4-FFF2-40B4-BE49-F238E27FC236}">
                <a16:creationId xmlns:a16="http://schemas.microsoft.com/office/drawing/2014/main" id="{09BA509D-6369-46BB-92AD-CE894559F3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4191" y="6308264"/>
            <a:ext cx="43693" cy="65625"/>
          </a:xfrm>
          <a:custGeom xmlns:a="http://schemas.openxmlformats.org/drawingml/2006/main">
            <a:pathLst>
              <a:path w="43693" h="65625">
                <a:moveTo>
                  <a:pt x="21847" y="6774"/>
                </a:moveTo>
                <a:cubicBezTo>
                  <a:pt x="17443" y="6774"/>
                  <a:pt x="14134" y="8942"/>
                  <a:pt x="11918" y="13278"/>
                </a:cubicBezTo>
                <a:cubicBezTo>
                  <a:pt x="9703" y="17615"/>
                  <a:pt x="8595" y="24133"/>
                  <a:pt x="8595" y="32833"/>
                </a:cubicBezTo>
                <a:cubicBezTo>
                  <a:pt x="8595" y="41506"/>
                  <a:pt x="9703" y="48010"/>
                  <a:pt x="11918" y="52346"/>
                </a:cubicBezTo>
                <a:cubicBezTo>
                  <a:pt x="14134" y="56682"/>
                  <a:pt x="17443" y="58850"/>
                  <a:pt x="21847" y="58850"/>
                </a:cubicBezTo>
                <a:cubicBezTo>
                  <a:pt x="26278" y="58850"/>
                  <a:pt x="29602" y="56682"/>
                  <a:pt x="31817" y="52346"/>
                </a:cubicBezTo>
                <a:cubicBezTo>
                  <a:pt x="34033" y="48010"/>
                  <a:pt x="35141" y="41506"/>
                  <a:pt x="35141" y="32833"/>
                </a:cubicBezTo>
                <a:cubicBezTo>
                  <a:pt x="35141" y="24133"/>
                  <a:pt x="34033" y="17615"/>
                  <a:pt x="31817" y="13278"/>
                </a:cubicBezTo>
                <a:cubicBezTo>
                  <a:pt x="29602" y="8942"/>
                  <a:pt x="26278" y="6774"/>
                  <a:pt x="21847" y="6774"/>
                </a:cubicBezTo>
                <a:moveTo>
                  <a:pt x="21847" y="0"/>
                </a:moveTo>
                <a:cubicBezTo>
                  <a:pt x="28931" y="0"/>
                  <a:pt x="34344" y="2803"/>
                  <a:pt x="38083" y="8409"/>
                </a:cubicBezTo>
                <a:cubicBezTo>
                  <a:pt x="41823" y="14016"/>
                  <a:pt x="43693" y="22157"/>
                  <a:pt x="43693" y="32833"/>
                </a:cubicBezTo>
                <a:cubicBezTo>
                  <a:pt x="43693" y="43482"/>
                  <a:pt x="41823" y="51609"/>
                  <a:pt x="38083" y="57215"/>
                </a:cubicBezTo>
                <a:cubicBezTo>
                  <a:pt x="34344" y="62821"/>
                  <a:pt x="28931" y="65625"/>
                  <a:pt x="21847" y="65625"/>
                </a:cubicBezTo>
                <a:cubicBezTo>
                  <a:pt x="14762" y="65625"/>
                  <a:pt x="9350" y="62821"/>
                  <a:pt x="5610" y="57215"/>
                </a:cubicBezTo>
                <a:cubicBezTo>
                  <a:pt x="1870" y="51609"/>
                  <a:pt x="0" y="43482"/>
                  <a:pt x="0" y="32833"/>
                </a:cubicBezTo>
                <a:cubicBezTo>
                  <a:pt x="0" y="22157"/>
                  <a:pt x="1870" y="14016"/>
                  <a:pt x="5610" y="8409"/>
                </a:cubicBezTo>
                <a:cubicBezTo>
                  <a:pt x="9350" y="2803"/>
                  <a:pt x="14762" y="0"/>
                  <a:pt x="21847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DACD03-2D58-488D-88CB-ECA036A97E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1572" y="6067216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DC8990-472A-4627-ABB0-DDB175CB63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1572" y="6067216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10536" name="Text 10">
            <a:extLst xmlns:a="http://schemas.openxmlformats.org/drawingml/2006/main">
              <a:ext uri="{FF2B5EF4-FFF2-40B4-BE49-F238E27FC236}">
                <a16:creationId xmlns:a16="http://schemas.microsoft.com/office/drawing/2014/main" id="{B78DF694-70FD-44F4-AA32-87DA08EF2B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86261" y="6035151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37" name="Text −1">
            <a:extLst xmlns:a="http://schemas.openxmlformats.org/drawingml/2006/main">
              <a:ext uri="{FF2B5EF4-FFF2-40B4-BE49-F238E27FC236}">
                <a16:creationId xmlns:a16="http://schemas.microsoft.com/office/drawing/2014/main" id="{7575A498-BF5F-43E9-AF91-D6F6A82D2A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4329" y="6022035"/>
            <a:ext cx="77441" cy="44278"/>
          </a:xfrm>
          <a:custGeom xmlns:a="http://schemas.openxmlformats.org/drawingml/2006/main">
            <a:pathLst>
              <a:path w="77441" h="44278">
                <a:moveTo>
                  <a:pt x="0" y="22702"/>
                </a:moveTo>
                <a:lnTo>
                  <a:pt x="37995" y="22702"/>
                </a:lnTo>
                <a:lnTo>
                  <a:pt x="37995" y="27740"/>
                </a:lnTo>
                <a:lnTo>
                  <a:pt x="0" y="27740"/>
                </a:lnTo>
                <a:lnTo>
                  <a:pt x="0" y="22702"/>
                </a:lnTo>
                <a:close/>
                <a:moveTo>
                  <a:pt x="51953" y="39239"/>
                </a:moveTo>
                <a:lnTo>
                  <a:pt x="61734" y="39239"/>
                </a:lnTo>
                <a:lnTo>
                  <a:pt x="61734" y="5453"/>
                </a:lnTo>
                <a:lnTo>
                  <a:pt x="51094" y="7587"/>
                </a:lnTo>
                <a:lnTo>
                  <a:pt x="51094" y="2134"/>
                </a:lnTo>
                <a:lnTo>
                  <a:pt x="61674" y="0"/>
                </a:lnTo>
                <a:lnTo>
                  <a:pt x="67661" y="0"/>
                </a:lnTo>
                <a:lnTo>
                  <a:pt x="67661" y="39239"/>
                </a:lnTo>
                <a:lnTo>
                  <a:pt x="77441" y="39239"/>
                </a:lnTo>
                <a:lnTo>
                  <a:pt x="77441" y="44278"/>
                </a:lnTo>
                <a:lnTo>
                  <a:pt x="51953" y="44278"/>
                </a:lnTo>
                <a:lnTo>
                  <a:pt x="51953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F2B1A3-41ED-41CA-B570-92B3671A68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1572" y="5821414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7E74E3-7736-4F8E-A468-C689E8A7BA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1572" y="5821414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10540" name="Text 10">
            <a:extLst xmlns:a="http://schemas.openxmlformats.org/drawingml/2006/main">
              <a:ext uri="{FF2B5EF4-FFF2-40B4-BE49-F238E27FC236}">
                <a16:creationId xmlns:a16="http://schemas.microsoft.com/office/drawing/2014/main" id="{77B22A7D-9547-4C40-B125-1DC872A97A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6841" y="5790140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1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1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7" y="41506"/>
                  <a:pt x="86497" y="32833"/>
                </a:cubicBezTo>
                <a:cubicBezTo>
                  <a:pt x="86497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9" y="65625"/>
                  <a:pt x="60706" y="62821"/>
                  <a:pt x="56966" y="57215"/>
                </a:cubicBezTo>
                <a:cubicBezTo>
                  <a:pt x="53227" y="51609"/>
                  <a:pt x="51357" y="43482"/>
                  <a:pt x="51357" y="32833"/>
                </a:cubicBezTo>
                <a:cubicBezTo>
                  <a:pt x="51357" y="22157"/>
                  <a:pt x="53227" y="14016"/>
                  <a:pt x="56966" y="8409"/>
                </a:cubicBezTo>
                <a:cubicBezTo>
                  <a:pt x="60706" y="2803"/>
                  <a:pt x="66119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41" name="Text 0">
            <a:extLst xmlns:a="http://schemas.openxmlformats.org/drawingml/2006/main">
              <a:ext uri="{FF2B5EF4-FFF2-40B4-BE49-F238E27FC236}">
                <a16:creationId xmlns:a16="http://schemas.microsoft.com/office/drawing/2014/main" id="{5030AD93-D378-4F4E-BD5B-BF494D9309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2480" y="5776253"/>
            <a:ext cx="30585" cy="45937"/>
          </a:xfrm>
          <a:custGeom xmlns:a="http://schemas.openxmlformats.org/drawingml/2006/main">
            <a:pathLst>
              <a:path w="30585" h="45937">
                <a:moveTo>
                  <a:pt x="15293" y="4742"/>
                </a:moveTo>
                <a:cubicBezTo>
                  <a:pt x="12210" y="4742"/>
                  <a:pt x="9894" y="6260"/>
                  <a:pt x="8343" y="9295"/>
                </a:cubicBezTo>
                <a:cubicBezTo>
                  <a:pt x="6792" y="12330"/>
                  <a:pt x="6016" y="16893"/>
                  <a:pt x="6016" y="22983"/>
                </a:cubicBezTo>
                <a:cubicBezTo>
                  <a:pt x="6016" y="29054"/>
                  <a:pt x="6792" y="33607"/>
                  <a:pt x="8343" y="36642"/>
                </a:cubicBezTo>
                <a:cubicBezTo>
                  <a:pt x="9894" y="39678"/>
                  <a:pt x="12210" y="41195"/>
                  <a:pt x="15293" y="41195"/>
                </a:cubicBezTo>
                <a:cubicBezTo>
                  <a:pt x="18395" y="41195"/>
                  <a:pt x="20721" y="39678"/>
                  <a:pt x="22272" y="36642"/>
                </a:cubicBezTo>
                <a:cubicBezTo>
                  <a:pt x="23823" y="33607"/>
                  <a:pt x="24599" y="29054"/>
                  <a:pt x="24599" y="22983"/>
                </a:cubicBezTo>
                <a:cubicBezTo>
                  <a:pt x="24599" y="16893"/>
                  <a:pt x="23823" y="12330"/>
                  <a:pt x="22272" y="9295"/>
                </a:cubicBezTo>
                <a:cubicBezTo>
                  <a:pt x="20721" y="6260"/>
                  <a:pt x="18395" y="4742"/>
                  <a:pt x="15293" y="4742"/>
                </a:cubicBezTo>
                <a:moveTo>
                  <a:pt x="15293" y="0"/>
                </a:moveTo>
                <a:cubicBezTo>
                  <a:pt x="20252" y="0"/>
                  <a:pt x="24040" y="1962"/>
                  <a:pt x="26658" y="5887"/>
                </a:cubicBezTo>
                <a:cubicBezTo>
                  <a:pt x="29276" y="9811"/>
                  <a:pt x="30585" y="15510"/>
                  <a:pt x="30585" y="22983"/>
                </a:cubicBezTo>
                <a:cubicBezTo>
                  <a:pt x="30585" y="30437"/>
                  <a:pt x="29276" y="36126"/>
                  <a:pt x="26658" y="40051"/>
                </a:cubicBezTo>
                <a:cubicBezTo>
                  <a:pt x="24040" y="43975"/>
                  <a:pt x="20252" y="45937"/>
                  <a:pt x="15293" y="45937"/>
                </a:cubicBezTo>
                <a:cubicBezTo>
                  <a:pt x="10333" y="45937"/>
                  <a:pt x="6545" y="43975"/>
                  <a:pt x="3927" y="40051"/>
                </a:cubicBezTo>
                <a:cubicBezTo>
                  <a:pt x="1309" y="36126"/>
                  <a:pt x="0" y="30437"/>
                  <a:pt x="0" y="22983"/>
                </a:cubicBezTo>
                <a:cubicBezTo>
                  <a:pt x="0" y="15510"/>
                  <a:pt x="1309" y="9811"/>
                  <a:pt x="3927" y="5887"/>
                </a:cubicBezTo>
                <a:cubicBezTo>
                  <a:pt x="6545" y="1962"/>
                  <a:pt x="10333" y="0"/>
                  <a:pt x="1529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9D5821-C7ED-4695-83A5-58904B0673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1572" y="5575612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794ADE-BFC9-4858-AC32-C13C6694E7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1572" y="5575612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10544" name="Text 10">
            <a:extLst xmlns:a="http://schemas.openxmlformats.org/drawingml/2006/main">
              <a:ext uri="{FF2B5EF4-FFF2-40B4-BE49-F238E27FC236}">
                <a16:creationId xmlns:a16="http://schemas.microsoft.com/office/drawing/2014/main" id="{5C12F0AB-70D3-46BC-A4C8-EE4230A2B4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6841" y="5543548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1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1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7" y="41506"/>
                  <a:pt x="86497" y="32833"/>
                </a:cubicBezTo>
                <a:cubicBezTo>
                  <a:pt x="86497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9" y="65625"/>
                  <a:pt x="60706" y="62821"/>
                  <a:pt x="56966" y="57215"/>
                </a:cubicBezTo>
                <a:cubicBezTo>
                  <a:pt x="53227" y="51609"/>
                  <a:pt x="51357" y="43482"/>
                  <a:pt x="51357" y="32833"/>
                </a:cubicBezTo>
                <a:cubicBezTo>
                  <a:pt x="51357" y="22157"/>
                  <a:pt x="53227" y="14016"/>
                  <a:pt x="56966" y="8409"/>
                </a:cubicBezTo>
                <a:cubicBezTo>
                  <a:pt x="60706" y="2803"/>
                  <a:pt x="66119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45" name="Text 1">
            <a:extLst xmlns:a="http://schemas.openxmlformats.org/drawingml/2006/main">
              <a:ext uri="{FF2B5EF4-FFF2-40B4-BE49-F238E27FC236}">
                <a16:creationId xmlns:a16="http://schemas.microsoft.com/office/drawing/2014/main" id="{3748FB00-E0E5-4916-93C3-CF9DBEADC7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5147" y="5530432"/>
            <a:ext cx="26347" cy="44278"/>
          </a:xfrm>
          <a:custGeom xmlns:a="http://schemas.openxmlformats.org/drawingml/2006/main">
            <a:pathLst>
              <a:path w="26347" h="44278">
                <a:moveTo>
                  <a:pt x="859" y="39239"/>
                </a:moveTo>
                <a:lnTo>
                  <a:pt x="10640" y="39239"/>
                </a:lnTo>
                <a:lnTo>
                  <a:pt x="10640" y="5453"/>
                </a:lnTo>
                <a:lnTo>
                  <a:pt x="0" y="7587"/>
                </a:lnTo>
                <a:lnTo>
                  <a:pt x="0" y="2134"/>
                </a:lnTo>
                <a:lnTo>
                  <a:pt x="10580" y="0"/>
                </a:lnTo>
                <a:lnTo>
                  <a:pt x="16567" y="0"/>
                </a:lnTo>
                <a:lnTo>
                  <a:pt x="16567" y="39239"/>
                </a:lnTo>
                <a:lnTo>
                  <a:pt x="26347" y="39239"/>
                </a:lnTo>
                <a:lnTo>
                  <a:pt x="26347" y="44278"/>
                </a:lnTo>
                <a:lnTo>
                  <a:pt x="859" y="44278"/>
                </a:lnTo>
                <a:lnTo>
                  <a:pt x="859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1AF9FB-C272-492F-B173-C36068AA1C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1572" y="5329811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99E0C8-8912-4038-AFE8-2D21A4F482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1572" y="5329811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10548" name="Text 10">
            <a:extLst xmlns:a="http://schemas.openxmlformats.org/drawingml/2006/main">
              <a:ext uri="{FF2B5EF4-FFF2-40B4-BE49-F238E27FC236}">
                <a16:creationId xmlns:a16="http://schemas.microsoft.com/office/drawing/2014/main" id="{C8977959-03A9-4B33-A518-98C6EBAE5D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6841" y="5298537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1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1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7" y="41506"/>
                  <a:pt x="86497" y="32833"/>
                </a:cubicBezTo>
                <a:cubicBezTo>
                  <a:pt x="86497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9" y="65625"/>
                  <a:pt x="60706" y="62821"/>
                  <a:pt x="56966" y="57215"/>
                </a:cubicBezTo>
                <a:cubicBezTo>
                  <a:pt x="53227" y="51609"/>
                  <a:pt x="51357" y="43482"/>
                  <a:pt x="51357" y="32833"/>
                </a:cubicBezTo>
                <a:cubicBezTo>
                  <a:pt x="51357" y="22157"/>
                  <a:pt x="53227" y="14016"/>
                  <a:pt x="56966" y="8409"/>
                </a:cubicBezTo>
                <a:cubicBezTo>
                  <a:pt x="60706" y="2803"/>
                  <a:pt x="66119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49" name="Text 2">
            <a:extLst xmlns:a="http://schemas.openxmlformats.org/drawingml/2006/main">
              <a:ext uri="{FF2B5EF4-FFF2-40B4-BE49-F238E27FC236}">
                <a16:creationId xmlns:a16="http://schemas.microsoft.com/office/drawing/2014/main" id="{EEDBC712-BB1A-4BF4-A6D5-A7C9B126F4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2924" y="5284650"/>
            <a:ext cx="28096" cy="45048"/>
          </a:xfrm>
          <a:custGeom xmlns:a="http://schemas.openxmlformats.org/drawingml/2006/main">
            <a:pathLst>
              <a:path w="28096" h="45048">
                <a:moveTo>
                  <a:pt x="7202" y="40010"/>
                </a:moveTo>
                <a:lnTo>
                  <a:pt x="28096" y="40010"/>
                </a:lnTo>
                <a:lnTo>
                  <a:pt x="28096" y="45048"/>
                </a:lnTo>
                <a:lnTo>
                  <a:pt x="0" y="45048"/>
                </a:lnTo>
                <a:lnTo>
                  <a:pt x="0" y="40010"/>
                </a:lnTo>
                <a:cubicBezTo>
                  <a:pt x="2272" y="37659"/>
                  <a:pt x="5369" y="34502"/>
                  <a:pt x="9291" y="30541"/>
                </a:cubicBezTo>
                <a:cubicBezTo>
                  <a:pt x="13213" y="26579"/>
                  <a:pt x="15678" y="24026"/>
                  <a:pt x="16686" y="22880"/>
                </a:cubicBezTo>
                <a:cubicBezTo>
                  <a:pt x="18602" y="20726"/>
                  <a:pt x="19941" y="18903"/>
                  <a:pt x="20701" y="17412"/>
                </a:cubicBezTo>
                <a:cubicBezTo>
                  <a:pt x="21462" y="15920"/>
                  <a:pt x="21842" y="14453"/>
                  <a:pt x="21842" y="13011"/>
                </a:cubicBezTo>
                <a:cubicBezTo>
                  <a:pt x="21842" y="10659"/>
                  <a:pt x="21018" y="8743"/>
                  <a:pt x="19368" y="7261"/>
                </a:cubicBezTo>
                <a:cubicBezTo>
                  <a:pt x="17718" y="5779"/>
                  <a:pt x="15569" y="5038"/>
                  <a:pt x="12922" y="5038"/>
                </a:cubicBezTo>
                <a:cubicBezTo>
                  <a:pt x="11045" y="5038"/>
                  <a:pt x="9064" y="5367"/>
                  <a:pt x="6979" y="6024"/>
                </a:cubicBezTo>
                <a:cubicBezTo>
                  <a:pt x="4895" y="6681"/>
                  <a:pt x="2667" y="7676"/>
                  <a:pt x="296" y="9010"/>
                </a:cubicBezTo>
                <a:lnTo>
                  <a:pt x="296" y="2964"/>
                </a:lnTo>
                <a:cubicBezTo>
                  <a:pt x="2707" y="1986"/>
                  <a:pt x="4959" y="1247"/>
                  <a:pt x="7054" y="748"/>
                </a:cubicBezTo>
                <a:cubicBezTo>
                  <a:pt x="9148" y="249"/>
                  <a:pt x="11064" y="0"/>
                  <a:pt x="12803" y="0"/>
                </a:cubicBezTo>
                <a:cubicBezTo>
                  <a:pt x="17387" y="0"/>
                  <a:pt x="21042" y="1146"/>
                  <a:pt x="23769" y="3438"/>
                </a:cubicBezTo>
                <a:cubicBezTo>
                  <a:pt x="26495" y="5730"/>
                  <a:pt x="27859" y="8792"/>
                  <a:pt x="27859" y="12625"/>
                </a:cubicBezTo>
                <a:cubicBezTo>
                  <a:pt x="27859" y="14443"/>
                  <a:pt x="27518" y="16167"/>
                  <a:pt x="26836" y="17797"/>
                </a:cubicBezTo>
                <a:cubicBezTo>
                  <a:pt x="26155" y="19427"/>
                  <a:pt x="24915" y="21348"/>
                  <a:pt x="23117" y="23561"/>
                </a:cubicBezTo>
                <a:cubicBezTo>
                  <a:pt x="22623" y="24134"/>
                  <a:pt x="21052" y="25789"/>
                  <a:pt x="18405" y="28526"/>
                </a:cubicBezTo>
                <a:cubicBezTo>
                  <a:pt x="15757" y="31262"/>
                  <a:pt x="12023" y="35090"/>
                  <a:pt x="7202" y="4001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124426-9C65-4E45-AE32-0CD28FB947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634005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1B994A-989B-4843-9271-AE7E8F255C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634005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5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628AB9-F1E7-4BF2-B1A1-B79C727E97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633978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F4CFE4-5A6E-4F63-8C8F-88A673D5A2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633978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5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7B7783-FE0F-46BA-A95C-082EAD19BB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633950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F1CC5B-2490-46AE-AA39-B659C6F0A5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633950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5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5A7EB6-185A-4227-BEA0-EF3724FD1D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633923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B6503E-40F7-442D-975E-BB90E5DAEE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633923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5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3E9306-7061-4F39-AA9D-289FB1887D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633896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62F8BF-ABF3-4F6A-83E9-F13C96AF06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633896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5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538FAC-4206-4047-B0D3-3C66E206E1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633869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DED695-9A21-4B1F-9735-98B7E765A7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633869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5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D27700-C567-42A8-8D6B-3393CD3F8B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633841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10679F-FA4A-405A-AF79-752E8E7F59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633841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5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ACE7AF-9000-49B9-AF1C-DA389E1088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633814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1AF09E-7169-4BBB-921C-BB9BED53E3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633814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5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0D1F8E-CF47-48AA-BAFC-97C9F29752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633787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86C5F1-A71F-45FF-81BE-BDABF59DE1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633787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5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9C27FB-E07D-48F8-A99B-8EA7336653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633759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95A02A-1890-4923-AFD1-8FC57E0149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633759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5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2E2AEE-B410-4AE7-AEDD-6598891D5E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633486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A6F3F0-D147-4C95-ACF3-F69544F7A2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633486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5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6B9E94-CF99-46DE-9F6E-41B117987C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633213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3DB209-852F-4B1A-B141-DC5102D725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633213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5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931B0F-3D74-45FF-A1E5-CA602D31ED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632940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0FFFDF-8D74-4FE6-AAF5-089C638424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632940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5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77227B-DCF3-4ADD-A6CF-70A63CB718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632667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17E07E-3D32-40AF-84BD-0F7CF9CBB2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632667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5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DE66FB-55E3-46C4-B7B3-C21E304BED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632394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3F4DC4-F6C5-4A36-8DA5-BB927FEC69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632394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5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A3DC1C-7678-4B16-9D1D-EAF428CD08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632121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50FA61-1002-4564-9648-E0DC1764E1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632121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5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321708-D38B-4FB6-BBEE-6174AAD3E1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631847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FFA916-8B50-4396-BF78-E2B341A87A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631847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5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7AF821-0BD4-464E-B08F-BEF2C2BA1F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631574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A18DD4-47B6-4E79-9993-19EB983331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631574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5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42B031-7384-4C15-8147-4607EFE219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631301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C08B6E-8CD6-4AC5-8D8A-290D5144A3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631301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5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F1AE7F-EF5B-4B48-BEE2-09C6B69F8C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628570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1F1D68-F2D2-40AC-A414-D97E15673D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628570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5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582D1A-DB37-44C4-94AE-7862AB9745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625839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371183-8D5C-48C1-B0B1-8A36AD0311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625839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5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DB4C10-3B8A-4AD5-941F-5CBA0A5505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623108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283E7A-6A92-4251-915E-31DC3F462E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623108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5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B50417-CBA3-4F5C-A6B3-733855735E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620377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EFA1DE-9631-46AA-85AA-3AB8B282BA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620377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5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F2E4FF-3578-49E0-A60E-283534EB5C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617646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23FDCD-02FA-4626-B34B-AECF4063DA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617646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5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D0F226-2804-4C5E-9D4F-2BF0879D7F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614914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0547B6-5064-4C1C-9E13-BFF855A7D9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614914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6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50DFAC-71E8-4D56-94F0-203AA43C77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612183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EF3174-55C5-4C5A-80B5-A61527B6E0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612183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6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A0E811-23B8-4E38-9DD2-07C0575355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609452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3DFF17-00DD-4D3E-802F-0B07775E01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609452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6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07C115-CC39-4F71-9C3D-0F8213D067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606721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36A809-76B4-4F3E-B5F5-77F96AB3CD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606721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6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580124-0637-4040-9468-DB6290EECA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99322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87CD0D-B726-4F98-BBE9-2615237A3A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99322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6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6F2CD5-4DAE-47BD-B1DA-484F2D4964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94993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B669BE-92FE-44D1-BDDD-2408EEFA0F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94993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6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DF90E0-2815-4F5E-994E-EFBDCD7C93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91922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17D61F-7D82-4268-B0B1-AE62D17F2D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91922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6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ED4F13-DBA6-43DE-8089-50715D0674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89540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0B6959-AA66-49BD-9976-221EE6FCDE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89540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6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602CB0-C2CB-4014-905C-747385F9DA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87594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66FD71-ED9A-4BD6-B373-96BEBE357F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87594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6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E76841-6A2F-4689-B165-53F0869335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85948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3802FC-F51E-4FCD-B5D5-AD88F964AB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85948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6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1A8D5A-71AE-48B8-B77F-BB1519E6CF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84523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E1BC8A-0B9A-4646-8726-91AF006097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84523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6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01BAC1-B255-40BE-8886-268BB11549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83266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0519C1-09B7-4237-8BB4-310039F71D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83266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6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3823F5-4FD2-4579-9A6A-17772920F9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82141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E7B177-0957-40D8-861F-485D289E80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82141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6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D5FECC-E2D0-4907-B332-EB46A7A27D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74742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E6CDA5-5241-4D7D-B5FE-D903AD97E8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74742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6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B04408-56CA-48E7-9096-BBDFF1F776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70413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5A6EA7-7D49-4B49-969E-8A64225A57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70413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6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096CF0-89C7-4BE7-80A9-01FE8D2144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67342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445BFA-9033-4B8F-8B74-879CBCD8C1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67342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6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5DD64E-FE1B-4052-B3F1-CA578B9EB3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64960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6BD182-124F-4015-8CFA-CA26929F01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64960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6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C400AE-C6DF-4319-95A8-4307A3A9B4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63014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CF54DA-7CCE-4B03-92F0-CD65D5E951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63014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6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1703DC-7D60-4011-BD0C-9C46AFBDE4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61368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4D2A51-F364-4836-AA31-CFFD24619F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61368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6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519135-0DDE-41A4-8430-8571FC6C40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59943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F32DA1-FC53-4669-ACF3-0B50B89BDC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59943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6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048246-A63F-41AF-B2A9-688A642FA8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58686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2F1C78-7467-430E-8A95-52C1715EE0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58686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6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5FB87D-54D4-426D-B1AF-8CDA900170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57561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913E08-375A-4483-BB28-AB7D903BA8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57561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6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52F09C-4CB6-45F8-A6AF-D57C9AC56A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50161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513EF2-DC20-4BBC-9310-A9E3CC5D01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50161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6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43D7B8-DCEB-4BBB-AF22-8A8BF288CD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45833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02411C-AE07-498F-96A0-29D93CB8E9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45833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6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7F7D1F-20F9-4EB0-91A8-F31DC3C7F8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42762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F15D80-5A3D-461B-BF27-54087EBF88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42762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6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E51AF6-B92D-49D0-B8FA-F048E79D68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40380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354E70-A42D-4BA6-9A21-B4F1ABA076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40380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6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263597-59AD-4B47-BC2E-B90CECDB8C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38434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75B2B9-267B-4798-9EEF-ED39AA2690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38434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6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AECB47-8680-4E24-86CB-FF1C5404C3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36788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83AB38-522B-466B-A1E4-2F9772885D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36788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6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74A26A-A9DA-4182-BDF9-7E2119135D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35363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14B631-25FA-4581-B844-74C979080C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35363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6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C883B4-7420-4FF9-A4E4-2FE671439D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34105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EBB199-51F2-4CDE-9331-A61CF7E138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34105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6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BB635E-316D-42C7-85D2-B93409EC7D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32981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E3C80E-2709-4EE4-A1E2-62D04889E4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32981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6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99920A-68FD-448F-8EAF-0CDC29DB0E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25581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1B511C-AD34-4ADE-B0CC-F8F0698BC5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25581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6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3AD29F-4ABC-4F3D-AB65-BF0CCE2E39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21253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DCF31E-1A69-4EAA-A3CA-8D3343E1B2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21253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6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50B334-1677-4864-8FB6-759B5B46B6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18182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44C67C-537C-44D0-91D7-E77EB6BF98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18182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6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D41091-A177-4D05-BC1B-5A3C141E1F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15800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EB8E83-006D-4EB7-A75A-FD63AF4A1F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15800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6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3523E3-48E0-40B4-8B08-013298A0C3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13854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FEC6C4-D181-464C-9609-630CEAD08B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8797" y="513854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670" name="Text J">
            <a:extLst xmlns:a="http://schemas.openxmlformats.org/drawingml/2006/main">
              <a:ext uri="{FF2B5EF4-FFF2-40B4-BE49-F238E27FC236}">
                <a16:creationId xmlns:a16="http://schemas.microsoft.com/office/drawing/2014/main" id="{AA6AA616-8BD3-4E9C-BFF5-4C472322C8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036" y="5795624"/>
            <a:ext cx="94048" cy="25142"/>
          </a:xfrm>
          <a:custGeom xmlns:a="http://schemas.openxmlformats.org/drawingml/2006/main">
            <a:pathLst>
              <a:path w="94048" h="25142">
                <a:moveTo>
                  <a:pt x="0" y="9978"/>
                </a:moveTo>
                <a:lnTo>
                  <a:pt x="0" y="0"/>
                </a:lnTo>
                <a:lnTo>
                  <a:pt x="68650" y="0"/>
                </a:lnTo>
                <a:cubicBezTo>
                  <a:pt x="77544" y="0"/>
                  <a:pt x="84000" y="1688"/>
                  <a:pt x="88019" y="5063"/>
                </a:cubicBezTo>
                <a:cubicBezTo>
                  <a:pt x="92038" y="8438"/>
                  <a:pt x="94048" y="13863"/>
                  <a:pt x="94048" y="21339"/>
                </a:cubicBezTo>
                <a:lnTo>
                  <a:pt x="94048" y="25142"/>
                </a:lnTo>
                <a:lnTo>
                  <a:pt x="85651" y="25142"/>
                </a:lnTo>
                <a:lnTo>
                  <a:pt x="85651" y="22030"/>
                </a:lnTo>
                <a:cubicBezTo>
                  <a:pt x="85651" y="17617"/>
                  <a:pt x="84415" y="14506"/>
                  <a:pt x="81943" y="12694"/>
                </a:cubicBezTo>
                <a:cubicBezTo>
                  <a:pt x="79472" y="10883"/>
                  <a:pt x="75041" y="9978"/>
                  <a:pt x="68650" y="9978"/>
                </a:cubicBezTo>
                <a:lnTo>
                  <a:pt x="0" y="9978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71" name="Text F">
            <a:extLst xmlns:a="http://schemas.openxmlformats.org/drawingml/2006/main">
              <a:ext uri="{FF2B5EF4-FFF2-40B4-BE49-F238E27FC236}">
                <a16:creationId xmlns:a16="http://schemas.microsoft.com/office/drawing/2014/main" id="{72EF112B-A780-477D-8685-6AB1075ED6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036" y="5733379"/>
            <a:ext cx="73796" cy="42381"/>
          </a:xfrm>
          <a:custGeom xmlns:a="http://schemas.openxmlformats.org/drawingml/2006/main">
            <a:pathLst>
              <a:path w="73796" h="42381">
                <a:moveTo>
                  <a:pt x="0" y="42381"/>
                </a:moveTo>
                <a:lnTo>
                  <a:pt x="0" y="0"/>
                </a:lnTo>
                <a:lnTo>
                  <a:pt x="8397" y="0"/>
                </a:lnTo>
                <a:lnTo>
                  <a:pt x="8397" y="32403"/>
                </a:lnTo>
                <a:lnTo>
                  <a:pt x="30131" y="32403"/>
                </a:lnTo>
                <a:lnTo>
                  <a:pt x="30131" y="3161"/>
                </a:lnTo>
                <a:lnTo>
                  <a:pt x="38528" y="3161"/>
                </a:lnTo>
                <a:lnTo>
                  <a:pt x="38528" y="32403"/>
                </a:lnTo>
                <a:lnTo>
                  <a:pt x="73796" y="32403"/>
                </a:lnTo>
                <a:lnTo>
                  <a:pt x="73796" y="42381"/>
                </a:lnTo>
                <a:lnTo>
                  <a:pt x="0" y="42381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72" name="Text S">
            <a:extLst xmlns:a="http://schemas.openxmlformats.org/drawingml/2006/main">
              <a:ext uri="{FF2B5EF4-FFF2-40B4-BE49-F238E27FC236}">
                <a16:creationId xmlns:a16="http://schemas.microsoft.com/office/drawing/2014/main" id="{5A3C3266-D7CE-4DEA-AD7D-29C6095CA2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751" y="5668938"/>
            <a:ext cx="76562" cy="51914"/>
          </a:xfrm>
          <a:custGeom xmlns:a="http://schemas.openxmlformats.org/drawingml/2006/main">
            <a:pathLst>
              <a:path w="76562" h="51914">
                <a:moveTo>
                  <a:pt x="3754" y="4446"/>
                </a:moveTo>
                <a:lnTo>
                  <a:pt x="13534" y="4446"/>
                </a:lnTo>
                <a:cubicBezTo>
                  <a:pt x="11707" y="8232"/>
                  <a:pt x="10344" y="11805"/>
                  <a:pt x="9447" y="15164"/>
                </a:cubicBezTo>
                <a:cubicBezTo>
                  <a:pt x="8549" y="18523"/>
                  <a:pt x="8101" y="21767"/>
                  <a:pt x="8101" y="24895"/>
                </a:cubicBezTo>
                <a:cubicBezTo>
                  <a:pt x="8101" y="30328"/>
                  <a:pt x="9156" y="34519"/>
                  <a:pt x="11267" y="37466"/>
                </a:cubicBezTo>
                <a:cubicBezTo>
                  <a:pt x="13376" y="40413"/>
                  <a:pt x="16376" y="41887"/>
                  <a:pt x="20267" y="41887"/>
                </a:cubicBezTo>
                <a:cubicBezTo>
                  <a:pt x="23532" y="41887"/>
                  <a:pt x="25997" y="40907"/>
                  <a:pt x="27663" y="38948"/>
                </a:cubicBezTo>
                <a:cubicBezTo>
                  <a:pt x="29328" y="36989"/>
                  <a:pt x="30671" y="33276"/>
                  <a:pt x="31693" y="27809"/>
                </a:cubicBezTo>
                <a:lnTo>
                  <a:pt x="32926" y="21783"/>
                </a:lnTo>
                <a:cubicBezTo>
                  <a:pt x="34343" y="14341"/>
                  <a:pt x="36839" y="8850"/>
                  <a:pt x="40414" y="5310"/>
                </a:cubicBezTo>
                <a:cubicBezTo>
                  <a:pt x="43988" y="1770"/>
                  <a:pt x="48773" y="0"/>
                  <a:pt x="54770" y="0"/>
                </a:cubicBezTo>
                <a:cubicBezTo>
                  <a:pt x="61918" y="0"/>
                  <a:pt x="67338" y="2396"/>
                  <a:pt x="71028" y="7187"/>
                </a:cubicBezTo>
                <a:cubicBezTo>
                  <a:pt x="74717" y="11978"/>
                  <a:pt x="76562" y="19001"/>
                  <a:pt x="76562" y="28254"/>
                </a:cubicBezTo>
                <a:cubicBezTo>
                  <a:pt x="76562" y="31744"/>
                  <a:pt x="76163" y="35457"/>
                  <a:pt x="75364" y="39392"/>
                </a:cubicBezTo>
                <a:cubicBezTo>
                  <a:pt x="74566" y="43328"/>
                  <a:pt x="73384" y="47403"/>
                  <a:pt x="71820" y="51618"/>
                </a:cubicBezTo>
                <a:lnTo>
                  <a:pt x="61546" y="51618"/>
                </a:lnTo>
                <a:cubicBezTo>
                  <a:pt x="63835" y="47567"/>
                  <a:pt x="65559" y="43599"/>
                  <a:pt x="66720" y="39713"/>
                </a:cubicBezTo>
                <a:cubicBezTo>
                  <a:pt x="67881" y="35828"/>
                  <a:pt x="68461" y="32008"/>
                  <a:pt x="68461" y="28254"/>
                </a:cubicBezTo>
                <a:cubicBezTo>
                  <a:pt x="68461" y="22557"/>
                  <a:pt x="67341" y="18161"/>
                  <a:pt x="65099" y="15065"/>
                </a:cubicBezTo>
                <a:cubicBezTo>
                  <a:pt x="62857" y="11970"/>
                  <a:pt x="59659" y="10422"/>
                  <a:pt x="55506" y="10422"/>
                </a:cubicBezTo>
                <a:cubicBezTo>
                  <a:pt x="51880" y="10422"/>
                  <a:pt x="49044" y="11534"/>
                  <a:pt x="47001" y="13756"/>
                </a:cubicBezTo>
                <a:cubicBezTo>
                  <a:pt x="44956" y="15979"/>
                  <a:pt x="43423" y="19626"/>
                  <a:pt x="42401" y="24697"/>
                </a:cubicBezTo>
                <a:lnTo>
                  <a:pt x="41217" y="30773"/>
                </a:lnTo>
                <a:cubicBezTo>
                  <a:pt x="39734" y="38215"/>
                  <a:pt x="37411" y="43599"/>
                  <a:pt x="34249" y="46925"/>
                </a:cubicBezTo>
                <a:cubicBezTo>
                  <a:pt x="31086" y="50251"/>
                  <a:pt x="26687" y="51914"/>
                  <a:pt x="21053" y="51914"/>
                </a:cubicBezTo>
                <a:cubicBezTo>
                  <a:pt x="14530" y="51914"/>
                  <a:pt x="9390" y="49617"/>
                  <a:pt x="5634" y="45023"/>
                </a:cubicBezTo>
                <a:cubicBezTo>
                  <a:pt x="1878" y="40430"/>
                  <a:pt x="0" y="34099"/>
                  <a:pt x="0" y="26031"/>
                </a:cubicBezTo>
                <a:cubicBezTo>
                  <a:pt x="0" y="22573"/>
                  <a:pt x="313" y="19050"/>
                  <a:pt x="938" y="15461"/>
                </a:cubicBezTo>
                <a:cubicBezTo>
                  <a:pt x="1564" y="11871"/>
                  <a:pt x="2503" y="8200"/>
                  <a:pt x="3754" y="4446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ECFF49-2CE8-4593-9241-C48CEBCBB8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3249" y="5138540"/>
            <a:ext cx="1612790" cy="1201788"/>
          </a:xfrm>
          <a:custGeom xmlns:a="http://schemas.openxmlformats.org/drawingml/2006/main">
            <a:pathLst>
              <a:path w="1612790" h="1201788" fill="none">
                <a:moveTo>
                  <a:pt x="0" y="1201788"/>
                </a:moveTo>
                <a:lnTo>
                  <a:pt x="1612790" y="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sq">
            <a:solidFill>
              <a:srgbClr val="000000"/>
            </a:solidFill>
            <a:round/>
          </a:ln>
        </p:spPr>
      </p:sp>
      <p:sp>
        <p:nvSpPr>
          <p:cNvPr id="106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18C00D-8FA9-4A18-B61B-5A41A85A62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3249" y="5138540"/>
            <a:ext cx="10" cy="1201788"/>
          </a:xfrm>
          <a:custGeom xmlns:a="http://schemas.openxmlformats.org/drawingml/2006/main">
            <a:pathLst>
              <a:path w="1" h="1201788" fill="none">
                <a:moveTo>
                  <a:pt x="0" y="1201788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106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ADC8A4-A1B0-4BC2-9558-6E5809C08D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46039" y="5138540"/>
            <a:ext cx="10" cy="1201788"/>
          </a:xfrm>
          <a:custGeom xmlns:a="http://schemas.openxmlformats.org/drawingml/2006/main">
            <a:pathLst>
              <a:path w="1" h="1201788" fill="none">
                <a:moveTo>
                  <a:pt x="0" y="1201788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106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11352C-25D2-4F6D-A5E6-5639ADF147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3249" y="6340328"/>
            <a:ext cx="1612790" cy="10"/>
          </a:xfrm>
          <a:custGeom xmlns:a="http://schemas.openxmlformats.org/drawingml/2006/main">
            <a:pathLst>
              <a:path w="1612790" h="1" fill="none">
                <a:moveTo>
                  <a:pt x="0" y="0"/>
                </a:moveTo>
                <a:lnTo>
                  <a:pt x="161279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106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E5C774-8FF0-4849-B19E-85DB37E306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3249" y="5138540"/>
            <a:ext cx="1612790" cy="10"/>
          </a:xfrm>
          <a:custGeom xmlns:a="http://schemas.openxmlformats.org/drawingml/2006/main">
            <a:pathLst>
              <a:path w="1612790" h="1" fill="none">
                <a:moveTo>
                  <a:pt x="0" y="0"/>
                </a:moveTo>
                <a:lnTo>
                  <a:pt x="161279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10678" name="Text 164">
            <a:extLst xmlns:a="http://schemas.openxmlformats.org/drawingml/2006/main">
              <a:ext uri="{FF2B5EF4-FFF2-40B4-BE49-F238E27FC236}">
                <a16:creationId xmlns:a16="http://schemas.microsoft.com/office/drawing/2014/main" id="{1B8DEE89-A209-4884-9A1B-98EED7AAA5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95230" y="5518208"/>
            <a:ext cx="377665" cy="164061"/>
          </a:xfrm>
          <a:custGeom xmlns:a="http://schemas.openxmlformats.org/drawingml/2006/main">
            <a:pathLst>
              <a:path w="377665" h="164061">
                <a:moveTo>
                  <a:pt x="3070" y="142892"/>
                </a:moveTo>
                <a:lnTo>
                  <a:pt x="37999" y="142892"/>
                </a:lnTo>
                <a:lnTo>
                  <a:pt x="37999" y="22228"/>
                </a:lnTo>
                <a:lnTo>
                  <a:pt x="0" y="29849"/>
                </a:lnTo>
                <a:lnTo>
                  <a:pt x="0" y="10373"/>
                </a:lnTo>
                <a:lnTo>
                  <a:pt x="37787" y="2752"/>
                </a:lnTo>
                <a:lnTo>
                  <a:pt x="59168" y="2752"/>
                </a:lnTo>
                <a:lnTo>
                  <a:pt x="59168" y="142892"/>
                </a:lnTo>
                <a:lnTo>
                  <a:pt x="94097" y="142892"/>
                </a:lnTo>
                <a:lnTo>
                  <a:pt x="94097" y="160886"/>
                </a:lnTo>
                <a:lnTo>
                  <a:pt x="3070" y="160886"/>
                </a:lnTo>
                <a:lnTo>
                  <a:pt x="3070" y="142892"/>
                </a:lnTo>
                <a:close/>
                <a:moveTo>
                  <a:pt x="185604" y="73457"/>
                </a:moveTo>
                <a:cubicBezTo>
                  <a:pt x="176007" y="73457"/>
                  <a:pt x="168404" y="76738"/>
                  <a:pt x="162794" y="83301"/>
                </a:cubicBezTo>
                <a:cubicBezTo>
                  <a:pt x="157184" y="89863"/>
                  <a:pt x="154380" y="98860"/>
                  <a:pt x="154380" y="110292"/>
                </a:cubicBezTo>
                <a:cubicBezTo>
                  <a:pt x="154380" y="121652"/>
                  <a:pt x="157184" y="130632"/>
                  <a:pt x="162794" y="137229"/>
                </a:cubicBezTo>
                <a:cubicBezTo>
                  <a:pt x="168404" y="143827"/>
                  <a:pt x="176007" y="147126"/>
                  <a:pt x="185604" y="147126"/>
                </a:cubicBezTo>
                <a:cubicBezTo>
                  <a:pt x="195201" y="147126"/>
                  <a:pt x="202804" y="143827"/>
                  <a:pt x="208414" y="137229"/>
                </a:cubicBezTo>
                <a:cubicBezTo>
                  <a:pt x="214024" y="130632"/>
                  <a:pt x="216829" y="121652"/>
                  <a:pt x="216829" y="110292"/>
                </a:cubicBezTo>
                <a:cubicBezTo>
                  <a:pt x="216829" y="98860"/>
                  <a:pt x="214024" y="89863"/>
                  <a:pt x="208414" y="83301"/>
                </a:cubicBezTo>
                <a:cubicBezTo>
                  <a:pt x="202804" y="76738"/>
                  <a:pt x="195201" y="73457"/>
                  <a:pt x="185604" y="73457"/>
                </a:cubicBezTo>
                <a:moveTo>
                  <a:pt x="228048" y="6351"/>
                </a:moveTo>
                <a:lnTo>
                  <a:pt x="228048" y="25826"/>
                </a:lnTo>
                <a:cubicBezTo>
                  <a:pt x="222686" y="23286"/>
                  <a:pt x="217270" y="21346"/>
                  <a:pt x="211801" y="20005"/>
                </a:cubicBezTo>
                <a:cubicBezTo>
                  <a:pt x="206332" y="18664"/>
                  <a:pt x="200917" y="17994"/>
                  <a:pt x="195554" y="17994"/>
                </a:cubicBezTo>
                <a:cubicBezTo>
                  <a:pt x="181441" y="17994"/>
                  <a:pt x="170662" y="22766"/>
                  <a:pt x="163218" y="32310"/>
                </a:cubicBezTo>
                <a:cubicBezTo>
                  <a:pt x="155773" y="41853"/>
                  <a:pt x="151522" y="56275"/>
                  <a:pt x="150463" y="75574"/>
                </a:cubicBezTo>
                <a:cubicBezTo>
                  <a:pt x="154626" y="69435"/>
                  <a:pt x="159848" y="64725"/>
                  <a:pt x="166128" y="61444"/>
                </a:cubicBezTo>
                <a:cubicBezTo>
                  <a:pt x="172409" y="58162"/>
                  <a:pt x="179324" y="56522"/>
                  <a:pt x="186874" y="56522"/>
                </a:cubicBezTo>
                <a:cubicBezTo>
                  <a:pt x="202751" y="56522"/>
                  <a:pt x="215294" y="61338"/>
                  <a:pt x="224503" y="70970"/>
                </a:cubicBezTo>
                <a:cubicBezTo>
                  <a:pt x="233711" y="80602"/>
                  <a:pt x="238315" y="93709"/>
                  <a:pt x="238315" y="110292"/>
                </a:cubicBezTo>
                <a:cubicBezTo>
                  <a:pt x="238315" y="126521"/>
                  <a:pt x="233517" y="139540"/>
                  <a:pt x="223920" y="149349"/>
                </a:cubicBezTo>
                <a:cubicBezTo>
                  <a:pt x="214324" y="159157"/>
                  <a:pt x="201552" y="164061"/>
                  <a:pt x="185604" y="164061"/>
                </a:cubicBezTo>
                <a:cubicBezTo>
                  <a:pt x="167328" y="164061"/>
                  <a:pt x="153356" y="157054"/>
                  <a:pt x="143689" y="143038"/>
                </a:cubicBezTo>
                <a:cubicBezTo>
                  <a:pt x="134022" y="129022"/>
                  <a:pt x="129188" y="108704"/>
                  <a:pt x="129188" y="82084"/>
                </a:cubicBezTo>
                <a:cubicBezTo>
                  <a:pt x="129188" y="57089"/>
                  <a:pt x="135116" y="37160"/>
                  <a:pt x="146970" y="22297"/>
                </a:cubicBezTo>
                <a:cubicBezTo>
                  <a:pt x="158825" y="7432"/>
                  <a:pt x="174737" y="0"/>
                  <a:pt x="194707" y="0"/>
                </a:cubicBezTo>
                <a:cubicBezTo>
                  <a:pt x="200070" y="0"/>
                  <a:pt x="205486" y="529"/>
                  <a:pt x="210954" y="1588"/>
                </a:cubicBezTo>
                <a:cubicBezTo>
                  <a:pt x="216423" y="2646"/>
                  <a:pt x="222121" y="4234"/>
                  <a:pt x="228048" y="6351"/>
                </a:cubicBezTo>
                <a:close/>
                <a:moveTo>
                  <a:pt x="333845" y="21401"/>
                </a:moveTo>
                <a:lnTo>
                  <a:pt x="279863" y="105846"/>
                </a:lnTo>
                <a:lnTo>
                  <a:pt x="333845" y="105846"/>
                </a:lnTo>
                <a:lnTo>
                  <a:pt x="333845" y="21401"/>
                </a:lnTo>
                <a:moveTo>
                  <a:pt x="328235" y="2752"/>
                </a:moveTo>
                <a:lnTo>
                  <a:pt x="355120" y="2752"/>
                </a:lnTo>
                <a:lnTo>
                  <a:pt x="355120" y="105846"/>
                </a:lnTo>
                <a:lnTo>
                  <a:pt x="377665" y="105846"/>
                </a:lnTo>
                <a:lnTo>
                  <a:pt x="377665" y="123628"/>
                </a:lnTo>
                <a:lnTo>
                  <a:pt x="355120" y="123628"/>
                </a:lnTo>
                <a:lnTo>
                  <a:pt x="355120" y="160886"/>
                </a:lnTo>
                <a:lnTo>
                  <a:pt x="333845" y="160886"/>
                </a:lnTo>
                <a:lnTo>
                  <a:pt x="333845" y="123628"/>
                </a:lnTo>
                <a:lnTo>
                  <a:pt x="262504" y="123628"/>
                </a:lnTo>
                <a:lnTo>
                  <a:pt x="262504" y="102972"/>
                </a:lnTo>
                <a:lnTo>
                  <a:pt x="328235" y="2752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79" name="Text 11">
            <a:extLst xmlns:a="http://schemas.openxmlformats.org/drawingml/2006/main">
              <a:ext uri="{FF2B5EF4-FFF2-40B4-BE49-F238E27FC236}">
                <a16:creationId xmlns:a16="http://schemas.microsoft.com/office/drawing/2014/main" id="{61844FD1-7D03-48D0-8D3B-54662AE643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86771" y="5761317"/>
            <a:ext cx="231965" cy="158134"/>
          </a:xfrm>
          <a:custGeom xmlns:a="http://schemas.openxmlformats.org/drawingml/2006/main">
            <a:pathLst>
              <a:path w="231965" h="158134">
                <a:moveTo>
                  <a:pt x="3070" y="140140"/>
                </a:moveTo>
                <a:lnTo>
                  <a:pt x="37999" y="140140"/>
                </a:lnTo>
                <a:lnTo>
                  <a:pt x="37999" y="19476"/>
                </a:lnTo>
                <a:lnTo>
                  <a:pt x="0" y="27097"/>
                </a:lnTo>
                <a:lnTo>
                  <a:pt x="0" y="7621"/>
                </a:lnTo>
                <a:lnTo>
                  <a:pt x="37787" y="0"/>
                </a:lnTo>
                <a:lnTo>
                  <a:pt x="59168" y="0"/>
                </a:lnTo>
                <a:lnTo>
                  <a:pt x="59168" y="140140"/>
                </a:lnTo>
                <a:lnTo>
                  <a:pt x="94097" y="140140"/>
                </a:lnTo>
                <a:lnTo>
                  <a:pt x="94097" y="158134"/>
                </a:lnTo>
                <a:lnTo>
                  <a:pt x="3070" y="158134"/>
                </a:lnTo>
                <a:lnTo>
                  <a:pt x="3070" y="140140"/>
                </a:lnTo>
                <a:close/>
                <a:moveTo>
                  <a:pt x="140937" y="140140"/>
                </a:moveTo>
                <a:lnTo>
                  <a:pt x="175866" y="140140"/>
                </a:lnTo>
                <a:lnTo>
                  <a:pt x="175866" y="19476"/>
                </a:lnTo>
                <a:lnTo>
                  <a:pt x="137868" y="27097"/>
                </a:lnTo>
                <a:lnTo>
                  <a:pt x="137868" y="7621"/>
                </a:lnTo>
                <a:lnTo>
                  <a:pt x="175655" y="0"/>
                </a:lnTo>
                <a:lnTo>
                  <a:pt x="197035" y="0"/>
                </a:lnTo>
                <a:lnTo>
                  <a:pt x="197035" y="140140"/>
                </a:lnTo>
                <a:lnTo>
                  <a:pt x="231965" y="140140"/>
                </a:lnTo>
                <a:lnTo>
                  <a:pt x="231965" y="158134"/>
                </a:lnTo>
                <a:lnTo>
                  <a:pt x="140937" y="158134"/>
                </a:lnTo>
                <a:lnTo>
                  <a:pt x="140937" y="140140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80" name="Text 2.36Xspeedup">
            <a:extLst xmlns:a="http://schemas.openxmlformats.org/drawingml/2006/main">
              <a:ext uri="{FF2B5EF4-FFF2-40B4-BE49-F238E27FC236}">
                <a16:creationId xmlns:a16="http://schemas.microsoft.com/office/drawing/2014/main" id="{313A9C20-A9B5-4409-B0DF-8146A42F80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13267" y="5007347"/>
            <a:ext cx="854471" cy="111886"/>
          </a:xfrm>
          <a:custGeom xmlns:a="http://schemas.openxmlformats.org/drawingml/2006/main">
            <a:pathLst>
              <a:path w="854471" h="111886">
                <a:moveTo>
                  <a:pt x="13718" y="78241"/>
                </a:moveTo>
                <a:lnTo>
                  <a:pt x="53516" y="78241"/>
                </a:lnTo>
                <a:lnTo>
                  <a:pt x="53516" y="87838"/>
                </a:lnTo>
                <a:lnTo>
                  <a:pt x="0" y="87838"/>
                </a:lnTo>
                <a:lnTo>
                  <a:pt x="0" y="78241"/>
                </a:lnTo>
                <a:cubicBezTo>
                  <a:pt x="4328" y="73763"/>
                  <a:pt x="10227" y="67751"/>
                  <a:pt x="17697" y="60205"/>
                </a:cubicBezTo>
                <a:cubicBezTo>
                  <a:pt x="25168" y="52660"/>
                  <a:pt x="29863" y="47795"/>
                  <a:pt x="31782" y="45613"/>
                </a:cubicBezTo>
                <a:cubicBezTo>
                  <a:pt x="35433" y="41510"/>
                  <a:pt x="37982" y="38039"/>
                  <a:pt x="39431" y="35197"/>
                </a:cubicBezTo>
                <a:cubicBezTo>
                  <a:pt x="40880" y="32356"/>
                  <a:pt x="41605" y="29562"/>
                  <a:pt x="41605" y="26814"/>
                </a:cubicBezTo>
                <a:cubicBezTo>
                  <a:pt x="41605" y="22336"/>
                  <a:pt x="40033" y="18685"/>
                  <a:pt x="36891" y="15863"/>
                </a:cubicBezTo>
                <a:cubicBezTo>
                  <a:pt x="33748" y="13040"/>
                  <a:pt x="29656" y="11629"/>
                  <a:pt x="24613" y="11629"/>
                </a:cubicBezTo>
                <a:cubicBezTo>
                  <a:pt x="21038" y="11629"/>
                  <a:pt x="17265" y="12255"/>
                  <a:pt x="13294" y="13506"/>
                </a:cubicBezTo>
                <a:cubicBezTo>
                  <a:pt x="9324" y="14757"/>
                  <a:pt x="5081" y="16653"/>
                  <a:pt x="565" y="19193"/>
                </a:cubicBezTo>
                <a:lnTo>
                  <a:pt x="565" y="7677"/>
                </a:lnTo>
                <a:cubicBezTo>
                  <a:pt x="5156" y="5814"/>
                  <a:pt x="9446" y="4408"/>
                  <a:pt x="13435" y="3458"/>
                </a:cubicBezTo>
                <a:cubicBezTo>
                  <a:pt x="17425" y="2507"/>
                  <a:pt x="21075" y="2032"/>
                  <a:pt x="24387" y="2032"/>
                </a:cubicBezTo>
                <a:cubicBezTo>
                  <a:pt x="33118" y="2032"/>
                  <a:pt x="40080" y="4215"/>
                  <a:pt x="45274" y="8581"/>
                </a:cubicBezTo>
                <a:cubicBezTo>
                  <a:pt x="50467" y="12946"/>
                  <a:pt x="53064" y="18779"/>
                  <a:pt x="53064" y="26080"/>
                </a:cubicBezTo>
                <a:cubicBezTo>
                  <a:pt x="53064" y="29543"/>
                  <a:pt x="52415" y="32826"/>
                  <a:pt x="51117" y="35931"/>
                </a:cubicBezTo>
                <a:cubicBezTo>
                  <a:pt x="49818" y="39036"/>
                  <a:pt x="47457" y="42696"/>
                  <a:pt x="44032" y="46911"/>
                </a:cubicBezTo>
                <a:cubicBezTo>
                  <a:pt x="43091" y="48002"/>
                  <a:pt x="40099" y="51154"/>
                  <a:pt x="35056" y="56367"/>
                </a:cubicBezTo>
                <a:cubicBezTo>
                  <a:pt x="30013" y="61579"/>
                  <a:pt x="22900" y="68871"/>
                  <a:pt x="13718" y="78241"/>
                </a:cubicBezTo>
                <a:close/>
                <a:moveTo>
                  <a:pt x="77425" y="73500"/>
                </a:moveTo>
                <a:lnTo>
                  <a:pt x="89336" y="73500"/>
                </a:lnTo>
                <a:lnTo>
                  <a:pt x="89336" y="87838"/>
                </a:lnTo>
                <a:lnTo>
                  <a:pt x="77425" y="87838"/>
                </a:lnTo>
                <a:lnTo>
                  <a:pt x="77425" y="73500"/>
                </a:lnTo>
                <a:close/>
                <a:moveTo>
                  <a:pt x="148737" y="42338"/>
                </a:moveTo>
                <a:cubicBezTo>
                  <a:pt x="154194" y="43507"/>
                  <a:pt x="158456" y="45941"/>
                  <a:pt x="161524" y="49638"/>
                </a:cubicBezTo>
                <a:cubicBezTo>
                  <a:pt x="164591" y="53335"/>
                  <a:pt x="166124" y="57899"/>
                  <a:pt x="166124" y="63331"/>
                </a:cubicBezTo>
                <a:cubicBezTo>
                  <a:pt x="166124" y="71668"/>
                  <a:pt x="163264" y="78120"/>
                  <a:pt x="157544" y="82685"/>
                </a:cubicBezTo>
                <a:cubicBezTo>
                  <a:pt x="151823" y="87250"/>
                  <a:pt x="143694" y="89532"/>
                  <a:pt x="133157" y="89532"/>
                </a:cubicBezTo>
                <a:cubicBezTo>
                  <a:pt x="129619" y="89532"/>
                  <a:pt x="125978" y="89184"/>
                  <a:pt x="122234" y="88487"/>
                </a:cubicBezTo>
                <a:cubicBezTo>
                  <a:pt x="118489" y="87791"/>
                  <a:pt x="114622" y="86747"/>
                  <a:pt x="110633" y="85354"/>
                </a:cubicBezTo>
                <a:lnTo>
                  <a:pt x="110633" y="74290"/>
                </a:lnTo>
                <a:cubicBezTo>
                  <a:pt x="113794" y="76153"/>
                  <a:pt x="117256" y="77559"/>
                  <a:pt x="121020" y="78510"/>
                </a:cubicBezTo>
                <a:cubicBezTo>
                  <a:pt x="124783" y="79460"/>
                  <a:pt x="128716" y="79935"/>
                  <a:pt x="132818" y="79935"/>
                </a:cubicBezTo>
                <a:cubicBezTo>
                  <a:pt x="139969" y="79935"/>
                  <a:pt x="145416" y="78519"/>
                  <a:pt x="149161" y="75687"/>
                </a:cubicBezTo>
                <a:cubicBezTo>
                  <a:pt x="152905" y="72854"/>
                  <a:pt x="154778" y="68737"/>
                  <a:pt x="154778" y="63337"/>
                </a:cubicBezTo>
                <a:cubicBezTo>
                  <a:pt x="154778" y="58352"/>
                  <a:pt x="153037" y="54454"/>
                  <a:pt x="149556" y="51641"/>
                </a:cubicBezTo>
                <a:cubicBezTo>
                  <a:pt x="146075" y="48826"/>
                  <a:pt x="141229" y="47419"/>
                  <a:pt x="135020" y="47419"/>
                </a:cubicBezTo>
                <a:lnTo>
                  <a:pt x="125197" y="47419"/>
                </a:lnTo>
                <a:lnTo>
                  <a:pt x="125197" y="38048"/>
                </a:lnTo>
                <a:lnTo>
                  <a:pt x="135471" y="38048"/>
                </a:lnTo>
                <a:cubicBezTo>
                  <a:pt x="141079" y="38048"/>
                  <a:pt x="145369" y="36931"/>
                  <a:pt x="148342" y="34696"/>
                </a:cubicBezTo>
                <a:cubicBezTo>
                  <a:pt x="151315" y="32462"/>
                  <a:pt x="152802" y="29242"/>
                  <a:pt x="152802" y="25036"/>
                </a:cubicBezTo>
                <a:cubicBezTo>
                  <a:pt x="152802" y="20718"/>
                  <a:pt x="151268" y="17403"/>
                  <a:pt x="148201" y="15094"/>
                </a:cubicBezTo>
                <a:cubicBezTo>
                  <a:pt x="145134" y="12784"/>
                  <a:pt x="140740" y="11629"/>
                  <a:pt x="135020" y="11629"/>
                </a:cubicBezTo>
                <a:cubicBezTo>
                  <a:pt x="131896" y="11629"/>
                  <a:pt x="128547" y="11968"/>
                  <a:pt x="124971" y="12645"/>
                </a:cubicBezTo>
                <a:cubicBezTo>
                  <a:pt x="121396" y="13322"/>
                  <a:pt x="117463" y="14376"/>
                  <a:pt x="113173" y="15806"/>
                </a:cubicBezTo>
                <a:lnTo>
                  <a:pt x="113173" y="5645"/>
                </a:lnTo>
                <a:cubicBezTo>
                  <a:pt x="117501" y="4441"/>
                  <a:pt x="121556" y="3538"/>
                  <a:pt x="125338" y="2935"/>
                </a:cubicBezTo>
                <a:cubicBezTo>
                  <a:pt x="129121" y="2333"/>
                  <a:pt x="132686" y="2032"/>
                  <a:pt x="136036" y="2032"/>
                </a:cubicBezTo>
                <a:cubicBezTo>
                  <a:pt x="144692" y="2032"/>
                  <a:pt x="151541" y="3996"/>
                  <a:pt x="156584" y="7924"/>
                </a:cubicBezTo>
                <a:cubicBezTo>
                  <a:pt x="161627" y="11851"/>
                  <a:pt x="164149" y="17159"/>
                  <a:pt x="164149" y="23849"/>
                </a:cubicBezTo>
                <a:cubicBezTo>
                  <a:pt x="164149" y="28508"/>
                  <a:pt x="162813" y="32445"/>
                  <a:pt x="160141" y="35658"/>
                </a:cubicBezTo>
                <a:cubicBezTo>
                  <a:pt x="157469" y="38871"/>
                  <a:pt x="153667" y="41098"/>
                  <a:pt x="148737" y="42338"/>
                </a:cubicBezTo>
                <a:close/>
                <a:moveTo>
                  <a:pt x="213517" y="41209"/>
                </a:moveTo>
                <a:cubicBezTo>
                  <a:pt x="208399" y="41209"/>
                  <a:pt x="204344" y="42959"/>
                  <a:pt x="201352" y="46459"/>
                </a:cubicBezTo>
                <a:cubicBezTo>
                  <a:pt x="198360" y="49959"/>
                  <a:pt x="196864" y="54758"/>
                  <a:pt x="196864" y="60854"/>
                </a:cubicBezTo>
                <a:cubicBezTo>
                  <a:pt x="196864" y="66914"/>
                  <a:pt x="198360" y="71702"/>
                  <a:pt x="201352" y="75221"/>
                </a:cubicBezTo>
                <a:cubicBezTo>
                  <a:pt x="204344" y="78740"/>
                  <a:pt x="208399" y="80499"/>
                  <a:pt x="213517" y="80499"/>
                </a:cubicBezTo>
                <a:cubicBezTo>
                  <a:pt x="218635" y="80499"/>
                  <a:pt x="222690" y="78740"/>
                  <a:pt x="225682" y="75221"/>
                </a:cubicBezTo>
                <a:cubicBezTo>
                  <a:pt x="228674" y="71702"/>
                  <a:pt x="230170" y="66914"/>
                  <a:pt x="230170" y="60854"/>
                </a:cubicBezTo>
                <a:cubicBezTo>
                  <a:pt x="230170" y="54758"/>
                  <a:pt x="228674" y="49959"/>
                  <a:pt x="225682" y="46459"/>
                </a:cubicBezTo>
                <a:cubicBezTo>
                  <a:pt x="222690" y="42959"/>
                  <a:pt x="218635" y="41209"/>
                  <a:pt x="213517" y="41209"/>
                </a:cubicBezTo>
                <a:moveTo>
                  <a:pt x="236154" y="5419"/>
                </a:moveTo>
                <a:lnTo>
                  <a:pt x="236154" y="15806"/>
                </a:lnTo>
                <a:cubicBezTo>
                  <a:pt x="233294" y="14452"/>
                  <a:pt x="230405" y="13417"/>
                  <a:pt x="227489" y="12702"/>
                </a:cubicBezTo>
                <a:cubicBezTo>
                  <a:pt x="224572" y="11986"/>
                  <a:pt x="221684" y="11629"/>
                  <a:pt x="218823" y="11629"/>
                </a:cubicBezTo>
                <a:cubicBezTo>
                  <a:pt x="211296" y="11629"/>
                  <a:pt x="205548" y="14174"/>
                  <a:pt x="201577" y="19264"/>
                </a:cubicBezTo>
                <a:cubicBezTo>
                  <a:pt x="197607" y="24354"/>
                  <a:pt x="195340" y="32045"/>
                  <a:pt x="194775" y="42338"/>
                </a:cubicBezTo>
                <a:cubicBezTo>
                  <a:pt x="196996" y="39064"/>
                  <a:pt x="199780" y="36552"/>
                  <a:pt x="203130" y="34802"/>
                </a:cubicBezTo>
                <a:cubicBezTo>
                  <a:pt x="206479" y="33052"/>
                  <a:pt x="210167" y="32177"/>
                  <a:pt x="214194" y="32177"/>
                </a:cubicBezTo>
                <a:cubicBezTo>
                  <a:pt x="222662" y="32177"/>
                  <a:pt x="229351" y="34746"/>
                  <a:pt x="234263" y="39883"/>
                </a:cubicBezTo>
                <a:cubicBezTo>
                  <a:pt x="239174" y="45020"/>
                  <a:pt x="241630" y="52010"/>
                  <a:pt x="241630" y="60854"/>
                </a:cubicBezTo>
                <a:cubicBezTo>
                  <a:pt x="241630" y="69510"/>
                  <a:pt x="239071" y="76454"/>
                  <a:pt x="233952" y="81685"/>
                </a:cubicBezTo>
                <a:cubicBezTo>
                  <a:pt x="228834" y="86916"/>
                  <a:pt x="222022" y="89532"/>
                  <a:pt x="213517" y="89532"/>
                </a:cubicBezTo>
                <a:cubicBezTo>
                  <a:pt x="203770" y="89532"/>
                  <a:pt x="196318" y="85794"/>
                  <a:pt x="191162" y="78319"/>
                </a:cubicBezTo>
                <a:cubicBezTo>
                  <a:pt x="186006" y="70844"/>
                  <a:pt x="183428" y="60008"/>
                  <a:pt x="183428" y="45810"/>
                </a:cubicBezTo>
                <a:cubicBezTo>
                  <a:pt x="183428" y="32479"/>
                  <a:pt x="186590" y="21851"/>
                  <a:pt x="192912" y="13924"/>
                </a:cubicBezTo>
                <a:cubicBezTo>
                  <a:pt x="199235" y="5996"/>
                  <a:pt x="207721" y="2032"/>
                  <a:pt x="218372" y="2032"/>
                </a:cubicBezTo>
                <a:cubicBezTo>
                  <a:pt x="221232" y="2032"/>
                  <a:pt x="224120" y="2314"/>
                  <a:pt x="227037" y="2879"/>
                </a:cubicBezTo>
                <a:cubicBezTo>
                  <a:pt x="229954" y="3444"/>
                  <a:pt x="232993" y="4290"/>
                  <a:pt x="236154" y="5419"/>
                </a:cubicBezTo>
                <a:close/>
                <a:moveTo>
                  <a:pt x="256167" y="3500"/>
                </a:moveTo>
                <a:lnTo>
                  <a:pt x="268417" y="3500"/>
                </a:lnTo>
                <a:lnTo>
                  <a:pt x="289361" y="34830"/>
                </a:lnTo>
                <a:lnTo>
                  <a:pt x="310417" y="3500"/>
                </a:lnTo>
                <a:lnTo>
                  <a:pt x="322667" y="3500"/>
                </a:lnTo>
                <a:lnTo>
                  <a:pt x="295570" y="44002"/>
                </a:lnTo>
                <a:lnTo>
                  <a:pt x="324473" y="87838"/>
                </a:lnTo>
                <a:lnTo>
                  <a:pt x="312223" y="87838"/>
                </a:lnTo>
                <a:lnTo>
                  <a:pt x="288514" y="51992"/>
                </a:lnTo>
                <a:lnTo>
                  <a:pt x="264635" y="87838"/>
                </a:lnTo>
                <a:lnTo>
                  <a:pt x="252329" y="87838"/>
                </a:lnTo>
                <a:lnTo>
                  <a:pt x="282417" y="42817"/>
                </a:lnTo>
                <a:lnTo>
                  <a:pt x="256167" y="3500"/>
                </a:lnTo>
                <a:close/>
                <a:moveTo>
                  <a:pt x="416045" y="26419"/>
                </a:moveTo>
                <a:lnTo>
                  <a:pt x="416045" y="36242"/>
                </a:lnTo>
                <a:cubicBezTo>
                  <a:pt x="413110" y="34736"/>
                  <a:pt x="410062" y="33607"/>
                  <a:pt x="406900" y="32855"/>
                </a:cubicBezTo>
                <a:cubicBezTo>
                  <a:pt x="403739" y="32102"/>
                  <a:pt x="400465" y="31726"/>
                  <a:pt x="397078" y="31726"/>
                </a:cubicBezTo>
                <a:cubicBezTo>
                  <a:pt x="391922" y="31726"/>
                  <a:pt x="388055" y="32518"/>
                  <a:pt x="385477" y="34102"/>
                </a:cubicBezTo>
                <a:cubicBezTo>
                  <a:pt x="382899" y="35686"/>
                  <a:pt x="381610" y="38062"/>
                  <a:pt x="381610" y="41231"/>
                </a:cubicBezTo>
                <a:cubicBezTo>
                  <a:pt x="381610" y="43644"/>
                  <a:pt x="382532" y="45539"/>
                  <a:pt x="384376" y="46916"/>
                </a:cubicBezTo>
                <a:cubicBezTo>
                  <a:pt x="386220" y="48293"/>
                  <a:pt x="389927" y="49604"/>
                  <a:pt x="395497" y="50848"/>
                </a:cubicBezTo>
                <a:lnTo>
                  <a:pt x="399054" y="51642"/>
                </a:lnTo>
                <a:cubicBezTo>
                  <a:pt x="406430" y="53225"/>
                  <a:pt x="411670" y="55459"/>
                  <a:pt x="414775" y="58344"/>
                </a:cubicBezTo>
                <a:cubicBezTo>
                  <a:pt x="417880" y="61228"/>
                  <a:pt x="419432" y="65252"/>
                  <a:pt x="419432" y="70418"/>
                </a:cubicBezTo>
                <a:cubicBezTo>
                  <a:pt x="419432" y="76299"/>
                  <a:pt x="417109" y="80955"/>
                  <a:pt x="412461" y="84386"/>
                </a:cubicBezTo>
                <a:cubicBezTo>
                  <a:pt x="407813" y="87816"/>
                  <a:pt x="401425" y="89532"/>
                  <a:pt x="393296" y="89532"/>
                </a:cubicBezTo>
                <a:cubicBezTo>
                  <a:pt x="389908" y="89532"/>
                  <a:pt x="386380" y="89202"/>
                  <a:pt x="382711" y="88544"/>
                </a:cubicBezTo>
                <a:cubicBezTo>
                  <a:pt x="379042" y="87885"/>
                  <a:pt x="375175" y="86897"/>
                  <a:pt x="371110" y="85580"/>
                </a:cubicBezTo>
                <a:lnTo>
                  <a:pt x="371110" y="74854"/>
                </a:lnTo>
                <a:cubicBezTo>
                  <a:pt x="374949" y="76849"/>
                  <a:pt x="378731" y="78345"/>
                  <a:pt x="382457" y="79342"/>
                </a:cubicBezTo>
                <a:cubicBezTo>
                  <a:pt x="386183" y="80340"/>
                  <a:pt x="389871" y="80838"/>
                  <a:pt x="393521" y="80838"/>
                </a:cubicBezTo>
                <a:cubicBezTo>
                  <a:pt x="398414" y="80838"/>
                  <a:pt x="402177" y="79999"/>
                  <a:pt x="404812" y="78321"/>
                </a:cubicBezTo>
                <a:cubicBezTo>
                  <a:pt x="407446" y="76643"/>
                  <a:pt x="408763" y="74276"/>
                  <a:pt x="408763" y="71222"/>
                </a:cubicBezTo>
                <a:cubicBezTo>
                  <a:pt x="408763" y="68394"/>
                  <a:pt x="407813" y="66225"/>
                  <a:pt x="405912" y="64716"/>
                </a:cubicBezTo>
                <a:cubicBezTo>
                  <a:pt x="404012" y="63207"/>
                  <a:pt x="399844" y="61755"/>
                  <a:pt x="393408" y="60360"/>
                </a:cubicBezTo>
                <a:lnTo>
                  <a:pt x="389796" y="59512"/>
                </a:lnTo>
                <a:cubicBezTo>
                  <a:pt x="383360" y="58155"/>
                  <a:pt x="378712" y="56072"/>
                  <a:pt x="375852" y="53264"/>
                </a:cubicBezTo>
                <a:cubicBezTo>
                  <a:pt x="372992" y="50454"/>
                  <a:pt x="371562" y="46598"/>
                  <a:pt x="371562" y="41696"/>
                </a:cubicBezTo>
                <a:cubicBezTo>
                  <a:pt x="371562" y="35738"/>
                  <a:pt x="373669" y="31138"/>
                  <a:pt x="377884" y="27896"/>
                </a:cubicBezTo>
                <a:cubicBezTo>
                  <a:pt x="382099" y="24653"/>
                  <a:pt x="388083" y="23032"/>
                  <a:pt x="395836" y="23032"/>
                </a:cubicBezTo>
                <a:cubicBezTo>
                  <a:pt x="399675" y="23032"/>
                  <a:pt x="403287" y="23314"/>
                  <a:pt x="406674" y="23879"/>
                </a:cubicBezTo>
                <a:cubicBezTo>
                  <a:pt x="410062" y="24443"/>
                  <a:pt x="413185" y="25290"/>
                  <a:pt x="416045" y="26419"/>
                </a:cubicBezTo>
                <a:close/>
                <a:moveTo>
                  <a:pt x="446022" y="78354"/>
                </a:moveTo>
                <a:lnTo>
                  <a:pt x="446022" y="111886"/>
                </a:lnTo>
                <a:lnTo>
                  <a:pt x="435578" y="111886"/>
                </a:lnTo>
                <a:lnTo>
                  <a:pt x="435578" y="24613"/>
                </a:lnTo>
                <a:lnTo>
                  <a:pt x="446022" y="24613"/>
                </a:lnTo>
                <a:lnTo>
                  <a:pt x="446022" y="34209"/>
                </a:lnTo>
                <a:cubicBezTo>
                  <a:pt x="448204" y="30427"/>
                  <a:pt x="450961" y="27619"/>
                  <a:pt x="454292" y="25784"/>
                </a:cubicBezTo>
                <a:cubicBezTo>
                  <a:pt x="457622" y="23949"/>
                  <a:pt x="461602" y="23032"/>
                  <a:pt x="466231" y="23032"/>
                </a:cubicBezTo>
                <a:cubicBezTo>
                  <a:pt x="473909" y="23032"/>
                  <a:pt x="480146" y="26086"/>
                  <a:pt x="484945" y="32193"/>
                </a:cubicBezTo>
                <a:cubicBezTo>
                  <a:pt x="489743" y="38300"/>
                  <a:pt x="492142" y="46330"/>
                  <a:pt x="492142" y="56282"/>
                </a:cubicBezTo>
                <a:cubicBezTo>
                  <a:pt x="492142" y="66234"/>
                  <a:pt x="489743" y="74263"/>
                  <a:pt x="484945" y="80371"/>
                </a:cubicBezTo>
                <a:cubicBezTo>
                  <a:pt x="480146" y="86478"/>
                  <a:pt x="473909" y="89532"/>
                  <a:pt x="466231" y="89532"/>
                </a:cubicBezTo>
                <a:cubicBezTo>
                  <a:pt x="461602" y="89532"/>
                  <a:pt x="457622" y="88614"/>
                  <a:pt x="454292" y="86780"/>
                </a:cubicBezTo>
                <a:cubicBezTo>
                  <a:pt x="450961" y="84945"/>
                  <a:pt x="448204" y="82137"/>
                  <a:pt x="446022" y="78354"/>
                </a:cubicBezTo>
                <a:moveTo>
                  <a:pt x="481360" y="56282"/>
                </a:moveTo>
                <a:cubicBezTo>
                  <a:pt x="481360" y="48625"/>
                  <a:pt x="479789" y="42618"/>
                  <a:pt x="476646" y="38262"/>
                </a:cubicBezTo>
                <a:cubicBezTo>
                  <a:pt x="473504" y="33904"/>
                  <a:pt x="469185" y="31726"/>
                  <a:pt x="463691" y="31726"/>
                </a:cubicBezTo>
                <a:cubicBezTo>
                  <a:pt x="458196" y="31726"/>
                  <a:pt x="453878" y="33904"/>
                  <a:pt x="450735" y="38262"/>
                </a:cubicBezTo>
                <a:cubicBezTo>
                  <a:pt x="447593" y="42618"/>
                  <a:pt x="446022" y="48625"/>
                  <a:pt x="446022" y="56282"/>
                </a:cubicBezTo>
                <a:cubicBezTo>
                  <a:pt x="446022" y="63939"/>
                  <a:pt x="447593" y="69947"/>
                  <a:pt x="450735" y="74304"/>
                </a:cubicBezTo>
                <a:cubicBezTo>
                  <a:pt x="453878" y="78660"/>
                  <a:pt x="458196" y="80838"/>
                  <a:pt x="463691" y="80838"/>
                </a:cubicBezTo>
                <a:cubicBezTo>
                  <a:pt x="469185" y="80838"/>
                  <a:pt x="473504" y="78660"/>
                  <a:pt x="476646" y="74304"/>
                </a:cubicBezTo>
                <a:cubicBezTo>
                  <a:pt x="479789" y="69947"/>
                  <a:pt x="481360" y="63939"/>
                  <a:pt x="481360" y="56282"/>
                </a:cubicBezTo>
                <a:close/>
                <a:moveTo>
                  <a:pt x="563467" y="53629"/>
                </a:moveTo>
                <a:lnTo>
                  <a:pt x="563467" y="58709"/>
                </a:lnTo>
                <a:lnTo>
                  <a:pt x="515710" y="58709"/>
                </a:lnTo>
                <a:cubicBezTo>
                  <a:pt x="516161" y="65879"/>
                  <a:pt x="518316" y="71340"/>
                  <a:pt x="522173" y="75094"/>
                </a:cubicBezTo>
                <a:cubicBezTo>
                  <a:pt x="526031" y="78848"/>
                  <a:pt x="531403" y="80725"/>
                  <a:pt x="538290" y="80725"/>
                </a:cubicBezTo>
                <a:cubicBezTo>
                  <a:pt x="542279" y="80725"/>
                  <a:pt x="546146" y="80236"/>
                  <a:pt x="549891" y="79258"/>
                </a:cubicBezTo>
                <a:cubicBezTo>
                  <a:pt x="553635" y="78279"/>
                  <a:pt x="557352" y="76811"/>
                  <a:pt x="561040" y="74854"/>
                </a:cubicBezTo>
                <a:lnTo>
                  <a:pt x="561040" y="84677"/>
                </a:lnTo>
                <a:cubicBezTo>
                  <a:pt x="557314" y="86258"/>
                  <a:pt x="553494" y="87462"/>
                  <a:pt x="549580" y="88290"/>
                </a:cubicBezTo>
                <a:cubicBezTo>
                  <a:pt x="545666" y="89118"/>
                  <a:pt x="541696" y="89532"/>
                  <a:pt x="537669" y="89532"/>
                </a:cubicBezTo>
                <a:cubicBezTo>
                  <a:pt x="527583" y="89532"/>
                  <a:pt x="519595" y="86592"/>
                  <a:pt x="513706" y="80711"/>
                </a:cubicBezTo>
                <a:cubicBezTo>
                  <a:pt x="507816" y="74830"/>
                  <a:pt x="504871" y="66875"/>
                  <a:pt x="504871" y="56848"/>
                </a:cubicBezTo>
                <a:cubicBezTo>
                  <a:pt x="504871" y="46481"/>
                  <a:pt x="507665" y="38253"/>
                  <a:pt x="513254" y="32165"/>
                </a:cubicBezTo>
                <a:cubicBezTo>
                  <a:pt x="518843" y="26076"/>
                  <a:pt x="526379" y="23032"/>
                  <a:pt x="535863" y="23032"/>
                </a:cubicBezTo>
                <a:cubicBezTo>
                  <a:pt x="544368" y="23032"/>
                  <a:pt x="551095" y="25775"/>
                  <a:pt x="556044" y="31262"/>
                </a:cubicBezTo>
                <a:cubicBezTo>
                  <a:pt x="560993" y="36747"/>
                  <a:pt x="563467" y="44203"/>
                  <a:pt x="563467" y="53629"/>
                </a:cubicBezTo>
                <a:moveTo>
                  <a:pt x="553080" y="50580"/>
                </a:moveTo>
                <a:cubicBezTo>
                  <a:pt x="553005" y="44880"/>
                  <a:pt x="551415" y="40331"/>
                  <a:pt x="548310" y="36935"/>
                </a:cubicBezTo>
                <a:cubicBezTo>
                  <a:pt x="545205" y="33537"/>
                  <a:pt x="541094" y="31839"/>
                  <a:pt x="535976" y="31839"/>
                </a:cubicBezTo>
                <a:cubicBezTo>
                  <a:pt x="530180" y="31839"/>
                  <a:pt x="525542" y="33481"/>
                  <a:pt x="522060" y="36766"/>
                </a:cubicBezTo>
                <a:cubicBezTo>
                  <a:pt x="518579" y="40049"/>
                  <a:pt x="516575" y="44673"/>
                  <a:pt x="516048" y="50637"/>
                </a:cubicBezTo>
                <a:lnTo>
                  <a:pt x="553080" y="50580"/>
                </a:lnTo>
                <a:close/>
                <a:moveTo>
                  <a:pt x="634569" y="53629"/>
                </a:moveTo>
                <a:lnTo>
                  <a:pt x="634569" y="58709"/>
                </a:lnTo>
                <a:lnTo>
                  <a:pt x="586811" y="58709"/>
                </a:lnTo>
                <a:cubicBezTo>
                  <a:pt x="587262" y="65879"/>
                  <a:pt x="589417" y="71340"/>
                  <a:pt x="593274" y="75094"/>
                </a:cubicBezTo>
                <a:cubicBezTo>
                  <a:pt x="597132" y="78848"/>
                  <a:pt x="602504" y="80725"/>
                  <a:pt x="609391" y="80725"/>
                </a:cubicBezTo>
                <a:cubicBezTo>
                  <a:pt x="613380" y="80725"/>
                  <a:pt x="617247" y="80236"/>
                  <a:pt x="620992" y="79258"/>
                </a:cubicBezTo>
                <a:cubicBezTo>
                  <a:pt x="624737" y="78279"/>
                  <a:pt x="628453" y="76811"/>
                  <a:pt x="632141" y="74854"/>
                </a:cubicBezTo>
                <a:lnTo>
                  <a:pt x="632141" y="84677"/>
                </a:lnTo>
                <a:cubicBezTo>
                  <a:pt x="628415" y="86258"/>
                  <a:pt x="624595" y="87462"/>
                  <a:pt x="620682" y="88290"/>
                </a:cubicBezTo>
                <a:cubicBezTo>
                  <a:pt x="616768" y="89118"/>
                  <a:pt x="612797" y="89532"/>
                  <a:pt x="608770" y="89532"/>
                </a:cubicBezTo>
                <a:cubicBezTo>
                  <a:pt x="598684" y="89532"/>
                  <a:pt x="590696" y="86592"/>
                  <a:pt x="584807" y="80711"/>
                </a:cubicBezTo>
                <a:cubicBezTo>
                  <a:pt x="578917" y="74830"/>
                  <a:pt x="575972" y="66875"/>
                  <a:pt x="575972" y="56848"/>
                </a:cubicBezTo>
                <a:cubicBezTo>
                  <a:pt x="575972" y="46481"/>
                  <a:pt x="578766" y="38253"/>
                  <a:pt x="584355" y="32165"/>
                </a:cubicBezTo>
                <a:cubicBezTo>
                  <a:pt x="589944" y="26076"/>
                  <a:pt x="597480" y="23032"/>
                  <a:pt x="606964" y="23032"/>
                </a:cubicBezTo>
                <a:cubicBezTo>
                  <a:pt x="615469" y="23032"/>
                  <a:pt x="622196" y="25775"/>
                  <a:pt x="627145" y="31262"/>
                </a:cubicBezTo>
                <a:cubicBezTo>
                  <a:pt x="632094" y="36747"/>
                  <a:pt x="634569" y="44203"/>
                  <a:pt x="634569" y="53629"/>
                </a:cubicBezTo>
                <a:moveTo>
                  <a:pt x="624181" y="50580"/>
                </a:moveTo>
                <a:cubicBezTo>
                  <a:pt x="624106" y="44880"/>
                  <a:pt x="622516" y="40331"/>
                  <a:pt x="619411" y="36935"/>
                </a:cubicBezTo>
                <a:cubicBezTo>
                  <a:pt x="616307" y="33537"/>
                  <a:pt x="612195" y="31839"/>
                  <a:pt x="607077" y="31839"/>
                </a:cubicBezTo>
                <a:cubicBezTo>
                  <a:pt x="601281" y="31839"/>
                  <a:pt x="596643" y="33481"/>
                  <a:pt x="593162" y="36766"/>
                </a:cubicBezTo>
                <a:cubicBezTo>
                  <a:pt x="589680" y="40049"/>
                  <a:pt x="587676" y="44673"/>
                  <a:pt x="587149" y="50637"/>
                </a:cubicBezTo>
                <a:lnTo>
                  <a:pt x="624181" y="50580"/>
                </a:lnTo>
                <a:close/>
                <a:moveTo>
                  <a:pt x="693194" y="34209"/>
                </a:moveTo>
                <a:lnTo>
                  <a:pt x="693194" y="0"/>
                </a:lnTo>
                <a:lnTo>
                  <a:pt x="703582" y="0"/>
                </a:lnTo>
                <a:lnTo>
                  <a:pt x="703582" y="87838"/>
                </a:lnTo>
                <a:lnTo>
                  <a:pt x="693194" y="87838"/>
                </a:lnTo>
                <a:lnTo>
                  <a:pt x="693194" y="78354"/>
                </a:lnTo>
                <a:cubicBezTo>
                  <a:pt x="691012" y="82137"/>
                  <a:pt x="688255" y="84945"/>
                  <a:pt x="684924" y="86780"/>
                </a:cubicBezTo>
                <a:cubicBezTo>
                  <a:pt x="681594" y="88614"/>
                  <a:pt x="677595" y="89532"/>
                  <a:pt x="672928" y="89532"/>
                </a:cubicBezTo>
                <a:cubicBezTo>
                  <a:pt x="665289" y="89532"/>
                  <a:pt x="659070" y="86478"/>
                  <a:pt x="654271" y="80371"/>
                </a:cubicBezTo>
                <a:cubicBezTo>
                  <a:pt x="649473" y="74263"/>
                  <a:pt x="647074" y="66234"/>
                  <a:pt x="647074" y="56282"/>
                </a:cubicBezTo>
                <a:cubicBezTo>
                  <a:pt x="647074" y="46330"/>
                  <a:pt x="649473" y="38300"/>
                  <a:pt x="654271" y="32193"/>
                </a:cubicBezTo>
                <a:cubicBezTo>
                  <a:pt x="659070" y="26086"/>
                  <a:pt x="665289" y="23032"/>
                  <a:pt x="672928" y="23032"/>
                </a:cubicBezTo>
                <a:cubicBezTo>
                  <a:pt x="677595" y="23032"/>
                  <a:pt x="681594" y="23949"/>
                  <a:pt x="684924" y="25784"/>
                </a:cubicBezTo>
                <a:cubicBezTo>
                  <a:pt x="688255" y="27619"/>
                  <a:pt x="691012" y="30427"/>
                  <a:pt x="693194" y="34209"/>
                </a:cubicBezTo>
                <a:moveTo>
                  <a:pt x="657800" y="56282"/>
                </a:moveTo>
                <a:cubicBezTo>
                  <a:pt x="657800" y="63939"/>
                  <a:pt x="659371" y="69947"/>
                  <a:pt x="662513" y="74304"/>
                </a:cubicBezTo>
                <a:cubicBezTo>
                  <a:pt x="665656" y="78660"/>
                  <a:pt x="669974" y="80838"/>
                  <a:pt x="675469" y="80838"/>
                </a:cubicBezTo>
                <a:cubicBezTo>
                  <a:pt x="680963" y="80838"/>
                  <a:pt x="685291" y="78660"/>
                  <a:pt x="688453" y="74304"/>
                </a:cubicBezTo>
                <a:cubicBezTo>
                  <a:pt x="691614" y="69947"/>
                  <a:pt x="693194" y="63939"/>
                  <a:pt x="693194" y="56282"/>
                </a:cubicBezTo>
                <a:cubicBezTo>
                  <a:pt x="693194" y="48625"/>
                  <a:pt x="691614" y="42618"/>
                  <a:pt x="688453" y="38262"/>
                </a:cubicBezTo>
                <a:cubicBezTo>
                  <a:pt x="685291" y="33904"/>
                  <a:pt x="680963" y="31726"/>
                  <a:pt x="675469" y="31726"/>
                </a:cubicBezTo>
                <a:cubicBezTo>
                  <a:pt x="669974" y="31726"/>
                  <a:pt x="665656" y="33904"/>
                  <a:pt x="662513" y="38262"/>
                </a:cubicBezTo>
                <a:cubicBezTo>
                  <a:pt x="659371" y="42618"/>
                  <a:pt x="657800" y="48625"/>
                  <a:pt x="657800" y="56282"/>
                </a:cubicBezTo>
                <a:close/>
                <a:moveTo>
                  <a:pt x="723931" y="62887"/>
                </a:moveTo>
                <a:lnTo>
                  <a:pt x="723931" y="24613"/>
                </a:lnTo>
                <a:lnTo>
                  <a:pt x="734318" y="24613"/>
                </a:lnTo>
                <a:lnTo>
                  <a:pt x="734318" y="62492"/>
                </a:lnTo>
                <a:cubicBezTo>
                  <a:pt x="734318" y="68494"/>
                  <a:pt x="735485" y="72996"/>
                  <a:pt x="737818" y="75997"/>
                </a:cubicBezTo>
                <a:cubicBezTo>
                  <a:pt x="740151" y="78999"/>
                  <a:pt x="743651" y="80499"/>
                  <a:pt x="748318" y="80499"/>
                </a:cubicBezTo>
                <a:cubicBezTo>
                  <a:pt x="753926" y="80499"/>
                  <a:pt x="758357" y="78707"/>
                  <a:pt x="761612" y="75123"/>
                </a:cubicBezTo>
                <a:cubicBezTo>
                  <a:pt x="764868" y="71537"/>
                  <a:pt x="766495" y="66649"/>
                  <a:pt x="766495" y="60459"/>
                </a:cubicBezTo>
                <a:lnTo>
                  <a:pt x="766495" y="24613"/>
                </a:lnTo>
                <a:lnTo>
                  <a:pt x="776882" y="24613"/>
                </a:lnTo>
                <a:lnTo>
                  <a:pt x="776882" y="87838"/>
                </a:lnTo>
                <a:lnTo>
                  <a:pt x="766495" y="87838"/>
                </a:lnTo>
                <a:lnTo>
                  <a:pt x="766495" y="78129"/>
                </a:lnTo>
                <a:cubicBezTo>
                  <a:pt x="763974" y="81986"/>
                  <a:pt x="761048" y="84851"/>
                  <a:pt x="757717" y="86723"/>
                </a:cubicBezTo>
                <a:cubicBezTo>
                  <a:pt x="754387" y="88596"/>
                  <a:pt x="750520" y="89532"/>
                  <a:pt x="746116" y="89532"/>
                </a:cubicBezTo>
                <a:cubicBezTo>
                  <a:pt x="738853" y="89532"/>
                  <a:pt x="733340" y="87269"/>
                  <a:pt x="729576" y="82743"/>
                </a:cubicBezTo>
                <a:cubicBezTo>
                  <a:pt x="725813" y="78218"/>
                  <a:pt x="723931" y="71599"/>
                  <a:pt x="723931" y="62887"/>
                </a:cubicBezTo>
                <a:moveTo>
                  <a:pt x="750068" y="23032"/>
                </a:moveTo>
                <a:lnTo>
                  <a:pt x="750068" y="23032"/>
                </a:lnTo>
                <a:close/>
                <a:moveTo>
                  <a:pt x="808350" y="78354"/>
                </a:moveTo>
                <a:lnTo>
                  <a:pt x="808350" y="111886"/>
                </a:lnTo>
                <a:lnTo>
                  <a:pt x="797907" y="111886"/>
                </a:lnTo>
                <a:lnTo>
                  <a:pt x="797907" y="24613"/>
                </a:lnTo>
                <a:lnTo>
                  <a:pt x="808350" y="24613"/>
                </a:lnTo>
                <a:lnTo>
                  <a:pt x="808350" y="34209"/>
                </a:lnTo>
                <a:cubicBezTo>
                  <a:pt x="810533" y="30427"/>
                  <a:pt x="813289" y="27619"/>
                  <a:pt x="816620" y="25784"/>
                </a:cubicBezTo>
                <a:cubicBezTo>
                  <a:pt x="819951" y="23949"/>
                  <a:pt x="823931" y="23032"/>
                  <a:pt x="828560" y="23032"/>
                </a:cubicBezTo>
                <a:cubicBezTo>
                  <a:pt x="836237" y="23032"/>
                  <a:pt x="842475" y="26086"/>
                  <a:pt x="847273" y="32193"/>
                </a:cubicBezTo>
                <a:cubicBezTo>
                  <a:pt x="852071" y="38300"/>
                  <a:pt x="854471" y="46330"/>
                  <a:pt x="854471" y="56282"/>
                </a:cubicBezTo>
                <a:cubicBezTo>
                  <a:pt x="854471" y="66234"/>
                  <a:pt x="852071" y="74263"/>
                  <a:pt x="847273" y="80371"/>
                </a:cubicBezTo>
                <a:cubicBezTo>
                  <a:pt x="842475" y="86478"/>
                  <a:pt x="836237" y="89532"/>
                  <a:pt x="828560" y="89532"/>
                </a:cubicBezTo>
                <a:cubicBezTo>
                  <a:pt x="823931" y="89532"/>
                  <a:pt x="819951" y="88614"/>
                  <a:pt x="816620" y="86780"/>
                </a:cubicBezTo>
                <a:cubicBezTo>
                  <a:pt x="813289" y="84945"/>
                  <a:pt x="810533" y="82137"/>
                  <a:pt x="808350" y="78354"/>
                </a:cubicBezTo>
                <a:moveTo>
                  <a:pt x="843688" y="56282"/>
                </a:moveTo>
                <a:cubicBezTo>
                  <a:pt x="843688" y="48625"/>
                  <a:pt x="842117" y="42618"/>
                  <a:pt x="838975" y="38262"/>
                </a:cubicBezTo>
                <a:cubicBezTo>
                  <a:pt x="835832" y="33904"/>
                  <a:pt x="831514" y="31726"/>
                  <a:pt x="826019" y="31726"/>
                </a:cubicBezTo>
                <a:cubicBezTo>
                  <a:pt x="820525" y="31726"/>
                  <a:pt x="816206" y="33904"/>
                  <a:pt x="813064" y="38262"/>
                </a:cubicBezTo>
                <a:cubicBezTo>
                  <a:pt x="809921" y="42618"/>
                  <a:pt x="808350" y="48625"/>
                  <a:pt x="808350" y="56282"/>
                </a:cubicBezTo>
                <a:cubicBezTo>
                  <a:pt x="808350" y="63939"/>
                  <a:pt x="809921" y="69947"/>
                  <a:pt x="813064" y="74304"/>
                </a:cubicBezTo>
                <a:cubicBezTo>
                  <a:pt x="816206" y="78660"/>
                  <a:pt x="820525" y="80838"/>
                  <a:pt x="826019" y="80838"/>
                </a:cubicBezTo>
                <a:cubicBezTo>
                  <a:pt x="831514" y="80838"/>
                  <a:pt x="835832" y="78660"/>
                  <a:pt x="838975" y="74304"/>
                </a:cubicBezTo>
                <a:cubicBezTo>
                  <a:pt x="842117" y="69947"/>
                  <a:pt x="843688" y="63939"/>
                  <a:pt x="843688" y="56282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EED81E-1E04-4C7A-BF63-0FE5FDCC4A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32626" y="5138540"/>
            <a:ext cx="1612790" cy="1201788"/>
          </a:xfrm>
          <a:custGeom xmlns:a="http://schemas.openxmlformats.org/drawingml/2006/main">
            <a:pathLst>
              <a:path w="1612790" h="1201788">
                <a:moveTo>
                  <a:pt x="0" y="1201788"/>
                </a:moveTo>
                <a:lnTo>
                  <a:pt x="1612790" y="1201788"/>
                </a:lnTo>
                <a:lnTo>
                  <a:pt x="1612790" y="0"/>
                </a:lnTo>
                <a:lnTo>
                  <a:pt x="0" y="0"/>
                </a:lnTo>
                <a:lnTo>
                  <a:pt x="0" y="1201788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71CB27-12B2-480D-ACEB-2E380852BB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50123" y="574295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C99A8A-3F3E-4730-9340-0956DD22F7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50123" y="574295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6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75C10E-40F6-4B15-8FD3-8DF68E9DF5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57574" y="573192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165E87-3B32-4E05-99EC-B3C0B978AC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57574" y="573192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6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472470-65B4-4DDC-B47C-52197EC1C6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00011" y="578811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204D84-2330-4E28-8738-AB26214000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00011" y="578811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6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496999-BCD2-4540-9E23-E0D592BAA5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99580" y="578170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5081C8-8D82-4A30-A81F-D1F1765966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99580" y="578170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6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6E3F98-0FC9-4F28-ABCE-B11CFB68FB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48345" y="558410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A57EB4-0F92-4F13-B23C-6963A8C932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48345" y="558410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6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B0A7D2-FC8F-42E5-928C-F1167004DE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90401" y="543180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BAE2C5-7809-4B4B-BBC4-69EAD8AB1A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90401" y="543180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6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52BDB3-D423-494F-A1C1-4C064E3A33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83197" y="5138540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AA26F9-18C6-4B67-B045-E790DF0B6F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83197" y="5138540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6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6E0E1B-4EED-46BF-93CA-850F9E403A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56819" y="5138540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F2FB80-6141-46D6-92BA-54CC9BD030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56819" y="5138540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6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A90A0F-CD64-4955-AF3C-C6EF905F73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92409" y="581409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917F28-D561-412A-A374-5110056F80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92409" y="581409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7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6BEF35-73B5-4100-94BB-ABF506745D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18296" y="5138540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36C2EB-EE1D-4088-A9BD-843DC68784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18296" y="5138540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7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C9339B-B9EB-4222-BF07-C4828BA225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37337" y="5138540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251DCF-EDC1-492E-89F0-5F43658FFA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37337" y="5138540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7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D25296-E494-4520-958F-14712BE225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37337" y="5138540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8772B4-1DC0-4D12-97EE-085D1A0CC8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37337" y="5138540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7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E06E8E-02E1-4FB6-916D-65CB60B785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08440" y="584142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4065E6-1B80-4219-9C3F-5A2458D4B8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08440" y="584142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7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48EA33-F19B-42BA-AAFD-067787213B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49208" y="583357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78BABB-FB75-4DD8-8BC6-D0F13C4E6C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49208" y="583357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7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E1AB68-13F9-4644-A1E6-BD10EFCFA3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80341" y="583897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0E7A5F-0B47-4720-B361-CE64C69068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80341" y="583897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7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4031D1-27D3-47E8-B801-A3FFDFF58D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82319" y="579502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68BF4B-5314-4AD9-9732-B222CEC686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82319" y="579502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7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4FEF18-0FA8-45F3-9355-54CB2CCDC4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39679" y="579465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2985BA-513F-4541-9AE3-385EB00DE6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39679" y="579465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7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F5AB31-0298-4963-9CB6-411BB65DA2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14129" y="581815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BFF936-3C1A-484C-8514-4C4816370D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14129" y="581815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7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B0DCC0-CC8A-40DA-B6F4-9CC8FEB46E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99355" y="5138540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12C525-4433-4C83-BFF4-76A8AE72E5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99355" y="5138540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7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45FA56-BF61-465D-B3DC-F14F8E2CD8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94145" y="583592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EE1003-0570-4DD6-B5CD-322767B6A2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94145" y="583592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7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50F71E-4F90-42CA-903E-729B8C390F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95253" y="582749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EEF0B4-9A08-4A43-B536-E2CFE711B7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95253" y="582749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7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41617B-FC56-4712-B3AE-0574015CE4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05930" y="583350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50159A-EBAA-40EB-93AE-39E40C5250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05930" y="583350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7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978367-355F-404F-8996-0D05AA3154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95097" y="578950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FA1F32-101E-4B41-89CC-B552F52587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95097" y="578950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7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497101-618D-4841-8C2A-0C11182480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78029" y="582028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B2A9F6-8632-49D7-8B22-7571559D50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78029" y="582028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7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6F4453-7D63-4ECC-B3B6-E18C93B725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80019" y="584092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8430A5-1A7F-43AF-80AE-C0ECE2B6EF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80019" y="584092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7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8355AE-C014-44F4-B0C7-525AE0F4DE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97494" y="583957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1A9F87-58D5-4618-B15E-302E824E28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97494" y="583957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7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462785-0F75-4DD1-8A49-76AFD815FC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07914" y="579131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5209DC-E65D-4047-8A48-C8A2785006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07914" y="579131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7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723CF4-AF47-48D2-B491-BD009A35F9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35351" y="582438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07CCEE-46B6-4A9F-87B5-CB49660769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35351" y="582438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7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CD6F74-1B80-4C95-8BA5-5EE66984CD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27190" y="579208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F8D02F-C4EE-4AF4-8F6D-CBC045A048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27190" y="579208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7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2D2888-8C9D-46AD-AFB3-F83A589A1B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11228" y="578510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1D0ACC-2ED8-4EC3-8C00-778A90A145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11228" y="578510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7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009B99-7051-4ACC-B4B3-733AFF2555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82861" y="582823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307A16-6C2D-4234-842D-9A8AF1EC1C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82861" y="582823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7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DBC1B0-8FDA-4A03-9EFF-F9F6682098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90841" y="582936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403979-D681-4CD8-9E50-AF50C5B26D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90841" y="582936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7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6F6FAD-8FF6-47FC-BE11-09A299D75A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44508" y="578774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2FCA6F-C234-46CF-8462-0E050DC4D3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44508" y="578774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7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B7FD12-3C75-4C3C-BA1E-182E49B13C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66257" y="575458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271019-6795-4628-9761-E8D566DB17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66257" y="575458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7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018970-A4F1-493B-9BCA-EF38CE11DC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64422" y="586645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664965-92B0-42C6-A260-8B7955B50B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64422" y="586645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7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274263-0403-4DCB-B683-9D92693298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39291" y="576542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02F5F1-3D2B-4F37-9F7F-6A90E0AFDA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39291" y="576542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7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7DD3A9-9C25-4887-95A4-94C78121F1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87927" y="584019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47E764-FC74-4F78-ACA6-9971146FFA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87927" y="584019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7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665E25-3E0D-41AE-A853-726DE25D74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93408" y="584064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A4AA49-54EE-4C70-AD08-31056D2105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93408" y="584064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7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ECA81D-FF8A-4B18-AF4B-0C9F3CF400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88019" y="578329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7334E3-E607-4178-86A1-27702FA32B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88019" y="578329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7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AAC317-94AE-47C5-8B0A-7C38A08DB3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94019" y="576920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F638D3-B5F3-49E5-978F-CFB9201F3C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94019" y="576920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7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4CC176-E264-4FD3-8B9D-CF6184579E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86294" y="584031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14EBAE-9F68-4BFD-B17E-50CAA1FCE9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86294" y="584031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7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DD189F-EFF3-4BA6-A477-74157D76FD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97602" y="578379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04ACB5-667A-43D3-AFBD-AFB2A8FD35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97602" y="578379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7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EEE48A-4294-4A0A-8862-26DCBF6B9F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09688" y="573293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46A867-2795-47BF-A530-6DA84EF77E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09688" y="573293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7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981964-9C1E-4A4F-B752-0469AAC13D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37337" y="5138540"/>
            <a:ext cx="8078" cy="8078"/>
          </a:xfrm>
          <a:custGeom xmlns:a="http://schemas.openxmlformats.org/drawingml/2006/main">
            <a:pathLst>
              <a:path w="8078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9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8" y="8078"/>
                </a:lnTo>
                <a:lnTo>
                  <a:pt x="8078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6C9076-6DCC-46B9-8DC2-8D9E91DFEE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37337" y="5138540"/>
            <a:ext cx="8078" cy="8078"/>
          </a:xfrm>
          <a:custGeom xmlns:a="http://schemas.openxmlformats.org/drawingml/2006/main">
            <a:pathLst>
              <a:path w="8078" h="8078" fill="none"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9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8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7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BBE883-AE5E-4C3A-B896-C60E030264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37337" y="5138540"/>
            <a:ext cx="8078" cy="8078"/>
          </a:xfrm>
          <a:custGeom xmlns:a="http://schemas.openxmlformats.org/drawingml/2006/main">
            <a:pathLst>
              <a:path w="8078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9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8" y="8078"/>
                </a:lnTo>
                <a:lnTo>
                  <a:pt x="8078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1CDB7E-3A95-470B-BF9F-B2E2F6F4A9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37337" y="5138540"/>
            <a:ext cx="8078" cy="8078"/>
          </a:xfrm>
          <a:custGeom xmlns:a="http://schemas.openxmlformats.org/drawingml/2006/main">
            <a:pathLst>
              <a:path w="8078" h="8078" fill="none"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9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8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7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008E65-533B-48C1-86A1-A228ADA051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30575" y="527463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686903-2803-47B8-BE6C-47FB2A0DB4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30575" y="527463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7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63DA59-7D99-4D3F-9F76-A9CBADD8AE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26144" y="537094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74862A-551C-40F7-8777-006E5336A1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26144" y="537094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7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99DF4E-ABE8-420C-A71F-AC6551057F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18687" y="578017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2F1CBB-C454-4492-A5E0-128B26A013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18687" y="578017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7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5AC97E-F711-4646-94B9-D2EF9D70B8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37337" y="5604538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E9CBE5-7EF8-4132-A094-E712CD1084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37337" y="5604538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7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54EFDB-8B90-4E5C-99DA-A4F6FBD3E3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73560" y="586315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7F9156-DC04-400C-A428-B9F9B4970A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73560" y="586315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7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EB4078-DCAD-4320-8F03-F0F895BD1C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37337" y="5138540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C2BAE1-DBDA-47DE-9658-D326343342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37337" y="5138540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7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C27DBF-F5A3-4DCA-A148-47CC998BFA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37337" y="5138540"/>
            <a:ext cx="8079" cy="8079"/>
          </a:xfrm>
          <a:custGeom xmlns:a="http://schemas.openxmlformats.org/drawingml/2006/main">
            <a:pathLst>
              <a:path w="8079" h="8079">
                <a:moveTo>
                  <a:pt x="0" y="0"/>
                </a:move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079" y="8079"/>
                </a:lnTo>
                <a:lnTo>
                  <a:pt x="8079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637DEC-F134-4A70-9E98-20A155165F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37337" y="5138540"/>
            <a:ext cx="8079" cy="8079"/>
          </a:xfrm>
          <a:custGeom xmlns:a="http://schemas.openxmlformats.org/drawingml/2006/main">
            <a:pathLst>
              <a:path w="8079" h="8079" fill="none">
                <a:moveTo>
                  <a:pt x="8079" y="8079"/>
                </a:moveTo>
                <a:lnTo>
                  <a:pt x="8079" y="8079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7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6DC4AE-029C-46BF-88B7-1E8F0E3C8F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98067" y="584371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9403CA-FD2F-4163-A00A-A78AB9719A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98067" y="584371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7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1F0A79-30D9-4723-9173-6ADFF11777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98531" y="582995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638741-051B-4B33-B174-A8EA38130A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98531" y="582995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7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D125E7-ED73-438B-BA72-15E45C06A1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53392" y="580013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8311E0-8B79-4D8F-9CB0-9960CB9FDE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53392" y="580013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7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8328DB-A0EA-4476-858D-F68036FFF6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09217" y="518453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8B9D3F-7790-41CA-8811-C726D4CED5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09217" y="518453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7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D278B4-F869-4955-B78E-814DDA73D1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04924" y="575739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4F6581-4590-463A-BA4C-DD48BA9DA9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04924" y="575739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7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AAE9CD-CA48-47B6-A899-CEA458B07C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09486" y="581187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E73D1C-46E9-46FE-A437-B917C19BA0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09486" y="581187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7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D93013-C871-4D8E-8A00-29E79E1ABE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33654" y="562507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23589D-0FFE-401B-BB8F-797B79AA1C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33654" y="562507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8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06DBF9-F260-4ABA-B7E7-438846EFD8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37337" y="5587118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25D0E7-0468-4C97-9064-8692FF2443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37337" y="5587118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8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D63D75-20B6-4B66-8614-60C58250FF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29062" y="575518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A08681-9962-46B7-B986-AD4775DF50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29062" y="575518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8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458BE6-0810-47B5-89D7-251617C0B4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71023" y="562430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785023-938F-4911-9645-0B70F1E068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71023" y="562430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8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8255F2-88E5-4236-8F97-ADA1F59EDF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37337" y="5138540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9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4A35D0-D77E-41A7-B992-05BCA88D60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37337" y="5138540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9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8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C11437-1D2C-4124-8BB4-1E20AE07E7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37337" y="5138540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9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FCCDEF-14AE-43FC-B4AC-3439F0073D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37337" y="5138540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9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8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012276-D24D-4E6D-81AC-5835E5427D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37337" y="5138540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9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3A7FE9-9A59-47AC-82A4-BB8026BFEB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37337" y="5138540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9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8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A4F0D3-0597-4ADA-900F-0D6D5AF73D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37337" y="5138540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9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69B603-3632-4264-B6F0-F1CF182F33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37337" y="5138540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9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8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3CA0F8-120C-489B-8533-0B04EB4825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37337" y="5138540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9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21DA52-48B2-48B0-8C69-83335E3F3F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37337" y="5138540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9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8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EB3C0B-966A-4DFC-A8A8-BA45F9C53C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53517" y="573850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205634-FCBB-466B-87B5-7E43DC6069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53517" y="573850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8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22846A-BEB3-44CA-9134-9B7156F582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38250" y="563864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1BE49B-11EB-4A09-8806-7B10B87D44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38250" y="563864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8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021B41-2CB3-491B-BA77-F4A6DC0632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38078" y="577537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6EABD8-1987-41E2-B12B-A28422078A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38078" y="577537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8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7FFEAA-DE8B-4F95-ABF2-A42253AFFA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35282" y="5138540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0"/>
                </a:moveTo>
                <a:lnTo>
                  <a:pt x="8877" y="8038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1"/>
                </a:lnTo>
                <a:lnTo>
                  <a:pt x="9920" y="7865"/>
                </a:lnTo>
                <a:lnTo>
                  <a:pt x="10175" y="7801"/>
                </a:lnTo>
                <a:lnTo>
                  <a:pt x="10428" y="7729"/>
                </a:lnTo>
                <a:lnTo>
                  <a:pt x="10678" y="7648"/>
                </a:lnTo>
                <a:lnTo>
                  <a:pt x="10926" y="7559"/>
                </a:lnTo>
                <a:lnTo>
                  <a:pt x="11170" y="7463"/>
                </a:lnTo>
                <a:lnTo>
                  <a:pt x="11411" y="7358"/>
                </a:lnTo>
                <a:lnTo>
                  <a:pt x="11649" y="7246"/>
                </a:lnTo>
                <a:lnTo>
                  <a:pt x="11883" y="7126"/>
                </a:lnTo>
                <a:lnTo>
                  <a:pt x="12113" y="6998"/>
                </a:lnTo>
                <a:lnTo>
                  <a:pt x="12339" y="6863"/>
                </a:lnTo>
                <a:lnTo>
                  <a:pt x="12561" y="6721"/>
                </a:lnTo>
                <a:lnTo>
                  <a:pt x="12778" y="6570"/>
                </a:lnTo>
                <a:lnTo>
                  <a:pt x="12991" y="6413"/>
                </a:lnTo>
                <a:lnTo>
                  <a:pt x="13199" y="6248"/>
                </a:lnTo>
                <a:lnTo>
                  <a:pt x="13401" y="6076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19"/>
                </a:lnTo>
                <a:lnTo>
                  <a:pt x="14492" y="4911"/>
                </a:lnTo>
                <a:lnTo>
                  <a:pt x="14650" y="4699"/>
                </a:lnTo>
                <a:lnTo>
                  <a:pt x="14800" y="4481"/>
                </a:lnTo>
                <a:lnTo>
                  <a:pt x="14943" y="4259"/>
                </a:lnTo>
                <a:lnTo>
                  <a:pt x="15078" y="4033"/>
                </a:lnTo>
                <a:lnTo>
                  <a:pt x="15206" y="3803"/>
                </a:lnTo>
                <a:lnTo>
                  <a:pt x="15326" y="3569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6"/>
                </a:lnTo>
                <a:lnTo>
                  <a:pt x="15727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0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1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346" y="8073"/>
                </a:lnTo>
                <a:lnTo>
                  <a:pt x="8612" y="806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282009-B787-4C5E-9F3D-212E4E81AD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35282" y="5138540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3"/>
                </a:lnTo>
                <a:lnTo>
                  <a:pt x="8612" y="8060"/>
                </a:lnTo>
                <a:lnTo>
                  <a:pt x="8877" y="8038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1"/>
                </a:lnTo>
                <a:lnTo>
                  <a:pt x="9920" y="7865"/>
                </a:lnTo>
                <a:lnTo>
                  <a:pt x="10175" y="7801"/>
                </a:lnTo>
                <a:lnTo>
                  <a:pt x="10428" y="7729"/>
                </a:lnTo>
                <a:lnTo>
                  <a:pt x="10678" y="7648"/>
                </a:lnTo>
                <a:lnTo>
                  <a:pt x="10926" y="7559"/>
                </a:lnTo>
                <a:lnTo>
                  <a:pt x="11170" y="7463"/>
                </a:lnTo>
                <a:lnTo>
                  <a:pt x="11411" y="7358"/>
                </a:lnTo>
                <a:lnTo>
                  <a:pt x="11649" y="7246"/>
                </a:lnTo>
                <a:lnTo>
                  <a:pt x="11883" y="7126"/>
                </a:lnTo>
                <a:lnTo>
                  <a:pt x="12113" y="6998"/>
                </a:lnTo>
                <a:lnTo>
                  <a:pt x="12339" y="6863"/>
                </a:lnTo>
                <a:lnTo>
                  <a:pt x="12561" y="6721"/>
                </a:lnTo>
                <a:lnTo>
                  <a:pt x="12778" y="6570"/>
                </a:lnTo>
                <a:lnTo>
                  <a:pt x="12991" y="6413"/>
                </a:lnTo>
                <a:lnTo>
                  <a:pt x="13199" y="6248"/>
                </a:lnTo>
                <a:lnTo>
                  <a:pt x="13401" y="6076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19"/>
                </a:lnTo>
                <a:lnTo>
                  <a:pt x="14492" y="4911"/>
                </a:lnTo>
                <a:lnTo>
                  <a:pt x="14650" y="4699"/>
                </a:lnTo>
                <a:lnTo>
                  <a:pt x="14800" y="4481"/>
                </a:lnTo>
                <a:lnTo>
                  <a:pt x="14943" y="4259"/>
                </a:lnTo>
                <a:lnTo>
                  <a:pt x="15078" y="4033"/>
                </a:lnTo>
                <a:lnTo>
                  <a:pt x="15206" y="3803"/>
                </a:lnTo>
                <a:lnTo>
                  <a:pt x="15326" y="3569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6"/>
                </a:lnTo>
                <a:lnTo>
                  <a:pt x="15727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0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1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8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CA1E4C-F6C2-4900-9CB7-F6E9814702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37337" y="5138540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E4DE0A-5D8F-4E73-9A41-5DC5A295EE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37337" y="5138540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8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DD869D-D4C4-4FA1-B38C-C184CE4A9E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37337" y="5138540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5D6BE4-EE72-408C-B25C-DE9FB1BAC4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37337" y="5138540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8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2B8FD8-958A-4D89-B61C-265035FD73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85800" y="5138540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0"/>
                </a:moveTo>
                <a:lnTo>
                  <a:pt x="8877" y="8038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1"/>
                </a:lnTo>
                <a:lnTo>
                  <a:pt x="9920" y="7865"/>
                </a:lnTo>
                <a:lnTo>
                  <a:pt x="10175" y="7801"/>
                </a:lnTo>
                <a:lnTo>
                  <a:pt x="10428" y="7729"/>
                </a:lnTo>
                <a:lnTo>
                  <a:pt x="10678" y="7648"/>
                </a:lnTo>
                <a:lnTo>
                  <a:pt x="10926" y="7559"/>
                </a:lnTo>
                <a:lnTo>
                  <a:pt x="11170" y="7463"/>
                </a:lnTo>
                <a:lnTo>
                  <a:pt x="11411" y="7358"/>
                </a:lnTo>
                <a:lnTo>
                  <a:pt x="11649" y="7246"/>
                </a:lnTo>
                <a:lnTo>
                  <a:pt x="11883" y="7126"/>
                </a:lnTo>
                <a:lnTo>
                  <a:pt x="12113" y="6998"/>
                </a:lnTo>
                <a:lnTo>
                  <a:pt x="12339" y="6863"/>
                </a:lnTo>
                <a:lnTo>
                  <a:pt x="12561" y="6721"/>
                </a:lnTo>
                <a:lnTo>
                  <a:pt x="12778" y="6570"/>
                </a:lnTo>
                <a:lnTo>
                  <a:pt x="12991" y="6413"/>
                </a:lnTo>
                <a:lnTo>
                  <a:pt x="13199" y="6248"/>
                </a:lnTo>
                <a:lnTo>
                  <a:pt x="13401" y="6076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19"/>
                </a:lnTo>
                <a:lnTo>
                  <a:pt x="14492" y="4911"/>
                </a:lnTo>
                <a:lnTo>
                  <a:pt x="14650" y="4699"/>
                </a:lnTo>
                <a:lnTo>
                  <a:pt x="14800" y="4481"/>
                </a:lnTo>
                <a:lnTo>
                  <a:pt x="14943" y="4259"/>
                </a:lnTo>
                <a:lnTo>
                  <a:pt x="15078" y="4033"/>
                </a:lnTo>
                <a:lnTo>
                  <a:pt x="15206" y="3803"/>
                </a:lnTo>
                <a:lnTo>
                  <a:pt x="15326" y="3569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6"/>
                </a:lnTo>
                <a:lnTo>
                  <a:pt x="15727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0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1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346" y="8073"/>
                </a:lnTo>
                <a:lnTo>
                  <a:pt x="8612" y="806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01B0C2-97B0-418C-AE67-3FDFEEFF2A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85800" y="5138540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3"/>
                </a:lnTo>
                <a:lnTo>
                  <a:pt x="8612" y="8060"/>
                </a:lnTo>
                <a:lnTo>
                  <a:pt x="8877" y="8038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1"/>
                </a:lnTo>
                <a:lnTo>
                  <a:pt x="9920" y="7865"/>
                </a:lnTo>
                <a:lnTo>
                  <a:pt x="10175" y="7801"/>
                </a:lnTo>
                <a:lnTo>
                  <a:pt x="10428" y="7729"/>
                </a:lnTo>
                <a:lnTo>
                  <a:pt x="10678" y="7648"/>
                </a:lnTo>
                <a:lnTo>
                  <a:pt x="10926" y="7559"/>
                </a:lnTo>
                <a:lnTo>
                  <a:pt x="11170" y="7463"/>
                </a:lnTo>
                <a:lnTo>
                  <a:pt x="11411" y="7358"/>
                </a:lnTo>
                <a:lnTo>
                  <a:pt x="11649" y="7246"/>
                </a:lnTo>
                <a:lnTo>
                  <a:pt x="11883" y="7126"/>
                </a:lnTo>
                <a:lnTo>
                  <a:pt x="12113" y="6998"/>
                </a:lnTo>
                <a:lnTo>
                  <a:pt x="12339" y="6863"/>
                </a:lnTo>
                <a:lnTo>
                  <a:pt x="12561" y="6721"/>
                </a:lnTo>
                <a:lnTo>
                  <a:pt x="12778" y="6570"/>
                </a:lnTo>
                <a:lnTo>
                  <a:pt x="12991" y="6413"/>
                </a:lnTo>
                <a:lnTo>
                  <a:pt x="13199" y="6248"/>
                </a:lnTo>
                <a:lnTo>
                  <a:pt x="13401" y="6076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19"/>
                </a:lnTo>
                <a:lnTo>
                  <a:pt x="14492" y="4911"/>
                </a:lnTo>
                <a:lnTo>
                  <a:pt x="14650" y="4699"/>
                </a:lnTo>
                <a:lnTo>
                  <a:pt x="14800" y="4481"/>
                </a:lnTo>
                <a:lnTo>
                  <a:pt x="14943" y="4259"/>
                </a:lnTo>
                <a:lnTo>
                  <a:pt x="15078" y="4033"/>
                </a:lnTo>
                <a:lnTo>
                  <a:pt x="15206" y="3803"/>
                </a:lnTo>
                <a:lnTo>
                  <a:pt x="15326" y="3569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6"/>
                </a:lnTo>
                <a:lnTo>
                  <a:pt x="15727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0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1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8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D9810E-780F-47F4-A17B-AAF9A973E3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37337" y="5138540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D3A9E3-88F2-4D69-ABB4-F0471669F1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37337" y="5138540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8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A6A1F9-29C6-4F4E-9989-E9F6D166B9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37337" y="5138540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A35D52-B57A-4B86-B776-83501020D2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37337" y="5138540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8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594E91-1B65-463E-841C-DB66291D13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37337" y="5138540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A62534-EB9B-41E2-8E1B-5FA2BCBFC4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37337" y="5138540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8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36B011-EFCF-4A64-B5F2-D1F7E2E126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37337" y="5138540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E814E0-D5B7-45A4-94A1-8D27B1E7F9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37337" y="5138540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8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DFEBB3-5F2C-4927-9E11-AECD69B504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37337" y="5138540"/>
            <a:ext cx="8079" cy="8078"/>
          </a:xfrm>
          <a:custGeom xmlns:a="http://schemas.openxmlformats.org/drawingml/2006/main">
            <a:pathLst>
              <a:path w="8079" h="8078">
                <a:moveTo>
                  <a:pt x="4" y="267"/>
                </a:move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  <a:lnTo>
                  <a:pt x="8079" y="8078"/>
                </a:lnTo>
                <a:lnTo>
                  <a:pt x="8079" y="0"/>
                </a:lnTo>
                <a:lnTo>
                  <a:pt x="0" y="0"/>
                </a:lnTo>
                <a:lnTo>
                  <a:pt x="4" y="267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1C2343-C2C1-4654-B25C-22FBBFF6EC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37337" y="5138540"/>
            <a:ext cx="8079" cy="8078"/>
          </a:xfrm>
          <a:custGeom xmlns:a="http://schemas.openxmlformats.org/drawingml/2006/main">
            <a:pathLst>
              <a:path w="8079" h="8078" fill="none">
                <a:moveTo>
                  <a:pt x="8079" y="8078"/>
                </a:moveTo>
                <a:lnTo>
                  <a:pt x="8079" y="8078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0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6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9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3"/>
                </a:lnTo>
                <a:lnTo>
                  <a:pt x="3379" y="6570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3"/>
                </a:lnTo>
                <a:lnTo>
                  <a:pt x="5231" y="7559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8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B48739-95B5-4E86-A386-68EF413555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70569" y="574467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C41205-C5C5-43FD-B9DE-FF4101D46A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70569" y="574467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8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BA0B61-BB9D-4D7B-8641-0F3A39BCB3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16074" y="579770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75C98F-55D3-4831-80BA-293252CDF8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16074" y="579770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8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91B603-F4EE-4C79-B46A-02B0C33E00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09438" y="572142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D0D65F-363E-4257-B732-35D006F689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09438" y="572142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8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15D40B-687E-4C31-B574-5F538F1902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27640" y="5138540"/>
            <a:ext cx="16157" cy="8077"/>
          </a:xfrm>
          <a:custGeom xmlns:a="http://schemas.openxmlformats.org/drawingml/2006/main">
            <a:pathLst>
              <a:path w="16157" h="8077">
                <a:moveTo>
                  <a:pt x="8612" y="8060"/>
                </a:moveTo>
                <a:lnTo>
                  <a:pt x="8877" y="8038"/>
                </a:lnTo>
                <a:lnTo>
                  <a:pt x="9140" y="8007"/>
                </a:lnTo>
                <a:lnTo>
                  <a:pt x="9402" y="7968"/>
                </a:lnTo>
                <a:lnTo>
                  <a:pt x="9662" y="7921"/>
                </a:lnTo>
                <a:lnTo>
                  <a:pt x="9920" y="7865"/>
                </a:lnTo>
                <a:lnTo>
                  <a:pt x="10175" y="7800"/>
                </a:lnTo>
                <a:lnTo>
                  <a:pt x="10428" y="7728"/>
                </a:lnTo>
                <a:lnTo>
                  <a:pt x="10678" y="7647"/>
                </a:lnTo>
                <a:lnTo>
                  <a:pt x="10926" y="7559"/>
                </a:lnTo>
                <a:lnTo>
                  <a:pt x="11170" y="7462"/>
                </a:lnTo>
                <a:lnTo>
                  <a:pt x="11411" y="7358"/>
                </a:lnTo>
                <a:lnTo>
                  <a:pt x="11649" y="7246"/>
                </a:lnTo>
                <a:lnTo>
                  <a:pt x="11883" y="7126"/>
                </a:lnTo>
                <a:lnTo>
                  <a:pt x="12113" y="6998"/>
                </a:lnTo>
                <a:lnTo>
                  <a:pt x="12339" y="6863"/>
                </a:lnTo>
                <a:lnTo>
                  <a:pt x="12561" y="6720"/>
                </a:lnTo>
                <a:lnTo>
                  <a:pt x="12778" y="6570"/>
                </a:lnTo>
                <a:lnTo>
                  <a:pt x="12991" y="6412"/>
                </a:lnTo>
                <a:lnTo>
                  <a:pt x="13199" y="6248"/>
                </a:lnTo>
                <a:lnTo>
                  <a:pt x="13401" y="6076"/>
                </a:lnTo>
                <a:lnTo>
                  <a:pt x="13599" y="5897"/>
                </a:lnTo>
                <a:lnTo>
                  <a:pt x="13791" y="5711"/>
                </a:lnTo>
                <a:lnTo>
                  <a:pt x="13977" y="5519"/>
                </a:lnTo>
                <a:lnTo>
                  <a:pt x="14156" y="5321"/>
                </a:lnTo>
                <a:lnTo>
                  <a:pt x="14328" y="5119"/>
                </a:lnTo>
                <a:lnTo>
                  <a:pt x="14492" y="4911"/>
                </a:lnTo>
                <a:lnTo>
                  <a:pt x="14650" y="4698"/>
                </a:lnTo>
                <a:lnTo>
                  <a:pt x="14800" y="4481"/>
                </a:lnTo>
                <a:lnTo>
                  <a:pt x="14943" y="4259"/>
                </a:lnTo>
                <a:lnTo>
                  <a:pt x="15078" y="4033"/>
                </a:lnTo>
                <a:lnTo>
                  <a:pt x="15206" y="3803"/>
                </a:lnTo>
                <a:lnTo>
                  <a:pt x="15326" y="3569"/>
                </a:lnTo>
                <a:lnTo>
                  <a:pt x="15438" y="3331"/>
                </a:lnTo>
                <a:lnTo>
                  <a:pt x="15542" y="3090"/>
                </a:lnTo>
                <a:lnTo>
                  <a:pt x="15639" y="2846"/>
                </a:lnTo>
                <a:lnTo>
                  <a:pt x="15727" y="2598"/>
                </a:lnTo>
                <a:lnTo>
                  <a:pt x="15808" y="2348"/>
                </a:lnTo>
                <a:lnTo>
                  <a:pt x="15880" y="2095"/>
                </a:lnTo>
                <a:lnTo>
                  <a:pt x="15945" y="1840"/>
                </a:lnTo>
                <a:lnTo>
                  <a:pt x="16001" y="1582"/>
                </a:lnTo>
                <a:lnTo>
                  <a:pt x="16048" y="1322"/>
                </a:lnTo>
                <a:lnTo>
                  <a:pt x="16087" y="1060"/>
                </a:lnTo>
                <a:lnTo>
                  <a:pt x="16118" y="797"/>
                </a:lnTo>
                <a:lnTo>
                  <a:pt x="16140" y="532"/>
                </a:lnTo>
                <a:lnTo>
                  <a:pt x="16153" y="266"/>
                </a:lnTo>
                <a:lnTo>
                  <a:pt x="16157" y="0"/>
                </a:lnTo>
                <a:lnTo>
                  <a:pt x="0" y="0"/>
                </a:lnTo>
                <a:lnTo>
                  <a:pt x="4" y="266"/>
                </a:lnTo>
                <a:lnTo>
                  <a:pt x="18" y="532"/>
                </a:lnTo>
                <a:lnTo>
                  <a:pt x="40" y="797"/>
                </a:lnTo>
                <a:lnTo>
                  <a:pt x="70" y="1060"/>
                </a:lnTo>
                <a:lnTo>
                  <a:pt x="109" y="1322"/>
                </a:lnTo>
                <a:lnTo>
                  <a:pt x="157" y="1582"/>
                </a:lnTo>
                <a:lnTo>
                  <a:pt x="213" y="1840"/>
                </a:lnTo>
                <a:lnTo>
                  <a:pt x="277" y="2095"/>
                </a:lnTo>
                <a:lnTo>
                  <a:pt x="349" y="2348"/>
                </a:lnTo>
                <a:lnTo>
                  <a:pt x="430" y="2598"/>
                </a:lnTo>
                <a:lnTo>
                  <a:pt x="518" y="2846"/>
                </a:lnTo>
                <a:lnTo>
                  <a:pt x="615" y="3090"/>
                </a:lnTo>
                <a:lnTo>
                  <a:pt x="719" y="3331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8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1"/>
                </a:lnTo>
                <a:lnTo>
                  <a:pt x="2180" y="5519"/>
                </a:lnTo>
                <a:lnTo>
                  <a:pt x="2366" y="5711"/>
                </a:lnTo>
                <a:lnTo>
                  <a:pt x="2558" y="5897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2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2"/>
                </a:lnTo>
                <a:lnTo>
                  <a:pt x="5231" y="7559"/>
                </a:lnTo>
                <a:lnTo>
                  <a:pt x="5479" y="7647"/>
                </a:lnTo>
                <a:lnTo>
                  <a:pt x="5729" y="7728"/>
                </a:lnTo>
                <a:lnTo>
                  <a:pt x="5982" y="7800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8"/>
                </a:lnTo>
                <a:lnTo>
                  <a:pt x="7017" y="8007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7"/>
                </a:lnTo>
                <a:lnTo>
                  <a:pt x="8346" y="8073"/>
                </a:lnTo>
                <a:lnTo>
                  <a:pt x="8612" y="806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618913-7D00-4621-8057-6965931ED6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27640" y="5138540"/>
            <a:ext cx="16157" cy="8077"/>
          </a:xfrm>
          <a:custGeom xmlns:a="http://schemas.openxmlformats.org/drawingml/2006/main">
            <a:pathLst>
              <a:path w="16157" h="8077" fill="none">
                <a:moveTo>
                  <a:pt x="8079" y="8077"/>
                </a:moveTo>
                <a:lnTo>
                  <a:pt x="8346" y="8073"/>
                </a:lnTo>
                <a:lnTo>
                  <a:pt x="8612" y="8060"/>
                </a:lnTo>
                <a:lnTo>
                  <a:pt x="8877" y="8038"/>
                </a:lnTo>
                <a:lnTo>
                  <a:pt x="9140" y="8007"/>
                </a:lnTo>
                <a:lnTo>
                  <a:pt x="9402" y="7968"/>
                </a:lnTo>
                <a:lnTo>
                  <a:pt x="9662" y="7921"/>
                </a:lnTo>
                <a:lnTo>
                  <a:pt x="9920" y="7865"/>
                </a:lnTo>
                <a:lnTo>
                  <a:pt x="10175" y="7800"/>
                </a:lnTo>
                <a:lnTo>
                  <a:pt x="10428" y="7728"/>
                </a:lnTo>
                <a:lnTo>
                  <a:pt x="10678" y="7647"/>
                </a:lnTo>
                <a:lnTo>
                  <a:pt x="10926" y="7559"/>
                </a:lnTo>
                <a:lnTo>
                  <a:pt x="11170" y="7462"/>
                </a:lnTo>
                <a:lnTo>
                  <a:pt x="11411" y="7358"/>
                </a:lnTo>
                <a:lnTo>
                  <a:pt x="11649" y="7246"/>
                </a:lnTo>
                <a:lnTo>
                  <a:pt x="11883" y="7126"/>
                </a:lnTo>
                <a:lnTo>
                  <a:pt x="12113" y="6998"/>
                </a:lnTo>
                <a:lnTo>
                  <a:pt x="12339" y="6863"/>
                </a:lnTo>
                <a:lnTo>
                  <a:pt x="12561" y="6720"/>
                </a:lnTo>
                <a:lnTo>
                  <a:pt x="12778" y="6570"/>
                </a:lnTo>
                <a:lnTo>
                  <a:pt x="12991" y="6412"/>
                </a:lnTo>
                <a:lnTo>
                  <a:pt x="13199" y="6248"/>
                </a:lnTo>
                <a:lnTo>
                  <a:pt x="13401" y="6076"/>
                </a:lnTo>
                <a:lnTo>
                  <a:pt x="13599" y="5897"/>
                </a:lnTo>
                <a:lnTo>
                  <a:pt x="13791" y="5711"/>
                </a:lnTo>
                <a:lnTo>
                  <a:pt x="13977" y="5519"/>
                </a:lnTo>
                <a:lnTo>
                  <a:pt x="14156" y="5321"/>
                </a:lnTo>
                <a:lnTo>
                  <a:pt x="14328" y="5119"/>
                </a:lnTo>
                <a:lnTo>
                  <a:pt x="14492" y="4911"/>
                </a:lnTo>
                <a:lnTo>
                  <a:pt x="14650" y="4698"/>
                </a:lnTo>
                <a:lnTo>
                  <a:pt x="14800" y="4481"/>
                </a:lnTo>
                <a:lnTo>
                  <a:pt x="14943" y="4259"/>
                </a:lnTo>
                <a:lnTo>
                  <a:pt x="15078" y="4033"/>
                </a:lnTo>
                <a:lnTo>
                  <a:pt x="15206" y="3803"/>
                </a:lnTo>
                <a:lnTo>
                  <a:pt x="15326" y="3569"/>
                </a:lnTo>
                <a:lnTo>
                  <a:pt x="15438" y="3331"/>
                </a:lnTo>
                <a:lnTo>
                  <a:pt x="15542" y="3090"/>
                </a:lnTo>
                <a:lnTo>
                  <a:pt x="15639" y="2846"/>
                </a:lnTo>
                <a:lnTo>
                  <a:pt x="15727" y="2598"/>
                </a:lnTo>
                <a:lnTo>
                  <a:pt x="15808" y="2348"/>
                </a:lnTo>
                <a:lnTo>
                  <a:pt x="15880" y="2095"/>
                </a:lnTo>
                <a:lnTo>
                  <a:pt x="15945" y="1840"/>
                </a:lnTo>
                <a:lnTo>
                  <a:pt x="16001" y="1582"/>
                </a:lnTo>
                <a:lnTo>
                  <a:pt x="16048" y="1322"/>
                </a:lnTo>
                <a:lnTo>
                  <a:pt x="16087" y="1060"/>
                </a:lnTo>
                <a:lnTo>
                  <a:pt x="16118" y="797"/>
                </a:lnTo>
                <a:lnTo>
                  <a:pt x="16140" y="532"/>
                </a:lnTo>
                <a:lnTo>
                  <a:pt x="16153" y="266"/>
                </a:lnTo>
                <a:lnTo>
                  <a:pt x="16157" y="0"/>
                </a:lnTo>
                <a:moveTo>
                  <a:pt x="0" y="0"/>
                </a:moveTo>
                <a:lnTo>
                  <a:pt x="4" y="266"/>
                </a:lnTo>
                <a:lnTo>
                  <a:pt x="18" y="532"/>
                </a:lnTo>
                <a:lnTo>
                  <a:pt x="40" y="797"/>
                </a:lnTo>
                <a:lnTo>
                  <a:pt x="70" y="1060"/>
                </a:lnTo>
                <a:lnTo>
                  <a:pt x="109" y="1322"/>
                </a:lnTo>
                <a:lnTo>
                  <a:pt x="157" y="1582"/>
                </a:lnTo>
                <a:lnTo>
                  <a:pt x="213" y="1840"/>
                </a:lnTo>
                <a:lnTo>
                  <a:pt x="277" y="2095"/>
                </a:lnTo>
                <a:lnTo>
                  <a:pt x="349" y="2348"/>
                </a:lnTo>
                <a:lnTo>
                  <a:pt x="430" y="2598"/>
                </a:lnTo>
                <a:lnTo>
                  <a:pt x="518" y="2846"/>
                </a:lnTo>
                <a:lnTo>
                  <a:pt x="615" y="3090"/>
                </a:lnTo>
                <a:lnTo>
                  <a:pt x="719" y="3331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8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1"/>
                </a:lnTo>
                <a:lnTo>
                  <a:pt x="2180" y="5519"/>
                </a:lnTo>
                <a:lnTo>
                  <a:pt x="2366" y="5711"/>
                </a:lnTo>
                <a:lnTo>
                  <a:pt x="2558" y="5897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2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2"/>
                </a:lnTo>
                <a:lnTo>
                  <a:pt x="5231" y="7559"/>
                </a:lnTo>
                <a:lnTo>
                  <a:pt x="5479" y="7647"/>
                </a:lnTo>
                <a:lnTo>
                  <a:pt x="5729" y="7728"/>
                </a:lnTo>
                <a:lnTo>
                  <a:pt x="5982" y="7800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8"/>
                </a:lnTo>
                <a:lnTo>
                  <a:pt x="7017" y="8007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8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7697DD-3887-4B24-87A1-42239C9D62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37337" y="5138540"/>
            <a:ext cx="8079" cy="8077"/>
          </a:xfrm>
          <a:custGeom xmlns:a="http://schemas.openxmlformats.org/drawingml/2006/main">
            <a:pathLst>
              <a:path w="8079" h="8077">
                <a:moveTo>
                  <a:pt x="4" y="266"/>
                </a:moveTo>
                <a:lnTo>
                  <a:pt x="18" y="532"/>
                </a:lnTo>
                <a:lnTo>
                  <a:pt x="40" y="797"/>
                </a:lnTo>
                <a:lnTo>
                  <a:pt x="70" y="1060"/>
                </a:lnTo>
                <a:lnTo>
                  <a:pt x="109" y="1322"/>
                </a:lnTo>
                <a:lnTo>
                  <a:pt x="157" y="1582"/>
                </a:lnTo>
                <a:lnTo>
                  <a:pt x="213" y="1840"/>
                </a:lnTo>
                <a:lnTo>
                  <a:pt x="277" y="2095"/>
                </a:lnTo>
                <a:lnTo>
                  <a:pt x="349" y="2348"/>
                </a:lnTo>
                <a:lnTo>
                  <a:pt x="430" y="2598"/>
                </a:lnTo>
                <a:lnTo>
                  <a:pt x="518" y="2846"/>
                </a:lnTo>
                <a:lnTo>
                  <a:pt x="615" y="3090"/>
                </a:lnTo>
                <a:lnTo>
                  <a:pt x="719" y="3331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8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1"/>
                </a:lnTo>
                <a:lnTo>
                  <a:pt x="2180" y="5519"/>
                </a:lnTo>
                <a:lnTo>
                  <a:pt x="2366" y="5711"/>
                </a:lnTo>
                <a:lnTo>
                  <a:pt x="2558" y="5897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2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2"/>
                </a:lnTo>
                <a:lnTo>
                  <a:pt x="5231" y="7559"/>
                </a:lnTo>
                <a:lnTo>
                  <a:pt x="5479" y="7647"/>
                </a:lnTo>
                <a:lnTo>
                  <a:pt x="5729" y="7728"/>
                </a:lnTo>
                <a:lnTo>
                  <a:pt x="5982" y="7800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8"/>
                </a:lnTo>
                <a:lnTo>
                  <a:pt x="7017" y="8007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7"/>
                </a:lnTo>
                <a:lnTo>
                  <a:pt x="8079" y="8077"/>
                </a:lnTo>
                <a:lnTo>
                  <a:pt x="8079" y="0"/>
                </a:lnTo>
                <a:lnTo>
                  <a:pt x="0" y="0"/>
                </a:lnTo>
                <a:lnTo>
                  <a:pt x="4" y="266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37B6CA-1D20-45AF-8BA7-11FBCA73EA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37337" y="5138540"/>
            <a:ext cx="8079" cy="8077"/>
          </a:xfrm>
          <a:custGeom xmlns:a="http://schemas.openxmlformats.org/drawingml/2006/main">
            <a:pathLst>
              <a:path w="8079" h="8077" fill="none">
                <a:moveTo>
                  <a:pt x="8079" y="8077"/>
                </a:moveTo>
                <a:lnTo>
                  <a:pt x="8079" y="8077"/>
                </a:lnTo>
                <a:moveTo>
                  <a:pt x="0" y="0"/>
                </a:moveTo>
                <a:lnTo>
                  <a:pt x="4" y="266"/>
                </a:lnTo>
                <a:lnTo>
                  <a:pt x="18" y="532"/>
                </a:lnTo>
                <a:lnTo>
                  <a:pt x="40" y="797"/>
                </a:lnTo>
                <a:lnTo>
                  <a:pt x="70" y="1060"/>
                </a:lnTo>
                <a:lnTo>
                  <a:pt x="109" y="1322"/>
                </a:lnTo>
                <a:lnTo>
                  <a:pt x="157" y="1582"/>
                </a:lnTo>
                <a:lnTo>
                  <a:pt x="213" y="1840"/>
                </a:lnTo>
                <a:lnTo>
                  <a:pt x="277" y="2095"/>
                </a:lnTo>
                <a:lnTo>
                  <a:pt x="349" y="2348"/>
                </a:lnTo>
                <a:lnTo>
                  <a:pt x="430" y="2598"/>
                </a:lnTo>
                <a:lnTo>
                  <a:pt x="518" y="2846"/>
                </a:lnTo>
                <a:lnTo>
                  <a:pt x="615" y="3090"/>
                </a:lnTo>
                <a:lnTo>
                  <a:pt x="719" y="3331"/>
                </a:lnTo>
                <a:lnTo>
                  <a:pt x="832" y="3569"/>
                </a:lnTo>
                <a:lnTo>
                  <a:pt x="952" y="3803"/>
                </a:lnTo>
                <a:lnTo>
                  <a:pt x="1079" y="4033"/>
                </a:lnTo>
                <a:lnTo>
                  <a:pt x="1215" y="4259"/>
                </a:lnTo>
                <a:lnTo>
                  <a:pt x="1357" y="4481"/>
                </a:lnTo>
                <a:lnTo>
                  <a:pt x="1507" y="4698"/>
                </a:lnTo>
                <a:lnTo>
                  <a:pt x="1665" y="4911"/>
                </a:lnTo>
                <a:lnTo>
                  <a:pt x="1830" y="5119"/>
                </a:lnTo>
                <a:lnTo>
                  <a:pt x="2001" y="5321"/>
                </a:lnTo>
                <a:lnTo>
                  <a:pt x="2180" y="5519"/>
                </a:lnTo>
                <a:lnTo>
                  <a:pt x="2366" y="5711"/>
                </a:lnTo>
                <a:lnTo>
                  <a:pt x="2558" y="5897"/>
                </a:lnTo>
                <a:lnTo>
                  <a:pt x="2756" y="6076"/>
                </a:lnTo>
                <a:lnTo>
                  <a:pt x="2959" y="6248"/>
                </a:lnTo>
                <a:lnTo>
                  <a:pt x="3167" y="6412"/>
                </a:lnTo>
                <a:lnTo>
                  <a:pt x="3379" y="6570"/>
                </a:lnTo>
                <a:lnTo>
                  <a:pt x="3597" y="6720"/>
                </a:lnTo>
                <a:lnTo>
                  <a:pt x="3818" y="6863"/>
                </a:lnTo>
                <a:lnTo>
                  <a:pt x="4044" y="6998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8"/>
                </a:lnTo>
                <a:lnTo>
                  <a:pt x="4987" y="7462"/>
                </a:lnTo>
                <a:lnTo>
                  <a:pt x="5231" y="7559"/>
                </a:lnTo>
                <a:lnTo>
                  <a:pt x="5479" y="7647"/>
                </a:lnTo>
                <a:lnTo>
                  <a:pt x="5729" y="7728"/>
                </a:lnTo>
                <a:lnTo>
                  <a:pt x="5982" y="7800"/>
                </a:lnTo>
                <a:lnTo>
                  <a:pt x="6238" y="7865"/>
                </a:lnTo>
                <a:lnTo>
                  <a:pt x="6495" y="7921"/>
                </a:lnTo>
                <a:lnTo>
                  <a:pt x="6755" y="7968"/>
                </a:lnTo>
                <a:lnTo>
                  <a:pt x="7017" y="8007"/>
                </a:lnTo>
                <a:lnTo>
                  <a:pt x="7280" y="8038"/>
                </a:lnTo>
                <a:lnTo>
                  <a:pt x="7545" y="8060"/>
                </a:lnTo>
                <a:lnTo>
                  <a:pt x="7811" y="8073"/>
                </a:lnTo>
                <a:lnTo>
                  <a:pt x="8079" y="807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8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EE8BE4-08B3-46A6-ACA6-440CE97F64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37121" y="538625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1B40E9-2D62-4E9A-9BBC-A0D065B6F2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37121" y="538625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8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315751-53E9-4F10-B166-0661162D02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37297" y="574031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B42BD9-68E2-47CB-8401-8DCCB5D018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37297" y="574031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8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AB52AD-D962-4782-A9A1-E34129D04F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07355" y="547824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921F7B-2F90-4789-92AE-350F5C16ED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07355" y="547824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8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4A3083-2E7D-4FD0-B47B-4A3EC2BEAC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35650" y="562827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DF7C34-F3D1-4E07-BD73-BF720062D3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35650" y="562827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08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39BF67-6DCB-4BF6-A8AA-D112F195B7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32626" y="6340328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1CCFE5-2625-4BA6-B387-21EF5D4EE1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32626" y="6340328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10860" name="Text 0">
            <a:extLst xmlns:a="http://schemas.openxmlformats.org/drawingml/2006/main">
              <a:ext uri="{FF2B5EF4-FFF2-40B4-BE49-F238E27FC236}">
                <a16:creationId xmlns:a16="http://schemas.microsoft.com/office/drawing/2014/main" id="{B3DB2A9F-0924-4222-ACA7-997FC7D179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09438" y="6388199"/>
            <a:ext cx="43693" cy="65625"/>
          </a:xfrm>
          <a:custGeom xmlns:a="http://schemas.openxmlformats.org/drawingml/2006/main">
            <a:pathLst>
              <a:path w="43693" h="65625">
                <a:moveTo>
                  <a:pt x="21847" y="6774"/>
                </a:moveTo>
                <a:cubicBezTo>
                  <a:pt x="17443" y="6774"/>
                  <a:pt x="14134" y="8942"/>
                  <a:pt x="11918" y="13278"/>
                </a:cubicBezTo>
                <a:cubicBezTo>
                  <a:pt x="9703" y="17615"/>
                  <a:pt x="8595" y="24133"/>
                  <a:pt x="8595" y="32833"/>
                </a:cubicBezTo>
                <a:cubicBezTo>
                  <a:pt x="8595" y="41506"/>
                  <a:pt x="9703" y="48010"/>
                  <a:pt x="11918" y="52346"/>
                </a:cubicBezTo>
                <a:cubicBezTo>
                  <a:pt x="14134" y="56682"/>
                  <a:pt x="17443" y="58850"/>
                  <a:pt x="21847" y="58850"/>
                </a:cubicBezTo>
                <a:cubicBezTo>
                  <a:pt x="26278" y="58850"/>
                  <a:pt x="29602" y="56682"/>
                  <a:pt x="31817" y="52346"/>
                </a:cubicBezTo>
                <a:cubicBezTo>
                  <a:pt x="34033" y="48010"/>
                  <a:pt x="35141" y="41506"/>
                  <a:pt x="35141" y="32833"/>
                </a:cubicBezTo>
                <a:cubicBezTo>
                  <a:pt x="35141" y="24133"/>
                  <a:pt x="34033" y="17615"/>
                  <a:pt x="31817" y="13278"/>
                </a:cubicBezTo>
                <a:cubicBezTo>
                  <a:pt x="29602" y="8942"/>
                  <a:pt x="26278" y="6774"/>
                  <a:pt x="21847" y="6774"/>
                </a:cubicBezTo>
                <a:moveTo>
                  <a:pt x="21847" y="0"/>
                </a:moveTo>
                <a:cubicBezTo>
                  <a:pt x="28931" y="0"/>
                  <a:pt x="34344" y="2803"/>
                  <a:pt x="38083" y="8409"/>
                </a:cubicBezTo>
                <a:cubicBezTo>
                  <a:pt x="41823" y="14016"/>
                  <a:pt x="43693" y="22157"/>
                  <a:pt x="43693" y="32833"/>
                </a:cubicBezTo>
                <a:cubicBezTo>
                  <a:pt x="43693" y="43482"/>
                  <a:pt x="41823" y="51609"/>
                  <a:pt x="38083" y="57215"/>
                </a:cubicBezTo>
                <a:cubicBezTo>
                  <a:pt x="34344" y="62821"/>
                  <a:pt x="28931" y="65625"/>
                  <a:pt x="21847" y="65625"/>
                </a:cubicBezTo>
                <a:cubicBezTo>
                  <a:pt x="14762" y="65625"/>
                  <a:pt x="9350" y="62821"/>
                  <a:pt x="5610" y="57215"/>
                </a:cubicBezTo>
                <a:cubicBezTo>
                  <a:pt x="1870" y="51609"/>
                  <a:pt x="0" y="43482"/>
                  <a:pt x="0" y="32833"/>
                </a:cubicBezTo>
                <a:cubicBezTo>
                  <a:pt x="0" y="22157"/>
                  <a:pt x="1870" y="14016"/>
                  <a:pt x="5610" y="8409"/>
                </a:cubicBezTo>
                <a:cubicBezTo>
                  <a:pt x="9350" y="2803"/>
                  <a:pt x="14762" y="0"/>
                  <a:pt x="21847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A38BB7-5D5E-4EA3-9F4E-7B8EA1A39F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99141" y="6340328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DFC094-AD7E-4396-BF5C-65B38D10F4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99141" y="6340328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10863" name="Text 10">
            <a:extLst xmlns:a="http://schemas.openxmlformats.org/drawingml/2006/main">
              <a:ext uri="{FF2B5EF4-FFF2-40B4-BE49-F238E27FC236}">
                <a16:creationId xmlns:a16="http://schemas.microsoft.com/office/drawing/2014/main" id="{4410A6CB-0C3A-4B80-81E2-33372DD21F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03893" y="6389554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64" name="Text −1">
            <a:extLst xmlns:a="http://schemas.openxmlformats.org/drawingml/2006/main">
              <a:ext uri="{FF2B5EF4-FFF2-40B4-BE49-F238E27FC236}">
                <a16:creationId xmlns:a16="http://schemas.microsoft.com/office/drawing/2014/main" id="{E2CD7A66-E23C-40F9-80F5-60C8A66E44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11962" y="6376438"/>
            <a:ext cx="77441" cy="44278"/>
          </a:xfrm>
          <a:custGeom xmlns:a="http://schemas.openxmlformats.org/drawingml/2006/main">
            <a:pathLst>
              <a:path w="77441" h="44278">
                <a:moveTo>
                  <a:pt x="0" y="22702"/>
                </a:moveTo>
                <a:lnTo>
                  <a:pt x="37995" y="22702"/>
                </a:lnTo>
                <a:lnTo>
                  <a:pt x="37995" y="27740"/>
                </a:lnTo>
                <a:lnTo>
                  <a:pt x="0" y="27740"/>
                </a:lnTo>
                <a:lnTo>
                  <a:pt x="0" y="22702"/>
                </a:lnTo>
                <a:close/>
                <a:moveTo>
                  <a:pt x="51953" y="39239"/>
                </a:moveTo>
                <a:lnTo>
                  <a:pt x="61734" y="39239"/>
                </a:lnTo>
                <a:lnTo>
                  <a:pt x="61734" y="5453"/>
                </a:lnTo>
                <a:lnTo>
                  <a:pt x="51094" y="7587"/>
                </a:lnTo>
                <a:lnTo>
                  <a:pt x="51094" y="2134"/>
                </a:lnTo>
                <a:lnTo>
                  <a:pt x="61674" y="0"/>
                </a:lnTo>
                <a:lnTo>
                  <a:pt x="67661" y="0"/>
                </a:lnTo>
                <a:lnTo>
                  <a:pt x="67661" y="39239"/>
                </a:lnTo>
                <a:lnTo>
                  <a:pt x="77441" y="39239"/>
                </a:lnTo>
                <a:lnTo>
                  <a:pt x="77441" y="44278"/>
                </a:lnTo>
                <a:lnTo>
                  <a:pt x="51953" y="44278"/>
                </a:lnTo>
                <a:lnTo>
                  <a:pt x="51953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D10191-B820-4B39-A2D1-8C3D022583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29004" y="6340328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AE7C97-0E0D-4AD5-B427-351BB95743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29004" y="6340328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10867" name="Text 10">
            <a:extLst xmlns:a="http://schemas.openxmlformats.org/drawingml/2006/main">
              <a:ext uri="{FF2B5EF4-FFF2-40B4-BE49-F238E27FC236}">
                <a16:creationId xmlns:a16="http://schemas.microsoft.com/office/drawing/2014/main" id="{DBE03274-81FC-4852-A7CF-1191D65DEB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59047" y="6390345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68" name="Text 0">
            <a:extLst xmlns:a="http://schemas.openxmlformats.org/drawingml/2006/main">
              <a:ext uri="{FF2B5EF4-FFF2-40B4-BE49-F238E27FC236}">
                <a16:creationId xmlns:a16="http://schemas.microsoft.com/office/drawing/2014/main" id="{D7907FE3-8564-4FEC-AA8D-F1674977BE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64686" y="6376458"/>
            <a:ext cx="30585" cy="45937"/>
          </a:xfrm>
          <a:custGeom xmlns:a="http://schemas.openxmlformats.org/drawingml/2006/main">
            <a:pathLst>
              <a:path w="30585" h="45937">
                <a:moveTo>
                  <a:pt x="15293" y="4742"/>
                </a:moveTo>
                <a:cubicBezTo>
                  <a:pt x="12210" y="4742"/>
                  <a:pt x="9894" y="6260"/>
                  <a:pt x="8343" y="9295"/>
                </a:cubicBezTo>
                <a:cubicBezTo>
                  <a:pt x="6792" y="12330"/>
                  <a:pt x="6016" y="16893"/>
                  <a:pt x="6016" y="22983"/>
                </a:cubicBezTo>
                <a:cubicBezTo>
                  <a:pt x="6016" y="29054"/>
                  <a:pt x="6792" y="33607"/>
                  <a:pt x="8343" y="36642"/>
                </a:cubicBezTo>
                <a:cubicBezTo>
                  <a:pt x="9894" y="39678"/>
                  <a:pt x="12210" y="41195"/>
                  <a:pt x="15293" y="41195"/>
                </a:cubicBezTo>
                <a:cubicBezTo>
                  <a:pt x="18395" y="41195"/>
                  <a:pt x="20721" y="39678"/>
                  <a:pt x="22272" y="36642"/>
                </a:cubicBezTo>
                <a:cubicBezTo>
                  <a:pt x="23823" y="33607"/>
                  <a:pt x="24599" y="29054"/>
                  <a:pt x="24599" y="22983"/>
                </a:cubicBezTo>
                <a:cubicBezTo>
                  <a:pt x="24599" y="16893"/>
                  <a:pt x="23823" y="12330"/>
                  <a:pt x="22272" y="9295"/>
                </a:cubicBezTo>
                <a:cubicBezTo>
                  <a:pt x="20721" y="6260"/>
                  <a:pt x="18395" y="4742"/>
                  <a:pt x="15293" y="4742"/>
                </a:cubicBezTo>
                <a:moveTo>
                  <a:pt x="15293" y="0"/>
                </a:moveTo>
                <a:cubicBezTo>
                  <a:pt x="20252" y="0"/>
                  <a:pt x="24040" y="1962"/>
                  <a:pt x="26658" y="5887"/>
                </a:cubicBezTo>
                <a:cubicBezTo>
                  <a:pt x="29276" y="9811"/>
                  <a:pt x="30585" y="15510"/>
                  <a:pt x="30585" y="22983"/>
                </a:cubicBezTo>
                <a:cubicBezTo>
                  <a:pt x="30585" y="30437"/>
                  <a:pt x="29276" y="36126"/>
                  <a:pt x="26658" y="40051"/>
                </a:cubicBezTo>
                <a:cubicBezTo>
                  <a:pt x="24040" y="43975"/>
                  <a:pt x="20252" y="45937"/>
                  <a:pt x="15293" y="45937"/>
                </a:cubicBezTo>
                <a:cubicBezTo>
                  <a:pt x="10333" y="45937"/>
                  <a:pt x="6545" y="43975"/>
                  <a:pt x="3927" y="40051"/>
                </a:cubicBezTo>
                <a:cubicBezTo>
                  <a:pt x="1309" y="36126"/>
                  <a:pt x="0" y="30437"/>
                  <a:pt x="0" y="22983"/>
                </a:cubicBezTo>
                <a:cubicBezTo>
                  <a:pt x="0" y="15510"/>
                  <a:pt x="1309" y="9811"/>
                  <a:pt x="3927" y="5887"/>
                </a:cubicBezTo>
                <a:cubicBezTo>
                  <a:pt x="6545" y="1962"/>
                  <a:pt x="10333" y="0"/>
                  <a:pt x="1529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4DAFC9-57F3-467F-9B56-008D5AE478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58868" y="6340328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BE9B45-21F2-4A7F-89D8-C8D2872845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58868" y="6340328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10871" name="Text 10">
            <a:extLst xmlns:a="http://schemas.openxmlformats.org/drawingml/2006/main">
              <a:ext uri="{FF2B5EF4-FFF2-40B4-BE49-F238E27FC236}">
                <a16:creationId xmlns:a16="http://schemas.microsoft.com/office/drawing/2014/main" id="{C1FC0ADC-31B9-47FC-9D8A-13406E091D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88911" y="6389554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72" name="Text 1">
            <a:extLst xmlns:a="http://schemas.openxmlformats.org/drawingml/2006/main">
              <a:ext uri="{FF2B5EF4-FFF2-40B4-BE49-F238E27FC236}">
                <a16:creationId xmlns:a16="http://schemas.microsoft.com/office/drawing/2014/main" id="{67685554-5B3E-4A2D-83C1-8B33D3C633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97217" y="6376438"/>
            <a:ext cx="26347" cy="44278"/>
          </a:xfrm>
          <a:custGeom xmlns:a="http://schemas.openxmlformats.org/drawingml/2006/main">
            <a:pathLst>
              <a:path w="26347" h="44278">
                <a:moveTo>
                  <a:pt x="859" y="39239"/>
                </a:moveTo>
                <a:lnTo>
                  <a:pt x="10640" y="39239"/>
                </a:lnTo>
                <a:lnTo>
                  <a:pt x="10640" y="5453"/>
                </a:lnTo>
                <a:lnTo>
                  <a:pt x="0" y="7587"/>
                </a:lnTo>
                <a:lnTo>
                  <a:pt x="0" y="2134"/>
                </a:lnTo>
                <a:lnTo>
                  <a:pt x="10580" y="0"/>
                </a:lnTo>
                <a:lnTo>
                  <a:pt x="16567" y="0"/>
                </a:lnTo>
                <a:lnTo>
                  <a:pt x="16567" y="39239"/>
                </a:lnTo>
                <a:lnTo>
                  <a:pt x="26347" y="39239"/>
                </a:lnTo>
                <a:lnTo>
                  <a:pt x="26347" y="44278"/>
                </a:lnTo>
                <a:lnTo>
                  <a:pt x="859" y="44278"/>
                </a:lnTo>
                <a:lnTo>
                  <a:pt x="859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70BB4C-192B-426D-B001-741B309CFD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88732" y="6340328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FD2EFE-8086-48E9-A2E2-B8BBDACB7E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88732" y="6340328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10875" name="Text 10">
            <a:extLst xmlns:a="http://schemas.openxmlformats.org/drawingml/2006/main">
              <a:ext uri="{FF2B5EF4-FFF2-40B4-BE49-F238E27FC236}">
                <a16:creationId xmlns:a16="http://schemas.microsoft.com/office/drawing/2014/main" id="{6CCF2F90-3053-4FA3-8343-E558DDF513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18775" y="6390345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76" name="Text 2">
            <a:extLst xmlns:a="http://schemas.openxmlformats.org/drawingml/2006/main">
              <a:ext uri="{FF2B5EF4-FFF2-40B4-BE49-F238E27FC236}">
                <a16:creationId xmlns:a16="http://schemas.microsoft.com/office/drawing/2014/main" id="{CB653B96-257C-4A93-8A11-8D54E8CDE5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24858" y="6376458"/>
            <a:ext cx="28096" cy="45048"/>
          </a:xfrm>
          <a:custGeom xmlns:a="http://schemas.openxmlformats.org/drawingml/2006/main">
            <a:pathLst>
              <a:path w="28096" h="45048">
                <a:moveTo>
                  <a:pt x="7202" y="40010"/>
                </a:moveTo>
                <a:lnTo>
                  <a:pt x="28096" y="40010"/>
                </a:lnTo>
                <a:lnTo>
                  <a:pt x="28096" y="45048"/>
                </a:lnTo>
                <a:lnTo>
                  <a:pt x="0" y="45048"/>
                </a:lnTo>
                <a:lnTo>
                  <a:pt x="0" y="40010"/>
                </a:lnTo>
                <a:cubicBezTo>
                  <a:pt x="2272" y="37659"/>
                  <a:pt x="5369" y="34502"/>
                  <a:pt x="9291" y="30541"/>
                </a:cubicBezTo>
                <a:cubicBezTo>
                  <a:pt x="13213" y="26579"/>
                  <a:pt x="15678" y="24026"/>
                  <a:pt x="16686" y="22880"/>
                </a:cubicBezTo>
                <a:cubicBezTo>
                  <a:pt x="18602" y="20726"/>
                  <a:pt x="19941" y="18903"/>
                  <a:pt x="20701" y="17412"/>
                </a:cubicBezTo>
                <a:cubicBezTo>
                  <a:pt x="21462" y="15920"/>
                  <a:pt x="21842" y="14453"/>
                  <a:pt x="21842" y="13011"/>
                </a:cubicBezTo>
                <a:cubicBezTo>
                  <a:pt x="21842" y="10659"/>
                  <a:pt x="21018" y="8743"/>
                  <a:pt x="19368" y="7261"/>
                </a:cubicBezTo>
                <a:cubicBezTo>
                  <a:pt x="17718" y="5779"/>
                  <a:pt x="15569" y="5038"/>
                  <a:pt x="12922" y="5038"/>
                </a:cubicBezTo>
                <a:cubicBezTo>
                  <a:pt x="11045" y="5038"/>
                  <a:pt x="9064" y="5367"/>
                  <a:pt x="6979" y="6024"/>
                </a:cubicBezTo>
                <a:cubicBezTo>
                  <a:pt x="4895" y="6681"/>
                  <a:pt x="2667" y="7676"/>
                  <a:pt x="296" y="9010"/>
                </a:cubicBezTo>
                <a:lnTo>
                  <a:pt x="296" y="2964"/>
                </a:lnTo>
                <a:cubicBezTo>
                  <a:pt x="2707" y="1986"/>
                  <a:pt x="4959" y="1247"/>
                  <a:pt x="7054" y="748"/>
                </a:cubicBezTo>
                <a:cubicBezTo>
                  <a:pt x="9148" y="249"/>
                  <a:pt x="11064" y="0"/>
                  <a:pt x="12803" y="0"/>
                </a:cubicBezTo>
                <a:cubicBezTo>
                  <a:pt x="17387" y="0"/>
                  <a:pt x="21042" y="1146"/>
                  <a:pt x="23769" y="3438"/>
                </a:cubicBezTo>
                <a:cubicBezTo>
                  <a:pt x="26495" y="5730"/>
                  <a:pt x="27859" y="8792"/>
                  <a:pt x="27859" y="12625"/>
                </a:cubicBezTo>
                <a:cubicBezTo>
                  <a:pt x="27859" y="14443"/>
                  <a:pt x="27518" y="16167"/>
                  <a:pt x="26836" y="17797"/>
                </a:cubicBezTo>
                <a:cubicBezTo>
                  <a:pt x="26155" y="19427"/>
                  <a:pt x="24915" y="21348"/>
                  <a:pt x="23117" y="23561"/>
                </a:cubicBezTo>
                <a:cubicBezTo>
                  <a:pt x="22623" y="24134"/>
                  <a:pt x="21052" y="25789"/>
                  <a:pt x="18405" y="28526"/>
                </a:cubicBezTo>
                <a:cubicBezTo>
                  <a:pt x="15757" y="31262"/>
                  <a:pt x="12023" y="35090"/>
                  <a:pt x="7202" y="4001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76FFE3-A11B-49DB-B220-7E36C0DF78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32992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91BA39-5BF9-4C7C-BB9E-1FF937EC81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32992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8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8D6DF6-55AF-4D27-9493-77AEA2023F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33359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E24F0D-EF01-4012-A6C8-965C79B377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33359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8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DC0F4D-FB46-4E57-ABC4-A913BA0A97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33725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2CF342-6644-4039-B1A8-AF04329220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33725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8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94D668-E37C-4CC7-95D8-80C73D4174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34092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253704-F17C-4F0B-9975-D671B06070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34092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8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EFE729-4A9E-4BD5-A9D7-9421C66CDB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34458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B2C4E6-E724-4195-8CC7-A6CA66C1C2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34458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8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171E68-9B5D-42A9-B272-F317DBC17B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34825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C2C932-4CEE-4D8D-8824-CC68A2D47E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34825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8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6DAEC2-55D7-44FE-BD9D-275E97896D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35191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308015-B11F-4551-991A-B6CD507595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35191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8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B3A39B-255B-410F-9B0E-1BC16C2202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35558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6A00DF-8FEE-4D92-BB38-8E2DE2EE4C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35558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8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E446A3-889B-44B1-BED3-D7D5123FEA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35924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B0C8BF-FA91-477E-A06F-84F0429D52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35924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8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0DD3B8-A74F-41E7-848F-C120C6F472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36291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83D00F-DFBB-460D-AB22-DA239A25F9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36291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8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2A88D0-9E10-4A4D-820C-B3D55A32FE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39956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660758-71F6-43CA-8751-FA7DB9540B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39956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8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588653-A3FD-4ABA-B62E-86039078AE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43621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51B10B-FD69-41DE-9AB4-2BD506B371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43621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9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26B068-8DD3-421B-AA1F-6487558FB3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47286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588235-BA60-4B40-A9B4-50D29F3E8B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47286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9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D849E9-D54F-4166-AE76-6369817FA9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0951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ACEDEA-CA18-4C3E-AA42-28383C4DF0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0951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9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E3D70E-3B0B-4682-9609-CD6AEA64EE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4617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F8E28D-F0A7-40D3-9519-34D554262E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4617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9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1F6F3B-90B0-4019-A0B4-1250ABD67E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8282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4C7D74-D9CA-4CD9-BB8D-80FE6A2F35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8282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9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BD5A50-B9CB-420A-A9A5-FAAC3E3E39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61947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B6A9D3-DC08-4470-947F-8A3603BC97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61947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9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7DF6A4-ECCD-4175-9CAB-159C150763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65612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430B7E-C819-4646-9B45-3D9333CC93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65612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9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774065-CFE8-4E14-9915-DD611C32C0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69277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3C6F80-4F3F-420B-A307-E40AC3C89A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69277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9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CB50C0-45B7-4A79-AD84-097F24B349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05929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8E5D95-6405-4C5E-BF5A-65F160E3F5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05929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9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D5ABCA-E759-4684-A136-556D5AD9FE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42580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F92FA7-5E08-440A-8289-D797424BDF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42580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9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E1E1A8-C2B6-4278-A54D-CB0603DDBE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79232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241AB9-29D2-4BB1-BABE-9D5333DDC1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79232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9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AF73F4-F6D3-4B14-8954-7D9A225919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15883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1BCB28-5594-49BD-82DA-0EFD154377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15883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9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66703C-C1F8-4475-AF7F-980168EF0B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52535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3937C2-93DA-49DF-9135-2F3C01C8B2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52535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9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E26634-F85E-4697-9F4C-02F22F0218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89186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91E312-76F3-44B2-97D1-20EB1AA394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89186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9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25D998-A4BB-4484-9C48-471FAAF667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25838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ED3A20-3A80-4EB6-A168-FE06C3690D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25838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9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EC2706-04BE-4B41-8C9F-EBF615ABE5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62489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83E399-9FDF-4CFB-A781-580CE07DBD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62489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9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7BFD82-B433-4BA2-8BC6-32BE1321BF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99141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12DF58-C600-4288-B842-52D9D09CB8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99141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9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2201A4-71C3-4487-82F1-DC9A4ACF15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98440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141DD4-898D-40AA-909B-E3C45BD6C2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98440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9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83872A-533D-4ED1-B74D-2C8B5DFDB3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56526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B35552-44EF-4014-A023-A6B95C5145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56526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9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E53228-92D9-43F5-AB74-FC8604E603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97738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5C63D1-C1BE-4EDA-B8E6-026045B03C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97738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9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9D6E66-33D9-4AF3-A5FE-23131E3C9A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9706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5C5751-BF6E-40CB-8546-4C600E633A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9706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9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02B694-8471-4FB6-B4A4-8236209BB0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55825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5C032F-EA8E-4387-8D69-5BCED3DB99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55825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9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F0491B-CA17-4970-9EF1-C0B7AFD2D4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77908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2ABFEF-1B53-4FBF-A408-DAC87EE121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77908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9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75012C-7ACA-49D4-92EE-501DCD391D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97037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9DEBA1-192A-4BC8-896F-285638AE91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97037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9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26CF2F-05AD-410F-8279-090392701E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13911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CE99E6-8323-4DE0-8C6C-C5B5147E39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13911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9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E88C3E-2D4A-49E2-B6AD-DCF0223BEF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29004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C6A328-B64A-4A2E-8A3B-8BC32206DE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29004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9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BDE878-ED38-45B5-9642-ED7D03B1F1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28303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1E9223-8B5C-43DB-84F7-4A0BF9765F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28303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9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1927B1-BED9-40D3-A09D-FBF00302B9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86389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779B46-A6EB-4036-A519-82B3668E2C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86389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9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ECDA0D-1558-431E-9567-9444DBA7B2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27602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04244C-D009-43AA-94CB-9BC76EC301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27602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9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A673A2-03EC-44AB-9F75-C9E1584F04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59569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2F4483-AF68-44F2-A434-660831FEDE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59569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9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B88D43-CF2C-4688-84E5-F6A376EC38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85688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591E48-6B17-42F4-A006-631FF3A7F3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85688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9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0CC3E1-74B6-4B38-B6A9-9076B41B8E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07771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00E460-A1CA-43AE-A06F-93259086A2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07771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9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35C278-5F76-4DD4-B9E8-64867B0E8C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26901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DEE41B-66A8-43FE-A55F-342B0C9EC8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26901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9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711FEB-89D1-4F99-BC16-82C105C498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43774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7141BD-3FCF-4D7B-ADC7-98C2A84FA4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43774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9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B799BF-9F95-4207-96E3-BF4A2BEB57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58868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6391EF-DF52-4E42-B3BF-6CE650EADC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58868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9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764318-9EF3-404C-873E-1AF0374683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58167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088383-B248-4F25-AE54-EFDAA9BE3E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58167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9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ECC3D5-33D2-4C7F-ACA4-4B8FA53633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6253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6A9880-7A39-4C59-BDF6-99FEBDC4DA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6253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9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424FCF-E178-4641-B1BE-96CD166D05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57466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311CFA-460B-46F7-90BD-FC82CD5048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57466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9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8BE24D-D8C9-49E8-A0A2-81817D2407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89433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FD7E6D-87A4-423B-818D-59C7DACBCD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89433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9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FA8D6B-F663-4483-B820-AFB3CB4306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15552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517BD7-3982-4A00-8AF8-BA80A11B53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15552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9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A5E6B4-822A-43A8-B161-47CF829491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37635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596F03-8E34-4C56-A42E-3E545D3140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37635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9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89B8B2-F00C-4D66-ABD5-A4778FB64C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6765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351D3D-CCBB-4F35-9E13-A3B433F7D8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6765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9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F81BA1-EAD4-4302-8C4E-4C3FBF8364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73638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3969FC-33B1-424F-8886-83E3F51B32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73638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9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C36F95-8410-4CC7-81B9-B616F07278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88732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F2D86A-10D2-47C7-ABE3-DA4DD051C1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88732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9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2FF036-3C8C-4F09-876F-F30547F3CA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88030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48E750-256E-4F54-ADAC-DA470C9ED8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88030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9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39CA6B-EB84-4B04-9BE2-8EBD7F8FA1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46117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3FE8A7-B3C4-4E06-914F-915422A139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46117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9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AD7FD3-5943-4829-9C50-53BA3D1E7E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87329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1D597A-4EA8-4CD5-9218-A6F76E46A7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87329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9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15E375-4705-41B4-A784-8F630BEB8B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19296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C1A1B4-E5A8-4A40-AFD2-4D3B4578CB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19296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9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EF9E1D-E28E-4B63-B691-EFEF3298F0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45416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005038-07E6-4E62-BF60-60CF3B4472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45416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0997" name="Text QSF">
            <a:extLst xmlns:a="http://schemas.openxmlformats.org/drawingml/2006/main">
              <a:ext uri="{FF2B5EF4-FFF2-40B4-BE49-F238E27FC236}">
                <a16:creationId xmlns:a16="http://schemas.microsoft.com/office/drawing/2014/main" id="{472BAC27-B837-4BBD-955E-03A3B8A23F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43709" y="6504714"/>
            <a:ext cx="190479" cy="88120"/>
          </a:xfrm>
          <a:custGeom xmlns:a="http://schemas.openxmlformats.org/drawingml/2006/main">
            <a:pathLst>
              <a:path w="190479" h="88120">
                <a:moveTo>
                  <a:pt x="34181" y="8101"/>
                </a:moveTo>
                <a:cubicBezTo>
                  <a:pt x="26937" y="8101"/>
                  <a:pt x="21182" y="10804"/>
                  <a:pt x="16918" y="16209"/>
                </a:cubicBezTo>
                <a:cubicBezTo>
                  <a:pt x="12653" y="21614"/>
                  <a:pt x="10521" y="28979"/>
                  <a:pt x="10521" y="38306"/>
                </a:cubicBezTo>
                <a:cubicBezTo>
                  <a:pt x="10521" y="47599"/>
                  <a:pt x="12653" y="54949"/>
                  <a:pt x="16918" y="60354"/>
                </a:cubicBezTo>
                <a:cubicBezTo>
                  <a:pt x="21182" y="65759"/>
                  <a:pt x="26937" y="68461"/>
                  <a:pt x="34181" y="68461"/>
                </a:cubicBezTo>
                <a:cubicBezTo>
                  <a:pt x="41426" y="68461"/>
                  <a:pt x="47164" y="65759"/>
                  <a:pt x="51395" y="60354"/>
                </a:cubicBezTo>
                <a:cubicBezTo>
                  <a:pt x="55627" y="54949"/>
                  <a:pt x="57743" y="47599"/>
                  <a:pt x="57743" y="38306"/>
                </a:cubicBezTo>
                <a:cubicBezTo>
                  <a:pt x="57743" y="28979"/>
                  <a:pt x="55627" y="21614"/>
                  <a:pt x="51395" y="16209"/>
                </a:cubicBezTo>
                <a:cubicBezTo>
                  <a:pt x="47164" y="10804"/>
                  <a:pt x="41426" y="8101"/>
                  <a:pt x="34181" y="8101"/>
                </a:cubicBezTo>
                <a:moveTo>
                  <a:pt x="48160" y="73796"/>
                </a:moveTo>
                <a:lnTo>
                  <a:pt x="61299" y="88120"/>
                </a:lnTo>
                <a:lnTo>
                  <a:pt x="49247" y="88120"/>
                </a:lnTo>
                <a:lnTo>
                  <a:pt x="38330" y="76358"/>
                </a:lnTo>
                <a:cubicBezTo>
                  <a:pt x="37244" y="76426"/>
                  <a:pt x="36412" y="76477"/>
                  <a:pt x="35836" y="76511"/>
                </a:cubicBezTo>
                <a:cubicBezTo>
                  <a:pt x="35260" y="76545"/>
                  <a:pt x="34708" y="76562"/>
                  <a:pt x="34181" y="76562"/>
                </a:cubicBezTo>
                <a:cubicBezTo>
                  <a:pt x="23808" y="76562"/>
                  <a:pt x="15518" y="73094"/>
                  <a:pt x="9311" y="66158"/>
                </a:cubicBezTo>
                <a:cubicBezTo>
                  <a:pt x="3104" y="59221"/>
                  <a:pt x="0" y="49937"/>
                  <a:pt x="0" y="38306"/>
                </a:cubicBezTo>
                <a:cubicBezTo>
                  <a:pt x="0" y="26641"/>
                  <a:pt x="3104" y="17341"/>
                  <a:pt x="9311" y="10405"/>
                </a:cubicBezTo>
                <a:cubicBezTo>
                  <a:pt x="15518" y="3468"/>
                  <a:pt x="23808" y="0"/>
                  <a:pt x="34181" y="0"/>
                </a:cubicBezTo>
                <a:cubicBezTo>
                  <a:pt x="44521" y="0"/>
                  <a:pt x="52787" y="3468"/>
                  <a:pt x="58977" y="10405"/>
                </a:cubicBezTo>
                <a:cubicBezTo>
                  <a:pt x="65168" y="17341"/>
                  <a:pt x="68264" y="26642"/>
                  <a:pt x="68264" y="38307"/>
                </a:cubicBezTo>
                <a:cubicBezTo>
                  <a:pt x="68264" y="46874"/>
                  <a:pt x="66543" y="54206"/>
                  <a:pt x="63102" y="60302"/>
                </a:cubicBezTo>
                <a:cubicBezTo>
                  <a:pt x="59661" y="66398"/>
                  <a:pt x="54680" y="70896"/>
                  <a:pt x="48160" y="73796"/>
                </a:cubicBezTo>
                <a:close/>
                <a:moveTo>
                  <a:pt x="128070" y="3754"/>
                </a:moveTo>
                <a:lnTo>
                  <a:pt x="128070" y="13534"/>
                </a:lnTo>
                <a:cubicBezTo>
                  <a:pt x="124283" y="11707"/>
                  <a:pt x="120710" y="10344"/>
                  <a:pt x="117351" y="9447"/>
                </a:cubicBezTo>
                <a:cubicBezTo>
                  <a:pt x="113992" y="8549"/>
                  <a:pt x="110749" y="8101"/>
                  <a:pt x="107620" y="8101"/>
                </a:cubicBezTo>
                <a:cubicBezTo>
                  <a:pt x="102187" y="8101"/>
                  <a:pt x="97996" y="9156"/>
                  <a:pt x="95049" y="11267"/>
                </a:cubicBezTo>
                <a:cubicBezTo>
                  <a:pt x="92102" y="13376"/>
                  <a:pt x="90628" y="16376"/>
                  <a:pt x="90628" y="20267"/>
                </a:cubicBezTo>
                <a:cubicBezTo>
                  <a:pt x="90628" y="23532"/>
                  <a:pt x="91608" y="25997"/>
                  <a:pt x="93567" y="27663"/>
                </a:cubicBezTo>
                <a:cubicBezTo>
                  <a:pt x="95527" y="29328"/>
                  <a:pt x="99240" y="30671"/>
                  <a:pt x="104706" y="31693"/>
                </a:cubicBezTo>
                <a:lnTo>
                  <a:pt x="110732" y="32926"/>
                </a:lnTo>
                <a:cubicBezTo>
                  <a:pt x="118174" y="34343"/>
                  <a:pt x="123665" y="36839"/>
                  <a:pt x="127205" y="40414"/>
                </a:cubicBezTo>
                <a:cubicBezTo>
                  <a:pt x="130745" y="43988"/>
                  <a:pt x="132515" y="48773"/>
                  <a:pt x="132515" y="54770"/>
                </a:cubicBezTo>
                <a:cubicBezTo>
                  <a:pt x="132515" y="61918"/>
                  <a:pt x="130120" y="67338"/>
                  <a:pt x="125328" y="71028"/>
                </a:cubicBezTo>
                <a:cubicBezTo>
                  <a:pt x="120537" y="74717"/>
                  <a:pt x="113515" y="76562"/>
                  <a:pt x="104261" y="76562"/>
                </a:cubicBezTo>
                <a:cubicBezTo>
                  <a:pt x="100771" y="76562"/>
                  <a:pt x="97058" y="76163"/>
                  <a:pt x="93123" y="75364"/>
                </a:cubicBezTo>
                <a:cubicBezTo>
                  <a:pt x="89188" y="74566"/>
                  <a:pt x="85113" y="73384"/>
                  <a:pt x="80898" y="71820"/>
                </a:cubicBezTo>
                <a:lnTo>
                  <a:pt x="80898" y="61546"/>
                </a:lnTo>
                <a:cubicBezTo>
                  <a:pt x="84948" y="63835"/>
                  <a:pt x="88916" y="65559"/>
                  <a:pt x="92802" y="66720"/>
                </a:cubicBezTo>
                <a:cubicBezTo>
                  <a:pt x="96688" y="67881"/>
                  <a:pt x="100507" y="68461"/>
                  <a:pt x="104261" y="68461"/>
                </a:cubicBezTo>
                <a:cubicBezTo>
                  <a:pt x="109958" y="68461"/>
                  <a:pt x="114354" y="67341"/>
                  <a:pt x="117450" y="65099"/>
                </a:cubicBezTo>
                <a:cubicBezTo>
                  <a:pt x="120545" y="62857"/>
                  <a:pt x="122093" y="59659"/>
                  <a:pt x="122093" y="55506"/>
                </a:cubicBezTo>
                <a:cubicBezTo>
                  <a:pt x="122093" y="51880"/>
                  <a:pt x="120982" y="49044"/>
                  <a:pt x="118759" y="47001"/>
                </a:cubicBezTo>
                <a:cubicBezTo>
                  <a:pt x="116536" y="44956"/>
                  <a:pt x="112889" y="43423"/>
                  <a:pt x="107818" y="42401"/>
                </a:cubicBezTo>
                <a:lnTo>
                  <a:pt x="101742" y="41217"/>
                </a:lnTo>
                <a:cubicBezTo>
                  <a:pt x="94300" y="39734"/>
                  <a:pt x="88916" y="37411"/>
                  <a:pt x="85590" y="34249"/>
                </a:cubicBezTo>
                <a:cubicBezTo>
                  <a:pt x="82264" y="31086"/>
                  <a:pt x="80601" y="26687"/>
                  <a:pt x="80601" y="21053"/>
                </a:cubicBezTo>
                <a:cubicBezTo>
                  <a:pt x="80601" y="14530"/>
                  <a:pt x="82898" y="9390"/>
                  <a:pt x="87492" y="5634"/>
                </a:cubicBezTo>
                <a:cubicBezTo>
                  <a:pt x="92086" y="1878"/>
                  <a:pt x="98416" y="0"/>
                  <a:pt x="106484" y="0"/>
                </a:cubicBezTo>
                <a:cubicBezTo>
                  <a:pt x="109942" y="0"/>
                  <a:pt x="113465" y="313"/>
                  <a:pt x="117055" y="938"/>
                </a:cubicBezTo>
                <a:cubicBezTo>
                  <a:pt x="120644" y="1564"/>
                  <a:pt x="124316" y="2503"/>
                  <a:pt x="128070" y="3754"/>
                </a:cubicBezTo>
                <a:close/>
                <a:moveTo>
                  <a:pt x="148099" y="1284"/>
                </a:moveTo>
                <a:lnTo>
                  <a:pt x="190479" y="1284"/>
                </a:lnTo>
                <a:lnTo>
                  <a:pt x="190479" y="9681"/>
                </a:lnTo>
                <a:lnTo>
                  <a:pt x="158076" y="9681"/>
                </a:lnTo>
                <a:lnTo>
                  <a:pt x="158076" y="31415"/>
                </a:lnTo>
                <a:lnTo>
                  <a:pt x="187318" y="31415"/>
                </a:lnTo>
                <a:lnTo>
                  <a:pt x="187318" y="39812"/>
                </a:lnTo>
                <a:lnTo>
                  <a:pt x="158076" y="39812"/>
                </a:lnTo>
                <a:lnTo>
                  <a:pt x="158076" y="75080"/>
                </a:lnTo>
                <a:lnTo>
                  <a:pt x="148099" y="75080"/>
                </a:lnTo>
                <a:lnTo>
                  <a:pt x="148099" y="1284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72C410-D773-4B8A-BA3E-76CF3A8990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0948" y="6340328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2B6EC5-9F29-4B89-9009-37E1677BC6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0948" y="6340328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11000" name="Text 0">
            <a:extLst xmlns:a="http://schemas.openxmlformats.org/drawingml/2006/main">
              <a:ext uri="{FF2B5EF4-FFF2-40B4-BE49-F238E27FC236}">
                <a16:creationId xmlns:a16="http://schemas.microsoft.com/office/drawing/2014/main" id="{2ABCE31B-772C-47AA-9F44-97D3F3E474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33568" y="6308264"/>
            <a:ext cx="43693" cy="65625"/>
          </a:xfrm>
          <a:custGeom xmlns:a="http://schemas.openxmlformats.org/drawingml/2006/main">
            <a:pathLst>
              <a:path w="43693" h="65625">
                <a:moveTo>
                  <a:pt x="21847" y="6774"/>
                </a:moveTo>
                <a:cubicBezTo>
                  <a:pt x="17443" y="6774"/>
                  <a:pt x="14134" y="8942"/>
                  <a:pt x="11918" y="13278"/>
                </a:cubicBezTo>
                <a:cubicBezTo>
                  <a:pt x="9703" y="17615"/>
                  <a:pt x="8595" y="24133"/>
                  <a:pt x="8595" y="32833"/>
                </a:cubicBezTo>
                <a:cubicBezTo>
                  <a:pt x="8595" y="41506"/>
                  <a:pt x="9703" y="48010"/>
                  <a:pt x="11918" y="52346"/>
                </a:cubicBezTo>
                <a:cubicBezTo>
                  <a:pt x="14134" y="56682"/>
                  <a:pt x="17443" y="58850"/>
                  <a:pt x="21847" y="58850"/>
                </a:cubicBezTo>
                <a:cubicBezTo>
                  <a:pt x="26278" y="58850"/>
                  <a:pt x="29602" y="56682"/>
                  <a:pt x="31817" y="52346"/>
                </a:cubicBezTo>
                <a:cubicBezTo>
                  <a:pt x="34033" y="48010"/>
                  <a:pt x="35141" y="41506"/>
                  <a:pt x="35141" y="32833"/>
                </a:cubicBezTo>
                <a:cubicBezTo>
                  <a:pt x="35141" y="24133"/>
                  <a:pt x="34033" y="17615"/>
                  <a:pt x="31817" y="13278"/>
                </a:cubicBezTo>
                <a:cubicBezTo>
                  <a:pt x="29602" y="8942"/>
                  <a:pt x="26278" y="6774"/>
                  <a:pt x="21847" y="6774"/>
                </a:cubicBezTo>
                <a:moveTo>
                  <a:pt x="21847" y="0"/>
                </a:moveTo>
                <a:cubicBezTo>
                  <a:pt x="28931" y="0"/>
                  <a:pt x="34344" y="2803"/>
                  <a:pt x="38083" y="8409"/>
                </a:cubicBezTo>
                <a:cubicBezTo>
                  <a:pt x="41823" y="14016"/>
                  <a:pt x="43693" y="22157"/>
                  <a:pt x="43693" y="32833"/>
                </a:cubicBezTo>
                <a:cubicBezTo>
                  <a:pt x="43693" y="43482"/>
                  <a:pt x="41823" y="51609"/>
                  <a:pt x="38083" y="57215"/>
                </a:cubicBezTo>
                <a:cubicBezTo>
                  <a:pt x="34344" y="62821"/>
                  <a:pt x="28931" y="65625"/>
                  <a:pt x="21847" y="65625"/>
                </a:cubicBezTo>
                <a:cubicBezTo>
                  <a:pt x="14762" y="65625"/>
                  <a:pt x="9350" y="62821"/>
                  <a:pt x="5610" y="57215"/>
                </a:cubicBezTo>
                <a:cubicBezTo>
                  <a:pt x="1870" y="51609"/>
                  <a:pt x="0" y="43482"/>
                  <a:pt x="0" y="32833"/>
                </a:cubicBezTo>
                <a:cubicBezTo>
                  <a:pt x="0" y="22157"/>
                  <a:pt x="1870" y="14016"/>
                  <a:pt x="5610" y="8409"/>
                </a:cubicBezTo>
                <a:cubicBezTo>
                  <a:pt x="9350" y="2803"/>
                  <a:pt x="14762" y="0"/>
                  <a:pt x="21847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F31757-3DA7-4682-B8F2-DBDF1DE296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0948" y="6067216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FB5987-224D-4214-8B0A-6C86C4346D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0948" y="6067216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11003" name="Text 10">
            <a:extLst xmlns:a="http://schemas.openxmlformats.org/drawingml/2006/main">
              <a:ext uri="{FF2B5EF4-FFF2-40B4-BE49-F238E27FC236}">
                <a16:creationId xmlns:a16="http://schemas.microsoft.com/office/drawing/2014/main" id="{FD8D0F2E-7264-4F7E-972B-D54BBD425E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385637" y="6035151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1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1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7" y="41506"/>
                  <a:pt x="86497" y="32833"/>
                </a:cubicBezTo>
                <a:cubicBezTo>
                  <a:pt x="86497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9" y="65625"/>
                  <a:pt x="60706" y="62821"/>
                  <a:pt x="56966" y="57215"/>
                </a:cubicBezTo>
                <a:cubicBezTo>
                  <a:pt x="53226" y="51609"/>
                  <a:pt x="51357" y="43482"/>
                  <a:pt x="51357" y="32833"/>
                </a:cubicBezTo>
                <a:cubicBezTo>
                  <a:pt x="51357" y="22157"/>
                  <a:pt x="53226" y="14016"/>
                  <a:pt x="56966" y="8409"/>
                </a:cubicBezTo>
                <a:cubicBezTo>
                  <a:pt x="60706" y="2803"/>
                  <a:pt x="66119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04" name="Text −1">
            <a:extLst xmlns:a="http://schemas.openxmlformats.org/drawingml/2006/main">
              <a:ext uri="{FF2B5EF4-FFF2-40B4-BE49-F238E27FC236}">
                <a16:creationId xmlns:a16="http://schemas.microsoft.com/office/drawing/2014/main" id="{9FF6F6F3-70AA-4B08-A302-0FE7FA1757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93706" y="6022035"/>
            <a:ext cx="77441" cy="44278"/>
          </a:xfrm>
          <a:custGeom xmlns:a="http://schemas.openxmlformats.org/drawingml/2006/main">
            <a:pathLst>
              <a:path w="77441" h="44278">
                <a:moveTo>
                  <a:pt x="0" y="22702"/>
                </a:moveTo>
                <a:lnTo>
                  <a:pt x="37995" y="22702"/>
                </a:lnTo>
                <a:lnTo>
                  <a:pt x="37995" y="27740"/>
                </a:lnTo>
                <a:lnTo>
                  <a:pt x="0" y="27740"/>
                </a:lnTo>
                <a:lnTo>
                  <a:pt x="0" y="22702"/>
                </a:lnTo>
                <a:close/>
                <a:moveTo>
                  <a:pt x="51953" y="39239"/>
                </a:moveTo>
                <a:lnTo>
                  <a:pt x="61734" y="39239"/>
                </a:lnTo>
                <a:lnTo>
                  <a:pt x="61734" y="5453"/>
                </a:lnTo>
                <a:lnTo>
                  <a:pt x="51094" y="7587"/>
                </a:lnTo>
                <a:lnTo>
                  <a:pt x="51094" y="2134"/>
                </a:lnTo>
                <a:lnTo>
                  <a:pt x="61674" y="0"/>
                </a:lnTo>
                <a:lnTo>
                  <a:pt x="67661" y="0"/>
                </a:lnTo>
                <a:lnTo>
                  <a:pt x="67661" y="39239"/>
                </a:lnTo>
                <a:lnTo>
                  <a:pt x="77441" y="39239"/>
                </a:lnTo>
                <a:lnTo>
                  <a:pt x="77441" y="44278"/>
                </a:lnTo>
                <a:lnTo>
                  <a:pt x="51953" y="44278"/>
                </a:lnTo>
                <a:lnTo>
                  <a:pt x="51953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40BCE9-0D81-4F20-9058-556ACBE984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0948" y="5821414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CC1729-8C0F-44D5-83C4-5947111DDB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0948" y="5821414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11007" name="Text 10">
            <a:extLst xmlns:a="http://schemas.openxmlformats.org/drawingml/2006/main">
              <a:ext uri="{FF2B5EF4-FFF2-40B4-BE49-F238E27FC236}">
                <a16:creationId xmlns:a16="http://schemas.microsoft.com/office/drawing/2014/main" id="{19A26539-731A-4369-859C-306CD13152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36218" y="5790140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1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1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8" y="41506"/>
                  <a:pt x="86498" y="32833"/>
                </a:cubicBezTo>
                <a:cubicBezTo>
                  <a:pt x="86498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9" y="65625"/>
                  <a:pt x="60706" y="62821"/>
                  <a:pt x="56967" y="57215"/>
                </a:cubicBezTo>
                <a:cubicBezTo>
                  <a:pt x="53227" y="51609"/>
                  <a:pt x="51357" y="43482"/>
                  <a:pt x="51357" y="32833"/>
                </a:cubicBezTo>
                <a:cubicBezTo>
                  <a:pt x="51357" y="22157"/>
                  <a:pt x="53227" y="14016"/>
                  <a:pt x="56967" y="8409"/>
                </a:cubicBezTo>
                <a:cubicBezTo>
                  <a:pt x="60706" y="2803"/>
                  <a:pt x="66119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08" name="Text 0">
            <a:extLst xmlns:a="http://schemas.openxmlformats.org/drawingml/2006/main">
              <a:ext uri="{FF2B5EF4-FFF2-40B4-BE49-F238E27FC236}">
                <a16:creationId xmlns:a16="http://schemas.microsoft.com/office/drawing/2014/main" id="{32DEF448-748A-45A9-BF69-38AF5B45BD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41856" y="5776253"/>
            <a:ext cx="30585" cy="45937"/>
          </a:xfrm>
          <a:custGeom xmlns:a="http://schemas.openxmlformats.org/drawingml/2006/main">
            <a:pathLst>
              <a:path w="30585" h="45937">
                <a:moveTo>
                  <a:pt x="15293" y="4742"/>
                </a:moveTo>
                <a:cubicBezTo>
                  <a:pt x="12210" y="4742"/>
                  <a:pt x="9894" y="6260"/>
                  <a:pt x="8343" y="9295"/>
                </a:cubicBezTo>
                <a:cubicBezTo>
                  <a:pt x="6792" y="12330"/>
                  <a:pt x="6016" y="16893"/>
                  <a:pt x="6016" y="22983"/>
                </a:cubicBezTo>
                <a:cubicBezTo>
                  <a:pt x="6016" y="29054"/>
                  <a:pt x="6792" y="33607"/>
                  <a:pt x="8343" y="36642"/>
                </a:cubicBezTo>
                <a:cubicBezTo>
                  <a:pt x="9894" y="39678"/>
                  <a:pt x="12210" y="41195"/>
                  <a:pt x="15293" y="41195"/>
                </a:cubicBezTo>
                <a:cubicBezTo>
                  <a:pt x="18395" y="41195"/>
                  <a:pt x="20721" y="39678"/>
                  <a:pt x="22272" y="36642"/>
                </a:cubicBezTo>
                <a:cubicBezTo>
                  <a:pt x="23823" y="33607"/>
                  <a:pt x="24599" y="29054"/>
                  <a:pt x="24599" y="22983"/>
                </a:cubicBezTo>
                <a:cubicBezTo>
                  <a:pt x="24599" y="16893"/>
                  <a:pt x="23823" y="12330"/>
                  <a:pt x="22272" y="9295"/>
                </a:cubicBezTo>
                <a:cubicBezTo>
                  <a:pt x="20721" y="6260"/>
                  <a:pt x="18395" y="4742"/>
                  <a:pt x="15293" y="4742"/>
                </a:cubicBezTo>
                <a:moveTo>
                  <a:pt x="15293" y="0"/>
                </a:moveTo>
                <a:cubicBezTo>
                  <a:pt x="20252" y="0"/>
                  <a:pt x="24040" y="1962"/>
                  <a:pt x="26658" y="5887"/>
                </a:cubicBezTo>
                <a:cubicBezTo>
                  <a:pt x="29276" y="9811"/>
                  <a:pt x="30585" y="15510"/>
                  <a:pt x="30585" y="22983"/>
                </a:cubicBezTo>
                <a:cubicBezTo>
                  <a:pt x="30585" y="30437"/>
                  <a:pt x="29276" y="36126"/>
                  <a:pt x="26658" y="40051"/>
                </a:cubicBezTo>
                <a:cubicBezTo>
                  <a:pt x="24040" y="43975"/>
                  <a:pt x="20252" y="45937"/>
                  <a:pt x="15293" y="45937"/>
                </a:cubicBezTo>
                <a:cubicBezTo>
                  <a:pt x="10333" y="45937"/>
                  <a:pt x="6545" y="43975"/>
                  <a:pt x="3927" y="40051"/>
                </a:cubicBezTo>
                <a:cubicBezTo>
                  <a:pt x="1309" y="36126"/>
                  <a:pt x="0" y="30437"/>
                  <a:pt x="0" y="22983"/>
                </a:cubicBezTo>
                <a:cubicBezTo>
                  <a:pt x="0" y="15510"/>
                  <a:pt x="1309" y="9811"/>
                  <a:pt x="3927" y="5887"/>
                </a:cubicBezTo>
                <a:cubicBezTo>
                  <a:pt x="6545" y="1962"/>
                  <a:pt x="10333" y="0"/>
                  <a:pt x="1529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2759C2-9162-4C80-9BDF-AAE6AD8D1C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0948" y="5575612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A2D0E1-4AFB-4321-904F-C2FDB29415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0948" y="5575612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11011" name="Text 10">
            <a:extLst xmlns:a="http://schemas.openxmlformats.org/drawingml/2006/main">
              <a:ext uri="{FF2B5EF4-FFF2-40B4-BE49-F238E27FC236}">
                <a16:creationId xmlns:a16="http://schemas.microsoft.com/office/drawing/2014/main" id="{2B1D7B21-D72B-4995-9906-7A3D2E17AE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36218" y="5543548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1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1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8" y="41506"/>
                  <a:pt x="86498" y="32833"/>
                </a:cubicBezTo>
                <a:cubicBezTo>
                  <a:pt x="86498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9" y="65625"/>
                  <a:pt x="60706" y="62821"/>
                  <a:pt x="56967" y="57215"/>
                </a:cubicBezTo>
                <a:cubicBezTo>
                  <a:pt x="53227" y="51609"/>
                  <a:pt x="51357" y="43482"/>
                  <a:pt x="51357" y="32833"/>
                </a:cubicBezTo>
                <a:cubicBezTo>
                  <a:pt x="51357" y="22157"/>
                  <a:pt x="53227" y="14016"/>
                  <a:pt x="56967" y="8409"/>
                </a:cubicBezTo>
                <a:cubicBezTo>
                  <a:pt x="60706" y="2803"/>
                  <a:pt x="66119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12" name="Text 1">
            <a:extLst xmlns:a="http://schemas.openxmlformats.org/drawingml/2006/main">
              <a:ext uri="{FF2B5EF4-FFF2-40B4-BE49-F238E27FC236}">
                <a16:creationId xmlns:a16="http://schemas.microsoft.com/office/drawing/2014/main" id="{47898BFA-B002-413D-94BA-4D38AC59F0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44524" y="5530432"/>
            <a:ext cx="26347" cy="44278"/>
          </a:xfrm>
          <a:custGeom xmlns:a="http://schemas.openxmlformats.org/drawingml/2006/main">
            <a:pathLst>
              <a:path w="26347" h="44278">
                <a:moveTo>
                  <a:pt x="859" y="39239"/>
                </a:moveTo>
                <a:lnTo>
                  <a:pt x="10640" y="39239"/>
                </a:lnTo>
                <a:lnTo>
                  <a:pt x="10640" y="5453"/>
                </a:lnTo>
                <a:lnTo>
                  <a:pt x="0" y="7587"/>
                </a:lnTo>
                <a:lnTo>
                  <a:pt x="0" y="2134"/>
                </a:lnTo>
                <a:lnTo>
                  <a:pt x="10580" y="0"/>
                </a:lnTo>
                <a:lnTo>
                  <a:pt x="16567" y="0"/>
                </a:lnTo>
                <a:lnTo>
                  <a:pt x="16567" y="39239"/>
                </a:lnTo>
                <a:lnTo>
                  <a:pt x="26347" y="39239"/>
                </a:lnTo>
                <a:lnTo>
                  <a:pt x="26347" y="44278"/>
                </a:lnTo>
                <a:lnTo>
                  <a:pt x="859" y="44278"/>
                </a:lnTo>
                <a:lnTo>
                  <a:pt x="859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6EFDAB-C4AD-4870-9D2C-F824F87290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0948" y="5329811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F04E2E-7E82-4FB3-95A9-AB7F32A3C7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0948" y="5329811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11015" name="Text 10">
            <a:extLst xmlns:a="http://schemas.openxmlformats.org/drawingml/2006/main">
              <a:ext uri="{FF2B5EF4-FFF2-40B4-BE49-F238E27FC236}">
                <a16:creationId xmlns:a16="http://schemas.microsoft.com/office/drawing/2014/main" id="{2B535DEC-75A8-4ACD-83DB-AA53E8B2A3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36218" y="5298537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1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1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8" y="41506"/>
                  <a:pt x="86498" y="32833"/>
                </a:cubicBezTo>
                <a:cubicBezTo>
                  <a:pt x="86498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9" y="65625"/>
                  <a:pt x="60706" y="62821"/>
                  <a:pt x="56967" y="57215"/>
                </a:cubicBezTo>
                <a:cubicBezTo>
                  <a:pt x="53227" y="51609"/>
                  <a:pt x="51357" y="43482"/>
                  <a:pt x="51357" y="32833"/>
                </a:cubicBezTo>
                <a:cubicBezTo>
                  <a:pt x="51357" y="22157"/>
                  <a:pt x="53227" y="14016"/>
                  <a:pt x="56967" y="8409"/>
                </a:cubicBezTo>
                <a:cubicBezTo>
                  <a:pt x="60706" y="2803"/>
                  <a:pt x="66119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16" name="Text 2">
            <a:extLst xmlns:a="http://schemas.openxmlformats.org/drawingml/2006/main">
              <a:ext uri="{FF2B5EF4-FFF2-40B4-BE49-F238E27FC236}">
                <a16:creationId xmlns:a16="http://schemas.microsoft.com/office/drawing/2014/main" id="{A5E88D42-7F8D-4365-BE81-34790B309C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42301" y="5284650"/>
            <a:ext cx="28096" cy="45048"/>
          </a:xfrm>
          <a:custGeom xmlns:a="http://schemas.openxmlformats.org/drawingml/2006/main">
            <a:pathLst>
              <a:path w="28096" h="45048">
                <a:moveTo>
                  <a:pt x="7202" y="40010"/>
                </a:moveTo>
                <a:lnTo>
                  <a:pt x="28096" y="40010"/>
                </a:lnTo>
                <a:lnTo>
                  <a:pt x="28096" y="45048"/>
                </a:lnTo>
                <a:lnTo>
                  <a:pt x="0" y="45048"/>
                </a:lnTo>
                <a:lnTo>
                  <a:pt x="0" y="40010"/>
                </a:lnTo>
                <a:cubicBezTo>
                  <a:pt x="2272" y="37659"/>
                  <a:pt x="5369" y="34502"/>
                  <a:pt x="9291" y="30541"/>
                </a:cubicBezTo>
                <a:cubicBezTo>
                  <a:pt x="13213" y="26579"/>
                  <a:pt x="15678" y="24026"/>
                  <a:pt x="16686" y="22880"/>
                </a:cubicBezTo>
                <a:cubicBezTo>
                  <a:pt x="18602" y="20726"/>
                  <a:pt x="19941" y="18903"/>
                  <a:pt x="20701" y="17412"/>
                </a:cubicBezTo>
                <a:cubicBezTo>
                  <a:pt x="21462" y="15920"/>
                  <a:pt x="21842" y="14453"/>
                  <a:pt x="21842" y="13011"/>
                </a:cubicBezTo>
                <a:cubicBezTo>
                  <a:pt x="21842" y="10659"/>
                  <a:pt x="21018" y="8743"/>
                  <a:pt x="19368" y="7261"/>
                </a:cubicBezTo>
                <a:cubicBezTo>
                  <a:pt x="17718" y="5779"/>
                  <a:pt x="15569" y="5038"/>
                  <a:pt x="12922" y="5038"/>
                </a:cubicBezTo>
                <a:cubicBezTo>
                  <a:pt x="11045" y="5038"/>
                  <a:pt x="9064" y="5367"/>
                  <a:pt x="6979" y="6024"/>
                </a:cubicBezTo>
                <a:cubicBezTo>
                  <a:pt x="4895" y="6681"/>
                  <a:pt x="2667" y="7676"/>
                  <a:pt x="296" y="9010"/>
                </a:cubicBezTo>
                <a:lnTo>
                  <a:pt x="296" y="2964"/>
                </a:lnTo>
                <a:cubicBezTo>
                  <a:pt x="2707" y="1986"/>
                  <a:pt x="4959" y="1247"/>
                  <a:pt x="7054" y="748"/>
                </a:cubicBezTo>
                <a:cubicBezTo>
                  <a:pt x="9148" y="249"/>
                  <a:pt x="11064" y="0"/>
                  <a:pt x="12803" y="0"/>
                </a:cubicBezTo>
                <a:cubicBezTo>
                  <a:pt x="17387" y="0"/>
                  <a:pt x="21042" y="1146"/>
                  <a:pt x="23769" y="3438"/>
                </a:cubicBezTo>
                <a:cubicBezTo>
                  <a:pt x="26495" y="5730"/>
                  <a:pt x="27859" y="8792"/>
                  <a:pt x="27859" y="12625"/>
                </a:cubicBezTo>
                <a:cubicBezTo>
                  <a:pt x="27859" y="14443"/>
                  <a:pt x="27518" y="16167"/>
                  <a:pt x="26836" y="17797"/>
                </a:cubicBezTo>
                <a:cubicBezTo>
                  <a:pt x="26155" y="19427"/>
                  <a:pt x="24915" y="21348"/>
                  <a:pt x="23117" y="23561"/>
                </a:cubicBezTo>
                <a:cubicBezTo>
                  <a:pt x="22623" y="24134"/>
                  <a:pt x="21052" y="25789"/>
                  <a:pt x="18405" y="28526"/>
                </a:cubicBezTo>
                <a:cubicBezTo>
                  <a:pt x="15757" y="31262"/>
                  <a:pt x="12023" y="35090"/>
                  <a:pt x="7202" y="4001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B3F080-4B67-406E-B77D-5D883D5D57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634005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8416B4-107A-4514-B7F9-5A2EBEC019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634005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0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0C6057-5DBD-499B-999D-25F31DC968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633978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F76EE8-49AE-458F-8E0C-22826EEBAE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633978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0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BE1481-C772-4874-9BBF-D3BB4BDB74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633950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EE48FB-2F6F-4500-8A4E-455E7698D9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633950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0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220A11-18CD-40E5-B780-5D3BE65CEC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633923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BFF5DB-3015-4136-BE60-0025A52D6D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633923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0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DCDCB6-6449-4542-AECF-E0B80A02D2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633896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1F4069-4819-4B3E-B8AC-817CECBFE6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633896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0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577107-B300-4372-B800-D9EBEF1BA4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633869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6403EA-A9E3-41FF-A2BD-501A62A2F7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633869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0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F48A4E-6799-4298-9D9E-185BF5DC2D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633841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2AC219-7C0C-453E-915F-20AE01DE08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633841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0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EDC598-4404-43F8-AACA-2C341D7D41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633814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5391A2-FA8E-45B5-B191-B30BAF59A7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633814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0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7C5632-3C3D-41E2-8207-F77CFDC74A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633787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EE59BB-44BA-4E7F-8F1E-9C36D0418E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633787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0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93BBE9-DFF2-41A4-81B5-BA8D003505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633759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71A50B-86DB-4831-AFDA-CBC06FE268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633759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0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AAD98F-5B7C-47FB-B0FB-763B6965CD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633486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65F941-DB83-479E-B758-D3A0587451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633486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0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16A33B-96D0-4705-AB34-F8E2801DDF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633213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090836-9D78-4644-94D2-2003ED8F06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633213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0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51504C-7E7A-4A6A-88A0-78D640EE03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632940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CC0FDF-DC57-49CB-AF95-EC1B6EA068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632940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0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31A007-B990-45B0-A384-7EC02736A2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632667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EA43D3-2FCF-4664-AD3E-F6A8628B49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632667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0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92671C-C513-4E67-842C-FC075BB26D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632394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F0C0D1-0552-4E59-924E-9F82B26081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632394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0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DC1442-C80F-4369-AC36-A9655D7BB4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632121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83B530-EB56-4283-B674-86D8A04487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632121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0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0E2237-F0D6-4B39-982F-925A48AAB9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631847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6F8FA0-EBEB-481D-ACC2-DBCE66947B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631847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0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AEBA1B-381C-4E76-ACCC-C429B12DF1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631574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FF0399-B658-4378-B53A-48B2B6D96A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631574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0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9F6D20-C134-438E-9C24-881E28C900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631301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6D3BB5-9AED-422A-88EB-2C3FE171CC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631301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0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BCB977-04C7-4613-926F-E6B43CACCA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628570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07CF77-004E-4708-A797-67E3E603D1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628570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0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5DD2FB-68F6-4A85-9318-D87597F7E1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625839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040F25-6E54-4D0D-83AB-BB062AC638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625839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0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83E506-3388-4906-8819-D918865980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623108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736206-0DA5-4392-AA31-7FD3EB6B99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623108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0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3F52FD-61FA-4435-A05C-4FD8710DE7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620377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8E451D-FCBA-45A2-9802-3096CB7040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620377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0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3A4417-4D50-4AC1-A166-358ECB7EE5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617646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0BA9B6-2CAF-47D0-AA4A-CC7E9364E2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617646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0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32B8F4-8473-4DF0-A012-82EF146B0B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614914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CF9B47-8ABF-4179-8CDE-0003AE7909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614914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0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ECDB1E-AF0A-4E80-968A-8658188C78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612183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DCC3FA-5EC1-4071-BBD4-1908EA73C9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612183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0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89FEDC-9BB6-4CB0-84D0-3328E11DF9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609452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B90234-03D5-4C7F-B967-4410EEE158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609452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0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60F8F2-6D02-4011-A57F-C3A1498FD1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606721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4C939F-271A-4876-8E00-0B255E22CE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606721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0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09D85E-5E7D-413C-A71F-CCBCCDAF2D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99322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12C0B0-4B65-4581-B1A1-EB94F9596B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99322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0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F4B151-4D4B-4D95-8ED8-59643BCB5E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94993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C80E60-7354-49B5-AFE9-2919F6D3F8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94993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0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62CBD8-CE6B-45B4-BF1E-97D8B4DEE6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91922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49292B-8B05-40D6-B30A-419DE9FCCB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91922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0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7484C1-E673-4EE0-B248-F9D32C9B66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89540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B5A82D-DB3E-43C2-BBA5-B9A75BB6E0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89540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0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117ECD-E84D-4B8B-BE7E-953E39364F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87594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2C6486-DAEB-4BE6-8F13-F140322ACB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87594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0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EBED1A-0693-4B33-B131-6C1C3E89BD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85948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C53FFC-4A99-438C-82F3-64389AC4E2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85948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0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3C20E4-F499-4A1B-AF15-8AFF8D066C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84523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BD1F94-949E-4807-8F6F-0A0BA72545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84523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0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AFDFD8-28EE-4F2E-91C2-05F1CCDC70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83266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BE9753-73A1-4E44-8432-7D9B70CC44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83266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0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12665F-EDBE-457F-9F4E-8E2AF113FC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82141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969047-8454-4AE4-92FF-8DE280ABD5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82141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0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0FF297-0DF5-4796-92EB-26581C72C0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74742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988FB1-212F-4A84-98E7-DC6568D09D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74742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0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9A34F7-3964-4591-B238-F5654F7184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70413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DA61B9-817E-49EF-ACB6-1AD7D8623C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70413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0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699F74-B992-459A-8DE6-84B96381AC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67342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7171AC-C61F-4783-ACC8-9EF35387E6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67342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0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A06F30-DFB4-4472-89D0-4841C3A0F9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64960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7C3F59-E690-45AD-8A2A-3CB510C700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64960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0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39EEC5-2A2C-4169-9E2F-80FF7E5209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63014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1A3399-D5CD-4B6F-A5D7-671AC8411E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63014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1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850939-DC78-451C-892E-20878F4F11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61368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6B61D9-57F5-4E7D-83D0-1B48D46A38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61368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1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F7A238-C41B-4C03-BA8A-7EE4180B5A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59943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CC1C22-1FE6-4529-BA53-2987066F89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59943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1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59B0B7-0A19-44C8-BE03-4EA89CBA10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58686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D3BDD9-F11C-4DE8-B7E3-8F62E5A9C8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58686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1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4C87C3-729F-4FDF-A6C5-D3A11B1DEA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57561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FFC53A-0330-48A9-BCEA-368006DA7D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57561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1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717356-7FE0-4DFE-B375-BA7CF0F118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50161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13FE75-4046-43B0-84ED-D149939E3B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50161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1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F7310C-0B43-4E78-8445-291A3B7B5A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45833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087691-61D4-4B51-A7A1-AAE3412CA7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45833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1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E069DC-83BD-4F4E-B640-F792A8C96D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42762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816E06-6CD4-4A3B-9EE2-66096E1DD8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42762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1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30071D-7B36-4D3F-BC80-7CB42FA4A4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40380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CBAB4C-2F78-48F5-AF9E-C67B53F74E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40380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1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EBAC4E-CA59-4743-A243-51A08FA82E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38434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28C2F2-02D7-421C-8FFA-DECFE31320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38434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1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DAEE0E-BB8C-4175-AAC2-3EA3D4C9FE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36788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36AD03-B3ED-47E9-803B-8CCED96CD9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36788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1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FE48A9-09FD-484F-A5E8-62EB840EB5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35363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40061C-59F7-4EC4-AAC0-C570A33938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35363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1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4B6993-AD04-4610-BCAB-71D1BD249C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34105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37861E-7393-46C7-ABDB-2539790513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34105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1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1DD8DA-2364-4670-9E9E-076B5B4B31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32981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07A0CF-A195-4DCD-8CC7-EE1B15CB40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32981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1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27111E-D134-4CE8-A414-C612945B9A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25581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396081-6BCB-455E-A008-78A473DB2C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25581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1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06C853-5F96-49DC-BCB9-2802C80B93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21253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74B5A6-BC32-468F-A0FC-F0F3C98FFF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21253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1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F8015A-B892-4247-902C-52426A44EC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18182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CA2273-0979-4372-B2CA-1E3DC78356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18182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1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309205-6C3B-4308-A71B-B013D544E1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15800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9641AD-88D7-4E53-8ACC-59FE60B8E0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15800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1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5FF90E-0AE5-4D38-B587-4F704389C9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13854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6DAE34-8031-4166-8320-C8BA3197BC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8174" y="513854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137" name="Text C">
            <a:extLst xmlns:a="http://schemas.openxmlformats.org/drawingml/2006/main">
              <a:ext uri="{FF2B5EF4-FFF2-40B4-BE49-F238E27FC236}">
                <a16:creationId xmlns:a16="http://schemas.microsoft.com/office/drawing/2014/main" id="{CF728CC9-0000-4495-8042-622D7963FD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51128" y="5847362"/>
            <a:ext cx="76562" cy="59471"/>
          </a:xfrm>
          <a:custGeom xmlns:a="http://schemas.openxmlformats.org/drawingml/2006/main">
            <a:pathLst>
              <a:path w="76562" h="59471">
                <a:moveTo>
                  <a:pt x="7014" y="0"/>
                </a:moveTo>
                <a:lnTo>
                  <a:pt x="17585" y="0"/>
                </a:lnTo>
                <a:cubicBezTo>
                  <a:pt x="14440" y="3359"/>
                  <a:pt x="12089" y="6940"/>
                  <a:pt x="10533" y="10743"/>
                </a:cubicBezTo>
                <a:cubicBezTo>
                  <a:pt x="8978" y="14547"/>
                  <a:pt x="8200" y="18589"/>
                  <a:pt x="8200" y="22870"/>
                </a:cubicBezTo>
                <a:cubicBezTo>
                  <a:pt x="8200" y="31300"/>
                  <a:pt x="10778" y="37754"/>
                  <a:pt x="15936" y="42233"/>
                </a:cubicBezTo>
                <a:cubicBezTo>
                  <a:pt x="21094" y="46711"/>
                  <a:pt x="28550" y="48950"/>
                  <a:pt x="38306" y="48950"/>
                </a:cubicBezTo>
                <a:cubicBezTo>
                  <a:pt x="48028" y="48950"/>
                  <a:pt x="55468" y="46711"/>
                  <a:pt x="60626" y="42233"/>
                </a:cubicBezTo>
                <a:cubicBezTo>
                  <a:pt x="65784" y="37754"/>
                  <a:pt x="68362" y="31300"/>
                  <a:pt x="68362" y="22870"/>
                </a:cubicBezTo>
                <a:cubicBezTo>
                  <a:pt x="68362" y="18589"/>
                  <a:pt x="67584" y="14547"/>
                  <a:pt x="66029" y="10743"/>
                </a:cubicBezTo>
                <a:cubicBezTo>
                  <a:pt x="64473" y="6940"/>
                  <a:pt x="62122" y="3359"/>
                  <a:pt x="58977" y="0"/>
                </a:cubicBezTo>
                <a:lnTo>
                  <a:pt x="69449" y="0"/>
                </a:lnTo>
                <a:cubicBezTo>
                  <a:pt x="71820" y="3491"/>
                  <a:pt x="73598" y="7187"/>
                  <a:pt x="74784" y="11089"/>
                </a:cubicBezTo>
                <a:cubicBezTo>
                  <a:pt x="75969" y="14991"/>
                  <a:pt x="76562" y="19116"/>
                  <a:pt x="76562" y="23463"/>
                </a:cubicBezTo>
                <a:cubicBezTo>
                  <a:pt x="76562" y="34626"/>
                  <a:pt x="73143" y="43418"/>
                  <a:pt x="66306" y="49839"/>
                </a:cubicBezTo>
                <a:cubicBezTo>
                  <a:pt x="59468" y="56261"/>
                  <a:pt x="50135" y="59471"/>
                  <a:pt x="38306" y="59471"/>
                </a:cubicBezTo>
                <a:cubicBezTo>
                  <a:pt x="26444" y="59471"/>
                  <a:pt x="17094" y="56261"/>
                  <a:pt x="10257" y="49839"/>
                </a:cubicBezTo>
                <a:cubicBezTo>
                  <a:pt x="3419" y="43418"/>
                  <a:pt x="0" y="34626"/>
                  <a:pt x="0" y="23463"/>
                </a:cubicBezTo>
                <a:cubicBezTo>
                  <a:pt x="0" y="19050"/>
                  <a:pt x="585" y="14893"/>
                  <a:pt x="1754" y="10990"/>
                </a:cubicBezTo>
                <a:cubicBezTo>
                  <a:pt x="2923" y="7088"/>
                  <a:pt x="4676" y="3425"/>
                  <a:pt x="7014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38" name="Text O">
            <a:extLst xmlns:a="http://schemas.openxmlformats.org/drawingml/2006/main">
              <a:ext uri="{FF2B5EF4-FFF2-40B4-BE49-F238E27FC236}">
                <a16:creationId xmlns:a16="http://schemas.microsoft.com/office/drawing/2014/main" id="{17A49C6A-0AD3-4DC0-8498-1505395A74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51128" y="5767959"/>
            <a:ext cx="76562" cy="68264"/>
          </a:xfrm>
          <a:custGeom xmlns:a="http://schemas.openxmlformats.org/drawingml/2006/main">
            <a:pathLst>
              <a:path w="76562" h="68264">
                <a:moveTo>
                  <a:pt x="8101" y="34082"/>
                </a:moveTo>
                <a:cubicBezTo>
                  <a:pt x="8101" y="41327"/>
                  <a:pt x="10804" y="47082"/>
                  <a:pt x="16209" y="51346"/>
                </a:cubicBezTo>
                <a:cubicBezTo>
                  <a:pt x="21614" y="55610"/>
                  <a:pt x="28979" y="57743"/>
                  <a:pt x="38306" y="57743"/>
                </a:cubicBezTo>
                <a:cubicBezTo>
                  <a:pt x="47599" y="57743"/>
                  <a:pt x="54949" y="55610"/>
                  <a:pt x="60354" y="51346"/>
                </a:cubicBezTo>
                <a:cubicBezTo>
                  <a:pt x="65759" y="47082"/>
                  <a:pt x="68461" y="41327"/>
                  <a:pt x="68461" y="34082"/>
                </a:cubicBezTo>
                <a:cubicBezTo>
                  <a:pt x="68461" y="26838"/>
                  <a:pt x="65759" y="21100"/>
                  <a:pt x="60354" y="16868"/>
                </a:cubicBezTo>
                <a:cubicBezTo>
                  <a:pt x="54949" y="12637"/>
                  <a:pt x="47599" y="10521"/>
                  <a:pt x="38306" y="10521"/>
                </a:cubicBezTo>
                <a:cubicBezTo>
                  <a:pt x="28979" y="10521"/>
                  <a:pt x="21614" y="12637"/>
                  <a:pt x="16209" y="16868"/>
                </a:cubicBezTo>
                <a:cubicBezTo>
                  <a:pt x="10804" y="21100"/>
                  <a:pt x="8101" y="26838"/>
                  <a:pt x="8101" y="34082"/>
                </a:cubicBezTo>
                <a:moveTo>
                  <a:pt x="0" y="34082"/>
                </a:moveTo>
                <a:cubicBezTo>
                  <a:pt x="0" y="23742"/>
                  <a:pt x="3468" y="15477"/>
                  <a:pt x="10405" y="9286"/>
                </a:cubicBezTo>
                <a:cubicBezTo>
                  <a:pt x="17341" y="3095"/>
                  <a:pt x="26641" y="0"/>
                  <a:pt x="38306" y="0"/>
                </a:cubicBezTo>
                <a:cubicBezTo>
                  <a:pt x="49937" y="0"/>
                  <a:pt x="59221" y="3095"/>
                  <a:pt x="66158" y="9286"/>
                </a:cubicBezTo>
                <a:cubicBezTo>
                  <a:pt x="73094" y="15477"/>
                  <a:pt x="76562" y="23742"/>
                  <a:pt x="76562" y="34082"/>
                </a:cubicBezTo>
                <a:cubicBezTo>
                  <a:pt x="76562" y="44455"/>
                  <a:pt x="73102" y="52745"/>
                  <a:pt x="66183" y="58953"/>
                </a:cubicBezTo>
                <a:cubicBezTo>
                  <a:pt x="59262" y="65160"/>
                  <a:pt x="49970" y="68264"/>
                  <a:pt x="38306" y="68264"/>
                </a:cubicBezTo>
                <a:cubicBezTo>
                  <a:pt x="26641" y="68264"/>
                  <a:pt x="17341" y="65160"/>
                  <a:pt x="10405" y="58953"/>
                </a:cubicBezTo>
                <a:cubicBezTo>
                  <a:pt x="3468" y="52745"/>
                  <a:pt x="0" y="44455"/>
                  <a:pt x="0" y="34082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39" name="Text R">
            <a:extLst xmlns:a="http://schemas.openxmlformats.org/drawingml/2006/main">
              <a:ext uri="{FF2B5EF4-FFF2-40B4-BE49-F238E27FC236}">
                <a16:creationId xmlns:a16="http://schemas.microsoft.com/office/drawing/2014/main" id="{AE8474E0-FE5C-4ED0-8573-2BD1448F11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52412" y="5694916"/>
            <a:ext cx="73796" cy="57446"/>
          </a:xfrm>
          <a:custGeom xmlns:a="http://schemas.openxmlformats.org/drawingml/2006/main">
            <a:pathLst>
              <a:path w="73796" h="57446">
                <a:moveTo>
                  <a:pt x="39170" y="22475"/>
                </a:moveTo>
                <a:cubicBezTo>
                  <a:pt x="39896" y="20334"/>
                  <a:pt x="41445" y="18251"/>
                  <a:pt x="43819" y="16226"/>
                </a:cubicBezTo>
                <a:cubicBezTo>
                  <a:pt x="46192" y="14201"/>
                  <a:pt x="49456" y="12168"/>
                  <a:pt x="53610" y="10126"/>
                </a:cubicBezTo>
                <a:lnTo>
                  <a:pt x="73796" y="0"/>
                </a:lnTo>
                <a:lnTo>
                  <a:pt x="73796" y="10719"/>
                </a:lnTo>
                <a:lnTo>
                  <a:pt x="54848" y="20153"/>
                </a:lnTo>
                <a:cubicBezTo>
                  <a:pt x="49901" y="22590"/>
                  <a:pt x="46619" y="24953"/>
                  <a:pt x="45003" y="27241"/>
                </a:cubicBezTo>
                <a:cubicBezTo>
                  <a:pt x="43387" y="29530"/>
                  <a:pt x="42578" y="32650"/>
                  <a:pt x="42578" y="36602"/>
                </a:cubicBezTo>
                <a:lnTo>
                  <a:pt x="42578" y="47468"/>
                </a:lnTo>
                <a:lnTo>
                  <a:pt x="73796" y="47468"/>
                </a:lnTo>
                <a:lnTo>
                  <a:pt x="73796" y="57446"/>
                </a:lnTo>
                <a:lnTo>
                  <a:pt x="0" y="57446"/>
                </a:lnTo>
                <a:lnTo>
                  <a:pt x="0" y="34922"/>
                </a:lnTo>
                <a:cubicBezTo>
                  <a:pt x="0" y="26492"/>
                  <a:pt x="1762" y="20202"/>
                  <a:pt x="5285" y="16053"/>
                </a:cubicBezTo>
                <a:cubicBezTo>
                  <a:pt x="8809" y="11904"/>
                  <a:pt x="14127" y="9830"/>
                  <a:pt x="21240" y="9830"/>
                </a:cubicBezTo>
                <a:cubicBezTo>
                  <a:pt x="25883" y="9830"/>
                  <a:pt x="29736" y="10908"/>
                  <a:pt x="32798" y="13065"/>
                </a:cubicBezTo>
                <a:cubicBezTo>
                  <a:pt x="35861" y="15222"/>
                  <a:pt x="37985" y="18358"/>
                  <a:pt x="39170" y="22475"/>
                </a:cubicBezTo>
                <a:moveTo>
                  <a:pt x="8200" y="47468"/>
                </a:moveTo>
                <a:lnTo>
                  <a:pt x="34379" y="47468"/>
                </a:lnTo>
                <a:lnTo>
                  <a:pt x="34379" y="34922"/>
                </a:lnTo>
                <a:cubicBezTo>
                  <a:pt x="34379" y="30114"/>
                  <a:pt x="33267" y="26484"/>
                  <a:pt x="31045" y="24031"/>
                </a:cubicBezTo>
                <a:cubicBezTo>
                  <a:pt x="28822" y="21577"/>
                  <a:pt x="25554" y="20351"/>
                  <a:pt x="21240" y="20351"/>
                </a:cubicBezTo>
                <a:cubicBezTo>
                  <a:pt x="16926" y="20351"/>
                  <a:pt x="13674" y="21577"/>
                  <a:pt x="11484" y="24031"/>
                </a:cubicBezTo>
                <a:cubicBezTo>
                  <a:pt x="9294" y="26484"/>
                  <a:pt x="8200" y="30114"/>
                  <a:pt x="8200" y="34922"/>
                </a:cubicBezTo>
                <a:lnTo>
                  <a:pt x="8200" y="47468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40" name="Text A">
            <a:extLst xmlns:a="http://schemas.openxmlformats.org/drawingml/2006/main">
              <a:ext uri="{FF2B5EF4-FFF2-40B4-BE49-F238E27FC236}">
                <a16:creationId xmlns:a16="http://schemas.microsoft.com/office/drawing/2014/main" id="{35F421AB-9A9A-4740-B543-7FA8A1C11D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52412" y="5623621"/>
            <a:ext cx="73796" cy="67572"/>
          </a:xfrm>
          <a:custGeom xmlns:a="http://schemas.openxmlformats.org/drawingml/2006/main">
            <a:pathLst>
              <a:path w="73796" h="67572">
                <a:moveTo>
                  <a:pt x="9830" y="33786"/>
                </a:moveTo>
                <a:lnTo>
                  <a:pt x="46530" y="47320"/>
                </a:lnTo>
                <a:lnTo>
                  <a:pt x="46530" y="20202"/>
                </a:lnTo>
                <a:lnTo>
                  <a:pt x="9830" y="33786"/>
                </a:lnTo>
                <a:moveTo>
                  <a:pt x="0" y="39417"/>
                </a:moveTo>
                <a:lnTo>
                  <a:pt x="0" y="28106"/>
                </a:lnTo>
                <a:lnTo>
                  <a:pt x="73796" y="0"/>
                </a:lnTo>
                <a:lnTo>
                  <a:pt x="73796" y="10373"/>
                </a:lnTo>
                <a:lnTo>
                  <a:pt x="54828" y="17091"/>
                </a:lnTo>
                <a:lnTo>
                  <a:pt x="54828" y="50333"/>
                </a:lnTo>
                <a:lnTo>
                  <a:pt x="73796" y="57051"/>
                </a:lnTo>
                <a:lnTo>
                  <a:pt x="73796" y="67572"/>
                </a:lnTo>
                <a:lnTo>
                  <a:pt x="0" y="39417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41" name="Text L">
            <a:extLst xmlns:a="http://schemas.openxmlformats.org/drawingml/2006/main">
              <a:ext uri="{FF2B5EF4-FFF2-40B4-BE49-F238E27FC236}">
                <a16:creationId xmlns:a16="http://schemas.microsoft.com/office/drawing/2014/main" id="{337C6473-3F3D-40F5-994A-54C9F7D541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52412" y="5566973"/>
            <a:ext cx="73796" cy="45888"/>
          </a:xfrm>
          <a:custGeom xmlns:a="http://schemas.openxmlformats.org/drawingml/2006/main">
            <a:pathLst>
              <a:path w="73796" h="45888">
                <a:moveTo>
                  <a:pt x="0" y="45888"/>
                </a:moveTo>
                <a:lnTo>
                  <a:pt x="0" y="35910"/>
                </a:lnTo>
                <a:lnTo>
                  <a:pt x="65399" y="35910"/>
                </a:lnTo>
                <a:lnTo>
                  <a:pt x="65399" y="0"/>
                </a:lnTo>
                <a:lnTo>
                  <a:pt x="73796" y="0"/>
                </a:lnTo>
                <a:lnTo>
                  <a:pt x="73796" y="45888"/>
                </a:lnTo>
                <a:lnTo>
                  <a:pt x="0" y="45888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A4AB44-9A94-48A4-93B1-6ED7B263AA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32626" y="5138540"/>
            <a:ext cx="1612790" cy="1201788"/>
          </a:xfrm>
          <a:custGeom xmlns:a="http://schemas.openxmlformats.org/drawingml/2006/main">
            <a:pathLst>
              <a:path w="1612790" h="1201788" fill="none">
                <a:moveTo>
                  <a:pt x="0" y="1201788"/>
                </a:moveTo>
                <a:lnTo>
                  <a:pt x="1612790" y="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sq">
            <a:solidFill>
              <a:srgbClr val="000000"/>
            </a:solidFill>
            <a:round/>
          </a:ln>
        </p:spPr>
      </p:sp>
      <p:sp>
        <p:nvSpPr>
          <p:cNvPr id="111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84AA5B-A518-4CDA-86F9-DA41127D71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32626" y="5138540"/>
            <a:ext cx="10" cy="1201788"/>
          </a:xfrm>
          <a:custGeom xmlns:a="http://schemas.openxmlformats.org/drawingml/2006/main">
            <a:pathLst>
              <a:path w="1" h="1201788" fill="none">
                <a:moveTo>
                  <a:pt x="0" y="1201788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111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AB746D-D647-4994-AF22-C474002756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45416" y="5138540"/>
            <a:ext cx="10" cy="1201788"/>
          </a:xfrm>
          <a:custGeom xmlns:a="http://schemas.openxmlformats.org/drawingml/2006/main">
            <a:pathLst>
              <a:path w="1" h="1201788" fill="none">
                <a:moveTo>
                  <a:pt x="0" y="1201788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111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9570AA-DD99-45B7-AA50-8144FEF30E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32626" y="6340328"/>
            <a:ext cx="1612790" cy="10"/>
          </a:xfrm>
          <a:custGeom xmlns:a="http://schemas.openxmlformats.org/drawingml/2006/main">
            <a:pathLst>
              <a:path w="1612790" h="1" fill="none">
                <a:moveTo>
                  <a:pt x="0" y="0"/>
                </a:moveTo>
                <a:lnTo>
                  <a:pt x="161279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111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5276DC-64A3-4566-BED5-3DB8CA4FC3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32626" y="5138540"/>
            <a:ext cx="1612790" cy="10"/>
          </a:xfrm>
          <a:custGeom xmlns:a="http://schemas.openxmlformats.org/drawingml/2006/main">
            <a:pathLst>
              <a:path w="1612790" h="1" fill="none">
                <a:moveTo>
                  <a:pt x="0" y="0"/>
                </a:moveTo>
                <a:lnTo>
                  <a:pt x="161279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11147" name="Text 64">
            <a:extLst xmlns:a="http://schemas.openxmlformats.org/drawingml/2006/main">
              <a:ext uri="{FF2B5EF4-FFF2-40B4-BE49-F238E27FC236}">
                <a16:creationId xmlns:a16="http://schemas.microsoft.com/office/drawing/2014/main" id="{0887305B-B476-4989-8C55-39E7828009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54911" y="5518208"/>
            <a:ext cx="248476" cy="164061"/>
          </a:xfrm>
          <a:custGeom xmlns:a="http://schemas.openxmlformats.org/drawingml/2006/main">
            <a:pathLst>
              <a:path w="248476" h="164061">
                <a:moveTo>
                  <a:pt x="56416" y="73457"/>
                </a:moveTo>
                <a:cubicBezTo>
                  <a:pt x="46819" y="73457"/>
                  <a:pt x="39216" y="76738"/>
                  <a:pt x="33606" y="83301"/>
                </a:cubicBezTo>
                <a:cubicBezTo>
                  <a:pt x="27996" y="89863"/>
                  <a:pt x="25191" y="98860"/>
                  <a:pt x="25191" y="110292"/>
                </a:cubicBezTo>
                <a:cubicBezTo>
                  <a:pt x="25191" y="121652"/>
                  <a:pt x="27996" y="130632"/>
                  <a:pt x="33606" y="137229"/>
                </a:cubicBezTo>
                <a:cubicBezTo>
                  <a:pt x="39216" y="143827"/>
                  <a:pt x="46819" y="147126"/>
                  <a:pt x="56416" y="147126"/>
                </a:cubicBezTo>
                <a:cubicBezTo>
                  <a:pt x="66013" y="147126"/>
                  <a:pt x="73616" y="143827"/>
                  <a:pt x="79226" y="137229"/>
                </a:cubicBezTo>
                <a:cubicBezTo>
                  <a:pt x="84836" y="130632"/>
                  <a:pt x="87641" y="121652"/>
                  <a:pt x="87641" y="110292"/>
                </a:cubicBezTo>
                <a:cubicBezTo>
                  <a:pt x="87641" y="98860"/>
                  <a:pt x="84836" y="89863"/>
                  <a:pt x="79226" y="83301"/>
                </a:cubicBezTo>
                <a:cubicBezTo>
                  <a:pt x="73616" y="76738"/>
                  <a:pt x="66013" y="73457"/>
                  <a:pt x="56416" y="73457"/>
                </a:cubicBezTo>
                <a:moveTo>
                  <a:pt x="98860" y="6351"/>
                </a:moveTo>
                <a:lnTo>
                  <a:pt x="98860" y="25826"/>
                </a:lnTo>
                <a:cubicBezTo>
                  <a:pt x="93497" y="23286"/>
                  <a:pt x="88082" y="21346"/>
                  <a:pt x="82613" y="20005"/>
                </a:cubicBezTo>
                <a:cubicBezTo>
                  <a:pt x="77144" y="18664"/>
                  <a:pt x="71728" y="17994"/>
                  <a:pt x="66366" y="17994"/>
                </a:cubicBezTo>
                <a:cubicBezTo>
                  <a:pt x="52253" y="17994"/>
                  <a:pt x="41474" y="22766"/>
                  <a:pt x="34030" y="32310"/>
                </a:cubicBezTo>
                <a:cubicBezTo>
                  <a:pt x="26585" y="41853"/>
                  <a:pt x="22334" y="56275"/>
                  <a:pt x="21275" y="75574"/>
                </a:cubicBezTo>
                <a:cubicBezTo>
                  <a:pt x="25438" y="69435"/>
                  <a:pt x="30660" y="64725"/>
                  <a:pt x="36940" y="61444"/>
                </a:cubicBezTo>
                <a:cubicBezTo>
                  <a:pt x="43220" y="58162"/>
                  <a:pt x="50136" y="56522"/>
                  <a:pt x="57686" y="56522"/>
                </a:cubicBezTo>
                <a:cubicBezTo>
                  <a:pt x="73563" y="56522"/>
                  <a:pt x="86106" y="61338"/>
                  <a:pt x="95314" y="70970"/>
                </a:cubicBezTo>
                <a:cubicBezTo>
                  <a:pt x="104523" y="80602"/>
                  <a:pt x="109127" y="93709"/>
                  <a:pt x="109127" y="110292"/>
                </a:cubicBezTo>
                <a:cubicBezTo>
                  <a:pt x="109127" y="126521"/>
                  <a:pt x="104329" y="139540"/>
                  <a:pt x="94732" y="149349"/>
                </a:cubicBezTo>
                <a:cubicBezTo>
                  <a:pt x="85136" y="159157"/>
                  <a:pt x="72363" y="164061"/>
                  <a:pt x="56416" y="164061"/>
                </a:cubicBezTo>
                <a:cubicBezTo>
                  <a:pt x="38140" y="164061"/>
                  <a:pt x="24168" y="157054"/>
                  <a:pt x="14501" y="143038"/>
                </a:cubicBezTo>
                <a:cubicBezTo>
                  <a:pt x="4834" y="129022"/>
                  <a:pt x="0" y="108704"/>
                  <a:pt x="0" y="82084"/>
                </a:cubicBezTo>
                <a:cubicBezTo>
                  <a:pt x="0" y="57089"/>
                  <a:pt x="5927" y="37160"/>
                  <a:pt x="17782" y="22297"/>
                </a:cubicBezTo>
                <a:cubicBezTo>
                  <a:pt x="29637" y="7432"/>
                  <a:pt x="45549" y="0"/>
                  <a:pt x="65519" y="0"/>
                </a:cubicBezTo>
                <a:cubicBezTo>
                  <a:pt x="70882" y="0"/>
                  <a:pt x="76297" y="529"/>
                  <a:pt x="81766" y="1588"/>
                </a:cubicBezTo>
                <a:cubicBezTo>
                  <a:pt x="87235" y="2646"/>
                  <a:pt x="92933" y="4234"/>
                  <a:pt x="98860" y="6351"/>
                </a:cubicBezTo>
                <a:close/>
                <a:moveTo>
                  <a:pt x="204656" y="21401"/>
                </a:moveTo>
                <a:lnTo>
                  <a:pt x="150675" y="105846"/>
                </a:lnTo>
                <a:lnTo>
                  <a:pt x="204656" y="105846"/>
                </a:lnTo>
                <a:lnTo>
                  <a:pt x="204656" y="21401"/>
                </a:lnTo>
                <a:moveTo>
                  <a:pt x="199046" y="2752"/>
                </a:moveTo>
                <a:lnTo>
                  <a:pt x="225931" y="2752"/>
                </a:lnTo>
                <a:lnTo>
                  <a:pt x="225931" y="105846"/>
                </a:lnTo>
                <a:lnTo>
                  <a:pt x="248476" y="105846"/>
                </a:lnTo>
                <a:lnTo>
                  <a:pt x="248476" y="123628"/>
                </a:lnTo>
                <a:lnTo>
                  <a:pt x="225931" y="123628"/>
                </a:lnTo>
                <a:lnTo>
                  <a:pt x="225931" y="160886"/>
                </a:lnTo>
                <a:lnTo>
                  <a:pt x="204656" y="160886"/>
                </a:lnTo>
                <a:lnTo>
                  <a:pt x="204656" y="123628"/>
                </a:lnTo>
                <a:lnTo>
                  <a:pt x="133316" y="123628"/>
                </a:lnTo>
                <a:lnTo>
                  <a:pt x="133316" y="102972"/>
                </a:lnTo>
                <a:lnTo>
                  <a:pt x="199046" y="2752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48" name="Text 2">
            <a:extLst xmlns:a="http://schemas.openxmlformats.org/drawingml/2006/main">
              <a:ext uri="{FF2B5EF4-FFF2-40B4-BE49-F238E27FC236}">
                <a16:creationId xmlns:a16="http://schemas.microsoft.com/office/drawing/2014/main" id="{32D965AC-7F46-4EA8-A4A4-96A86FD247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47193" y="5758565"/>
            <a:ext cx="100342" cy="160886"/>
          </a:xfrm>
          <a:custGeom xmlns:a="http://schemas.openxmlformats.org/drawingml/2006/main">
            <a:pathLst>
              <a:path w="100342" h="160886">
                <a:moveTo>
                  <a:pt x="25721" y="142892"/>
                </a:moveTo>
                <a:lnTo>
                  <a:pt x="100342" y="142892"/>
                </a:lnTo>
                <a:lnTo>
                  <a:pt x="100342" y="160886"/>
                </a:lnTo>
                <a:lnTo>
                  <a:pt x="0" y="160886"/>
                </a:lnTo>
                <a:lnTo>
                  <a:pt x="0" y="142892"/>
                </a:lnTo>
                <a:cubicBezTo>
                  <a:pt x="8115" y="134495"/>
                  <a:pt x="19176" y="123222"/>
                  <a:pt x="33183" y="109074"/>
                </a:cubicBezTo>
                <a:cubicBezTo>
                  <a:pt x="47190" y="94926"/>
                  <a:pt x="55993" y="85806"/>
                  <a:pt x="59591" y="81713"/>
                </a:cubicBezTo>
                <a:cubicBezTo>
                  <a:pt x="66436" y="74022"/>
                  <a:pt x="71217" y="67512"/>
                  <a:pt x="73933" y="62185"/>
                </a:cubicBezTo>
                <a:cubicBezTo>
                  <a:pt x="76650" y="56857"/>
                  <a:pt x="78009" y="51618"/>
                  <a:pt x="78009" y="46466"/>
                </a:cubicBezTo>
                <a:cubicBezTo>
                  <a:pt x="78009" y="38069"/>
                  <a:pt x="75063" y="31225"/>
                  <a:pt x="69170" y="25932"/>
                </a:cubicBezTo>
                <a:cubicBezTo>
                  <a:pt x="63278" y="20640"/>
                  <a:pt x="55604" y="17994"/>
                  <a:pt x="46149" y="17994"/>
                </a:cubicBezTo>
                <a:cubicBezTo>
                  <a:pt x="39445" y="17994"/>
                  <a:pt x="32371" y="19167"/>
                  <a:pt x="24927" y="21513"/>
                </a:cubicBezTo>
                <a:cubicBezTo>
                  <a:pt x="17482" y="23859"/>
                  <a:pt x="9526" y="27414"/>
                  <a:pt x="1058" y="32177"/>
                </a:cubicBezTo>
                <a:lnTo>
                  <a:pt x="1058" y="10585"/>
                </a:lnTo>
                <a:cubicBezTo>
                  <a:pt x="9667" y="7092"/>
                  <a:pt x="17712" y="4454"/>
                  <a:pt x="25191" y="2673"/>
                </a:cubicBezTo>
                <a:cubicBezTo>
                  <a:pt x="32671" y="891"/>
                  <a:pt x="39516" y="0"/>
                  <a:pt x="45726" y="0"/>
                </a:cubicBezTo>
                <a:cubicBezTo>
                  <a:pt x="62096" y="0"/>
                  <a:pt x="75151" y="4093"/>
                  <a:pt x="84889" y="12278"/>
                </a:cubicBezTo>
                <a:cubicBezTo>
                  <a:pt x="94626" y="20464"/>
                  <a:pt x="99495" y="31401"/>
                  <a:pt x="99495" y="45090"/>
                </a:cubicBezTo>
                <a:cubicBezTo>
                  <a:pt x="99495" y="51582"/>
                  <a:pt x="98278" y="57739"/>
                  <a:pt x="95844" y="63561"/>
                </a:cubicBezTo>
                <a:cubicBezTo>
                  <a:pt x="93409" y="69382"/>
                  <a:pt x="88981" y="76244"/>
                  <a:pt x="82560" y="84148"/>
                </a:cubicBezTo>
                <a:cubicBezTo>
                  <a:pt x="80796" y="86194"/>
                  <a:pt x="75186" y="92104"/>
                  <a:pt x="65730" y="101877"/>
                </a:cubicBezTo>
                <a:cubicBezTo>
                  <a:pt x="56275" y="111650"/>
                  <a:pt x="42938" y="125322"/>
                  <a:pt x="25721" y="142892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49" name="Text 13.23Xspeedup">
            <a:extLst xmlns:a="http://schemas.openxmlformats.org/drawingml/2006/main">
              <a:ext uri="{FF2B5EF4-FFF2-40B4-BE49-F238E27FC236}">
                <a16:creationId xmlns:a16="http://schemas.microsoft.com/office/drawing/2014/main" id="{ED582026-C441-4EF7-8DFA-CC23E8C18C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80072" y="5007347"/>
            <a:ext cx="923766" cy="111886"/>
          </a:xfrm>
          <a:custGeom xmlns:a="http://schemas.openxmlformats.org/drawingml/2006/main">
            <a:pathLst>
              <a:path w="923766" h="111886">
                <a:moveTo>
                  <a:pt x="1637" y="78241"/>
                </a:moveTo>
                <a:lnTo>
                  <a:pt x="20266" y="78241"/>
                </a:lnTo>
                <a:lnTo>
                  <a:pt x="20266" y="13887"/>
                </a:lnTo>
                <a:lnTo>
                  <a:pt x="0" y="17951"/>
                </a:lnTo>
                <a:lnTo>
                  <a:pt x="0" y="7564"/>
                </a:lnTo>
                <a:lnTo>
                  <a:pt x="20153" y="3500"/>
                </a:lnTo>
                <a:lnTo>
                  <a:pt x="31556" y="3500"/>
                </a:lnTo>
                <a:lnTo>
                  <a:pt x="31556" y="78241"/>
                </a:lnTo>
                <a:lnTo>
                  <a:pt x="50185" y="78241"/>
                </a:lnTo>
                <a:lnTo>
                  <a:pt x="50185" y="87838"/>
                </a:lnTo>
                <a:lnTo>
                  <a:pt x="1637" y="87838"/>
                </a:lnTo>
                <a:lnTo>
                  <a:pt x="1637" y="78241"/>
                </a:lnTo>
                <a:close/>
                <a:moveTo>
                  <a:pt x="107739" y="42338"/>
                </a:moveTo>
                <a:cubicBezTo>
                  <a:pt x="113196" y="43507"/>
                  <a:pt x="117458" y="45941"/>
                  <a:pt x="120525" y="49638"/>
                </a:cubicBezTo>
                <a:cubicBezTo>
                  <a:pt x="123592" y="53335"/>
                  <a:pt x="125126" y="57899"/>
                  <a:pt x="125126" y="63331"/>
                </a:cubicBezTo>
                <a:cubicBezTo>
                  <a:pt x="125126" y="71668"/>
                  <a:pt x="122265" y="78120"/>
                  <a:pt x="116545" y="82685"/>
                </a:cubicBezTo>
                <a:cubicBezTo>
                  <a:pt x="110825" y="87250"/>
                  <a:pt x="102696" y="89532"/>
                  <a:pt x="92158" y="89532"/>
                </a:cubicBezTo>
                <a:cubicBezTo>
                  <a:pt x="88620" y="89532"/>
                  <a:pt x="84979" y="89184"/>
                  <a:pt x="81235" y="88487"/>
                </a:cubicBezTo>
                <a:cubicBezTo>
                  <a:pt x="77490" y="87791"/>
                  <a:pt x="73623" y="86747"/>
                  <a:pt x="69634" y="85354"/>
                </a:cubicBezTo>
                <a:lnTo>
                  <a:pt x="69634" y="74290"/>
                </a:lnTo>
                <a:cubicBezTo>
                  <a:pt x="72795" y="76153"/>
                  <a:pt x="76258" y="77559"/>
                  <a:pt x="80021" y="78510"/>
                </a:cubicBezTo>
                <a:cubicBezTo>
                  <a:pt x="83784" y="79460"/>
                  <a:pt x="87717" y="79935"/>
                  <a:pt x="91819" y="79935"/>
                </a:cubicBezTo>
                <a:cubicBezTo>
                  <a:pt x="98970" y="79935"/>
                  <a:pt x="104417" y="78519"/>
                  <a:pt x="108162" y="75687"/>
                </a:cubicBezTo>
                <a:cubicBezTo>
                  <a:pt x="111907" y="72854"/>
                  <a:pt x="113779" y="68737"/>
                  <a:pt x="113779" y="63337"/>
                </a:cubicBezTo>
                <a:cubicBezTo>
                  <a:pt x="113779" y="58352"/>
                  <a:pt x="112038" y="54454"/>
                  <a:pt x="108557" y="51641"/>
                </a:cubicBezTo>
                <a:cubicBezTo>
                  <a:pt x="105076" y="48826"/>
                  <a:pt x="100231" y="47419"/>
                  <a:pt x="94021" y="47419"/>
                </a:cubicBezTo>
                <a:lnTo>
                  <a:pt x="84198" y="47419"/>
                </a:lnTo>
                <a:lnTo>
                  <a:pt x="84198" y="38048"/>
                </a:lnTo>
                <a:lnTo>
                  <a:pt x="94473" y="38048"/>
                </a:lnTo>
                <a:cubicBezTo>
                  <a:pt x="100080" y="38048"/>
                  <a:pt x="104370" y="36931"/>
                  <a:pt x="107343" y="34696"/>
                </a:cubicBezTo>
                <a:cubicBezTo>
                  <a:pt x="110317" y="32462"/>
                  <a:pt x="111803" y="29242"/>
                  <a:pt x="111803" y="25036"/>
                </a:cubicBezTo>
                <a:cubicBezTo>
                  <a:pt x="111803" y="20718"/>
                  <a:pt x="110270" y="17403"/>
                  <a:pt x="107202" y="15094"/>
                </a:cubicBezTo>
                <a:cubicBezTo>
                  <a:pt x="104135" y="12784"/>
                  <a:pt x="99741" y="11629"/>
                  <a:pt x="94021" y="11629"/>
                </a:cubicBezTo>
                <a:cubicBezTo>
                  <a:pt x="90897" y="11629"/>
                  <a:pt x="87548" y="11968"/>
                  <a:pt x="83973" y="12645"/>
                </a:cubicBezTo>
                <a:cubicBezTo>
                  <a:pt x="80397" y="13322"/>
                  <a:pt x="76465" y="14376"/>
                  <a:pt x="72174" y="15806"/>
                </a:cubicBezTo>
                <a:lnTo>
                  <a:pt x="72174" y="5645"/>
                </a:lnTo>
                <a:cubicBezTo>
                  <a:pt x="76502" y="4441"/>
                  <a:pt x="80557" y="3538"/>
                  <a:pt x="84340" y="2935"/>
                </a:cubicBezTo>
                <a:cubicBezTo>
                  <a:pt x="88122" y="2333"/>
                  <a:pt x="91688" y="2032"/>
                  <a:pt x="95037" y="2032"/>
                </a:cubicBezTo>
                <a:cubicBezTo>
                  <a:pt x="103693" y="2032"/>
                  <a:pt x="110542" y="3996"/>
                  <a:pt x="115585" y="7924"/>
                </a:cubicBezTo>
                <a:cubicBezTo>
                  <a:pt x="120628" y="11851"/>
                  <a:pt x="123150" y="17159"/>
                  <a:pt x="123150" y="23849"/>
                </a:cubicBezTo>
                <a:cubicBezTo>
                  <a:pt x="123150" y="28508"/>
                  <a:pt x="121814" y="32445"/>
                  <a:pt x="119142" y="35658"/>
                </a:cubicBezTo>
                <a:cubicBezTo>
                  <a:pt x="116470" y="38871"/>
                  <a:pt x="112669" y="41098"/>
                  <a:pt x="107739" y="42338"/>
                </a:cubicBezTo>
                <a:close/>
                <a:moveTo>
                  <a:pt x="146720" y="73500"/>
                </a:moveTo>
                <a:lnTo>
                  <a:pt x="158631" y="73500"/>
                </a:lnTo>
                <a:lnTo>
                  <a:pt x="158631" y="87838"/>
                </a:lnTo>
                <a:lnTo>
                  <a:pt x="146720" y="87838"/>
                </a:lnTo>
                <a:lnTo>
                  <a:pt x="146720" y="73500"/>
                </a:lnTo>
                <a:close/>
                <a:moveTo>
                  <a:pt x="193307" y="78241"/>
                </a:moveTo>
                <a:lnTo>
                  <a:pt x="233105" y="78241"/>
                </a:lnTo>
                <a:lnTo>
                  <a:pt x="233105" y="87838"/>
                </a:lnTo>
                <a:lnTo>
                  <a:pt x="179590" y="87838"/>
                </a:lnTo>
                <a:lnTo>
                  <a:pt x="179590" y="78241"/>
                </a:lnTo>
                <a:cubicBezTo>
                  <a:pt x="183918" y="73763"/>
                  <a:pt x="189817" y="67751"/>
                  <a:pt x="197287" y="60205"/>
                </a:cubicBezTo>
                <a:cubicBezTo>
                  <a:pt x="204758" y="52660"/>
                  <a:pt x="209452" y="47795"/>
                  <a:pt x="211372" y="45613"/>
                </a:cubicBezTo>
                <a:cubicBezTo>
                  <a:pt x="215022" y="41510"/>
                  <a:pt x="217572" y="38039"/>
                  <a:pt x="219021" y="35197"/>
                </a:cubicBezTo>
                <a:cubicBezTo>
                  <a:pt x="220470" y="32356"/>
                  <a:pt x="221194" y="29562"/>
                  <a:pt x="221194" y="26814"/>
                </a:cubicBezTo>
                <a:cubicBezTo>
                  <a:pt x="221194" y="22336"/>
                  <a:pt x="219623" y="18685"/>
                  <a:pt x="216481" y="15863"/>
                </a:cubicBezTo>
                <a:cubicBezTo>
                  <a:pt x="213338" y="13040"/>
                  <a:pt x="209245" y="11629"/>
                  <a:pt x="204202" y="11629"/>
                </a:cubicBezTo>
                <a:cubicBezTo>
                  <a:pt x="200627" y="11629"/>
                  <a:pt x="196854" y="12255"/>
                  <a:pt x="192884" y="13506"/>
                </a:cubicBezTo>
                <a:cubicBezTo>
                  <a:pt x="188914" y="14757"/>
                  <a:pt x="184670" y="16653"/>
                  <a:pt x="180154" y="19193"/>
                </a:cubicBezTo>
                <a:lnTo>
                  <a:pt x="180154" y="7677"/>
                </a:lnTo>
                <a:cubicBezTo>
                  <a:pt x="184746" y="5814"/>
                  <a:pt x="189036" y="4408"/>
                  <a:pt x="193025" y="3458"/>
                </a:cubicBezTo>
                <a:cubicBezTo>
                  <a:pt x="197014" y="2507"/>
                  <a:pt x="200665" y="2032"/>
                  <a:pt x="203977" y="2032"/>
                </a:cubicBezTo>
                <a:cubicBezTo>
                  <a:pt x="212708" y="2032"/>
                  <a:pt x="219670" y="4215"/>
                  <a:pt x="224864" y="8581"/>
                </a:cubicBezTo>
                <a:cubicBezTo>
                  <a:pt x="230057" y="12946"/>
                  <a:pt x="232654" y="18779"/>
                  <a:pt x="232654" y="26080"/>
                </a:cubicBezTo>
                <a:cubicBezTo>
                  <a:pt x="232654" y="29543"/>
                  <a:pt x="232005" y="32826"/>
                  <a:pt x="230706" y="35931"/>
                </a:cubicBezTo>
                <a:cubicBezTo>
                  <a:pt x="229408" y="39036"/>
                  <a:pt x="227046" y="42696"/>
                  <a:pt x="223622" y="46911"/>
                </a:cubicBezTo>
                <a:cubicBezTo>
                  <a:pt x="222681" y="48002"/>
                  <a:pt x="219689" y="51154"/>
                  <a:pt x="214646" y="56367"/>
                </a:cubicBezTo>
                <a:cubicBezTo>
                  <a:pt x="209603" y="61579"/>
                  <a:pt x="202490" y="68871"/>
                  <a:pt x="193307" y="78241"/>
                </a:cubicBezTo>
                <a:close/>
                <a:moveTo>
                  <a:pt x="291562" y="42338"/>
                </a:moveTo>
                <a:cubicBezTo>
                  <a:pt x="297019" y="43507"/>
                  <a:pt x="301281" y="45941"/>
                  <a:pt x="304348" y="49638"/>
                </a:cubicBezTo>
                <a:cubicBezTo>
                  <a:pt x="307416" y="53335"/>
                  <a:pt x="308949" y="57899"/>
                  <a:pt x="308949" y="63331"/>
                </a:cubicBezTo>
                <a:cubicBezTo>
                  <a:pt x="308949" y="71668"/>
                  <a:pt x="306089" y="78120"/>
                  <a:pt x="300369" y="82685"/>
                </a:cubicBezTo>
                <a:cubicBezTo>
                  <a:pt x="294648" y="87250"/>
                  <a:pt x="286519" y="89532"/>
                  <a:pt x="275982" y="89532"/>
                </a:cubicBezTo>
                <a:cubicBezTo>
                  <a:pt x="272444" y="89532"/>
                  <a:pt x="268803" y="89184"/>
                  <a:pt x="265058" y="88487"/>
                </a:cubicBezTo>
                <a:cubicBezTo>
                  <a:pt x="261314" y="87791"/>
                  <a:pt x="257447" y="86747"/>
                  <a:pt x="253458" y="85354"/>
                </a:cubicBezTo>
                <a:lnTo>
                  <a:pt x="253458" y="74290"/>
                </a:lnTo>
                <a:cubicBezTo>
                  <a:pt x="256619" y="76153"/>
                  <a:pt x="260081" y="77559"/>
                  <a:pt x="263845" y="78510"/>
                </a:cubicBezTo>
                <a:cubicBezTo>
                  <a:pt x="267608" y="79460"/>
                  <a:pt x="271541" y="79935"/>
                  <a:pt x="275643" y="79935"/>
                </a:cubicBezTo>
                <a:cubicBezTo>
                  <a:pt x="282793" y="79935"/>
                  <a:pt x="288241" y="78519"/>
                  <a:pt x="291986" y="75687"/>
                </a:cubicBezTo>
                <a:cubicBezTo>
                  <a:pt x="295730" y="72854"/>
                  <a:pt x="297602" y="68737"/>
                  <a:pt x="297602" y="63337"/>
                </a:cubicBezTo>
                <a:cubicBezTo>
                  <a:pt x="297602" y="58352"/>
                  <a:pt x="295862" y="54454"/>
                  <a:pt x="292381" y="51641"/>
                </a:cubicBezTo>
                <a:cubicBezTo>
                  <a:pt x="288900" y="48826"/>
                  <a:pt x="284054" y="47419"/>
                  <a:pt x="277845" y="47419"/>
                </a:cubicBezTo>
                <a:lnTo>
                  <a:pt x="268022" y="47419"/>
                </a:lnTo>
                <a:lnTo>
                  <a:pt x="268022" y="38048"/>
                </a:lnTo>
                <a:lnTo>
                  <a:pt x="278296" y="38048"/>
                </a:lnTo>
                <a:cubicBezTo>
                  <a:pt x="283904" y="38048"/>
                  <a:pt x="288194" y="36931"/>
                  <a:pt x="291167" y="34696"/>
                </a:cubicBezTo>
                <a:cubicBezTo>
                  <a:pt x="294140" y="32462"/>
                  <a:pt x="295627" y="29242"/>
                  <a:pt x="295627" y="25036"/>
                </a:cubicBezTo>
                <a:cubicBezTo>
                  <a:pt x="295627" y="20718"/>
                  <a:pt x="294093" y="17403"/>
                  <a:pt x="291026" y="15094"/>
                </a:cubicBezTo>
                <a:cubicBezTo>
                  <a:pt x="287959" y="12784"/>
                  <a:pt x="283565" y="11629"/>
                  <a:pt x="277845" y="11629"/>
                </a:cubicBezTo>
                <a:cubicBezTo>
                  <a:pt x="274721" y="11629"/>
                  <a:pt x="271371" y="11968"/>
                  <a:pt x="267796" y="12645"/>
                </a:cubicBezTo>
                <a:cubicBezTo>
                  <a:pt x="264221" y="13322"/>
                  <a:pt x="260288" y="14376"/>
                  <a:pt x="255998" y="15806"/>
                </a:cubicBezTo>
                <a:lnTo>
                  <a:pt x="255998" y="5645"/>
                </a:lnTo>
                <a:cubicBezTo>
                  <a:pt x="260326" y="4441"/>
                  <a:pt x="264381" y="3538"/>
                  <a:pt x="268163" y="2935"/>
                </a:cubicBezTo>
                <a:cubicBezTo>
                  <a:pt x="271945" y="2333"/>
                  <a:pt x="275511" y="2032"/>
                  <a:pt x="278861" y="2032"/>
                </a:cubicBezTo>
                <a:cubicBezTo>
                  <a:pt x="287517" y="2032"/>
                  <a:pt x="294366" y="3996"/>
                  <a:pt x="299409" y="7924"/>
                </a:cubicBezTo>
                <a:cubicBezTo>
                  <a:pt x="304452" y="11851"/>
                  <a:pt x="306973" y="17159"/>
                  <a:pt x="306973" y="23849"/>
                </a:cubicBezTo>
                <a:cubicBezTo>
                  <a:pt x="306973" y="28508"/>
                  <a:pt x="305637" y="32445"/>
                  <a:pt x="302965" y="35658"/>
                </a:cubicBezTo>
                <a:cubicBezTo>
                  <a:pt x="300293" y="38871"/>
                  <a:pt x="296492" y="41098"/>
                  <a:pt x="291562" y="42338"/>
                </a:cubicBezTo>
                <a:close/>
                <a:moveTo>
                  <a:pt x="325463" y="3500"/>
                </a:moveTo>
                <a:lnTo>
                  <a:pt x="337713" y="3500"/>
                </a:lnTo>
                <a:lnTo>
                  <a:pt x="358656" y="34830"/>
                </a:lnTo>
                <a:lnTo>
                  <a:pt x="379713" y="3500"/>
                </a:lnTo>
                <a:lnTo>
                  <a:pt x="391962" y="3500"/>
                </a:lnTo>
                <a:lnTo>
                  <a:pt x="364866" y="44002"/>
                </a:lnTo>
                <a:lnTo>
                  <a:pt x="393769" y="87838"/>
                </a:lnTo>
                <a:lnTo>
                  <a:pt x="381519" y="87838"/>
                </a:lnTo>
                <a:lnTo>
                  <a:pt x="357809" y="51992"/>
                </a:lnTo>
                <a:lnTo>
                  <a:pt x="333931" y="87838"/>
                </a:lnTo>
                <a:lnTo>
                  <a:pt x="321624" y="87838"/>
                </a:lnTo>
                <a:lnTo>
                  <a:pt x="351713" y="42817"/>
                </a:lnTo>
                <a:lnTo>
                  <a:pt x="325463" y="3500"/>
                </a:lnTo>
                <a:close/>
                <a:moveTo>
                  <a:pt x="485341" y="26419"/>
                </a:moveTo>
                <a:lnTo>
                  <a:pt x="485341" y="36242"/>
                </a:lnTo>
                <a:cubicBezTo>
                  <a:pt x="482406" y="34736"/>
                  <a:pt x="479357" y="33607"/>
                  <a:pt x="476196" y="32855"/>
                </a:cubicBezTo>
                <a:cubicBezTo>
                  <a:pt x="473035" y="32102"/>
                  <a:pt x="469760" y="31726"/>
                  <a:pt x="466373" y="31726"/>
                </a:cubicBezTo>
                <a:cubicBezTo>
                  <a:pt x="461218" y="31726"/>
                  <a:pt x="457351" y="32518"/>
                  <a:pt x="454773" y="34102"/>
                </a:cubicBezTo>
                <a:cubicBezTo>
                  <a:pt x="452195" y="35686"/>
                  <a:pt x="450906" y="38062"/>
                  <a:pt x="450906" y="41231"/>
                </a:cubicBezTo>
                <a:cubicBezTo>
                  <a:pt x="450906" y="43644"/>
                  <a:pt x="451828" y="45539"/>
                  <a:pt x="453672" y="46916"/>
                </a:cubicBezTo>
                <a:cubicBezTo>
                  <a:pt x="455516" y="48293"/>
                  <a:pt x="459223" y="49604"/>
                  <a:pt x="464793" y="50848"/>
                </a:cubicBezTo>
                <a:lnTo>
                  <a:pt x="468349" y="51642"/>
                </a:lnTo>
                <a:cubicBezTo>
                  <a:pt x="475726" y="53225"/>
                  <a:pt x="480966" y="55459"/>
                  <a:pt x="484071" y="58344"/>
                </a:cubicBezTo>
                <a:cubicBezTo>
                  <a:pt x="487176" y="61228"/>
                  <a:pt x="488728" y="65252"/>
                  <a:pt x="488728" y="70418"/>
                </a:cubicBezTo>
                <a:cubicBezTo>
                  <a:pt x="488728" y="76299"/>
                  <a:pt x="486404" y="80955"/>
                  <a:pt x="481756" y="84386"/>
                </a:cubicBezTo>
                <a:cubicBezTo>
                  <a:pt x="477109" y="87816"/>
                  <a:pt x="470720" y="89532"/>
                  <a:pt x="462591" y="89532"/>
                </a:cubicBezTo>
                <a:cubicBezTo>
                  <a:pt x="459204" y="89532"/>
                  <a:pt x="455676" y="89202"/>
                  <a:pt x="452007" y="88544"/>
                </a:cubicBezTo>
                <a:cubicBezTo>
                  <a:pt x="448337" y="87885"/>
                  <a:pt x="444470" y="86897"/>
                  <a:pt x="440406" y="85580"/>
                </a:cubicBezTo>
                <a:lnTo>
                  <a:pt x="440406" y="74854"/>
                </a:lnTo>
                <a:cubicBezTo>
                  <a:pt x="444245" y="76849"/>
                  <a:pt x="448027" y="78345"/>
                  <a:pt x="451753" y="79342"/>
                </a:cubicBezTo>
                <a:cubicBezTo>
                  <a:pt x="455478" y="80340"/>
                  <a:pt x="459166" y="80838"/>
                  <a:pt x="462817" y="80838"/>
                </a:cubicBezTo>
                <a:cubicBezTo>
                  <a:pt x="467709" y="80838"/>
                  <a:pt x="471473" y="79999"/>
                  <a:pt x="474107" y="78321"/>
                </a:cubicBezTo>
                <a:cubicBezTo>
                  <a:pt x="476742" y="76643"/>
                  <a:pt x="478059" y="74276"/>
                  <a:pt x="478059" y="71222"/>
                </a:cubicBezTo>
                <a:cubicBezTo>
                  <a:pt x="478059" y="68394"/>
                  <a:pt x="477109" y="66225"/>
                  <a:pt x="475208" y="64716"/>
                </a:cubicBezTo>
                <a:cubicBezTo>
                  <a:pt x="473308" y="63207"/>
                  <a:pt x="469140" y="61755"/>
                  <a:pt x="462704" y="60360"/>
                </a:cubicBezTo>
                <a:lnTo>
                  <a:pt x="459091" y="59512"/>
                </a:lnTo>
                <a:cubicBezTo>
                  <a:pt x="452656" y="58155"/>
                  <a:pt x="448008" y="56072"/>
                  <a:pt x="445148" y="53264"/>
                </a:cubicBezTo>
                <a:cubicBezTo>
                  <a:pt x="442288" y="50454"/>
                  <a:pt x="440857" y="46598"/>
                  <a:pt x="440857" y="41696"/>
                </a:cubicBezTo>
                <a:cubicBezTo>
                  <a:pt x="440857" y="35738"/>
                  <a:pt x="442965" y="31138"/>
                  <a:pt x="447180" y="27896"/>
                </a:cubicBezTo>
                <a:cubicBezTo>
                  <a:pt x="451395" y="24653"/>
                  <a:pt x="457379" y="23032"/>
                  <a:pt x="465131" y="23032"/>
                </a:cubicBezTo>
                <a:cubicBezTo>
                  <a:pt x="468970" y="23032"/>
                  <a:pt x="472583" y="23314"/>
                  <a:pt x="475970" y="23879"/>
                </a:cubicBezTo>
                <a:cubicBezTo>
                  <a:pt x="479357" y="24443"/>
                  <a:pt x="482481" y="25290"/>
                  <a:pt x="485341" y="26419"/>
                </a:cubicBezTo>
                <a:close/>
                <a:moveTo>
                  <a:pt x="515317" y="78354"/>
                </a:moveTo>
                <a:lnTo>
                  <a:pt x="515317" y="111886"/>
                </a:lnTo>
                <a:lnTo>
                  <a:pt x="504873" y="111886"/>
                </a:lnTo>
                <a:lnTo>
                  <a:pt x="504873" y="24613"/>
                </a:lnTo>
                <a:lnTo>
                  <a:pt x="515317" y="24613"/>
                </a:lnTo>
                <a:lnTo>
                  <a:pt x="515317" y="34209"/>
                </a:lnTo>
                <a:cubicBezTo>
                  <a:pt x="517499" y="30427"/>
                  <a:pt x="520256" y="27619"/>
                  <a:pt x="523587" y="25784"/>
                </a:cubicBezTo>
                <a:cubicBezTo>
                  <a:pt x="526917" y="23949"/>
                  <a:pt x="530897" y="23032"/>
                  <a:pt x="535526" y="23032"/>
                </a:cubicBezTo>
                <a:cubicBezTo>
                  <a:pt x="543204" y="23032"/>
                  <a:pt x="549441" y="26086"/>
                  <a:pt x="554240" y="32193"/>
                </a:cubicBezTo>
                <a:cubicBezTo>
                  <a:pt x="559038" y="38300"/>
                  <a:pt x="561437" y="46330"/>
                  <a:pt x="561437" y="56282"/>
                </a:cubicBezTo>
                <a:cubicBezTo>
                  <a:pt x="561437" y="66234"/>
                  <a:pt x="559038" y="74263"/>
                  <a:pt x="554240" y="80371"/>
                </a:cubicBezTo>
                <a:cubicBezTo>
                  <a:pt x="549441" y="86478"/>
                  <a:pt x="543204" y="89532"/>
                  <a:pt x="535526" y="89532"/>
                </a:cubicBezTo>
                <a:cubicBezTo>
                  <a:pt x="530897" y="89532"/>
                  <a:pt x="526917" y="88614"/>
                  <a:pt x="523587" y="86780"/>
                </a:cubicBezTo>
                <a:cubicBezTo>
                  <a:pt x="520256" y="84945"/>
                  <a:pt x="517499" y="82137"/>
                  <a:pt x="515317" y="78354"/>
                </a:cubicBezTo>
                <a:moveTo>
                  <a:pt x="550655" y="56282"/>
                </a:moveTo>
                <a:cubicBezTo>
                  <a:pt x="550655" y="48625"/>
                  <a:pt x="549084" y="42618"/>
                  <a:pt x="545941" y="38262"/>
                </a:cubicBezTo>
                <a:cubicBezTo>
                  <a:pt x="542799" y="33904"/>
                  <a:pt x="538481" y="31726"/>
                  <a:pt x="532986" y="31726"/>
                </a:cubicBezTo>
                <a:cubicBezTo>
                  <a:pt x="527491" y="31726"/>
                  <a:pt x="523173" y="33904"/>
                  <a:pt x="520030" y="38262"/>
                </a:cubicBezTo>
                <a:cubicBezTo>
                  <a:pt x="516888" y="42618"/>
                  <a:pt x="515317" y="48625"/>
                  <a:pt x="515317" y="56282"/>
                </a:cubicBezTo>
                <a:cubicBezTo>
                  <a:pt x="515317" y="63939"/>
                  <a:pt x="516888" y="69947"/>
                  <a:pt x="520030" y="74304"/>
                </a:cubicBezTo>
                <a:cubicBezTo>
                  <a:pt x="523173" y="78660"/>
                  <a:pt x="527491" y="80838"/>
                  <a:pt x="532986" y="80838"/>
                </a:cubicBezTo>
                <a:cubicBezTo>
                  <a:pt x="538481" y="80838"/>
                  <a:pt x="542799" y="78660"/>
                  <a:pt x="545941" y="74304"/>
                </a:cubicBezTo>
                <a:cubicBezTo>
                  <a:pt x="549084" y="69947"/>
                  <a:pt x="550655" y="63939"/>
                  <a:pt x="550655" y="56282"/>
                </a:cubicBezTo>
                <a:close/>
                <a:moveTo>
                  <a:pt x="632763" y="53629"/>
                </a:moveTo>
                <a:lnTo>
                  <a:pt x="632763" y="58709"/>
                </a:lnTo>
                <a:lnTo>
                  <a:pt x="585005" y="58709"/>
                </a:lnTo>
                <a:cubicBezTo>
                  <a:pt x="585457" y="65879"/>
                  <a:pt x="587611" y="71340"/>
                  <a:pt x="591469" y="75094"/>
                </a:cubicBezTo>
                <a:cubicBezTo>
                  <a:pt x="595326" y="78848"/>
                  <a:pt x="600698" y="80725"/>
                  <a:pt x="607585" y="80725"/>
                </a:cubicBezTo>
                <a:cubicBezTo>
                  <a:pt x="611575" y="80725"/>
                  <a:pt x="615442" y="80236"/>
                  <a:pt x="619186" y="79258"/>
                </a:cubicBezTo>
                <a:cubicBezTo>
                  <a:pt x="622931" y="78279"/>
                  <a:pt x="626647" y="76811"/>
                  <a:pt x="630335" y="74854"/>
                </a:cubicBezTo>
                <a:lnTo>
                  <a:pt x="630335" y="84677"/>
                </a:lnTo>
                <a:cubicBezTo>
                  <a:pt x="626610" y="86258"/>
                  <a:pt x="622790" y="87462"/>
                  <a:pt x="618876" y="88290"/>
                </a:cubicBezTo>
                <a:cubicBezTo>
                  <a:pt x="614962" y="89118"/>
                  <a:pt x="610991" y="89532"/>
                  <a:pt x="606964" y="89532"/>
                </a:cubicBezTo>
                <a:cubicBezTo>
                  <a:pt x="596879" y="89532"/>
                  <a:pt x="588891" y="86592"/>
                  <a:pt x="583001" y="80711"/>
                </a:cubicBezTo>
                <a:cubicBezTo>
                  <a:pt x="577111" y="74830"/>
                  <a:pt x="574166" y="66875"/>
                  <a:pt x="574166" y="56848"/>
                </a:cubicBezTo>
                <a:cubicBezTo>
                  <a:pt x="574166" y="46481"/>
                  <a:pt x="576961" y="38253"/>
                  <a:pt x="582549" y="32165"/>
                </a:cubicBezTo>
                <a:cubicBezTo>
                  <a:pt x="588138" y="26076"/>
                  <a:pt x="595674" y="23032"/>
                  <a:pt x="605158" y="23032"/>
                </a:cubicBezTo>
                <a:cubicBezTo>
                  <a:pt x="613663" y="23032"/>
                  <a:pt x="620390" y="25775"/>
                  <a:pt x="625339" y="31262"/>
                </a:cubicBezTo>
                <a:cubicBezTo>
                  <a:pt x="630288" y="36747"/>
                  <a:pt x="632763" y="44203"/>
                  <a:pt x="632763" y="53629"/>
                </a:cubicBezTo>
                <a:moveTo>
                  <a:pt x="622376" y="50580"/>
                </a:moveTo>
                <a:cubicBezTo>
                  <a:pt x="622300" y="44880"/>
                  <a:pt x="620710" y="40331"/>
                  <a:pt x="617606" y="36935"/>
                </a:cubicBezTo>
                <a:cubicBezTo>
                  <a:pt x="614501" y="33537"/>
                  <a:pt x="610389" y="31839"/>
                  <a:pt x="605271" y="31839"/>
                </a:cubicBezTo>
                <a:cubicBezTo>
                  <a:pt x="599475" y="31839"/>
                  <a:pt x="594837" y="33481"/>
                  <a:pt x="591356" y="36766"/>
                </a:cubicBezTo>
                <a:cubicBezTo>
                  <a:pt x="587875" y="40049"/>
                  <a:pt x="585871" y="44673"/>
                  <a:pt x="585344" y="50637"/>
                </a:cubicBezTo>
                <a:lnTo>
                  <a:pt x="622376" y="50580"/>
                </a:lnTo>
                <a:close/>
                <a:moveTo>
                  <a:pt x="703864" y="53629"/>
                </a:moveTo>
                <a:lnTo>
                  <a:pt x="703864" y="58709"/>
                </a:lnTo>
                <a:lnTo>
                  <a:pt x="656106" y="58709"/>
                </a:lnTo>
                <a:cubicBezTo>
                  <a:pt x="656558" y="65879"/>
                  <a:pt x="658712" y="71340"/>
                  <a:pt x="662570" y="75094"/>
                </a:cubicBezTo>
                <a:cubicBezTo>
                  <a:pt x="666427" y="78848"/>
                  <a:pt x="671800" y="80725"/>
                  <a:pt x="678687" y="80725"/>
                </a:cubicBezTo>
                <a:cubicBezTo>
                  <a:pt x="682676" y="80725"/>
                  <a:pt x="686543" y="80236"/>
                  <a:pt x="690287" y="79258"/>
                </a:cubicBezTo>
                <a:cubicBezTo>
                  <a:pt x="694032" y="78279"/>
                  <a:pt x="697748" y="76811"/>
                  <a:pt x="701436" y="74854"/>
                </a:cubicBezTo>
                <a:lnTo>
                  <a:pt x="701436" y="84677"/>
                </a:lnTo>
                <a:cubicBezTo>
                  <a:pt x="697711" y="86258"/>
                  <a:pt x="693891" y="87462"/>
                  <a:pt x="689977" y="88290"/>
                </a:cubicBezTo>
                <a:cubicBezTo>
                  <a:pt x="686063" y="89118"/>
                  <a:pt x="682093" y="89532"/>
                  <a:pt x="678066" y="89532"/>
                </a:cubicBezTo>
                <a:cubicBezTo>
                  <a:pt x="667980" y="89532"/>
                  <a:pt x="659992" y="86592"/>
                  <a:pt x="654102" y="80711"/>
                </a:cubicBezTo>
                <a:cubicBezTo>
                  <a:pt x="648212" y="74830"/>
                  <a:pt x="645267" y="66875"/>
                  <a:pt x="645267" y="56848"/>
                </a:cubicBezTo>
                <a:cubicBezTo>
                  <a:pt x="645267" y="46481"/>
                  <a:pt x="648062" y="38253"/>
                  <a:pt x="653650" y="32165"/>
                </a:cubicBezTo>
                <a:cubicBezTo>
                  <a:pt x="659239" y="26076"/>
                  <a:pt x="666775" y="23032"/>
                  <a:pt x="676259" y="23032"/>
                </a:cubicBezTo>
                <a:cubicBezTo>
                  <a:pt x="684765" y="23032"/>
                  <a:pt x="691492" y="25775"/>
                  <a:pt x="696441" y="31262"/>
                </a:cubicBezTo>
                <a:cubicBezTo>
                  <a:pt x="701389" y="36747"/>
                  <a:pt x="703864" y="44203"/>
                  <a:pt x="703864" y="53629"/>
                </a:cubicBezTo>
                <a:moveTo>
                  <a:pt x="693477" y="50580"/>
                </a:moveTo>
                <a:cubicBezTo>
                  <a:pt x="693402" y="44880"/>
                  <a:pt x="691812" y="40331"/>
                  <a:pt x="688707" y="36935"/>
                </a:cubicBezTo>
                <a:cubicBezTo>
                  <a:pt x="685602" y="33537"/>
                  <a:pt x="681490" y="31839"/>
                  <a:pt x="676372" y="31839"/>
                </a:cubicBezTo>
                <a:cubicBezTo>
                  <a:pt x="670576" y="31839"/>
                  <a:pt x="665938" y="33481"/>
                  <a:pt x="662457" y="36766"/>
                </a:cubicBezTo>
                <a:cubicBezTo>
                  <a:pt x="658976" y="40049"/>
                  <a:pt x="656972" y="44673"/>
                  <a:pt x="656445" y="50637"/>
                </a:cubicBezTo>
                <a:lnTo>
                  <a:pt x="693477" y="50580"/>
                </a:lnTo>
                <a:close/>
                <a:moveTo>
                  <a:pt x="762490" y="34209"/>
                </a:moveTo>
                <a:lnTo>
                  <a:pt x="762490" y="0"/>
                </a:lnTo>
                <a:lnTo>
                  <a:pt x="772877" y="0"/>
                </a:lnTo>
                <a:lnTo>
                  <a:pt x="772877" y="87838"/>
                </a:lnTo>
                <a:lnTo>
                  <a:pt x="762490" y="87838"/>
                </a:lnTo>
                <a:lnTo>
                  <a:pt x="762490" y="78354"/>
                </a:lnTo>
                <a:cubicBezTo>
                  <a:pt x="760307" y="82137"/>
                  <a:pt x="757551" y="84945"/>
                  <a:pt x="754220" y="86780"/>
                </a:cubicBezTo>
                <a:cubicBezTo>
                  <a:pt x="750889" y="88614"/>
                  <a:pt x="746891" y="89532"/>
                  <a:pt x="742224" y="89532"/>
                </a:cubicBezTo>
                <a:cubicBezTo>
                  <a:pt x="734584" y="89532"/>
                  <a:pt x="728365" y="86478"/>
                  <a:pt x="723567" y="80371"/>
                </a:cubicBezTo>
                <a:cubicBezTo>
                  <a:pt x="718769" y="74263"/>
                  <a:pt x="716369" y="66234"/>
                  <a:pt x="716369" y="56282"/>
                </a:cubicBezTo>
                <a:cubicBezTo>
                  <a:pt x="716369" y="46330"/>
                  <a:pt x="718769" y="38300"/>
                  <a:pt x="723567" y="32193"/>
                </a:cubicBezTo>
                <a:cubicBezTo>
                  <a:pt x="728365" y="26086"/>
                  <a:pt x="734584" y="23032"/>
                  <a:pt x="742224" y="23032"/>
                </a:cubicBezTo>
                <a:cubicBezTo>
                  <a:pt x="746891" y="23032"/>
                  <a:pt x="750889" y="23949"/>
                  <a:pt x="754220" y="25784"/>
                </a:cubicBezTo>
                <a:cubicBezTo>
                  <a:pt x="757551" y="27619"/>
                  <a:pt x="760307" y="30427"/>
                  <a:pt x="762490" y="34209"/>
                </a:cubicBezTo>
                <a:moveTo>
                  <a:pt x="727095" y="56282"/>
                </a:moveTo>
                <a:cubicBezTo>
                  <a:pt x="727095" y="63939"/>
                  <a:pt x="728666" y="69947"/>
                  <a:pt x="731809" y="74304"/>
                </a:cubicBezTo>
                <a:cubicBezTo>
                  <a:pt x="734951" y="78660"/>
                  <a:pt x="739270" y="80838"/>
                  <a:pt x="744764" y="80838"/>
                </a:cubicBezTo>
                <a:cubicBezTo>
                  <a:pt x="750259" y="80838"/>
                  <a:pt x="754587" y="78660"/>
                  <a:pt x="757748" y="74304"/>
                </a:cubicBezTo>
                <a:cubicBezTo>
                  <a:pt x="760910" y="69947"/>
                  <a:pt x="762490" y="63939"/>
                  <a:pt x="762490" y="56282"/>
                </a:cubicBezTo>
                <a:cubicBezTo>
                  <a:pt x="762490" y="48625"/>
                  <a:pt x="760910" y="42618"/>
                  <a:pt x="757748" y="38262"/>
                </a:cubicBezTo>
                <a:cubicBezTo>
                  <a:pt x="754587" y="33904"/>
                  <a:pt x="750259" y="31726"/>
                  <a:pt x="744764" y="31726"/>
                </a:cubicBezTo>
                <a:cubicBezTo>
                  <a:pt x="739270" y="31726"/>
                  <a:pt x="734951" y="33904"/>
                  <a:pt x="731809" y="38262"/>
                </a:cubicBezTo>
                <a:cubicBezTo>
                  <a:pt x="728666" y="42618"/>
                  <a:pt x="727095" y="48625"/>
                  <a:pt x="727095" y="56282"/>
                </a:cubicBezTo>
                <a:close/>
                <a:moveTo>
                  <a:pt x="793226" y="62887"/>
                </a:moveTo>
                <a:lnTo>
                  <a:pt x="793226" y="24613"/>
                </a:lnTo>
                <a:lnTo>
                  <a:pt x="803613" y="24613"/>
                </a:lnTo>
                <a:lnTo>
                  <a:pt x="803613" y="62492"/>
                </a:lnTo>
                <a:cubicBezTo>
                  <a:pt x="803613" y="68494"/>
                  <a:pt x="804780" y="72996"/>
                  <a:pt x="807113" y="75997"/>
                </a:cubicBezTo>
                <a:cubicBezTo>
                  <a:pt x="809447" y="78999"/>
                  <a:pt x="812947" y="80499"/>
                  <a:pt x="817613" y="80499"/>
                </a:cubicBezTo>
                <a:cubicBezTo>
                  <a:pt x="823221" y="80499"/>
                  <a:pt x="827652" y="78707"/>
                  <a:pt x="830907" y="75123"/>
                </a:cubicBezTo>
                <a:cubicBezTo>
                  <a:pt x="834163" y="71537"/>
                  <a:pt x="835790" y="66649"/>
                  <a:pt x="835790" y="60459"/>
                </a:cubicBezTo>
                <a:lnTo>
                  <a:pt x="835790" y="24613"/>
                </a:lnTo>
                <a:lnTo>
                  <a:pt x="846177" y="24613"/>
                </a:lnTo>
                <a:lnTo>
                  <a:pt x="846177" y="87838"/>
                </a:lnTo>
                <a:lnTo>
                  <a:pt x="835790" y="87838"/>
                </a:lnTo>
                <a:lnTo>
                  <a:pt x="835790" y="78129"/>
                </a:lnTo>
                <a:cubicBezTo>
                  <a:pt x="833269" y="81986"/>
                  <a:pt x="830343" y="84851"/>
                  <a:pt x="827012" y="86723"/>
                </a:cubicBezTo>
                <a:cubicBezTo>
                  <a:pt x="823682" y="88596"/>
                  <a:pt x="819815" y="89532"/>
                  <a:pt x="815412" y="89532"/>
                </a:cubicBezTo>
                <a:cubicBezTo>
                  <a:pt x="808148" y="89532"/>
                  <a:pt x="802635" y="87269"/>
                  <a:pt x="798871" y="82743"/>
                </a:cubicBezTo>
                <a:cubicBezTo>
                  <a:pt x="795108" y="78218"/>
                  <a:pt x="793226" y="71599"/>
                  <a:pt x="793226" y="62887"/>
                </a:cubicBezTo>
                <a:moveTo>
                  <a:pt x="819363" y="23032"/>
                </a:moveTo>
                <a:lnTo>
                  <a:pt x="819363" y="23032"/>
                </a:lnTo>
                <a:close/>
                <a:moveTo>
                  <a:pt x="877645" y="78354"/>
                </a:moveTo>
                <a:lnTo>
                  <a:pt x="877645" y="111886"/>
                </a:lnTo>
                <a:lnTo>
                  <a:pt x="867202" y="111886"/>
                </a:lnTo>
                <a:lnTo>
                  <a:pt x="867202" y="24613"/>
                </a:lnTo>
                <a:lnTo>
                  <a:pt x="877645" y="24613"/>
                </a:lnTo>
                <a:lnTo>
                  <a:pt x="877645" y="34209"/>
                </a:lnTo>
                <a:cubicBezTo>
                  <a:pt x="879828" y="30427"/>
                  <a:pt x="882585" y="27619"/>
                  <a:pt x="885916" y="25784"/>
                </a:cubicBezTo>
                <a:cubicBezTo>
                  <a:pt x="889246" y="23949"/>
                  <a:pt x="893226" y="23032"/>
                  <a:pt x="897855" y="23032"/>
                </a:cubicBezTo>
                <a:cubicBezTo>
                  <a:pt x="905532" y="23032"/>
                  <a:pt x="911770" y="26086"/>
                  <a:pt x="916569" y="32193"/>
                </a:cubicBezTo>
                <a:cubicBezTo>
                  <a:pt x="921367" y="38300"/>
                  <a:pt x="923766" y="46330"/>
                  <a:pt x="923766" y="56282"/>
                </a:cubicBezTo>
                <a:cubicBezTo>
                  <a:pt x="923766" y="66234"/>
                  <a:pt x="921367" y="74263"/>
                  <a:pt x="916569" y="80371"/>
                </a:cubicBezTo>
                <a:cubicBezTo>
                  <a:pt x="911770" y="86478"/>
                  <a:pt x="905532" y="89532"/>
                  <a:pt x="897855" y="89532"/>
                </a:cubicBezTo>
                <a:cubicBezTo>
                  <a:pt x="893226" y="89532"/>
                  <a:pt x="889246" y="88614"/>
                  <a:pt x="885916" y="86780"/>
                </a:cubicBezTo>
                <a:cubicBezTo>
                  <a:pt x="882585" y="84945"/>
                  <a:pt x="879828" y="82137"/>
                  <a:pt x="877645" y="78354"/>
                </a:cubicBezTo>
                <a:moveTo>
                  <a:pt x="912984" y="56282"/>
                </a:moveTo>
                <a:cubicBezTo>
                  <a:pt x="912984" y="48625"/>
                  <a:pt x="911413" y="42618"/>
                  <a:pt x="908270" y="38262"/>
                </a:cubicBezTo>
                <a:cubicBezTo>
                  <a:pt x="905128" y="33904"/>
                  <a:pt x="900809" y="31726"/>
                  <a:pt x="895315" y="31726"/>
                </a:cubicBezTo>
                <a:cubicBezTo>
                  <a:pt x="889820" y="31726"/>
                  <a:pt x="885502" y="33904"/>
                  <a:pt x="882359" y="38262"/>
                </a:cubicBezTo>
                <a:cubicBezTo>
                  <a:pt x="879217" y="42618"/>
                  <a:pt x="877645" y="48625"/>
                  <a:pt x="877645" y="56282"/>
                </a:cubicBezTo>
                <a:cubicBezTo>
                  <a:pt x="877645" y="63939"/>
                  <a:pt x="879217" y="69947"/>
                  <a:pt x="882359" y="74304"/>
                </a:cubicBezTo>
                <a:cubicBezTo>
                  <a:pt x="885502" y="78660"/>
                  <a:pt x="889820" y="80838"/>
                  <a:pt x="895315" y="80838"/>
                </a:cubicBezTo>
                <a:cubicBezTo>
                  <a:pt x="900809" y="80838"/>
                  <a:pt x="905128" y="78660"/>
                  <a:pt x="908270" y="74304"/>
                </a:cubicBezTo>
                <a:cubicBezTo>
                  <a:pt x="911413" y="69947"/>
                  <a:pt x="912984" y="63939"/>
                  <a:pt x="912984" y="56282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9A6A51-D106-4CFB-B96D-ED1694A7C8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32031" y="5138540"/>
            <a:ext cx="1612790" cy="1201788"/>
          </a:xfrm>
          <a:custGeom xmlns:a="http://schemas.openxmlformats.org/drawingml/2006/main">
            <a:pathLst>
              <a:path w="1612790" h="1201788">
                <a:moveTo>
                  <a:pt x="0" y="1201788"/>
                </a:moveTo>
                <a:lnTo>
                  <a:pt x="1612790" y="1201788"/>
                </a:lnTo>
                <a:lnTo>
                  <a:pt x="1612790" y="0"/>
                </a:lnTo>
                <a:lnTo>
                  <a:pt x="0" y="0"/>
                </a:lnTo>
                <a:lnTo>
                  <a:pt x="0" y="1201788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891684-EE54-49C9-B210-F8152B2E88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5523" y="573618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F7A686-73ED-4364-8E96-57C31DF41E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5523" y="573618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1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D0D2AC-5CCE-45B9-8D74-D19ADFDD47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5937" y="569570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80F25E-0728-44AC-B15A-9F14E10C8D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5937" y="569570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1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33AAAE-BCFF-4586-9B78-4A766337CD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4400" y="569492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E56BFB-4717-46A0-8B13-EA0A560C60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4400" y="569492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1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138628-65D8-482A-A153-74F9C9CD30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6057" y="569427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34CA9D-0274-4861-9712-08423B3E1A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6057" y="569427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1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C5AC7A-B8B4-4879-90BF-9148A50A2A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8785" y="569798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CEC751-32A6-4F40-9C17-86BF3EF8B1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8785" y="569798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1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3CFFF6-366D-48A6-BC8C-7D906416B6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7534" y="569697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5EEF1C-EBC6-4228-AB6D-6E16563AF7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7534" y="569697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1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D50575-8AFE-4275-A85A-D61DAEBF28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81906" y="569647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6EAFEC-1201-4F3C-8580-D56FD1C0C8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81906" y="569647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1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F65B47-B222-42B9-99CE-53AD68378C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2288" y="569740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42AB98-22C7-4F01-9B12-CFB3582812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2288" y="569740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1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338F41-7FA1-4C64-A732-DA6DBF607B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9361" y="569753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7A0E1C-392A-49D6-89C8-6588C009DA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9361" y="569753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1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4F2092-36A0-45D4-A0A7-220EB2E9C3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4119" y="569864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DBE549-A7A0-4030-97A4-3BF4605C12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4119" y="569864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1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E78947-17A9-405F-B8B9-B71ECA95CF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81329" y="569759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FD9A1B-02E1-40AD-B8FF-78D50F9C91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81329" y="569759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1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2101EA-9151-45BA-9B41-845DD27C97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82162" y="569795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68D12F-B668-4492-B319-4803D9BA4C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82162" y="569795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1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5C7AD3-D6E9-4FE2-921C-520697637D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7317" y="569685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15AD62-1F21-4281-8952-6AAC39018E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7317" y="569685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1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CA1AD3-A0B9-4302-AA97-3CF5655D99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3905" y="569822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71A77B-AF4E-441E-98D3-3D43856634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3905" y="569822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1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262065-2592-42F2-9F8D-4D8AF1B149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3565" y="569550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FDAE48-55A4-4EB6-BD2E-BA47D44AFA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3565" y="569550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1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CB60A1-021B-49D0-84A1-CFBF9DC31A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2368" y="569804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5F4550-224B-42C1-8D9F-02DDD7E317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2368" y="569804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1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A8ECA5-7945-4D8E-AADD-1406E49EDE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9384" y="569538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845997-609D-489F-AB7A-E54164F3A0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9384" y="569538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1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BA047C-4656-48DB-8F0C-CD1FED2EE7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0121" y="569596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CE00B8-6CB2-439D-AB79-1D6E829584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0121" y="569596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1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8281EF-2138-4743-9A51-AE65D8B882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4248" y="569522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B329F3-392E-402D-9C2A-49BFA4AC3E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4248" y="569522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1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1C4FC0-060E-4FA6-8F29-D3FF7525BF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2695" y="569505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B01F1E-8BCA-4CB0-A30C-87043823EB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2695" y="569505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1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D83F5A-33AC-4605-9E03-EA6AA950CD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86250" y="569528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81F40A-E41F-4091-8398-B1CC27EBAC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86250" y="569528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1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6167CA-5AD8-4478-BE09-FFF81CAD50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7230" y="569712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5DB829-5F4A-40C5-8C79-C62C39EA56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7230" y="569712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1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227776-11F0-4E80-955F-4968E12F3E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81541" y="569859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AC2F0B-1FF5-41C9-8BCB-A85818E16E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81541" y="569859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1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1A326A-7423-4D6D-9DC8-4A73777924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81628" y="569859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7987B9-20EC-42FA-8917-1D526E9EF6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81628" y="569859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1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3C5FAA-F6DB-4A66-A940-A89C5575E8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2468" y="569793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C7FAF2-939C-4385-AEC4-FE574727C2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2468" y="569793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2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892C58-C02A-4282-9A0D-96E54CE2EF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80424" y="569870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C2C15D-FF33-40DF-99AC-8D3CCDD4D4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80424" y="569870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2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04DCA3-0FAB-4743-9E34-EF79440E7D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9156" y="569593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01E877-5DEA-47FC-ACF1-4886058A3A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9156" y="569593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2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DD86B9-212B-4758-B5A0-0F720E628C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5643" y="569380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32FEF6-E49E-433B-ADF0-DCAB61506E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5643" y="569380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2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114DB1-E73D-46D3-849F-FB4DA17A2E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36741" y="5694715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93F534-F150-454C-907B-2CF6CF9D54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36741" y="5694715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2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D1F0E9-468B-4DC7-A3D6-105CE31A89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81179" y="570137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EA7B02-9DFC-4366-8759-6A280247F8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81179" y="570137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2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7D2E30-2521-450F-B736-989BEABF26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82965" y="569702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FE373B-CFD8-435B-828D-E9B69C89E8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82965" y="569702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2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F9149B-9D61-46BF-950E-B8101104A5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83419" y="569858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063BBC-900D-4002-9200-B8AD8B9D56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83419" y="569858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2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37EB9C-14EC-4383-8592-DFCAF09392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8009" y="569639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1BF82B-FF52-45C4-B21B-32DAEC6EA3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8009" y="569639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2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9A2395-E8D7-44A5-84D3-1F52EBB9D1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1355" y="569755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975715-D73F-4FE1-BDFB-5F65BE9B3B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1355" y="569755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2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6BEC51-6466-48B0-B155-CB1DFD6696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5571" y="548834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5A191F-8F8A-4F9B-B4B9-6C5D51FBC3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5571" y="548834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2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3E01D3-3E41-4F2D-B9F8-1347835EB0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3865" y="569463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1A8FB6-96DB-4B68-8065-A3A1847628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3865" y="569463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2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3A1090-F80D-4151-8840-E17828C358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7465" y="569730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A79CAD-0C72-41BA-B25D-F42556E2AE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7465" y="569730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2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B31F0C-53E8-4E09-96BC-C6966FD93B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2714" y="569659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5F8706-E7DA-41A9-B623-6AD7F12D65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2714" y="569659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2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6DC1A2-A653-4E31-AD17-1222FAACF5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4995" y="571034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089743-286E-4F42-B9B6-9B0483F5E8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4995" y="571034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2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D53D6C-C9EE-4EF3-BF01-74C86E05DF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8687" y="570974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6BAA1D-0269-4B50-BD86-E604BA0E02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8687" y="570974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2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69E0D5-878F-43E9-AB6F-1068856464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1995" y="570983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1D4DFB-6411-414C-8EAC-A84423DC63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1995" y="570983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2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D780BF-C1C5-4D7C-AD42-CB6A2C2F27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80238" y="570980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3FD15C-029E-4D0C-BCDA-DB2B00E0CD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80238" y="570980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2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FFF362-4C9C-48B6-84D8-BBE85B3754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7546" y="570721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A1A9D9-35A0-4929-AAF0-3F168FE4EF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7546" y="570721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2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106871-B808-453B-B9DD-4391C61F75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8133" y="569464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7F97E9-3B2B-4D92-AB63-3AC5A521B8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8133" y="569464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2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4E4819-2128-4E94-8607-7284004C52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5435" y="569534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5E858B-E3D4-4EA7-828F-0A1AF905CC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5435" y="569534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2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89B450-0847-4432-A34E-944D1251FD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82379" y="569388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1DAD18-F1BA-4531-B414-EFB3F2E47B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82379" y="569388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2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6791F4-62B9-4560-B046-FC5939DE14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84573" y="571330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ED55D4-B648-4701-A37B-1D191395F3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84573" y="571330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2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ADAD0F-BDD5-40AB-90EA-A8898B89E1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1589" y="569529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8B4201-A047-41B6-B06C-43657B84BC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1589" y="569529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2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F0FCFA-4F5F-4055-AD35-7A4C0D283F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86396" y="569916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FD1DC3-A0AC-4FD7-8C7B-9BC6CB00EA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86396" y="569916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2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1206A2-2886-4672-AB0D-94DBF11078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2730" y="569551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BC9C16-AD3E-457D-AFD9-5FC8E5DE7C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2730" y="569551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2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140B38-023F-4C5E-A865-247436C704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9527" y="564515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77E15E-757A-4C7B-88FD-37E2D4D566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9527" y="564515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2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EC112D-2FD4-43E5-88B7-4C958D52DE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6978" y="566341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5A00B2-2EF8-4108-AC4E-BEB629FBC7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6978" y="566341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2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C3A51E-E313-48ED-972B-9564303B7F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99415" y="564147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208E47-2CE6-4401-86FC-6323A68E28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99415" y="564147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2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13B05F-BF95-409F-8683-BFEF49187C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98984" y="566853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B34F88-4D93-4487-905F-AD96815C6C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98984" y="566853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2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394EB6-68B6-459D-9D7E-BE926D37F8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47749" y="566139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3FEB7E-8564-4CDF-AD61-E48519A191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47749" y="566139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2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22CBAF-9ABC-4CE7-9F0E-83610BB109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89805" y="566669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A5A1A8-3DB0-4BEA-8258-64C6B77328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89805" y="566669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2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D52EAE-707B-4805-9EED-74BD4FCCCC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82601" y="566899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4A0BFC-A8E7-4FDD-AD53-F57D29E447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82601" y="566899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2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E6A517-631B-4910-BE03-C78C74EAF7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56223" y="558405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FE4349-15F4-4B39-B375-A80161B90D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56223" y="558405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2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FBF31F-8359-41C6-AF1C-DB15C8CED5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91813" y="569611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727C0E-81DB-4A42-98CE-7E69802F16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91813" y="569611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2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73DE4C-E716-4FFB-92B7-1C41719E37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17700" y="558565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AD1E55-29DF-4F05-8AB6-45A9392D75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17700" y="558565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2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BBD5CE-70A7-4772-9989-D927D8166C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36741" y="5439292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48DF10-4995-49D7-BC47-9DD0089B52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36741" y="5439292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2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734E63-37AF-4F1E-A50D-FB94037550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36741" y="5409567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C23B6C-DD1F-4E4E-B935-F93C077486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36741" y="5409567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2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6CE7D2-A7F9-4573-A03D-E8744198EA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07844" y="567614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089B51-77BB-42EF-9CC9-D658CB7679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07844" y="567614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2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676668-2E80-46C4-B74A-326B2AD23A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8613" y="567534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F291D2-E950-4265-98D0-8932DBB860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8613" y="567534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2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9940BC-F13A-46DB-AB4F-67C0709341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9745" y="567669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478C61-4430-4B81-923D-7385BAE22D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9745" y="567669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2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8112A3-4D48-46B6-9D6B-4358257B72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81723" y="566162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4118A8-EF64-493A-BA4C-77DD007980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81723" y="566162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2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44C8BE-CE47-43AC-A465-BAA029BD81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39083" y="566056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BF1FDE-B098-4F4D-9BF8-49A4FBD635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39083" y="566056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2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D9DC5F-862A-4EC7-8CC7-3454EE7441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13533" y="568107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20FB76-8417-4F99-B5B5-62C047B0A1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13533" y="568107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2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692D41-5BA8-415D-B07E-56A6514F06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92382" y="569787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E3CB7B-A92F-47D7-8FB7-2A8FFBE73B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92382" y="569787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2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64611A-A4EE-48C3-A828-FA53CD41A1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7191" y="569499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18AF33-C0F8-4BDE-A8D2-4A1C52BD2A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7191" y="569499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2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3FD66B-9D05-4991-90BD-7B3AE9AA70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3998" y="568019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C6C760-22BD-4619-B9D7-7ADF2ECA53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3998" y="568019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2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135EA7-5A2F-46A7-9BAB-8FF0F87467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98759" y="566056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A78BFB-BB24-4DE8-B7AB-1D67E625DB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98759" y="566056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2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0BAD67-E7D4-42EE-9062-42917C6DE0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93549" y="568908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CED9B0-D9ED-401A-9341-97FE085998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93549" y="568908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2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929D64-7844-4A5D-9843-5E933B7493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94657" y="567491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B68177-0FF9-4EAE-8A47-5D7BAF36FE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94657" y="567491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2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5C2894-E2C7-4925-85EF-03488E3135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05334" y="568983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C29780-CFA4-4C9A-99DE-D43BFDCD33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05334" y="568983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3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633A42-0B86-418D-A556-16479FCE0E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94501" y="565364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769EFB-3B24-4069-8E31-8E01FA874B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94501" y="565364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3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078B5D-9315-41B9-A7D9-7CA86F4628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7433" y="567380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D2B838-62A7-4F37-A8D6-6212B6AEA9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7433" y="567380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3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4207B1-1BFC-4CAE-809D-0929BB9AA5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9423" y="567468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38F313-D0B3-41CA-B23A-37FE4B34EA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9423" y="567468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3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3C39FE-1EC7-427A-A95D-69241AE234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96898" y="567571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0581FD-2479-4989-925C-73A557FA63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96898" y="567571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3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DAB699-DCCE-4E6C-8285-EBDE0C9BBB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07318" y="564057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2C7CF2-5DFD-418C-BE81-2CBD083786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07318" y="564057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3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51B76F-B337-479F-B0FE-363E942EA2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36741" y="5285993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C2D623-EC0E-47E5-BBAE-C1A9D70A23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36741" y="5285993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3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8D0557-02B0-4E4B-9312-399AE25334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36741" y="5138540"/>
            <a:ext cx="8079" cy="8080"/>
          </a:xfrm>
          <a:custGeom xmlns:a="http://schemas.openxmlformats.org/drawingml/2006/main">
            <a:pathLst>
              <a:path w="8079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79" y="8080"/>
                </a:lnTo>
                <a:lnTo>
                  <a:pt x="8079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16C2B0-4691-49AE-8AF3-C1FFCF4574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36741" y="5138540"/>
            <a:ext cx="8079" cy="8080"/>
          </a:xfrm>
          <a:custGeom xmlns:a="http://schemas.openxmlformats.org/drawingml/2006/main">
            <a:pathLst>
              <a:path w="8079" h="8080" fill="none">
                <a:moveTo>
                  <a:pt x="8079" y="8080"/>
                </a:moveTo>
                <a:lnTo>
                  <a:pt x="8079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3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2C68C4-8AB1-4761-BA78-8759A2B96B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36741" y="5562843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C5D429-C15A-48A1-BAB3-ECBAFBB689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36741" y="5562843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3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0B7B5E-8D1F-49A4-B273-7135FECEB1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36741" y="5308869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E14655-69B7-4B0D-851C-05C8B3B484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36741" y="5308869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3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BB1120-D136-4980-A15B-869C06EEBC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0248" y="563645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D0D62E-B081-4FB1-B9CA-073F2F11A1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0248" y="563645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3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CFECEC-551C-46B5-BF93-190763862E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0100" y="566734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B8B4F7-AB2B-4C51-93A5-B7C7CB456E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0100" y="566734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3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A64050-C6E6-4990-B701-C34A3209C7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89118" y="567402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CC66DB-A332-4ED1-B74F-3177065EDE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89118" y="567402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3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E53E9F-367A-4033-BA0F-A8549C03EF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53485" y="560591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25BD47-CE0F-4DB3-9DF5-032ED59F4F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53485" y="560591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3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27F94C-7FB6-482D-9E47-A7C2E68573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37586" y="563172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42977E-86F1-4BB7-8887-A1BF314701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37586" y="563172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3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888081-1421-49FF-BE7C-C68232180E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04680" y="564629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2C55F2-E379-4105-A2A9-89625C2D1D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04680" y="564629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3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283275-FFFB-44C2-A864-2FFCCEDE22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26594" y="563904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CF2A83-F055-4E2A-AB9F-8D3AFFCF67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26594" y="563904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3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C4E1FE-7AF7-4407-9BAE-01436C90A4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10633" y="562527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53E756-077D-4DCF-A1E7-E019D0990C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10633" y="562527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3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A083E9-F8E0-421A-AE8F-4E0CC733F4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82265" y="566747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542167-6B47-4686-96E2-AAB9249007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82265" y="566747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3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47AB1C-9567-4F1F-9B53-179A84FC83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90245" y="566940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CEA4F6-12FF-455E-8F82-6BC5F3D8DC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90245" y="566940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3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04D062-75C6-4AE1-B61F-D332CDB81C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43913" y="563453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6EB7AA-B608-4622-99E3-DA19D9596B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43913" y="563453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3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BB754E-F2F9-4C96-B401-28DB021D85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65661" y="558444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4CD874-CB5D-424B-9FEB-C324A3DC0A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65661" y="558444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3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7E4400-D699-4C98-98B7-12CD765659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91478" y="567725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86975E-9A80-407D-8123-E83CA1D1C5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91478" y="567725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3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C06380-1435-4E34-98E6-02960BC879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36741" y="5678151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B19B8C-A9A8-46F2-8E9E-EFBA4C48FE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36741" y="5678151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3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822281-DF7F-4D2E-9F3D-A8940F3417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36741" y="5665258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D34FA4-51AD-44E0-AAE6-A63394A5DA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36741" y="5665258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3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0B6D2E-A3A0-4790-83CC-250E595A76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07120" y="564494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2CB34B-AE95-4E4D-9C88-EFB4A7CB48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07120" y="564494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3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08E5A0-6267-4A2B-8174-A780E75FF7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85023" y="569664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63740F-1D96-4D52-B418-62875F9F9B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85023" y="569664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3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79B769-C8A1-4D6B-83E5-AE0A264BD2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80655" y="567656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742901-BE96-4FE4-9082-B8DB96BBA0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80655" y="567656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3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57BDC7-36C8-4271-82E5-E8DEEBB5FE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82476" y="567544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5D2A4E-7706-49B9-A8E3-139043F149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82476" y="567544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3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40D198-3897-403E-BDCA-B8DEA47EE0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91754" y="566613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F71019-BC0F-4BAC-A7A2-D46FD075CD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91754" y="566613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3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E9A746-72C2-4884-B270-97BF995DCA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97611" y="565220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C2ECE0-D3B7-4ED2-95BE-28716DC6C1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97611" y="565220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3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03C6CE-D361-4024-9B86-9FA5AC2825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36741" y="5138540"/>
            <a:ext cx="8079" cy="8080"/>
          </a:xfrm>
          <a:custGeom xmlns:a="http://schemas.openxmlformats.org/drawingml/2006/main">
            <a:pathLst>
              <a:path w="8079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79" y="8080"/>
                </a:lnTo>
                <a:lnTo>
                  <a:pt x="8079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A3D4B9-002B-429A-9CF1-823FFF54FB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36741" y="5138540"/>
            <a:ext cx="8079" cy="8080"/>
          </a:xfrm>
          <a:custGeom xmlns:a="http://schemas.openxmlformats.org/drawingml/2006/main">
            <a:pathLst>
              <a:path w="8079" h="8080" fill="none">
                <a:moveTo>
                  <a:pt x="8079" y="8080"/>
                </a:moveTo>
                <a:lnTo>
                  <a:pt x="8079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3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202090-7CFF-4969-9F60-1A0581B5D6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36741" y="5138540"/>
            <a:ext cx="8079" cy="8080"/>
          </a:xfrm>
          <a:custGeom xmlns:a="http://schemas.openxmlformats.org/drawingml/2006/main">
            <a:pathLst>
              <a:path w="8079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79" y="8080"/>
                </a:lnTo>
                <a:lnTo>
                  <a:pt x="8079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158862-585A-4F51-ACCD-0786679429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36741" y="5138540"/>
            <a:ext cx="8079" cy="8080"/>
          </a:xfrm>
          <a:custGeom xmlns:a="http://schemas.openxmlformats.org/drawingml/2006/main">
            <a:pathLst>
              <a:path w="8079" h="8080" fill="none">
                <a:moveTo>
                  <a:pt x="8079" y="8080"/>
                </a:moveTo>
                <a:lnTo>
                  <a:pt x="8079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3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7885DA-A581-4191-8D75-491A8060E4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36741" y="5138540"/>
            <a:ext cx="8079" cy="8080"/>
          </a:xfrm>
          <a:custGeom xmlns:a="http://schemas.openxmlformats.org/drawingml/2006/main">
            <a:pathLst>
              <a:path w="8079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79" y="8080"/>
                </a:lnTo>
                <a:lnTo>
                  <a:pt x="8079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456F74-4104-4D39-AB94-8E866DAEDB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36741" y="5138540"/>
            <a:ext cx="8079" cy="8080"/>
          </a:xfrm>
          <a:custGeom xmlns:a="http://schemas.openxmlformats.org/drawingml/2006/main">
            <a:pathLst>
              <a:path w="8079" h="8080" fill="none">
                <a:moveTo>
                  <a:pt x="8079" y="8080"/>
                </a:moveTo>
                <a:lnTo>
                  <a:pt x="8079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3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D6D537-4050-426F-9232-AFDD5341B3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36741" y="5138540"/>
            <a:ext cx="8079" cy="8080"/>
          </a:xfrm>
          <a:custGeom xmlns:a="http://schemas.openxmlformats.org/drawingml/2006/main">
            <a:pathLst>
              <a:path w="8079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79" y="8080"/>
                </a:lnTo>
                <a:lnTo>
                  <a:pt x="8079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85563F-FB33-49DF-9B9A-B9517A7D03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36741" y="5138540"/>
            <a:ext cx="8079" cy="8080"/>
          </a:xfrm>
          <a:custGeom xmlns:a="http://schemas.openxmlformats.org/drawingml/2006/main">
            <a:pathLst>
              <a:path w="8079" h="8080" fill="none">
                <a:moveTo>
                  <a:pt x="8079" y="8080"/>
                </a:moveTo>
                <a:lnTo>
                  <a:pt x="8079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3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80FA66-19F2-42F9-BFE1-AA66FA6F12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36741" y="5138540"/>
            <a:ext cx="8079" cy="8080"/>
          </a:xfrm>
          <a:custGeom xmlns:a="http://schemas.openxmlformats.org/drawingml/2006/main">
            <a:pathLst>
              <a:path w="8079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79" y="8080"/>
                </a:lnTo>
                <a:lnTo>
                  <a:pt x="8079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7C7CA4-4E63-4405-865E-DB63AF42C3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36741" y="5138540"/>
            <a:ext cx="8079" cy="8080"/>
          </a:xfrm>
          <a:custGeom xmlns:a="http://schemas.openxmlformats.org/drawingml/2006/main">
            <a:pathLst>
              <a:path w="8079" h="8080" fill="none">
                <a:moveTo>
                  <a:pt x="8079" y="8080"/>
                </a:moveTo>
                <a:lnTo>
                  <a:pt x="8079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3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5BB491-3A8C-4798-AB94-738217CD5E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36741" y="5431464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B57148-352F-4624-B51B-CFE8D60912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36741" y="5431464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3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BEA4D9-D914-41A0-9AA8-4FDA6EED62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36741" y="5138540"/>
            <a:ext cx="8079" cy="8080"/>
          </a:xfrm>
          <a:custGeom xmlns:a="http://schemas.openxmlformats.org/drawingml/2006/main">
            <a:pathLst>
              <a:path w="8079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79" y="8080"/>
                </a:lnTo>
                <a:lnTo>
                  <a:pt x="8079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D439C5-D2C5-4712-BAC3-87CFDDB60D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36741" y="5138540"/>
            <a:ext cx="8079" cy="8080"/>
          </a:xfrm>
          <a:custGeom xmlns:a="http://schemas.openxmlformats.org/drawingml/2006/main">
            <a:pathLst>
              <a:path w="8079" h="8080" fill="none">
                <a:moveTo>
                  <a:pt x="8079" y="8080"/>
                </a:moveTo>
                <a:lnTo>
                  <a:pt x="8079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3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13F2B6-3A59-4C7F-96F9-F6B20FDD31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36741" y="5138540"/>
            <a:ext cx="8079" cy="8080"/>
          </a:xfrm>
          <a:custGeom xmlns:a="http://schemas.openxmlformats.org/drawingml/2006/main">
            <a:pathLst>
              <a:path w="8079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79" y="8080"/>
                </a:lnTo>
                <a:lnTo>
                  <a:pt x="8079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D50FA7-3AF7-41D6-96A9-C237654793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36741" y="5138540"/>
            <a:ext cx="8079" cy="8080"/>
          </a:xfrm>
          <a:custGeom xmlns:a="http://schemas.openxmlformats.org/drawingml/2006/main">
            <a:pathLst>
              <a:path w="8079" h="8080" fill="none">
                <a:moveTo>
                  <a:pt x="8079" y="8080"/>
                </a:moveTo>
                <a:lnTo>
                  <a:pt x="8079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3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B1F3A7-361C-436E-AAB5-9D5A9348A0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36741" y="5615022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975395-B539-431E-BA2E-02F63C3125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36741" y="5615022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3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5DA5BE-A38C-48A1-9767-EA482ED170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36741" y="5566700"/>
            <a:ext cx="8079" cy="16157"/>
          </a:xfrm>
          <a:custGeom xmlns:a="http://schemas.openxmlformats.org/drawingml/2006/main">
            <a:pathLst>
              <a:path w="8079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79" y="16157"/>
                </a:lnTo>
                <a:lnTo>
                  <a:pt x="8079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EA72CB-B8BC-4415-B3EA-6B676B9384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36741" y="5566700"/>
            <a:ext cx="8079" cy="16157"/>
          </a:xfrm>
          <a:custGeom xmlns:a="http://schemas.openxmlformats.org/drawingml/2006/main">
            <a:pathLst>
              <a:path w="8079" h="16157" fill="none">
                <a:moveTo>
                  <a:pt x="8079" y="16157"/>
                </a:moveTo>
                <a:lnTo>
                  <a:pt x="8079" y="16157"/>
                </a:lnTo>
                <a:moveTo>
                  <a:pt x="8079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3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D1DD4C-D141-46DC-BA88-D37C6BA2F0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36741" y="5138540"/>
            <a:ext cx="8079" cy="8080"/>
          </a:xfrm>
          <a:custGeom xmlns:a="http://schemas.openxmlformats.org/drawingml/2006/main">
            <a:pathLst>
              <a:path w="8079" h="8080">
                <a:moveTo>
                  <a:pt x="0" y="1"/>
                </a:move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  <a:lnTo>
                  <a:pt x="8079" y="8080"/>
                </a:lnTo>
                <a:lnTo>
                  <a:pt x="8079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0A425A-9301-4B1B-A143-46E222A4D2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36741" y="5138540"/>
            <a:ext cx="8079" cy="8080"/>
          </a:xfrm>
          <a:custGeom xmlns:a="http://schemas.openxmlformats.org/drawingml/2006/main">
            <a:pathLst>
              <a:path w="8079" h="8080" fill="none">
                <a:moveTo>
                  <a:pt x="8079" y="8080"/>
                </a:moveTo>
                <a:lnTo>
                  <a:pt x="8079" y="8080"/>
                </a:lnTo>
                <a:moveTo>
                  <a:pt x="0" y="0"/>
                </a:moveTo>
                <a:lnTo>
                  <a:pt x="0" y="1"/>
                </a:lnTo>
                <a:lnTo>
                  <a:pt x="4" y="268"/>
                </a:lnTo>
                <a:lnTo>
                  <a:pt x="18" y="534"/>
                </a:lnTo>
                <a:lnTo>
                  <a:pt x="40" y="799"/>
                </a:lnTo>
                <a:lnTo>
                  <a:pt x="70" y="1063"/>
                </a:lnTo>
                <a:lnTo>
                  <a:pt x="109" y="1324"/>
                </a:lnTo>
                <a:lnTo>
                  <a:pt x="157" y="1584"/>
                </a:lnTo>
                <a:lnTo>
                  <a:pt x="213" y="1842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1"/>
                </a:lnTo>
                <a:lnTo>
                  <a:pt x="518" y="2848"/>
                </a:lnTo>
                <a:lnTo>
                  <a:pt x="615" y="3092"/>
                </a:lnTo>
                <a:lnTo>
                  <a:pt x="719" y="3334"/>
                </a:lnTo>
                <a:lnTo>
                  <a:pt x="832" y="3571"/>
                </a:lnTo>
                <a:lnTo>
                  <a:pt x="952" y="3805"/>
                </a:lnTo>
                <a:lnTo>
                  <a:pt x="1079" y="4035"/>
                </a:lnTo>
                <a:lnTo>
                  <a:pt x="1215" y="4261"/>
                </a:lnTo>
                <a:lnTo>
                  <a:pt x="1357" y="4483"/>
                </a:lnTo>
                <a:lnTo>
                  <a:pt x="1507" y="4700"/>
                </a:lnTo>
                <a:lnTo>
                  <a:pt x="1665" y="4913"/>
                </a:lnTo>
                <a:lnTo>
                  <a:pt x="1830" y="5121"/>
                </a:lnTo>
                <a:lnTo>
                  <a:pt x="2001" y="5324"/>
                </a:lnTo>
                <a:lnTo>
                  <a:pt x="2180" y="5521"/>
                </a:lnTo>
                <a:lnTo>
                  <a:pt x="2366" y="5713"/>
                </a:lnTo>
                <a:lnTo>
                  <a:pt x="2558" y="5899"/>
                </a:lnTo>
                <a:lnTo>
                  <a:pt x="2756" y="6078"/>
                </a:lnTo>
                <a:lnTo>
                  <a:pt x="2959" y="6250"/>
                </a:lnTo>
                <a:lnTo>
                  <a:pt x="3167" y="6415"/>
                </a:lnTo>
                <a:lnTo>
                  <a:pt x="3379" y="6572"/>
                </a:lnTo>
                <a:lnTo>
                  <a:pt x="3597" y="6722"/>
                </a:lnTo>
                <a:lnTo>
                  <a:pt x="3818" y="6865"/>
                </a:lnTo>
                <a:lnTo>
                  <a:pt x="4044" y="7000"/>
                </a:lnTo>
                <a:lnTo>
                  <a:pt x="4274" y="7128"/>
                </a:lnTo>
                <a:lnTo>
                  <a:pt x="4508" y="7248"/>
                </a:lnTo>
                <a:lnTo>
                  <a:pt x="4746" y="7360"/>
                </a:lnTo>
                <a:lnTo>
                  <a:pt x="4987" y="7465"/>
                </a:lnTo>
                <a:lnTo>
                  <a:pt x="5231" y="7561"/>
                </a:lnTo>
                <a:lnTo>
                  <a:pt x="5479" y="7650"/>
                </a:lnTo>
                <a:lnTo>
                  <a:pt x="5729" y="7730"/>
                </a:lnTo>
                <a:lnTo>
                  <a:pt x="5982" y="7803"/>
                </a:lnTo>
                <a:lnTo>
                  <a:pt x="6238" y="7867"/>
                </a:lnTo>
                <a:lnTo>
                  <a:pt x="6495" y="7923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40"/>
                </a:lnTo>
                <a:lnTo>
                  <a:pt x="7545" y="8062"/>
                </a:lnTo>
                <a:lnTo>
                  <a:pt x="7811" y="8075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3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86E8CA-3677-41FA-9B87-27E18A675C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87298" y="567133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09434D-7A37-494E-9069-1FA985FB09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87298" y="567133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3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867EE1-0B6C-486D-A6AE-713EF6ABE7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74705" y="563880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68FBCB-A398-4D9E-8C7E-18DF7B5323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74705" y="563880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3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28E5A6-4D05-4C7D-BA71-8B48174850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63827" y="568814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238146-6AE0-449B-8D70-BA27103FF0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63827" y="568814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3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2AD284-AB70-49DF-864D-71880E26F5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87424" y="567907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3F8C91-D5AA-4E53-B9F8-31663831FB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87424" y="567907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3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34CAEB-6C98-4527-BB87-3C98D4CC18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85698" y="568330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0218F6-062A-49DA-8F14-8F33990A32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85698" y="568330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3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39FD3E-ECBE-4143-B9E4-91B4A90A51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29979" y="569064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8381E6-2446-4A90-B07C-C62311987C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29979" y="569064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3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20CD69-D28D-4C6B-B043-7743633954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25548" y="569016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28BA93-C1A4-43D6-A373-8BDB90300D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25548" y="569016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3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04B68B-F01F-4F24-B47F-D43614E8AA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2964" y="568729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D8E972-7BF8-4616-8034-4A66E599A6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2964" y="568729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3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FBED2D-7B06-48CD-9F77-320A842A9F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08622" y="564098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C344D2-9BE3-490D-8F12-CF2858BF25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08622" y="564098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4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A67D72-2D78-4D5E-B272-005733E473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04328" y="566115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189C1F-8532-418D-9D3B-42055B2642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04328" y="566115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4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94AF4E-F22D-450A-9956-B1F53D8AF2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08891" y="568264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0CDF09-67DF-4BC9-9A01-3DD94DA90B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08891" y="568264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4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071775-D786-4454-9289-2AC858BFDE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85205" y="566435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E2C3EF-C15A-4AF8-9378-DF3478D77E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85205" y="566435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4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BDD125-71E1-47A4-97CE-4A9C237CD9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27044" y="563830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A1C5E4-CDAE-498A-A903-C09C3C257D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27044" y="563830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4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EC80A2-E0BF-43C5-B8A6-925E618793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6526" y="565665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91ABD0-6FA5-4F38-BC21-9BA4AA1E94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6526" y="565665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4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12FD73-BA8A-47D4-9DBE-399AC105DB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32031" y="6340328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96B5DC-A017-4A02-9033-AB9030C1E1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32031" y="6340328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11413" name="Text 0">
            <a:extLst xmlns:a="http://schemas.openxmlformats.org/drawingml/2006/main">
              <a:ext uri="{FF2B5EF4-FFF2-40B4-BE49-F238E27FC236}">
                <a16:creationId xmlns:a16="http://schemas.microsoft.com/office/drawing/2014/main" id="{B06FC12F-CED6-4328-92D7-B1ED7248EB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08843" y="6388199"/>
            <a:ext cx="43693" cy="65625"/>
          </a:xfrm>
          <a:custGeom xmlns:a="http://schemas.openxmlformats.org/drawingml/2006/main">
            <a:pathLst>
              <a:path w="43693" h="65625">
                <a:moveTo>
                  <a:pt x="21847" y="6774"/>
                </a:moveTo>
                <a:cubicBezTo>
                  <a:pt x="17443" y="6774"/>
                  <a:pt x="14134" y="8942"/>
                  <a:pt x="11918" y="13278"/>
                </a:cubicBezTo>
                <a:cubicBezTo>
                  <a:pt x="9703" y="17615"/>
                  <a:pt x="8595" y="24133"/>
                  <a:pt x="8595" y="32833"/>
                </a:cubicBezTo>
                <a:cubicBezTo>
                  <a:pt x="8595" y="41506"/>
                  <a:pt x="9703" y="48010"/>
                  <a:pt x="11918" y="52346"/>
                </a:cubicBezTo>
                <a:cubicBezTo>
                  <a:pt x="14134" y="56682"/>
                  <a:pt x="17443" y="58850"/>
                  <a:pt x="21847" y="58850"/>
                </a:cubicBezTo>
                <a:cubicBezTo>
                  <a:pt x="26278" y="58850"/>
                  <a:pt x="29602" y="56682"/>
                  <a:pt x="31817" y="52346"/>
                </a:cubicBezTo>
                <a:cubicBezTo>
                  <a:pt x="34033" y="48010"/>
                  <a:pt x="35141" y="41506"/>
                  <a:pt x="35141" y="32833"/>
                </a:cubicBezTo>
                <a:cubicBezTo>
                  <a:pt x="35141" y="24133"/>
                  <a:pt x="34033" y="17615"/>
                  <a:pt x="31817" y="13278"/>
                </a:cubicBezTo>
                <a:cubicBezTo>
                  <a:pt x="29602" y="8942"/>
                  <a:pt x="26278" y="6774"/>
                  <a:pt x="21847" y="6774"/>
                </a:cubicBezTo>
                <a:moveTo>
                  <a:pt x="21847" y="0"/>
                </a:moveTo>
                <a:cubicBezTo>
                  <a:pt x="28931" y="0"/>
                  <a:pt x="34344" y="2803"/>
                  <a:pt x="38083" y="8409"/>
                </a:cubicBezTo>
                <a:cubicBezTo>
                  <a:pt x="41823" y="14016"/>
                  <a:pt x="43693" y="22157"/>
                  <a:pt x="43693" y="32833"/>
                </a:cubicBezTo>
                <a:cubicBezTo>
                  <a:pt x="43693" y="43482"/>
                  <a:pt x="41823" y="51609"/>
                  <a:pt x="38083" y="57215"/>
                </a:cubicBezTo>
                <a:cubicBezTo>
                  <a:pt x="34344" y="62821"/>
                  <a:pt x="28931" y="65625"/>
                  <a:pt x="21847" y="65625"/>
                </a:cubicBezTo>
                <a:cubicBezTo>
                  <a:pt x="14762" y="65625"/>
                  <a:pt x="9350" y="62821"/>
                  <a:pt x="5610" y="57215"/>
                </a:cubicBezTo>
                <a:cubicBezTo>
                  <a:pt x="1870" y="51609"/>
                  <a:pt x="0" y="43482"/>
                  <a:pt x="0" y="32833"/>
                </a:cubicBezTo>
                <a:cubicBezTo>
                  <a:pt x="0" y="22157"/>
                  <a:pt x="1870" y="14016"/>
                  <a:pt x="5610" y="8409"/>
                </a:cubicBezTo>
                <a:cubicBezTo>
                  <a:pt x="9350" y="2803"/>
                  <a:pt x="14762" y="0"/>
                  <a:pt x="21847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3FC784-6047-4F9C-B795-321130624E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98546" y="6340328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467F7A-2E2A-4F88-B97B-E61E27A993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98546" y="6340328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11416" name="Text 10">
            <a:extLst xmlns:a="http://schemas.openxmlformats.org/drawingml/2006/main">
              <a:ext uri="{FF2B5EF4-FFF2-40B4-BE49-F238E27FC236}">
                <a16:creationId xmlns:a16="http://schemas.microsoft.com/office/drawing/2014/main" id="{3E3B82C4-4B4B-42F4-922C-04C26CABF4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03299" y="6389554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17" name="Text −1">
            <a:extLst xmlns:a="http://schemas.openxmlformats.org/drawingml/2006/main">
              <a:ext uri="{FF2B5EF4-FFF2-40B4-BE49-F238E27FC236}">
                <a16:creationId xmlns:a16="http://schemas.microsoft.com/office/drawing/2014/main" id="{BB49C41E-E310-45EA-933A-6B4D1AAD99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11367" y="6376438"/>
            <a:ext cx="77441" cy="44278"/>
          </a:xfrm>
          <a:custGeom xmlns:a="http://schemas.openxmlformats.org/drawingml/2006/main">
            <a:pathLst>
              <a:path w="77441" h="44278">
                <a:moveTo>
                  <a:pt x="0" y="22702"/>
                </a:moveTo>
                <a:lnTo>
                  <a:pt x="37995" y="22702"/>
                </a:lnTo>
                <a:lnTo>
                  <a:pt x="37995" y="27740"/>
                </a:lnTo>
                <a:lnTo>
                  <a:pt x="0" y="27740"/>
                </a:lnTo>
                <a:lnTo>
                  <a:pt x="0" y="22702"/>
                </a:lnTo>
                <a:close/>
                <a:moveTo>
                  <a:pt x="51953" y="39239"/>
                </a:moveTo>
                <a:lnTo>
                  <a:pt x="61734" y="39239"/>
                </a:lnTo>
                <a:lnTo>
                  <a:pt x="61734" y="5453"/>
                </a:lnTo>
                <a:lnTo>
                  <a:pt x="51094" y="7587"/>
                </a:lnTo>
                <a:lnTo>
                  <a:pt x="51094" y="2134"/>
                </a:lnTo>
                <a:lnTo>
                  <a:pt x="61674" y="0"/>
                </a:lnTo>
                <a:lnTo>
                  <a:pt x="67661" y="0"/>
                </a:lnTo>
                <a:lnTo>
                  <a:pt x="67661" y="39239"/>
                </a:lnTo>
                <a:lnTo>
                  <a:pt x="77441" y="39239"/>
                </a:lnTo>
                <a:lnTo>
                  <a:pt x="77441" y="44278"/>
                </a:lnTo>
                <a:lnTo>
                  <a:pt x="51953" y="44278"/>
                </a:lnTo>
                <a:lnTo>
                  <a:pt x="51953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604BC8-CFDA-4AA4-8A6E-923AA809A7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28409" y="6340328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7A0B08-791D-418B-9996-03A945FE0F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28409" y="6340328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11420" name="Text 10">
            <a:extLst xmlns:a="http://schemas.openxmlformats.org/drawingml/2006/main">
              <a:ext uri="{FF2B5EF4-FFF2-40B4-BE49-F238E27FC236}">
                <a16:creationId xmlns:a16="http://schemas.microsoft.com/office/drawing/2014/main" id="{B563196B-251A-4882-82BF-7C9D831BCB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58452" y="6390345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1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1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8" y="41506"/>
                  <a:pt x="86498" y="32833"/>
                </a:cubicBezTo>
                <a:cubicBezTo>
                  <a:pt x="86498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9" y="65625"/>
                  <a:pt x="60706" y="62821"/>
                  <a:pt x="56967" y="57215"/>
                </a:cubicBezTo>
                <a:cubicBezTo>
                  <a:pt x="53227" y="51609"/>
                  <a:pt x="51357" y="43482"/>
                  <a:pt x="51357" y="32833"/>
                </a:cubicBezTo>
                <a:cubicBezTo>
                  <a:pt x="51357" y="22157"/>
                  <a:pt x="53227" y="14016"/>
                  <a:pt x="56967" y="8409"/>
                </a:cubicBezTo>
                <a:cubicBezTo>
                  <a:pt x="60706" y="2803"/>
                  <a:pt x="66119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21" name="Text 0">
            <a:extLst xmlns:a="http://schemas.openxmlformats.org/drawingml/2006/main">
              <a:ext uri="{FF2B5EF4-FFF2-40B4-BE49-F238E27FC236}">
                <a16:creationId xmlns:a16="http://schemas.microsoft.com/office/drawing/2014/main" id="{1F5B37B3-ABB9-41E6-8643-16FA68E0D5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64091" y="6376458"/>
            <a:ext cx="30585" cy="45937"/>
          </a:xfrm>
          <a:custGeom xmlns:a="http://schemas.openxmlformats.org/drawingml/2006/main">
            <a:pathLst>
              <a:path w="30585" h="45937">
                <a:moveTo>
                  <a:pt x="15293" y="4742"/>
                </a:moveTo>
                <a:cubicBezTo>
                  <a:pt x="12210" y="4742"/>
                  <a:pt x="9894" y="6260"/>
                  <a:pt x="8343" y="9295"/>
                </a:cubicBezTo>
                <a:cubicBezTo>
                  <a:pt x="6792" y="12330"/>
                  <a:pt x="6016" y="16893"/>
                  <a:pt x="6016" y="22983"/>
                </a:cubicBezTo>
                <a:cubicBezTo>
                  <a:pt x="6016" y="29054"/>
                  <a:pt x="6792" y="33607"/>
                  <a:pt x="8343" y="36642"/>
                </a:cubicBezTo>
                <a:cubicBezTo>
                  <a:pt x="9894" y="39678"/>
                  <a:pt x="12210" y="41195"/>
                  <a:pt x="15293" y="41195"/>
                </a:cubicBezTo>
                <a:cubicBezTo>
                  <a:pt x="18395" y="41195"/>
                  <a:pt x="20721" y="39678"/>
                  <a:pt x="22272" y="36642"/>
                </a:cubicBezTo>
                <a:cubicBezTo>
                  <a:pt x="23823" y="33607"/>
                  <a:pt x="24599" y="29054"/>
                  <a:pt x="24599" y="22983"/>
                </a:cubicBezTo>
                <a:cubicBezTo>
                  <a:pt x="24599" y="16893"/>
                  <a:pt x="23823" y="12330"/>
                  <a:pt x="22272" y="9295"/>
                </a:cubicBezTo>
                <a:cubicBezTo>
                  <a:pt x="20721" y="6260"/>
                  <a:pt x="18395" y="4742"/>
                  <a:pt x="15293" y="4742"/>
                </a:cubicBezTo>
                <a:moveTo>
                  <a:pt x="15293" y="0"/>
                </a:moveTo>
                <a:cubicBezTo>
                  <a:pt x="20252" y="0"/>
                  <a:pt x="24040" y="1962"/>
                  <a:pt x="26658" y="5887"/>
                </a:cubicBezTo>
                <a:cubicBezTo>
                  <a:pt x="29276" y="9811"/>
                  <a:pt x="30585" y="15510"/>
                  <a:pt x="30585" y="22983"/>
                </a:cubicBezTo>
                <a:cubicBezTo>
                  <a:pt x="30585" y="30437"/>
                  <a:pt x="29276" y="36126"/>
                  <a:pt x="26658" y="40051"/>
                </a:cubicBezTo>
                <a:cubicBezTo>
                  <a:pt x="24040" y="43975"/>
                  <a:pt x="20252" y="45937"/>
                  <a:pt x="15293" y="45937"/>
                </a:cubicBezTo>
                <a:cubicBezTo>
                  <a:pt x="10333" y="45937"/>
                  <a:pt x="6545" y="43975"/>
                  <a:pt x="3927" y="40051"/>
                </a:cubicBezTo>
                <a:cubicBezTo>
                  <a:pt x="1309" y="36126"/>
                  <a:pt x="0" y="30437"/>
                  <a:pt x="0" y="22983"/>
                </a:cubicBezTo>
                <a:cubicBezTo>
                  <a:pt x="0" y="15510"/>
                  <a:pt x="1309" y="9811"/>
                  <a:pt x="3927" y="5887"/>
                </a:cubicBezTo>
                <a:cubicBezTo>
                  <a:pt x="6545" y="1962"/>
                  <a:pt x="10333" y="0"/>
                  <a:pt x="1529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FDB376-CE01-4F7E-ADBF-FD903D5986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58273" y="6340328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840E1E-0D5C-46BB-891D-03445D9D28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58273" y="6340328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11424" name="Text 10">
            <a:extLst xmlns:a="http://schemas.openxmlformats.org/drawingml/2006/main">
              <a:ext uri="{FF2B5EF4-FFF2-40B4-BE49-F238E27FC236}">
                <a16:creationId xmlns:a16="http://schemas.microsoft.com/office/drawing/2014/main" id="{E3862BB6-30E0-4981-9B1C-1EDA174610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88316" y="6389554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25" name="Text 1">
            <a:extLst xmlns:a="http://schemas.openxmlformats.org/drawingml/2006/main">
              <a:ext uri="{FF2B5EF4-FFF2-40B4-BE49-F238E27FC236}">
                <a16:creationId xmlns:a16="http://schemas.microsoft.com/office/drawing/2014/main" id="{B1CED9DC-B1A9-4C2E-9162-BC5865A2C6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96622" y="6376438"/>
            <a:ext cx="26347" cy="44278"/>
          </a:xfrm>
          <a:custGeom xmlns:a="http://schemas.openxmlformats.org/drawingml/2006/main">
            <a:pathLst>
              <a:path w="26347" h="44278">
                <a:moveTo>
                  <a:pt x="859" y="39239"/>
                </a:moveTo>
                <a:lnTo>
                  <a:pt x="10640" y="39239"/>
                </a:lnTo>
                <a:lnTo>
                  <a:pt x="10640" y="5453"/>
                </a:lnTo>
                <a:lnTo>
                  <a:pt x="0" y="7587"/>
                </a:lnTo>
                <a:lnTo>
                  <a:pt x="0" y="2134"/>
                </a:lnTo>
                <a:lnTo>
                  <a:pt x="10580" y="0"/>
                </a:lnTo>
                <a:lnTo>
                  <a:pt x="16567" y="0"/>
                </a:lnTo>
                <a:lnTo>
                  <a:pt x="16567" y="39239"/>
                </a:lnTo>
                <a:lnTo>
                  <a:pt x="26347" y="39239"/>
                </a:lnTo>
                <a:lnTo>
                  <a:pt x="26347" y="44278"/>
                </a:lnTo>
                <a:lnTo>
                  <a:pt x="859" y="44278"/>
                </a:lnTo>
                <a:lnTo>
                  <a:pt x="859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09DFAD-9633-4920-A48D-3C32863DE6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88137" y="6340328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32DA13-9981-41BE-A082-882FAF68A0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88137" y="6340328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11428" name="Text 10">
            <a:extLst xmlns:a="http://schemas.openxmlformats.org/drawingml/2006/main">
              <a:ext uri="{FF2B5EF4-FFF2-40B4-BE49-F238E27FC236}">
                <a16:creationId xmlns:a16="http://schemas.microsoft.com/office/drawing/2014/main" id="{459875A7-2B52-4975-B484-33861E785E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18179" y="6390345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29" name="Text 2">
            <a:extLst xmlns:a="http://schemas.openxmlformats.org/drawingml/2006/main">
              <a:ext uri="{FF2B5EF4-FFF2-40B4-BE49-F238E27FC236}">
                <a16:creationId xmlns:a16="http://schemas.microsoft.com/office/drawing/2014/main" id="{DC9CAE28-F6DD-4CD3-9530-F1F8817733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24263" y="6376458"/>
            <a:ext cx="28096" cy="45048"/>
          </a:xfrm>
          <a:custGeom xmlns:a="http://schemas.openxmlformats.org/drawingml/2006/main">
            <a:pathLst>
              <a:path w="28096" h="45048">
                <a:moveTo>
                  <a:pt x="7202" y="40010"/>
                </a:moveTo>
                <a:lnTo>
                  <a:pt x="28096" y="40010"/>
                </a:lnTo>
                <a:lnTo>
                  <a:pt x="28096" y="45048"/>
                </a:lnTo>
                <a:lnTo>
                  <a:pt x="0" y="45048"/>
                </a:lnTo>
                <a:lnTo>
                  <a:pt x="0" y="40010"/>
                </a:lnTo>
                <a:cubicBezTo>
                  <a:pt x="2272" y="37659"/>
                  <a:pt x="5369" y="34502"/>
                  <a:pt x="9291" y="30541"/>
                </a:cubicBezTo>
                <a:cubicBezTo>
                  <a:pt x="13213" y="26579"/>
                  <a:pt x="15678" y="24026"/>
                  <a:pt x="16686" y="22880"/>
                </a:cubicBezTo>
                <a:cubicBezTo>
                  <a:pt x="18602" y="20726"/>
                  <a:pt x="19941" y="18903"/>
                  <a:pt x="20701" y="17412"/>
                </a:cubicBezTo>
                <a:cubicBezTo>
                  <a:pt x="21462" y="15920"/>
                  <a:pt x="21842" y="14453"/>
                  <a:pt x="21842" y="13011"/>
                </a:cubicBezTo>
                <a:cubicBezTo>
                  <a:pt x="21842" y="10659"/>
                  <a:pt x="21018" y="8743"/>
                  <a:pt x="19368" y="7261"/>
                </a:cubicBezTo>
                <a:cubicBezTo>
                  <a:pt x="17718" y="5779"/>
                  <a:pt x="15569" y="5038"/>
                  <a:pt x="12922" y="5038"/>
                </a:cubicBezTo>
                <a:cubicBezTo>
                  <a:pt x="11045" y="5038"/>
                  <a:pt x="9064" y="5367"/>
                  <a:pt x="6979" y="6024"/>
                </a:cubicBezTo>
                <a:cubicBezTo>
                  <a:pt x="4895" y="6681"/>
                  <a:pt x="2667" y="7676"/>
                  <a:pt x="296" y="9010"/>
                </a:cubicBezTo>
                <a:lnTo>
                  <a:pt x="296" y="2964"/>
                </a:lnTo>
                <a:cubicBezTo>
                  <a:pt x="2707" y="1986"/>
                  <a:pt x="4959" y="1247"/>
                  <a:pt x="7054" y="748"/>
                </a:cubicBezTo>
                <a:cubicBezTo>
                  <a:pt x="9148" y="249"/>
                  <a:pt x="11064" y="0"/>
                  <a:pt x="12803" y="0"/>
                </a:cubicBezTo>
                <a:cubicBezTo>
                  <a:pt x="17387" y="0"/>
                  <a:pt x="21042" y="1146"/>
                  <a:pt x="23769" y="3438"/>
                </a:cubicBezTo>
                <a:cubicBezTo>
                  <a:pt x="26495" y="5730"/>
                  <a:pt x="27859" y="8792"/>
                  <a:pt x="27859" y="12625"/>
                </a:cubicBezTo>
                <a:cubicBezTo>
                  <a:pt x="27859" y="14443"/>
                  <a:pt x="27518" y="16167"/>
                  <a:pt x="26836" y="17797"/>
                </a:cubicBezTo>
                <a:cubicBezTo>
                  <a:pt x="26155" y="19427"/>
                  <a:pt x="24915" y="21348"/>
                  <a:pt x="23117" y="23561"/>
                </a:cubicBezTo>
                <a:cubicBezTo>
                  <a:pt x="22623" y="24134"/>
                  <a:pt x="21052" y="25789"/>
                  <a:pt x="18405" y="28526"/>
                </a:cubicBezTo>
                <a:cubicBezTo>
                  <a:pt x="15757" y="31262"/>
                  <a:pt x="12023" y="35090"/>
                  <a:pt x="7202" y="4001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1571A4-2425-42B4-A338-4C889947E4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32397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D8126F-5910-4A80-900D-274112AC9C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32397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4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B33A12-A3A2-4CE5-981C-06802A0906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32764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EB1A8F-F3D9-49FA-8D16-615E80D0F1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32764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4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F176E7-67C6-4190-879F-4E58F3132D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33130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97FBBE-C55C-422B-B3E0-67DD1CE030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33130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4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52B034-7EB3-4803-BE2D-D74DCC52F6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33497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2DB51A-EBDA-41E8-A40B-323A510F55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33497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4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D5E6AD-B044-451E-B616-83BED7EB51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33863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F33EF2-4056-466C-BE9A-5BB22AA3AE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33863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4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A68AA0-CC4B-4F33-8C05-C4DA3366F4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34230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43D4F8-2ECD-4AC8-89FE-9C8D2F1FDF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34230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4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726E68-4586-4866-9147-E9E6CC9E06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34596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4D6304-CE56-4418-9FDB-D1E6B4E539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34596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4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9CE362-D896-45E2-9F54-300BF18096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34963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CB5C4C-95DB-431B-B445-8D9B7D6884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34963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4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039CBF-4EB8-4FB8-BC58-76CF1A59F2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35329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7147F9-C82A-40B0-AF3E-E9CEA18668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35329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4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D29BDB-ABE5-4FF1-B1A6-422F7646B7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35696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D295D0-06EA-4B70-B6E6-6097313877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35696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4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5E10E1-87F8-4B98-BABE-5E27C4F87C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39361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593660-E287-4FF7-9A78-ABE701D5D3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39361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4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B758BF-F231-472C-834E-C1368F12E6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43026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0665AF-9F8F-44BC-96E0-EDCBBD1DD9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43026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4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DADA8F-95C0-4D7F-B1DD-E4289BA4CB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46691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301FAE-5766-4168-909E-F2CBC793CB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46691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4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AB31C7-61BC-4357-AAF9-C5A9EA2B0D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0356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01B4DC-B984-446B-887C-39A273EF1F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0356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4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CEF5B2-1267-4EFE-A642-30E356DF0A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4022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48C965-4126-4BAB-8EEC-BB30B065E5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4022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4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B851AB-E329-422B-B879-49C1EBAF32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7687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394623-0352-44A6-A71D-2C581AEF2B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7687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4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42FDB6-CC61-4B28-9CA6-F60F5536DD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61352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9D6D2E-A525-4D73-915F-119AE68C18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61352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4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157672-9FA3-4E24-9C20-382A464704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65017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845F6F-B10C-4F9E-BED8-0156AA2D39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65017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4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0039E7-9DD6-4459-90BD-1EBD897E94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68682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10C3FD-ACFF-413D-8DEF-A70653C662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68682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4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602F3C-69AB-4921-9471-03C7DBFA09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05334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FB5489-4645-4B52-AF74-785F3FD123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05334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4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BF801C-6AAF-43A5-BF2F-E5DE9B769C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1985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40C454-A244-4335-847C-C36C694B87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1985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4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AE69A5-1583-4C71-815A-EB7588A3D5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78637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383E37-6845-42C2-BE8C-2C185E8582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78637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4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1B18F1-4138-4D86-B510-3FF546B75A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15288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7A6F0E-7154-4D5F-B1D3-50E6EA7A9E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15288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4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4F4989-2175-40C8-8A59-FB1403EB94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51940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385D10-24AF-49BA-9A17-748CE68849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51940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4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02E18F-F1DD-4F1F-8D92-C289FDF4F5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88591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8D892F-03E2-49BC-ABE0-446DED2BAE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88591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4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B2DB09-3671-4BE6-AF6D-3DD27C99FF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25243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3E81C5-BA8B-49B5-91E0-C958D46EFF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25243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4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816081-039B-4D7E-B489-34CCAA289C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61894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40B55F-A1EC-4E3B-AE68-748BA6782C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61894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4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B3361C-0004-49C9-992C-4DE3976CB0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98546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5CF98C-8580-4283-A510-91C1F009DD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98546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4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36FE49-D8EF-429F-AA9A-05AA72075F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97845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3A2ABE-9750-422C-8649-6274DA714F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97845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4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9E59BD-E926-4086-81F6-F89E7BB0BC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55931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1924A0-8A18-46A0-9856-933FB3C506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55931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4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27A370-56AA-49C9-8764-23BDC09F72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97143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554D17-D2E2-458F-8E8C-9E95CC271B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97143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4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FAC69B-B0D0-4B67-987D-C7CD034545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9111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9D719A-69F1-457F-81E9-41BF749E56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9111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4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983FFD-A574-42D4-88AE-0E76581260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55230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AFFB1A-EDF6-4851-A5EB-7D8BF195C8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55230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4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28D0EE-77C9-4861-A55A-700B8D6469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77313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6FBDE5-ABB7-41C5-A64D-2E76F910CA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77313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4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1360AA-3316-41FA-A6B1-41E95A48A8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96442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5C1CE5-72EE-4A8E-8C64-9FA4AF98D7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96442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5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76B0F6-EA3A-401B-8958-A7858C8570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13316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00EE3E-6B37-4191-B5CB-EDD1028488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13316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5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9E82FF-27A8-44DC-9ECC-06E5CC2A8A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28409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BF830D-C683-43C3-8FD7-B86714605A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28409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5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1E306E-3040-4FC4-AA87-93E0EEB582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27708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BBA934-02DE-4C95-A2DF-BB805B5EC9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27708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5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DCC177-2599-4E45-8120-AEA2BB0002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85794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D2FFA3-164D-4805-BE88-5A7563E298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85794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5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7290E9-055B-4C70-B357-0EF9156C05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27007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AC5AEB-DFCF-4658-97BF-91DB3EBF93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27007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5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EBCE2A-8AE6-42A3-9EDD-4786CCE9F7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58974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B18A4B-F59A-4EA8-92C5-E7E64A97A4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58974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5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B980E9-1B04-4B27-9182-DF362C93BF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85093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86FE12-32A0-4EC6-849A-04205C7B3B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85093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5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F90907-3289-4270-9EC8-ADC778DE60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07176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9CA201-04F8-4A52-84B6-2BE30584D3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07176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5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BD7C99-9787-4383-9026-7722EB7C82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26306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53C2F5-9133-4615-A935-FA64E12594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26306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5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98603F-529B-4BCB-9011-00F7CF394E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43179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9A7FE3-EE86-4D30-8125-84D5487F07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43179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5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703C0F-8BAD-48AF-A577-08520120D9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58273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6E1321-B2DA-4309-8702-12F02B7C5C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58273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5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82D132-5C5F-4F8B-853A-6385F7C967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7572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C6F8C2-2E19-42FD-927A-054B3E807A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7572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5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50AD3B-2A3D-467D-8FD3-8DB4DE51A2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15658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57AC98-C168-48CC-A654-B34D6265AB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15658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5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D2F4CC-6FDD-4C69-948A-E1C3607678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56871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30319E-E3FC-442B-BEC2-8B3DBB3307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56871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5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397A89-AD2E-4332-89F9-59354A9768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88838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4462DF-8104-41A2-81C6-FFF6DF230B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88838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5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8329F8-990B-4424-8FAA-3FCE5D5AB5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14957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012C43-8561-47E4-B5C5-B1DCAC5D0F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14957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5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223DEF-02DF-4225-841E-A39F59CE8B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37040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128928-9A2A-455B-A453-C4F73CB8CF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37040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5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908150-F61B-4998-8195-1B6DAE1333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56170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D32EE4-0E39-425B-8370-CFC0DAFC12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56170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5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BCDDBE-1823-467C-8B4A-3EFFC6BF50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73043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54D444-132A-431B-AC35-EDAC11BAF7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73043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5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BE53FB-9EF6-4D2E-AFDC-E71AB973B7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88137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758823-5134-40F7-95FD-D517594FC3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88137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5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0A5D09-7E71-424B-A8AC-8B33D8A6AE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87435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DC359B-7327-45EB-AB5D-9964893ED6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87435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5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2C4C84-E585-473B-A33D-D0F6074361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45522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111A90-702C-46EB-BE25-E563C6918C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45522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5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9DE2B7-14AC-4994-97AD-BF5A0530D4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86734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5E3F59-7889-49D7-8A6A-22D8ED1773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86734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5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48D45D-FC9D-49B4-B569-26E2E1DCAA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18701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D9AEB0-2054-44E4-9740-37217E45CB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18701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5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7DA428-73C6-4C7E-AAB2-DD688DB83B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44821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ABBDBC-5F7E-452F-9705-2C64BC8085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44821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550" name="Text QSF">
            <a:extLst xmlns:a="http://schemas.openxmlformats.org/drawingml/2006/main">
              <a:ext uri="{FF2B5EF4-FFF2-40B4-BE49-F238E27FC236}">
                <a16:creationId xmlns:a16="http://schemas.microsoft.com/office/drawing/2014/main" id="{3CFC99EB-40F9-400E-94A9-432E5F45CA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43115" y="6504714"/>
            <a:ext cx="190479" cy="88120"/>
          </a:xfrm>
          <a:custGeom xmlns:a="http://schemas.openxmlformats.org/drawingml/2006/main">
            <a:pathLst>
              <a:path w="190479" h="88120">
                <a:moveTo>
                  <a:pt x="34181" y="8101"/>
                </a:moveTo>
                <a:cubicBezTo>
                  <a:pt x="26937" y="8101"/>
                  <a:pt x="21182" y="10804"/>
                  <a:pt x="16918" y="16209"/>
                </a:cubicBezTo>
                <a:cubicBezTo>
                  <a:pt x="12653" y="21614"/>
                  <a:pt x="10521" y="28979"/>
                  <a:pt x="10521" y="38306"/>
                </a:cubicBezTo>
                <a:cubicBezTo>
                  <a:pt x="10521" y="47599"/>
                  <a:pt x="12653" y="54949"/>
                  <a:pt x="16918" y="60354"/>
                </a:cubicBezTo>
                <a:cubicBezTo>
                  <a:pt x="21182" y="65759"/>
                  <a:pt x="26937" y="68461"/>
                  <a:pt x="34181" y="68461"/>
                </a:cubicBezTo>
                <a:cubicBezTo>
                  <a:pt x="41426" y="68461"/>
                  <a:pt x="47164" y="65759"/>
                  <a:pt x="51395" y="60354"/>
                </a:cubicBezTo>
                <a:cubicBezTo>
                  <a:pt x="55627" y="54949"/>
                  <a:pt x="57743" y="47599"/>
                  <a:pt x="57743" y="38306"/>
                </a:cubicBezTo>
                <a:cubicBezTo>
                  <a:pt x="57743" y="28979"/>
                  <a:pt x="55627" y="21614"/>
                  <a:pt x="51395" y="16209"/>
                </a:cubicBezTo>
                <a:cubicBezTo>
                  <a:pt x="47164" y="10804"/>
                  <a:pt x="41426" y="8101"/>
                  <a:pt x="34181" y="8101"/>
                </a:cubicBezTo>
                <a:moveTo>
                  <a:pt x="48160" y="73796"/>
                </a:moveTo>
                <a:lnTo>
                  <a:pt x="61299" y="88120"/>
                </a:lnTo>
                <a:lnTo>
                  <a:pt x="49247" y="88120"/>
                </a:lnTo>
                <a:lnTo>
                  <a:pt x="38330" y="76358"/>
                </a:lnTo>
                <a:cubicBezTo>
                  <a:pt x="37244" y="76426"/>
                  <a:pt x="36412" y="76477"/>
                  <a:pt x="35836" y="76511"/>
                </a:cubicBezTo>
                <a:cubicBezTo>
                  <a:pt x="35260" y="76545"/>
                  <a:pt x="34708" y="76562"/>
                  <a:pt x="34181" y="76562"/>
                </a:cubicBezTo>
                <a:cubicBezTo>
                  <a:pt x="23808" y="76562"/>
                  <a:pt x="15518" y="73094"/>
                  <a:pt x="9311" y="66158"/>
                </a:cubicBezTo>
                <a:cubicBezTo>
                  <a:pt x="3104" y="59221"/>
                  <a:pt x="0" y="49937"/>
                  <a:pt x="0" y="38306"/>
                </a:cubicBezTo>
                <a:cubicBezTo>
                  <a:pt x="0" y="26641"/>
                  <a:pt x="3104" y="17341"/>
                  <a:pt x="9311" y="10405"/>
                </a:cubicBezTo>
                <a:cubicBezTo>
                  <a:pt x="15518" y="3468"/>
                  <a:pt x="23808" y="0"/>
                  <a:pt x="34181" y="0"/>
                </a:cubicBezTo>
                <a:cubicBezTo>
                  <a:pt x="44521" y="0"/>
                  <a:pt x="52787" y="3468"/>
                  <a:pt x="58977" y="10405"/>
                </a:cubicBezTo>
                <a:cubicBezTo>
                  <a:pt x="65168" y="17341"/>
                  <a:pt x="68264" y="26642"/>
                  <a:pt x="68264" y="38307"/>
                </a:cubicBezTo>
                <a:cubicBezTo>
                  <a:pt x="68264" y="46874"/>
                  <a:pt x="66543" y="54206"/>
                  <a:pt x="63102" y="60302"/>
                </a:cubicBezTo>
                <a:cubicBezTo>
                  <a:pt x="59661" y="66398"/>
                  <a:pt x="54680" y="70896"/>
                  <a:pt x="48160" y="73796"/>
                </a:cubicBezTo>
                <a:close/>
                <a:moveTo>
                  <a:pt x="128069" y="3754"/>
                </a:moveTo>
                <a:lnTo>
                  <a:pt x="128069" y="13534"/>
                </a:lnTo>
                <a:cubicBezTo>
                  <a:pt x="124282" y="11707"/>
                  <a:pt x="120710" y="10344"/>
                  <a:pt x="117351" y="9447"/>
                </a:cubicBezTo>
                <a:cubicBezTo>
                  <a:pt x="113992" y="8549"/>
                  <a:pt x="110748" y="8101"/>
                  <a:pt x="107620" y="8101"/>
                </a:cubicBezTo>
                <a:cubicBezTo>
                  <a:pt x="102187" y="8101"/>
                  <a:pt x="97996" y="9156"/>
                  <a:pt x="95049" y="11267"/>
                </a:cubicBezTo>
                <a:cubicBezTo>
                  <a:pt x="92102" y="13376"/>
                  <a:pt x="90628" y="16376"/>
                  <a:pt x="90628" y="20267"/>
                </a:cubicBezTo>
                <a:cubicBezTo>
                  <a:pt x="90628" y="23532"/>
                  <a:pt x="91608" y="25997"/>
                  <a:pt x="93567" y="27663"/>
                </a:cubicBezTo>
                <a:cubicBezTo>
                  <a:pt x="95526" y="29328"/>
                  <a:pt x="99239" y="30671"/>
                  <a:pt x="104706" y="31693"/>
                </a:cubicBezTo>
                <a:lnTo>
                  <a:pt x="110732" y="32926"/>
                </a:lnTo>
                <a:cubicBezTo>
                  <a:pt x="118174" y="34343"/>
                  <a:pt x="123665" y="36839"/>
                  <a:pt x="127205" y="40414"/>
                </a:cubicBezTo>
                <a:cubicBezTo>
                  <a:pt x="130745" y="43988"/>
                  <a:pt x="132515" y="48773"/>
                  <a:pt x="132515" y="54770"/>
                </a:cubicBezTo>
                <a:cubicBezTo>
                  <a:pt x="132515" y="61918"/>
                  <a:pt x="130119" y="67338"/>
                  <a:pt x="125328" y="71028"/>
                </a:cubicBezTo>
                <a:cubicBezTo>
                  <a:pt x="120537" y="74717"/>
                  <a:pt x="113514" y="76562"/>
                  <a:pt x="104261" y="76562"/>
                </a:cubicBezTo>
                <a:cubicBezTo>
                  <a:pt x="100771" y="76562"/>
                  <a:pt x="97058" y="76163"/>
                  <a:pt x="93123" y="75364"/>
                </a:cubicBezTo>
                <a:cubicBezTo>
                  <a:pt x="89187" y="74566"/>
                  <a:pt x="85112" y="73384"/>
                  <a:pt x="80897" y="71820"/>
                </a:cubicBezTo>
                <a:lnTo>
                  <a:pt x="80897" y="61546"/>
                </a:lnTo>
                <a:cubicBezTo>
                  <a:pt x="84948" y="63835"/>
                  <a:pt x="88916" y="65559"/>
                  <a:pt x="92802" y="66720"/>
                </a:cubicBezTo>
                <a:cubicBezTo>
                  <a:pt x="96687" y="67881"/>
                  <a:pt x="100507" y="68461"/>
                  <a:pt x="104261" y="68461"/>
                </a:cubicBezTo>
                <a:cubicBezTo>
                  <a:pt x="109958" y="68461"/>
                  <a:pt x="114354" y="67341"/>
                  <a:pt x="117450" y="65099"/>
                </a:cubicBezTo>
                <a:cubicBezTo>
                  <a:pt x="120545" y="62857"/>
                  <a:pt x="122093" y="59659"/>
                  <a:pt x="122093" y="55506"/>
                </a:cubicBezTo>
                <a:cubicBezTo>
                  <a:pt x="122093" y="51880"/>
                  <a:pt x="120981" y="49044"/>
                  <a:pt x="118759" y="47001"/>
                </a:cubicBezTo>
                <a:cubicBezTo>
                  <a:pt x="116536" y="44956"/>
                  <a:pt x="112889" y="43423"/>
                  <a:pt x="107818" y="42401"/>
                </a:cubicBezTo>
                <a:lnTo>
                  <a:pt x="101742" y="41217"/>
                </a:lnTo>
                <a:cubicBezTo>
                  <a:pt x="94300" y="39734"/>
                  <a:pt x="88916" y="37411"/>
                  <a:pt x="85590" y="34249"/>
                </a:cubicBezTo>
                <a:cubicBezTo>
                  <a:pt x="82264" y="31086"/>
                  <a:pt x="80601" y="26687"/>
                  <a:pt x="80601" y="21053"/>
                </a:cubicBezTo>
                <a:cubicBezTo>
                  <a:pt x="80601" y="14530"/>
                  <a:pt x="82898" y="9390"/>
                  <a:pt x="87492" y="5634"/>
                </a:cubicBezTo>
                <a:cubicBezTo>
                  <a:pt x="92085" y="1878"/>
                  <a:pt x="98416" y="0"/>
                  <a:pt x="106484" y="0"/>
                </a:cubicBezTo>
                <a:cubicBezTo>
                  <a:pt x="109942" y="0"/>
                  <a:pt x="113465" y="313"/>
                  <a:pt x="117054" y="938"/>
                </a:cubicBezTo>
                <a:cubicBezTo>
                  <a:pt x="120644" y="1564"/>
                  <a:pt x="124315" y="2503"/>
                  <a:pt x="128069" y="3754"/>
                </a:cubicBezTo>
                <a:close/>
                <a:moveTo>
                  <a:pt x="148098" y="1284"/>
                </a:moveTo>
                <a:lnTo>
                  <a:pt x="190479" y="1284"/>
                </a:lnTo>
                <a:lnTo>
                  <a:pt x="190479" y="9681"/>
                </a:lnTo>
                <a:lnTo>
                  <a:pt x="158076" y="9681"/>
                </a:lnTo>
                <a:lnTo>
                  <a:pt x="158076" y="31415"/>
                </a:lnTo>
                <a:lnTo>
                  <a:pt x="187318" y="31415"/>
                </a:lnTo>
                <a:lnTo>
                  <a:pt x="187318" y="39812"/>
                </a:lnTo>
                <a:lnTo>
                  <a:pt x="158076" y="39812"/>
                </a:lnTo>
                <a:lnTo>
                  <a:pt x="158076" y="75080"/>
                </a:lnTo>
                <a:lnTo>
                  <a:pt x="148098" y="75080"/>
                </a:lnTo>
                <a:lnTo>
                  <a:pt x="148098" y="1284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2510BC-59B7-45E8-8C6A-80E9146A16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0353" y="6340328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DF7C6B-141F-45CA-AD5A-C55BF2CF9E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0353" y="6340328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11553" name="Text 0">
            <a:extLst xmlns:a="http://schemas.openxmlformats.org/drawingml/2006/main">
              <a:ext uri="{FF2B5EF4-FFF2-40B4-BE49-F238E27FC236}">
                <a16:creationId xmlns:a16="http://schemas.microsoft.com/office/drawing/2014/main" id="{E4543745-B725-4FF7-887B-D4D006C014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32973" y="6308264"/>
            <a:ext cx="43693" cy="65625"/>
          </a:xfrm>
          <a:custGeom xmlns:a="http://schemas.openxmlformats.org/drawingml/2006/main">
            <a:pathLst>
              <a:path w="43693" h="65625">
                <a:moveTo>
                  <a:pt x="21847" y="6774"/>
                </a:moveTo>
                <a:cubicBezTo>
                  <a:pt x="17443" y="6774"/>
                  <a:pt x="14134" y="8942"/>
                  <a:pt x="11918" y="13278"/>
                </a:cubicBezTo>
                <a:cubicBezTo>
                  <a:pt x="9703" y="17615"/>
                  <a:pt x="8595" y="24133"/>
                  <a:pt x="8595" y="32833"/>
                </a:cubicBezTo>
                <a:cubicBezTo>
                  <a:pt x="8595" y="41506"/>
                  <a:pt x="9703" y="48010"/>
                  <a:pt x="11918" y="52346"/>
                </a:cubicBezTo>
                <a:cubicBezTo>
                  <a:pt x="14134" y="56682"/>
                  <a:pt x="17443" y="58850"/>
                  <a:pt x="21847" y="58850"/>
                </a:cubicBezTo>
                <a:cubicBezTo>
                  <a:pt x="26278" y="58850"/>
                  <a:pt x="29602" y="56682"/>
                  <a:pt x="31817" y="52346"/>
                </a:cubicBezTo>
                <a:cubicBezTo>
                  <a:pt x="34033" y="48010"/>
                  <a:pt x="35141" y="41506"/>
                  <a:pt x="35141" y="32833"/>
                </a:cubicBezTo>
                <a:cubicBezTo>
                  <a:pt x="35141" y="24133"/>
                  <a:pt x="34033" y="17615"/>
                  <a:pt x="31817" y="13278"/>
                </a:cubicBezTo>
                <a:cubicBezTo>
                  <a:pt x="29602" y="8942"/>
                  <a:pt x="26278" y="6774"/>
                  <a:pt x="21847" y="6774"/>
                </a:cubicBezTo>
                <a:moveTo>
                  <a:pt x="21847" y="0"/>
                </a:moveTo>
                <a:cubicBezTo>
                  <a:pt x="28931" y="0"/>
                  <a:pt x="34344" y="2803"/>
                  <a:pt x="38083" y="8409"/>
                </a:cubicBezTo>
                <a:cubicBezTo>
                  <a:pt x="41823" y="14016"/>
                  <a:pt x="43693" y="22157"/>
                  <a:pt x="43693" y="32833"/>
                </a:cubicBezTo>
                <a:cubicBezTo>
                  <a:pt x="43693" y="43482"/>
                  <a:pt x="41823" y="51609"/>
                  <a:pt x="38083" y="57215"/>
                </a:cubicBezTo>
                <a:cubicBezTo>
                  <a:pt x="34344" y="62821"/>
                  <a:pt x="28931" y="65625"/>
                  <a:pt x="21847" y="65625"/>
                </a:cubicBezTo>
                <a:cubicBezTo>
                  <a:pt x="14762" y="65625"/>
                  <a:pt x="9350" y="62821"/>
                  <a:pt x="5610" y="57215"/>
                </a:cubicBezTo>
                <a:cubicBezTo>
                  <a:pt x="1870" y="51609"/>
                  <a:pt x="0" y="43482"/>
                  <a:pt x="0" y="32833"/>
                </a:cubicBezTo>
                <a:cubicBezTo>
                  <a:pt x="0" y="22157"/>
                  <a:pt x="1870" y="14016"/>
                  <a:pt x="5610" y="8409"/>
                </a:cubicBezTo>
                <a:cubicBezTo>
                  <a:pt x="9350" y="2803"/>
                  <a:pt x="14762" y="0"/>
                  <a:pt x="21847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5801C5-D27A-4A44-9A68-273F8618C6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0353" y="6067216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F49654-4D13-41AE-9450-EE63047A17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0353" y="6067216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11556" name="Text 10">
            <a:extLst xmlns:a="http://schemas.openxmlformats.org/drawingml/2006/main">
              <a:ext uri="{FF2B5EF4-FFF2-40B4-BE49-F238E27FC236}">
                <a16:creationId xmlns:a16="http://schemas.microsoft.com/office/drawing/2014/main" id="{5D76472E-6147-4D61-8DE2-B7EFD5E241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85042" y="6035151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1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1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8" y="41506"/>
                  <a:pt x="86498" y="32833"/>
                </a:cubicBezTo>
                <a:cubicBezTo>
                  <a:pt x="86498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9" y="65625"/>
                  <a:pt x="60706" y="62821"/>
                  <a:pt x="56967" y="57215"/>
                </a:cubicBezTo>
                <a:cubicBezTo>
                  <a:pt x="53227" y="51609"/>
                  <a:pt x="51357" y="43482"/>
                  <a:pt x="51357" y="32833"/>
                </a:cubicBezTo>
                <a:cubicBezTo>
                  <a:pt x="51357" y="22157"/>
                  <a:pt x="53227" y="14016"/>
                  <a:pt x="56967" y="8409"/>
                </a:cubicBezTo>
                <a:cubicBezTo>
                  <a:pt x="60706" y="2803"/>
                  <a:pt x="66119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57" name="Text −1">
            <a:extLst xmlns:a="http://schemas.openxmlformats.org/drawingml/2006/main">
              <a:ext uri="{FF2B5EF4-FFF2-40B4-BE49-F238E27FC236}">
                <a16:creationId xmlns:a16="http://schemas.microsoft.com/office/drawing/2014/main" id="{42357FA5-69F0-4982-A291-6D22E5E423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93111" y="6022035"/>
            <a:ext cx="77441" cy="44278"/>
          </a:xfrm>
          <a:custGeom xmlns:a="http://schemas.openxmlformats.org/drawingml/2006/main">
            <a:pathLst>
              <a:path w="77441" h="44278">
                <a:moveTo>
                  <a:pt x="0" y="22702"/>
                </a:moveTo>
                <a:lnTo>
                  <a:pt x="37995" y="22702"/>
                </a:lnTo>
                <a:lnTo>
                  <a:pt x="37995" y="27740"/>
                </a:lnTo>
                <a:lnTo>
                  <a:pt x="0" y="27740"/>
                </a:lnTo>
                <a:lnTo>
                  <a:pt x="0" y="22702"/>
                </a:lnTo>
                <a:close/>
                <a:moveTo>
                  <a:pt x="51953" y="39239"/>
                </a:moveTo>
                <a:lnTo>
                  <a:pt x="61734" y="39239"/>
                </a:lnTo>
                <a:lnTo>
                  <a:pt x="61734" y="5453"/>
                </a:lnTo>
                <a:lnTo>
                  <a:pt x="51094" y="7587"/>
                </a:lnTo>
                <a:lnTo>
                  <a:pt x="51094" y="2134"/>
                </a:lnTo>
                <a:lnTo>
                  <a:pt x="61674" y="0"/>
                </a:lnTo>
                <a:lnTo>
                  <a:pt x="67661" y="0"/>
                </a:lnTo>
                <a:lnTo>
                  <a:pt x="67661" y="39239"/>
                </a:lnTo>
                <a:lnTo>
                  <a:pt x="77441" y="39239"/>
                </a:lnTo>
                <a:lnTo>
                  <a:pt x="77441" y="44278"/>
                </a:lnTo>
                <a:lnTo>
                  <a:pt x="51953" y="44278"/>
                </a:lnTo>
                <a:lnTo>
                  <a:pt x="51953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738F26-402D-4674-94F9-8B0A7A9EF5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0353" y="5821414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0DA015-75D6-4F39-B242-AE349142F8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0353" y="5821414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11560" name="Text 10">
            <a:extLst xmlns:a="http://schemas.openxmlformats.org/drawingml/2006/main">
              <a:ext uri="{FF2B5EF4-FFF2-40B4-BE49-F238E27FC236}">
                <a16:creationId xmlns:a16="http://schemas.microsoft.com/office/drawing/2014/main" id="{65A77517-7BA4-437C-8F3D-B57BCC8AF9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35623" y="5790140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1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1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8" y="41506"/>
                  <a:pt x="86498" y="32833"/>
                </a:cubicBezTo>
                <a:cubicBezTo>
                  <a:pt x="86498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9" y="65625"/>
                  <a:pt x="60706" y="62821"/>
                  <a:pt x="56967" y="57215"/>
                </a:cubicBezTo>
                <a:cubicBezTo>
                  <a:pt x="53227" y="51609"/>
                  <a:pt x="51357" y="43482"/>
                  <a:pt x="51357" y="32833"/>
                </a:cubicBezTo>
                <a:cubicBezTo>
                  <a:pt x="51357" y="22157"/>
                  <a:pt x="53227" y="14016"/>
                  <a:pt x="56967" y="8409"/>
                </a:cubicBezTo>
                <a:cubicBezTo>
                  <a:pt x="60706" y="2803"/>
                  <a:pt x="66119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61" name="Text 0">
            <a:extLst xmlns:a="http://schemas.openxmlformats.org/drawingml/2006/main">
              <a:ext uri="{FF2B5EF4-FFF2-40B4-BE49-F238E27FC236}">
                <a16:creationId xmlns:a16="http://schemas.microsoft.com/office/drawing/2014/main" id="{D3E42651-821D-4040-8799-8D92F13199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41261" y="5776253"/>
            <a:ext cx="30585" cy="45937"/>
          </a:xfrm>
          <a:custGeom xmlns:a="http://schemas.openxmlformats.org/drawingml/2006/main">
            <a:pathLst>
              <a:path w="30585" h="45937">
                <a:moveTo>
                  <a:pt x="15293" y="4742"/>
                </a:moveTo>
                <a:cubicBezTo>
                  <a:pt x="12210" y="4742"/>
                  <a:pt x="9894" y="6260"/>
                  <a:pt x="8343" y="9295"/>
                </a:cubicBezTo>
                <a:cubicBezTo>
                  <a:pt x="6792" y="12330"/>
                  <a:pt x="6016" y="16893"/>
                  <a:pt x="6016" y="22983"/>
                </a:cubicBezTo>
                <a:cubicBezTo>
                  <a:pt x="6016" y="29054"/>
                  <a:pt x="6792" y="33607"/>
                  <a:pt x="8343" y="36642"/>
                </a:cubicBezTo>
                <a:cubicBezTo>
                  <a:pt x="9894" y="39678"/>
                  <a:pt x="12210" y="41195"/>
                  <a:pt x="15293" y="41195"/>
                </a:cubicBezTo>
                <a:cubicBezTo>
                  <a:pt x="18395" y="41195"/>
                  <a:pt x="20721" y="39678"/>
                  <a:pt x="22272" y="36642"/>
                </a:cubicBezTo>
                <a:cubicBezTo>
                  <a:pt x="23823" y="33607"/>
                  <a:pt x="24599" y="29054"/>
                  <a:pt x="24599" y="22983"/>
                </a:cubicBezTo>
                <a:cubicBezTo>
                  <a:pt x="24599" y="16893"/>
                  <a:pt x="23823" y="12330"/>
                  <a:pt x="22272" y="9295"/>
                </a:cubicBezTo>
                <a:cubicBezTo>
                  <a:pt x="20721" y="6260"/>
                  <a:pt x="18395" y="4742"/>
                  <a:pt x="15293" y="4742"/>
                </a:cubicBezTo>
                <a:moveTo>
                  <a:pt x="15293" y="0"/>
                </a:moveTo>
                <a:cubicBezTo>
                  <a:pt x="20252" y="0"/>
                  <a:pt x="24040" y="1962"/>
                  <a:pt x="26658" y="5887"/>
                </a:cubicBezTo>
                <a:cubicBezTo>
                  <a:pt x="29276" y="9811"/>
                  <a:pt x="30585" y="15510"/>
                  <a:pt x="30585" y="22983"/>
                </a:cubicBezTo>
                <a:cubicBezTo>
                  <a:pt x="30585" y="30437"/>
                  <a:pt x="29276" y="36126"/>
                  <a:pt x="26658" y="40051"/>
                </a:cubicBezTo>
                <a:cubicBezTo>
                  <a:pt x="24040" y="43975"/>
                  <a:pt x="20252" y="45937"/>
                  <a:pt x="15293" y="45937"/>
                </a:cubicBezTo>
                <a:cubicBezTo>
                  <a:pt x="10333" y="45937"/>
                  <a:pt x="6545" y="43975"/>
                  <a:pt x="3927" y="40051"/>
                </a:cubicBezTo>
                <a:cubicBezTo>
                  <a:pt x="1309" y="36126"/>
                  <a:pt x="0" y="30437"/>
                  <a:pt x="0" y="22983"/>
                </a:cubicBezTo>
                <a:cubicBezTo>
                  <a:pt x="0" y="15510"/>
                  <a:pt x="1309" y="9811"/>
                  <a:pt x="3927" y="5887"/>
                </a:cubicBezTo>
                <a:cubicBezTo>
                  <a:pt x="6545" y="1962"/>
                  <a:pt x="10333" y="0"/>
                  <a:pt x="1529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61E3BB-D627-4CF5-929D-8A918AA2CF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0353" y="5575612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DB6AA9-DA73-41C8-ACB0-4DE356FBA9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0353" y="5575612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11564" name="Text 10">
            <a:extLst xmlns:a="http://schemas.openxmlformats.org/drawingml/2006/main">
              <a:ext uri="{FF2B5EF4-FFF2-40B4-BE49-F238E27FC236}">
                <a16:creationId xmlns:a16="http://schemas.microsoft.com/office/drawing/2014/main" id="{0D3A7DC7-86BA-4162-99B8-B5BA8159E0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35623" y="5543548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1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1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8" y="41506"/>
                  <a:pt x="86498" y="32833"/>
                </a:cubicBezTo>
                <a:cubicBezTo>
                  <a:pt x="86498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9" y="65625"/>
                  <a:pt x="60706" y="62821"/>
                  <a:pt x="56967" y="57215"/>
                </a:cubicBezTo>
                <a:cubicBezTo>
                  <a:pt x="53227" y="51609"/>
                  <a:pt x="51357" y="43482"/>
                  <a:pt x="51357" y="32833"/>
                </a:cubicBezTo>
                <a:cubicBezTo>
                  <a:pt x="51357" y="22157"/>
                  <a:pt x="53227" y="14016"/>
                  <a:pt x="56967" y="8409"/>
                </a:cubicBezTo>
                <a:cubicBezTo>
                  <a:pt x="60706" y="2803"/>
                  <a:pt x="66119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65" name="Text 1">
            <a:extLst xmlns:a="http://schemas.openxmlformats.org/drawingml/2006/main">
              <a:ext uri="{FF2B5EF4-FFF2-40B4-BE49-F238E27FC236}">
                <a16:creationId xmlns:a16="http://schemas.microsoft.com/office/drawing/2014/main" id="{C7D4F1CC-92DC-43D3-BDF0-60A8A343DF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43929" y="5530432"/>
            <a:ext cx="26347" cy="44278"/>
          </a:xfrm>
          <a:custGeom xmlns:a="http://schemas.openxmlformats.org/drawingml/2006/main">
            <a:pathLst>
              <a:path w="26347" h="44278">
                <a:moveTo>
                  <a:pt x="859" y="39239"/>
                </a:moveTo>
                <a:lnTo>
                  <a:pt x="10640" y="39239"/>
                </a:lnTo>
                <a:lnTo>
                  <a:pt x="10640" y="5453"/>
                </a:lnTo>
                <a:lnTo>
                  <a:pt x="0" y="7587"/>
                </a:lnTo>
                <a:lnTo>
                  <a:pt x="0" y="2134"/>
                </a:lnTo>
                <a:lnTo>
                  <a:pt x="10580" y="0"/>
                </a:lnTo>
                <a:lnTo>
                  <a:pt x="16567" y="0"/>
                </a:lnTo>
                <a:lnTo>
                  <a:pt x="16567" y="39239"/>
                </a:lnTo>
                <a:lnTo>
                  <a:pt x="26347" y="39239"/>
                </a:lnTo>
                <a:lnTo>
                  <a:pt x="26347" y="44278"/>
                </a:lnTo>
                <a:lnTo>
                  <a:pt x="859" y="44278"/>
                </a:lnTo>
                <a:lnTo>
                  <a:pt x="859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DD6FBC-979D-48A5-861D-1940CE3277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0353" y="5329811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D7920A-C4E5-4C88-B6F5-90CF768F8E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0353" y="5329811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11568" name="Text 10">
            <a:extLst xmlns:a="http://schemas.openxmlformats.org/drawingml/2006/main">
              <a:ext uri="{FF2B5EF4-FFF2-40B4-BE49-F238E27FC236}">
                <a16:creationId xmlns:a16="http://schemas.microsoft.com/office/drawing/2014/main" id="{23ED8880-619B-4BC8-A25D-DC0174BFB7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35623" y="5298537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1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1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8" y="41506"/>
                  <a:pt x="86498" y="32833"/>
                </a:cubicBezTo>
                <a:cubicBezTo>
                  <a:pt x="86498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9" y="65625"/>
                  <a:pt x="60706" y="62821"/>
                  <a:pt x="56967" y="57215"/>
                </a:cubicBezTo>
                <a:cubicBezTo>
                  <a:pt x="53227" y="51609"/>
                  <a:pt x="51357" y="43482"/>
                  <a:pt x="51357" y="32833"/>
                </a:cubicBezTo>
                <a:cubicBezTo>
                  <a:pt x="51357" y="22157"/>
                  <a:pt x="53227" y="14016"/>
                  <a:pt x="56967" y="8409"/>
                </a:cubicBezTo>
                <a:cubicBezTo>
                  <a:pt x="60706" y="2803"/>
                  <a:pt x="66119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69" name="Text 2">
            <a:extLst xmlns:a="http://schemas.openxmlformats.org/drawingml/2006/main">
              <a:ext uri="{FF2B5EF4-FFF2-40B4-BE49-F238E27FC236}">
                <a16:creationId xmlns:a16="http://schemas.microsoft.com/office/drawing/2014/main" id="{35E7A250-3F1D-4981-B293-0D4A22C777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41706" y="5284650"/>
            <a:ext cx="28096" cy="45048"/>
          </a:xfrm>
          <a:custGeom xmlns:a="http://schemas.openxmlformats.org/drawingml/2006/main">
            <a:pathLst>
              <a:path w="28096" h="45048">
                <a:moveTo>
                  <a:pt x="7202" y="40010"/>
                </a:moveTo>
                <a:lnTo>
                  <a:pt x="28096" y="40010"/>
                </a:lnTo>
                <a:lnTo>
                  <a:pt x="28096" y="45048"/>
                </a:lnTo>
                <a:lnTo>
                  <a:pt x="0" y="45048"/>
                </a:lnTo>
                <a:lnTo>
                  <a:pt x="0" y="40010"/>
                </a:lnTo>
                <a:cubicBezTo>
                  <a:pt x="2272" y="37659"/>
                  <a:pt x="5369" y="34502"/>
                  <a:pt x="9291" y="30541"/>
                </a:cubicBezTo>
                <a:cubicBezTo>
                  <a:pt x="13213" y="26579"/>
                  <a:pt x="15678" y="24026"/>
                  <a:pt x="16686" y="22880"/>
                </a:cubicBezTo>
                <a:cubicBezTo>
                  <a:pt x="18602" y="20726"/>
                  <a:pt x="19941" y="18903"/>
                  <a:pt x="20701" y="17412"/>
                </a:cubicBezTo>
                <a:cubicBezTo>
                  <a:pt x="21462" y="15920"/>
                  <a:pt x="21842" y="14453"/>
                  <a:pt x="21842" y="13011"/>
                </a:cubicBezTo>
                <a:cubicBezTo>
                  <a:pt x="21842" y="10659"/>
                  <a:pt x="21018" y="8743"/>
                  <a:pt x="19368" y="7261"/>
                </a:cubicBezTo>
                <a:cubicBezTo>
                  <a:pt x="17718" y="5779"/>
                  <a:pt x="15569" y="5038"/>
                  <a:pt x="12922" y="5038"/>
                </a:cubicBezTo>
                <a:cubicBezTo>
                  <a:pt x="11045" y="5038"/>
                  <a:pt x="9064" y="5367"/>
                  <a:pt x="6979" y="6024"/>
                </a:cubicBezTo>
                <a:cubicBezTo>
                  <a:pt x="4895" y="6681"/>
                  <a:pt x="2667" y="7676"/>
                  <a:pt x="296" y="9010"/>
                </a:cubicBezTo>
                <a:lnTo>
                  <a:pt x="296" y="2964"/>
                </a:lnTo>
                <a:cubicBezTo>
                  <a:pt x="2707" y="1986"/>
                  <a:pt x="4959" y="1247"/>
                  <a:pt x="7054" y="748"/>
                </a:cubicBezTo>
                <a:cubicBezTo>
                  <a:pt x="9148" y="249"/>
                  <a:pt x="11064" y="0"/>
                  <a:pt x="12803" y="0"/>
                </a:cubicBezTo>
                <a:cubicBezTo>
                  <a:pt x="17387" y="0"/>
                  <a:pt x="21042" y="1146"/>
                  <a:pt x="23769" y="3438"/>
                </a:cubicBezTo>
                <a:cubicBezTo>
                  <a:pt x="26495" y="5730"/>
                  <a:pt x="27859" y="8792"/>
                  <a:pt x="27859" y="12625"/>
                </a:cubicBezTo>
                <a:cubicBezTo>
                  <a:pt x="27859" y="14443"/>
                  <a:pt x="27518" y="16167"/>
                  <a:pt x="26836" y="17797"/>
                </a:cubicBezTo>
                <a:cubicBezTo>
                  <a:pt x="26155" y="19427"/>
                  <a:pt x="24915" y="21348"/>
                  <a:pt x="23117" y="23561"/>
                </a:cubicBezTo>
                <a:cubicBezTo>
                  <a:pt x="22623" y="24134"/>
                  <a:pt x="21052" y="25789"/>
                  <a:pt x="18405" y="28526"/>
                </a:cubicBezTo>
                <a:cubicBezTo>
                  <a:pt x="15757" y="31262"/>
                  <a:pt x="12023" y="35090"/>
                  <a:pt x="7202" y="4001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287120-3E67-4CEC-A79B-521FB03263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634005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C34061-AD2C-4F0F-BA3F-2F18EA9FD1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634005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5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AF9C72-A0AA-4D65-BDBB-F8CC281C91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633978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D7D4D3-A16D-40B8-B297-E69B92A05E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633978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5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52FF55-773F-4C8F-BDBC-6317F1D37B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633950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C09CF6-076A-487E-9635-25E4F6588B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633950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5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F83951-037D-4F98-89D2-3D5AC09674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633923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5B88A6-9AB6-4AA5-A8B2-EB40E48D32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633923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5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4C3D27-88A0-4443-822C-0671551058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633896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5F59B3-A17A-4046-B668-61045A50EB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633896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5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93E57F-175A-4589-A79B-D34AA12AC2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633869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D85D83-CF9C-4D69-8492-C72B810C2E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633869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5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4D8F74-8332-4D47-B610-88878EA1E4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633841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F69974-4BA4-4CBB-91EC-2EFD8BD572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633841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5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E2FEEA-8AB1-467C-83C5-3A142A8A85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633814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F22C0A-C350-4D12-8845-CC1BBD8B50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633814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5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06E2B1-0BA4-4D5C-B0A3-EA9AF07DE5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633787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B4F213-E234-4524-8907-996FFE7F06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633787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5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7DE503-88C4-44AB-8165-A2389C62D8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633759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92A911-E4F3-450A-8092-A33D0FD867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633759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5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98BA5C-7D51-4C8F-B75E-9BBACDA184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633486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9234B1-E6FB-424A-B2EE-CFEB2EC180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633486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5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945DF7-05B5-4BAB-9575-7322EAB51A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633213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0E5FEE-6822-4DF7-9CCC-936DDA5EA9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633213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5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6B60D1-FD6F-4D22-94AA-F59C4174E3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632940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AC1475-8EE5-43DC-8E22-F19970733B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632940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5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BC5F78-973A-42E4-8E06-8C4791B959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632667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61FA25-CF88-43E6-8DAA-BF9A26B2EA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632667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5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5EED82-639D-42B4-A66C-A332C29B4F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632394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49C8D6-3F85-41A0-8E18-D5F5E6A83B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632394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6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682D8E-9198-4644-8995-E60DDD9730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632121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4D3A01-C59E-4653-AFAB-5CBA62962B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632121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6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36BF44-808B-4AA7-8CDB-8BF8A9DDD2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631847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54CBF7-9B34-40FB-85C3-4FA2293E72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631847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6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0FF5AB-9259-4C12-9568-48D89049F3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631574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E0557E-64D3-4FD6-8BCB-0350C0891D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631574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6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1E0C28-5295-4DBA-B092-AFD94B46AF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631301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C46DDF-1C17-435C-AC69-93249004BE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631301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6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EE52AA-11C1-4D5F-B8C3-BF4AD99C55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628570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84EEAB-9479-41B8-A597-76173255CB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628570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6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635530-6332-4C6D-8D57-FB801F0D89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625839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BFD393-DDA4-46B3-9015-E98BA3C5E1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625839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6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C8D0AC-60EF-4FC8-B5EA-F47FDC0EC1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623108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582D83-F75E-4DDE-BD25-0520A6735C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623108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6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A3FECD-56C1-427D-BECF-5F2DAEE1B1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620377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EEC3DC-2C31-4D7A-BC43-04CE5A4E34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620377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6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624085-E0DE-4220-8D02-292BD23F2D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617646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C46C92-FE1F-48CD-8BCF-70D19373B9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617646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6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2A3B3B-EBF3-4EDC-BD3F-37830103ED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614914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FEE355-09DB-49E5-BD78-65DE3BFC0A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614914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6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40A853-1FF6-43C1-951E-961D045C86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612183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105573-8CAD-4D36-9028-FCEC87F8A8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612183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6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957AFF-ED80-40DB-A01D-0627165699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609452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C75578-140E-49ED-8230-FF5C3E6253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609452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6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5EB6A7-F9C1-4A93-A1A4-6B3F85DAC6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606721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EFC8E0-611F-483C-A9C3-D0CD316A99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606721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6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986E14-A893-4144-9405-16E288E30D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99322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EB8CAB-9830-47BA-90C7-2D739162A3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99322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6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3D7893-A010-443F-BAF6-4E7AE4DBD1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94993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38D639-2CF0-4E9A-8CC9-8F2DED1314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94993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6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4D7CF9-1C2B-406C-BFEB-0002EEF666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91922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ABC235-E1C9-4EDC-B4FC-DE8BB46B56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91922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6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D0CBCE-287C-498E-8C1F-E8508E0967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89540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1B6D2C-2C7F-4290-9CD1-A48D66FF62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89540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6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C506B1-F717-4336-BBC0-7A2733A2DA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87594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6C8E3E-B2DD-4616-A271-18662D7F1A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87594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6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3D4B98-CC04-4317-A992-AF26016E64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85948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13C4F6-1598-4385-8639-E8AE977021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85948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6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15A831-1C84-4B6A-93BE-F2AAEE1892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84523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39259A-FDE5-4CCB-A2AF-73EF718895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84523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6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82F1CA-CA0A-42B4-A74D-088830C050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83266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23C8B6-537B-48A9-BCB5-F33F0524E2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83266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6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BF2612-FF19-4AF0-B7BC-604B828E73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82141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0673EB-547B-40E1-9B3E-433455D2E5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82141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6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C442FE-FCA6-46C8-9CEE-99D95B8C71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74742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FA9DAA-1C76-4B4B-8A84-D6BA1F724D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74742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6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BD4204-D152-4461-9315-D6F876869C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70413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122F9A-4BEA-4AD0-A8A8-13104D98FB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70413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6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C6B6E9-3D18-42E4-9B0E-2DEF8AD5EC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67342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507306-C35A-4966-A94F-AA51D556FE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67342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6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1DD9E2-7DE1-40F5-AB1B-BBB1049696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64960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D253C9-966F-49FD-8402-4B6B41F57A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64960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6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168330-AF39-49C8-BF94-F280FFF4AD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63014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592BAC-769E-4F5A-B777-42DB4B86B2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63014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6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5E26E0-FA01-4427-A674-6968216FC6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61368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92E213-2DE2-4174-A7CC-7F03D422B5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61368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6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FA87F4-128D-4532-9D3B-4FD4472FE4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59943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597E8B-B113-44EE-ADCD-904BA2EADE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59943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6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CDD20A-F822-40B5-B9C2-7D22C25FF7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58686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B23EBE-87A9-40DD-9D8C-097325774D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58686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6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3832D1-6C8A-4DC2-800E-30A5B90664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57561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CFAE1B-3B50-48AC-934A-344814794B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57561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6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FCFFB8-4749-4665-ABC2-B198B7D47E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50161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3B7CA1-0144-4551-B598-24AE888531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50161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6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00270E-FD86-4394-9680-B87363E885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45833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ABEFBE-F69B-4271-9AB5-EFC8979BBB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45833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6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205C01-5E78-41B2-9549-B69C7E0929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42762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FA9DEC-5571-4DF6-BFFD-0B261F1DD7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42762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6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D99388-8762-4695-A4CE-958C64A7FC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40380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14F519-0804-4558-92E0-ACBDA91BB5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40380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6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9EAF1E-C839-4214-A42A-E831A154B6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38434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40F44D-CBFE-4CA5-AF8B-F43618ADDE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38434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6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67BF57-AF2D-40CC-B341-313AEF510D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36788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AB9CC6-D99D-4DB2-BFA0-06DC848F6B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36788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6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91F064-EB3B-46F1-A307-6A1BF5F2EB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35363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5E1F58-0D81-421A-B6F8-9CC08EC59B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35363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6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7CE98A-5D49-4CEC-9FF4-40319697F3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34105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19FCD0-3696-4E4B-BB79-A48E5C074D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34105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6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84A403-2B12-48E5-9D8E-E089A5DDF4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32981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368707-B9F9-477E-8705-1938FB5E9F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32981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6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EB7E4B-CEBD-4403-A1D4-750C2B76D2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25581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041490-3B42-4316-8BF0-F4B2B1A214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25581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6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C2ABD2-123F-43CD-8704-5D10FD3026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21253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66B92D-F224-4FB3-9A80-6501A1163D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21253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6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43ACCA-6EBC-42D1-BCCA-4B8745A1AC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18182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C828AB-5527-494A-B3B9-79233A0605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18182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6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59EC8C-DB59-4101-8E74-C243C6915B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15800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074491-4769-4893-BCD8-804EA905D0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15800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6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C284E5-38D8-4059-928F-1A919079B8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13854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8F06C9-0FC1-41C7-92B6-AB226CE54B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579" y="513854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1690" name="Text X">
            <a:extLst xmlns:a="http://schemas.openxmlformats.org/drawingml/2006/main">
              <a:ext uri="{FF2B5EF4-FFF2-40B4-BE49-F238E27FC236}">
                <a16:creationId xmlns:a16="http://schemas.microsoft.com/office/drawing/2014/main" id="{B8583DFB-8505-4BA9-ABD7-D81AC02EDE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51817" y="5790883"/>
            <a:ext cx="73796" cy="63127"/>
          </a:xfrm>
          <a:custGeom xmlns:a="http://schemas.openxmlformats.org/drawingml/2006/main">
            <a:pathLst>
              <a:path w="73796" h="63127">
                <a:moveTo>
                  <a:pt x="0" y="59768"/>
                </a:moveTo>
                <a:lnTo>
                  <a:pt x="0" y="49049"/>
                </a:lnTo>
                <a:lnTo>
                  <a:pt x="27414" y="30724"/>
                </a:lnTo>
                <a:lnTo>
                  <a:pt x="0" y="12299"/>
                </a:lnTo>
                <a:lnTo>
                  <a:pt x="0" y="1581"/>
                </a:lnTo>
                <a:lnTo>
                  <a:pt x="35439" y="25290"/>
                </a:lnTo>
                <a:lnTo>
                  <a:pt x="73796" y="0"/>
                </a:lnTo>
                <a:lnTo>
                  <a:pt x="73796" y="10719"/>
                </a:lnTo>
                <a:lnTo>
                  <a:pt x="42430" y="31465"/>
                </a:lnTo>
                <a:lnTo>
                  <a:pt x="73796" y="52359"/>
                </a:lnTo>
                <a:lnTo>
                  <a:pt x="73796" y="63127"/>
                </a:lnTo>
                <a:lnTo>
                  <a:pt x="34402" y="36799"/>
                </a:lnTo>
                <a:lnTo>
                  <a:pt x="0" y="59768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91" name="Text S">
            <a:extLst xmlns:a="http://schemas.openxmlformats.org/drawingml/2006/main">
              <a:ext uri="{FF2B5EF4-FFF2-40B4-BE49-F238E27FC236}">
                <a16:creationId xmlns:a16="http://schemas.microsoft.com/office/drawing/2014/main" id="{60A0C5E9-DD27-46F3-BCBB-CB3E24BFF5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50533" y="5729145"/>
            <a:ext cx="76562" cy="51914"/>
          </a:xfrm>
          <a:custGeom xmlns:a="http://schemas.openxmlformats.org/drawingml/2006/main">
            <a:pathLst>
              <a:path w="76562" h="51914">
                <a:moveTo>
                  <a:pt x="3754" y="4446"/>
                </a:moveTo>
                <a:lnTo>
                  <a:pt x="13534" y="4446"/>
                </a:lnTo>
                <a:cubicBezTo>
                  <a:pt x="11707" y="8232"/>
                  <a:pt x="10344" y="11805"/>
                  <a:pt x="9447" y="15164"/>
                </a:cubicBezTo>
                <a:cubicBezTo>
                  <a:pt x="8549" y="18523"/>
                  <a:pt x="8101" y="21767"/>
                  <a:pt x="8101" y="24895"/>
                </a:cubicBezTo>
                <a:cubicBezTo>
                  <a:pt x="8101" y="30328"/>
                  <a:pt x="9156" y="34519"/>
                  <a:pt x="11267" y="37466"/>
                </a:cubicBezTo>
                <a:cubicBezTo>
                  <a:pt x="13376" y="40413"/>
                  <a:pt x="16376" y="41887"/>
                  <a:pt x="20267" y="41887"/>
                </a:cubicBezTo>
                <a:cubicBezTo>
                  <a:pt x="23532" y="41887"/>
                  <a:pt x="25997" y="40907"/>
                  <a:pt x="27663" y="38948"/>
                </a:cubicBezTo>
                <a:cubicBezTo>
                  <a:pt x="29328" y="36989"/>
                  <a:pt x="30671" y="33276"/>
                  <a:pt x="31693" y="27809"/>
                </a:cubicBezTo>
                <a:lnTo>
                  <a:pt x="32926" y="21783"/>
                </a:lnTo>
                <a:cubicBezTo>
                  <a:pt x="34343" y="14341"/>
                  <a:pt x="36839" y="8850"/>
                  <a:pt x="40414" y="5310"/>
                </a:cubicBezTo>
                <a:cubicBezTo>
                  <a:pt x="43988" y="1770"/>
                  <a:pt x="48773" y="0"/>
                  <a:pt x="54770" y="0"/>
                </a:cubicBezTo>
                <a:cubicBezTo>
                  <a:pt x="61918" y="0"/>
                  <a:pt x="67338" y="2396"/>
                  <a:pt x="71028" y="7187"/>
                </a:cubicBezTo>
                <a:cubicBezTo>
                  <a:pt x="74717" y="11978"/>
                  <a:pt x="76562" y="19001"/>
                  <a:pt x="76562" y="28254"/>
                </a:cubicBezTo>
                <a:cubicBezTo>
                  <a:pt x="76562" y="31744"/>
                  <a:pt x="76163" y="35457"/>
                  <a:pt x="75364" y="39392"/>
                </a:cubicBezTo>
                <a:cubicBezTo>
                  <a:pt x="74566" y="43328"/>
                  <a:pt x="73384" y="47403"/>
                  <a:pt x="71820" y="51618"/>
                </a:cubicBezTo>
                <a:lnTo>
                  <a:pt x="61546" y="51618"/>
                </a:lnTo>
                <a:cubicBezTo>
                  <a:pt x="63835" y="47567"/>
                  <a:pt x="65559" y="43599"/>
                  <a:pt x="66720" y="39713"/>
                </a:cubicBezTo>
                <a:cubicBezTo>
                  <a:pt x="67881" y="35828"/>
                  <a:pt x="68461" y="32008"/>
                  <a:pt x="68461" y="28254"/>
                </a:cubicBezTo>
                <a:cubicBezTo>
                  <a:pt x="68461" y="22557"/>
                  <a:pt x="67341" y="18161"/>
                  <a:pt x="65099" y="15065"/>
                </a:cubicBezTo>
                <a:cubicBezTo>
                  <a:pt x="62857" y="11970"/>
                  <a:pt x="59659" y="10422"/>
                  <a:pt x="55506" y="10422"/>
                </a:cubicBezTo>
                <a:cubicBezTo>
                  <a:pt x="51880" y="10422"/>
                  <a:pt x="49044" y="11534"/>
                  <a:pt x="47001" y="13756"/>
                </a:cubicBezTo>
                <a:cubicBezTo>
                  <a:pt x="44956" y="15979"/>
                  <a:pt x="43423" y="19626"/>
                  <a:pt x="42401" y="24697"/>
                </a:cubicBezTo>
                <a:lnTo>
                  <a:pt x="41217" y="30773"/>
                </a:lnTo>
                <a:cubicBezTo>
                  <a:pt x="39734" y="38215"/>
                  <a:pt x="37411" y="43599"/>
                  <a:pt x="34249" y="46925"/>
                </a:cubicBezTo>
                <a:cubicBezTo>
                  <a:pt x="31086" y="50251"/>
                  <a:pt x="26687" y="51914"/>
                  <a:pt x="21053" y="51914"/>
                </a:cubicBezTo>
                <a:cubicBezTo>
                  <a:pt x="14530" y="51914"/>
                  <a:pt x="9390" y="49617"/>
                  <a:pt x="5634" y="45023"/>
                </a:cubicBezTo>
                <a:cubicBezTo>
                  <a:pt x="1878" y="40430"/>
                  <a:pt x="0" y="34099"/>
                  <a:pt x="0" y="26031"/>
                </a:cubicBezTo>
                <a:cubicBezTo>
                  <a:pt x="0" y="22573"/>
                  <a:pt x="313" y="19050"/>
                  <a:pt x="938" y="15461"/>
                </a:cubicBezTo>
                <a:cubicBezTo>
                  <a:pt x="1564" y="11871"/>
                  <a:pt x="2503" y="8200"/>
                  <a:pt x="3754" y="4446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92" name="Text a">
            <a:extLst xmlns:a="http://schemas.openxmlformats.org/drawingml/2006/main">
              <a:ext uri="{FF2B5EF4-FFF2-40B4-BE49-F238E27FC236}">
                <a16:creationId xmlns:a16="http://schemas.microsoft.com/office/drawing/2014/main" id="{6555553B-FE3E-43A2-AE79-B7D5BB160C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68908" y="5670687"/>
            <a:ext cx="58187" cy="46728"/>
          </a:xfrm>
          <a:custGeom xmlns:a="http://schemas.openxmlformats.org/drawingml/2006/main">
            <a:pathLst>
              <a:path w="58187" h="46728">
                <a:moveTo>
                  <a:pt x="28847" y="18128"/>
                </a:moveTo>
                <a:cubicBezTo>
                  <a:pt x="28847" y="25471"/>
                  <a:pt x="29690" y="30559"/>
                  <a:pt x="31378" y="33391"/>
                </a:cubicBezTo>
                <a:cubicBezTo>
                  <a:pt x="33065" y="36223"/>
                  <a:pt x="35942" y="37639"/>
                  <a:pt x="40011" y="37639"/>
                </a:cubicBezTo>
                <a:cubicBezTo>
                  <a:pt x="43253" y="37639"/>
                  <a:pt x="45825" y="36577"/>
                  <a:pt x="47728" y="34453"/>
                </a:cubicBezTo>
                <a:cubicBezTo>
                  <a:pt x="49629" y="32329"/>
                  <a:pt x="50580" y="29439"/>
                  <a:pt x="50580" y="25784"/>
                </a:cubicBezTo>
                <a:cubicBezTo>
                  <a:pt x="50580" y="20746"/>
                  <a:pt x="48786" y="16704"/>
                  <a:pt x="45196" y="13658"/>
                </a:cubicBezTo>
                <a:cubicBezTo>
                  <a:pt x="41606" y="10612"/>
                  <a:pt x="36833" y="9089"/>
                  <a:pt x="30876" y="9089"/>
                </a:cubicBezTo>
                <a:lnTo>
                  <a:pt x="28847" y="9089"/>
                </a:lnTo>
                <a:lnTo>
                  <a:pt x="28847" y="18128"/>
                </a:lnTo>
                <a:moveTo>
                  <a:pt x="25093" y="0"/>
                </a:moveTo>
                <a:lnTo>
                  <a:pt x="56705" y="0"/>
                </a:lnTo>
                <a:lnTo>
                  <a:pt x="56705" y="9089"/>
                </a:lnTo>
                <a:lnTo>
                  <a:pt x="48308" y="9089"/>
                </a:lnTo>
                <a:cubicBezTo>
                  <a:pt x="51683" y="11163"/>
                  <a:pt x="54174" y="13748"/>
                  <a:pt x="55779" y="16844"/>
                </a:cubicBezTo>
                <a:cubicBezTo>
                  <a:pt x="57384" y="19939"/>
                  <a:pt x="58187" y="23726"/>
                  <a:pt x="58187" y="28204"/>
                </a:cubicBezTo>
                <a:cubicBezTo>
                  <a:pt x="58187" y="33868"/>
                  <a:pt x="56594" y="38372"/>
                  <a:pt x="53408" y="41714"/>
                </a:cubicBezTo>
                <a:cubicBezTo>
                  <a:pt x="50221" y="45056"/>
                  <a:pt x="45953" y="46728"/>
                  <a:pt x="40604" y="46728"/>
                </a:cubicBezTo>
                <a:cubicBezTo>
                  <a:pt x="34364" y="46728"/>
                  <a:pt x="29659" y="44645"/>
                  <a:pt x="26490" y="40479"/>
                </a:cubicBezTo>
                <a:cubicBezTo>
                  <a:pt x="23319" y="36313"/>
                  <a:pt x="21734" y="30098"/>
                  <a:pt x="21734" y="21833"/>
                </a:cubicBezTo>
                <a:lnTo>
                  <a:pt x="21734" y="9089"/>
                </a:lnTo>
                <a:lnTo>
                  <a:pt x="20845" y="9089"/>
                </a:lnTo>
                <a:cubicBezTo>
                  <a:pt x="16663" y="9089"/>
                  <a:pt x="13427" y="10463"/>
                  <a:pt x="11139" y="13213"/>
                </a:cubicBezTo>
                <a:cubicBezTo>
                  <a:pt x="8850" y="15963"/>
                  <a:pt x="7706" y="19824"/>
                  <a:pt x="7706" y="24796"/>
                </a:cubicBezTo>
                <a:cubicBezTo>
                  <a:pt x="7706" y="27957"/>
                  <a:pt x="8084" y="31036"/>
                  <a:pt x="8842" y="34033"/>
                </a:cubicBezTo>
                <a:cubicBezTo>
                  <a:pt x="9599" y="37030"/>
                  <a:pt x="10735" y="39911"/>
                  <a:pt x="12250" y="42677"/>
                </a:cubicBezTo>
                <a:lnTo>
                  <a:pt x="3853" y="42677"/>
                </a:lnTo>
                <a:cubicBezTo>
                  <a:pt x="2569" y="39351"/>
                  <a:pt x="1605" y="36124"/>
                  <a:pt x="963" y="32996"/>
                </a:cubicBezTo>
                <a:cubicBezTo>
                  <a:pt x="321" y="29867"/>
                  <a:pt x="0" y="26821"/>
                  <a:pt x="0" y="23858"/>
                </a:cubicBezTo>
                <a:cubicBezTo>
                  <a:pt x="0" y="15856"/>
                  <a:pt x="2075" y="9879"/>
                  <a:pt x="6224" y="5927"/>
                </a:cubicBezTo>
                <a:cubicBezTo>
                  <a:pt x="10373" y="1976"/>
                  <a:pt x="16663" y="0"/>
                  <a:pt x="2509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93" name="Text t">
            <a:extLst xmlns:a="http://schemas.openxmlformats.org/drawingml/2006/main">
              <a:ext uri="{FF2B5EF4-FFF2-40B4-BE49-F238E27FC236}">
                <a16:creationId xmlns:a16="http://schemas.microsoft.com/office/drawing/2014/main" id="{5A5CA579-F1EC-476A-A36D-764BB9B0E9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54583" y="5624235"/>
            <a:ext cx="71030" cy="34527"/>
          </a:xfrm>
          <a:custGeom xmlns:a="http://schemas.openxmlformats.org/drawingml/2006/main">
            <a:pathLst>
              <a:path w="71030" h="34527">
                <a:moveTo>
                  <a:pt x="0" y="18721"/>
                </a:moveTo>
                <a:lnTo>
                  <a:pt x="15708" y="18721"/>
                </a:lnTo>
                <a:lnTo>
                  <a:pt x="15708" y="0"/>
                </a:lnTo>
                <a:lnTo>
                  <a:pt x="22820" y="0"/>
                </a:lnTo>
                <a:lnTo>
                  <a:pt x="22820" y="18721"/>
                </a:lnTo>
                <a:lnTo>
                  <a:pt x="52815" y="18721"/>
                </a:lnTo>
                <a:cubicBezTo>
                  <a:pt x="57322" y="18721"/>
                  <a:pt x="60216" y="18103"/>
                  <a:pt x="61500" y="16868"/>
                </a:cubicBezTo>
                <a:cubicBezTo>
                  <a:pt x="62782" y="15633"/>
                  <a:pt x="63423" y="13123"/>
                  <a:pt x="63423" y="9336"/>
                </a:cubicBezTo>
                <a:lnTo>
                  <a:pt x="63423" y="0"/>
                </a:lnTo>
                <a:lnTo>
                  <a:pt x="71030" y="0"/>
                </a:lnTo>
                <a:lnTo>
                  <a:pt x="71030" y="9336"/>
                </a:lnTo>
                <a:cubicBezTo>
                  <a:pt x="71030" y="16350"/>
                  <a:pt x="69722" y="21190"/>
                  <a:pt x="67106" y="23858"/>
                </a:cubicBezTo>
                <a:cubicBezTo>
                  <a:pt x="64489" y="26525"/>
                  <a:pt x="59726" y="27859"/>
                  <a:pt x="52815" y="27859"/>
                </a:cubicBezTo>
                <a:lnTo>
                  <a:pt x="22820" y="27859"/>
                </a:lnTo>
                <a:lnTo>
                  <a:pt x="22820" y="34527"/>
                </a:lnTo>
                <a:lnTo>
                  <a:pt x="15708" y="34527"/>
                </a:lnTo>
                <a:lnTo>
                  <a:pt x="15708" y="27859"/>
                </a:lnTo>
                <a:lnTo>
                  <a:pt x="0" y="27859"/>
                </a:lnTo>
                <a:lnTo>
                  <a:pt x="0" y="18721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CDA5A5-0C7E-481F-9618-99D48CCADC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32031" y="5138540"/>
            <a:ext cx="1612790" cy="1201788"/>
          </a:xfrm>
          <a:custGeom xmlns:a="http://schemas.openxmlformats.org/drawingml/2006/main">
            <a:pathLst>
              <a:path w="1612790" h="1201788" fill="none">
                <a:moveTo>
                  <a:pt x="0" y="1201788"/>
                </a:moveTo>
                <a:lnTo>
                  <a:pt x="1612790" y="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sq">
            <a:solidFill>
              <a:srgbClr val="000000"/>
            </a:solidFill>
            <a:round/>
          </a:ln>
        </p:spPr>
      </p:sp>
      <p:sp>
        <p:nvSpPr>
          <p:cNvPr id="116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34F4F7-9D22-4FC2-BC60-5EA89388C9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32031" y="5138540"/>
            <a:ext cx="10" cy="1201788"/>
          </a:xfrm>
          <a:custGeom xmlns:a="http://schemas.openxmlformats.org/drawingml/2006/main">
            <a:pathLst>
              <a:path w="1" h="1201788" fill="none">
                <a:moveTo>
                  <a:pt x="0" y="1201788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116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23A2AA-C3CA-4BCF-8A37-514C3EB2C1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44821" y="5138540"/>
            <a:ext cx="10" cy="1201788"/>
          </a:xfrm>
          <a:custGeom xmlns:a="http://schemas.openxmlformats.org/drawingml/2006/main">
            <a:pathLst>
              <a:path w="1" h="1201788" fill="none">
                <a:moveTo>
                  <a:pt x="0" y="1201788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116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CA6368-8B09-47DC-A2A9-6E09567045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32031" y="6340328"/>
            <a:ext cx="1612790" cy="10"/>
          </a:xfrm>
          <a:custGeom xmlns:a="http://schemas.openxmlformats.org/drawingml/2006/main">
            <a:pathLst>
              <a:path w="1612790" h="1" fill="none">
                <a:moveTo>
                  <a:pt x="0" y="0"/>
                </a:moveTo>
                <a:lnTo>
                  <a:pt x="161279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116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A8E2E3-769C-4E0F-AF8F-0AF5E57792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32031" y="5138540"/>
            <a:ext cx="1612790" cy="10"/>
          </a:xfrm>
          <a:custGeom xmlns:a="http://schemas.openxmlformats.org/drawingml/2006/main">
            <a:pathLst>
              <a:path w="1612790" h="1" fill="none">
                <a:moveTo>
                  <a:pt x="0" y="0"/>
                </a:moveTo>
                <a:lnTo>
                  <a:pt x="161279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11699" name="Text 105">
            <a:extLst xmlns:a="http://schemas.openxmlformats.org/drawingml/2006/main">
              <a:ext uri="{FF2B5EF4-FFF2-40B4-BE49-F238E27FC236}">
                <a16:creationId xmlns:a16="http://schemas.microsoft.com/office/drawing/2014/main" id="{2C3172F0-3E11-4D0F-8FE6-C4460FCD8D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94011" y="5518208"/>
            <a:ext cx="370891" cy="164061"/>
          </a:xfrm>
          <a:custGeom xmlns:a="http://schemas.openxmlformats.org/drawingml/2006/main">
            <a:pathLst>
              <a:path w="370891" h="164061">
                <a:moveTo>
                  <a:pt x="3070" y="142892"/>
                </a:moveTo>
                <a:lnTo>
                  <a:pt x="37999" y="142892"/>
                </a:lnTo>
                <a:lnTo>
                  <a:pt x="37999" y="22228"/>
                </a:lnTo>
                <a:lnTo>
                  <a:pt x="0" y="29849"/>
                </a:lnTo>
                <a:lnTo>
                  <a:pt x="0" y="10373"/>
                </a:lnTo>
                <a:lnTo>
                  <a:pt x="37787" y="2752"/>
                </a:lnTo>
                <a:lnTo>
                  <a:pt x="59168" y="2752"/>
                </a:lnTo>
                <a:lnTo>
                  <a:pt x="59168" y="142892"/>
                </a:lnTo>
                <a:lnTo>
                  <a:pt x="94097" y="142892"/>
                </a:lnTo>
                <a:lnTo>
                  <a:pt x="94097" y="160886"/>
                </a:lnTo>
                <a:lnTo>
                  <a:pt x="3070" y="160886"/>
                </a:lnTo>
                <a:lnTo>
                  <a:pt x="3070" y="142892"/>
                </a:lnTo>
                <a:close/>
                <a:moveTo>
                  <a:pt x="182958" y="16935"/>
                </a:moveTo>
                <a:cubicBezTo>
                  <a:pt x="171950" y="16935"/>
                  <a:pt x="163677" y="22356"/>
                  <a:pt x="158137" y="33196"/>
                </a:cubicBezTo>
                <a:cubicBezTo>
                  <a:pt x="152598" y="44036"/>
                  <a:pt x="149828" y="60332"/>
                  <a:pt x="149828" y="82084"/>
                </a:cubicBezTo>
                <a:cubicBezTo>
                  <a:pt x="149828" y="103764"/>
                  <a:pt x="152598" y="120025"/>
                  <a:pt x="158137" y="130865"/>
                </a:cubicBezTo>
                <a:cubicBezTo>
                  <a:pt x="163677" y="141706"/>
                  <a:pt x="171950" y="147126"/>
                  <a:pt x="182958" y="147126"/>
                </a:cubicBezTo>
                <a:cubicBezTo>
                  <a:pt x="194037" y="147126"/>
                  <a:pt x="202346" y="141706"/>
                  <a:pt x="207885" y="130865"/>
                </a:cubicBezTo>
                <a:cubicBezTo>
                  <a:pt x="213424" y="120025"/>
                  <a:pt x="216194" y="103764"/>
                  <a:pt x="216194" y="82084"/>
                </a:cubicBezTo>
                <a:cubicBezTo>
                  <a:pt x="216194" y="60332"/>
                  <a:pt x="213424" y="44036"/>
                  <a:pt x="207885" y="33196"/>
                </a:cubicBezTo>
                <a:cubicBezTo>
                  <a:pt x="202346" y="22356"/>
                  <a:pt x="194037" y="16935"/>
                  <a:pt x="182958" y="16935"/>
                </a:cubicBezTo>
                <a:moveTo>
                  <a:pt x="182958" y="0"/>
                </a:moveTo>
                <a:cubicBezTo>
                  <a:pt x="200670" y="0"/>
                  <a:pt x="214200" y="7008"/>
                  <a:pt x="223550" y="21024"/>
                </a:cubicBezTo>
                <a:cubicBezTo>
                  <a:pt x="232900" y="35039"/>
                  <a:pt x="237575" y="55393"/>
                  <a:pt x="237575" y="82084"/>
                </a:cubicBezTo>
                <a:cubicBezTo>
                  <a:pt x="237575" y="108704"/>
                  <a:pt x="232900" y="129022"/>
                  <a:pt x="223550" y="143038"/>
                </a:cubicBezTo>
                <a:cubicBezTo>
                  <a:pt x="214200" y="157054"/>
                  <a:pt x="200670" y="164061"/>
                  <a:pt x="182958" y="164061"/>
                </a:cubicBezTo>
                <a:cubicBezTo>
                  <a:pt x="165247" y="164061"/>
                  <a:pt x="151716" y="157054"/>
                  <a:pt x="142366" y="143038"/>
                </a:cubicBezTo>
                <a:cubicBezTo>
                  <a:pt x="133017" y="129022"/>
                  <a:pt x="128342" y="108704"/>
                  <a:pt x="128342" y="82084"/>
                </a:cubicBezTo>
                <a:cubicBezTo>
                  <a:pt x="128342" y="55393"/>
                  <a:pt x="133017" y="35039"/>
                  <a:pt x="142366" y="21024"/>
                </a:cubicBezTo>
                <a:cubicBezTo>
                  <a:pt x="151716" y="7008"/>
                  <a:pt x="165247" y="0"/>
                  <a:pt x="182958" y="0"/>
                </a:cubicBezTo>
                <a:close/>
                <a:moveTo>
                  <a:pt x="275312" y="2752"/>
                </a:moveTo>
                <a:lnTo>
                  <a:pt x="359248" y="2752"/>
                </a:lnTo>
                <a:lnTo>
                  <a:pt x="359248" y="20746"/>
                </a:lnTo>
                <a:lnTo>
                  <a:pt x="294893" y="20746"/>
                </a:lnTo>
                <a:lnTo>
                  <a:pt x="294893" y="59486"/>
                </a:lnTo>
                <a:cubicBezTo>
                  <a:pt x="297998" y="58427"/>
                  <a:pt x="301103" y="57633"/>
                  <a:pt x="304208" y="57104"/>
                </a:cubicBezTo>
                <a:cubicBezTo>
                  <a:pt x="307312" y="56575"/>
                  <a:pt x="310417" y="56310"/>
                  <a:pt x="313522" y="56310"/>
                </a:cubicBezTo>
                <a:cubicBezTo>
                  <a:pt x="331163" y="56310"/>
                  <a:pt x="345135" y="61154"/>
                  <a:pt x="355437" y="70841"/>
                </a:cubicBezTo>
                <a:cubicBezTo>
                  <a:pt x="365739" y="80526"/>
                  <a:pt x="370891" y="93641"/>
                  <a:pt x="370891" y="110186"/>
                </a:cubicBezTo>
                <a:cubicBezTo>
                  <a:pt x="370891" y="127225"/>
                  <a:pt x="365598" y="140464"/>
                  <a:pt x="355014" y="149905"/>
                </a:cubicBezTo>
                <a:cubicBezTo>
                  <a:pt x="344429" y="159342"/>
                  <a:pt x="329505" y="164061"/>
                  <a:pt x="310241" y="164061"/>
                </a:cubicBezTo>
                <a:cubicBezTo>
                  <a:pt x="303608" y="164061"/>
                  <a:pt x="296851" y="163497"/>
                  <a:pt x="289971" y="162368"/>
                </a:cubicBezTo>
                <a:cubicBezTo>
                  <a:pt x="283091" y="161239"/>
                  <a:pt x="275982" y="159545"/>
                  <a:pt x="268643" y="157287"/>
                </a:cubicBezTo>
                <a:lnTo>
                  <a:pt x="268643" y="135695"/>
                </a:lnTo>
                <a:cubicBezTo>
                  <a:pt x="274994" y="139188"/>
                  <a:pt x="281557" y="141790"/>
                  <a:pt x="288331" y="143501"/>
                </a:cubicBezTo>
                <a:cubicBezTo>
                  <a:pt x="295105" y="145212"/>
                  <a:pt x="302267" y="146068"/>
                  <a:pt x="309817" y="146068"/>
                </a:cubicBezTo>
                <a:cubicBezTo>
                  <a:pt x="322025" y="146068"/>
                  <a:pt x="331692" y="142848"/>
                  <a:pt x="338819" y="136409"/>
                </a:cubicBezTo>
                <a:cubicBezTo>
                  <a:pt x="345946" y="129968"/>
                  <a:pt x="349510" y="121227"/>
                  <a:pt x="349510" y="110186"/>
                </a:cubicBezTo>
                <a:cubicBezTo>
                  <a:pt x="349510" y="99145"/>
                  <a:pt x="345946" y="90405"/>
                  <a:pt x="338819" y="83966"/>
                </a:cubicBezTo>
                <a:cubicBezTo>
                  <a:pt x="331692" y="77525"/>
                  <a:pt x="322025" y="74304"/>
                  <a:pt x="309817" y="74304"/>
                </a:cubicBezTo>
                <a:cubicBezTo>
                  <a:pt x="304102" y="74304"/>
                  <a:pt x="298404" y="74939"/>
                  <a:pt x="292723" y="76209"/>
                </a:cubicBezTo>
                <a:cubicBezTo>
                  <a:pt x="287043" y="77479"/>
                  <a:pt x="281239" y="79455"/>
                  <a:pt x="275312" y="82137"/>
                </a:cubicBezTo>
                <a:lnTo>
                  <a:pt x="275312" y="2752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00" name="Text 12">
            <a:extLst xmlns:a="http://schemas.openxmlformats.org/drawingml/2006/main">
              <a:ext uri="{FF2B5EF4-FFF2-40B4-BE49-F238E27FC236}">
                <a16:creationId xmlns:a16="http://schemas.microsoft.com/office/drawing/2014/main" id="{6A00285F-75E3-4B4E-92EB-01C71435E5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85553" y="5758565"/>
            <a:ext cx="230271" cy="160886"/>
          </a:xfrm>
          <a:custGeom xmlns:a="http://schemas.openxmlformats.org/drawingml/2006/main">
            <a:pathLst>
              <a:path w="230271" h="160886">
                <a:moveTo>
                  <a:pt x="3070" y="142892"/>
                </a:moveTo>
                <a:lnTo>
                  <a:pt x="37999" y="142892"/>
                </a:lnTo>
                <a:lnTo>
                  <a:pt x="37999" y="22228"/>
                </a:lnTo>
                <a:lnTo>
                  <a:pt x="0" y="29849"/>
                </a:lnTo>
                <a:lnTo>
                  <a:pt x="0" y="10373"/>
                </a:lnTo>
                <a:lnTo>
                  <a:pt x="37787" y="2752"/>
                </a:lnTo>
                <a:lnTo>
                  <a:pt x="59168" y="2752"/>
                </a:lnTo>
                <a:lnTo>
                  <a:pt x="59168" y="142892"/>
                </a:lnTo>
                <a:lnTo>
                  <a:pt x="94097" y="142892"/>
                </a:lnTo>
                <a:lnTo>
                  <a:pt x="94097" y="160886"/>
                </a:lnTo>
                <a:lnTo>
                  <a:pt x="3070" y="160886"/>
                </a:lnTo>
                <a:lnTo>
                  <a:pt x="3070" y="142892"/>
                </a:lnTo>
                <a:close/>
                <a:moveTo>
                  <a:pt x="155650" y="142892"/>
                </a:moveTo>
                <a:lnTo>
                  <a:pt x="230271" y="142892"/>
                </a:lnTo>
                <a:lnTo>
                  <a:pt x="230271" y="160886"/>
                </a:lnTo>
                <a:lnTo>
                  <a:pt x="129929" y="160886"/>
                </a:lnTo>
                <a:lnTo>
                  <a:pt x="129929" y="142892"/>
                </a:lnTo>
                <a:cubicBezTo>
                  <a:pt x="138044" y="134495"/>
                  <a:pt x="149105" y="123222"/>
                  <a:pt x="163112" y="109074"/>
                </a:cubicBezTo>
                <a:cubicBezTo>
                  <a:pt x="177119" y="94926"/>
                  <a:pt x="185922" y="85806"/>
                  <a:pt x="189521" y="81713"/>
                </a:cubicBezTo>
                <a:cubicBezTo>
                  <a:pt x="196365" y="74022"/>
                  <a:pt x="201146" y="67512"/>
                  <a:pt x="203863" y="62185"/>
                </a:cubicBezTo>
                <a:cubicBezTo>
                  <a:pt x="206580" y="56857"/>
                  <a:pt x="207938" y="51618"/>
                  <a:pt x="207938" y="46466"/>
                </a:cubicBezTo>
                <a:cubicBezTo>
                  <a:pt x="207938" y="38069"/>
                  <a:pt x="204992" y="31225"/>
                  <a:pt x="199100" y="25932"/>
                </a:cubicBezTo>
                <a:cubicBezTo>
                  <a:pt x="193208" y="20640"/>
                  <a:pt x="185534" y="17994"/>
                  <a:pt x="176078" y="17994"/>
                </a:cubicBezTo>
                <a:cubicBezTo>
                  <a:pt x="169375" y="17994"/>
                  <a:pt x="162301" y="19167"/>
                  <a:pt x="154856" y="21513"/>
                </a:cubicBezTo>
                <a:cubicBezTo>
                  <a:pt x="147412" y="23859"/>
                  <a:pt x="139455" y="27414"/>
                  <a:pt x="130988" y="32177"/>
                </a:cubicBezTo>
                <a:lnTo>
                  <a:pt x="130988" y="10585"/>
                </a:lnTo>
                <a:cubicBezTo>
                  <a:pt x="139597" y="7092"/>
                  <a:pt x="147641" y="4454"/>
                  <a:pt x="155121" y="2673"/>
                </a:cubicBezTo>
                <a:cubicBezTo>
                  <a:pt x="162601" y="891"/>
                  <a:pt x="169445" y="0"/>
                  <a:pt x="175655" y="0"/>
                </a:cubicBezTo>
                <a:cubicBezTo>
                  <a:pt x="192026" y="0"/>
                  <a:pt x="205080" y="4093"/>
                  <a:pt x="214818" y="12278"/>
                </a:cubicBezTo>
                <a:cubicBezTo>
                  <a:pt x="224556" y="20464"/>
                  <a:pt x="229425" y="31401"/>
                  <a:pt x="229425" y="45090"/>
                </a:cubicBezTo>
                <a:cubicBezTo>
                  <a:pt x="229425" y="51582"/>
                  <a:pt x="228207" y="57739"/>
                  <a:pt x="225773" y="63561"/>
                </a:cubicBezTo>
                <a:cubicBezTo>
                  <a:pt x="223339" y="69382"/>
                  <a:pt x="218911" y="76244"/>
                  <a:pt x="212489" y="84148"/>
                </a:cubicBezTo>
                <a:cubicBezTo>
                  <a:pt x="210725" y="86194"/>
                  <a:pt x="205115" y="92104"/>
                  <a:pt x="195660" y="101877"/>
                </a:cubicBezTo>
                <a:cubicBezTo>
                  <a:pt x="186204" y="111650"/>
                  <a:pt x="172868" y="125322"/>
                  <a:pt x="155650" y="142892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01" name="Text 19.09Xspeedup">
            <a:extLst xmlns:a="http://schemas.openxmlformats.org/drawingml/2006/main">
              <a:ext uri="{FF2B5EF4-FFF2-40B4-BE49-F238E27FC236}">
                <a16:creationId xmlns:a16="http://schemas.microsoft.com/office/drawing/2014/main" id="{4451F6EB-7652-492E-834A-20ABDB2514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79477" y="5007347"/>
            <a:ext cx="923766" cy="111886"/>
          </a:xfrm>
          <a:custGeom xmlns:a="http://schemas.openxmlformats.org/drawingml/2006/main">
            <a:pathLst>
              <a:path w="923766" h="111886">
                <a:moveTo>
                  <a:pt x="1637" y="78241"/>
                </a:moveTo>
                <a:lnTo>
                  <a:pt x="20266" y="78241"/>
                </a:lnTo>
                <a:lnTo>
                  <a:pt x="20266" y="13887"/>
                </a:lnTo>
                <a:lnTo>
                  <a:pt x="0" y="17951"/>
                </a:lnTo>
                <a:lnTo>
                  <a:pt x="0" y="7564"/>
                </a:lnTo>
                <a:lnTo>
                  <a:pt x="20153" y="3500"/>
                </a:lnTo>
                <a:lnTo>
                  <a:pt x="31556" y="3500"/>
                </a:lnTo>
                <a:lnTo>
                  <a:pt x="31556" y="78241"/>
                </a:lnTo>
                <a:lnTo>
                  <a:pt x="50185" y="78241"/>
                </a:lnTo>
                <a:lnTo>
                  <a:pt x="50185" y="87838"/>
                </a:lnTo>
                <a:lnTo>
                  <a:pt x="1637" y="87838"/>
                </a:lnTo>
                <a:lnTo>
                  <a:pt x="1637" y="78241"/>
                </a:lnTo>
                <a:close/>
                <a:moveTo>
                  <a:pt x="73529" y="86145"/>
                </a:moveTo>
                <a:lnTo>
                  <a:pt x="73529" y="75758"/>
                </a:lnTo>
                <a:cubicBezTo>
                  <a:pt x="76389" y="77112"/>
                  <a:pt x="79287" y="78147"/>
                  <a:pt x="82223" y="78862"/>
                </a:cubicBezTo>
                <a:cubicBezTo>
                  <a:pt x="85158" y="79577"/>
                  <a:pt x="88037" y="79935"/>
                  <a:pt x="90860" y="79935"/>
                </a:cubicBezTo>
                <a:cubicBezTo>
                  <a:pt x="98387" y="79935"/>
                  <a:pt x="104135" y="77399"/>
                  <a:pt x="108106" y="72328"/>
                </a:cubicBezTo>
                <a:cubicBezTo>
                  <a:pt x="112076" y="67257"/>
                  <a:pt x="114343" y="59556"/>
                  <a:pt x="114908" y="49225"/>
                </a:cubicBezTo>
                <a:cubicBezTo>
                  <a:pt x="112725" y="52462"/>
                  <a:pt x="109959" y="54946"/>
                  <a:pt x="106610" y="56677"/>
                </a:cubicBezTo>
                <a:cubicBezTo>
                  <a:pt x="103260" y="58408"/>
                  <a:pt x="99553" y="59274"/>
                  <a:pt x="95489" y="59274"/>
                </a:cubicBezTo>
                <a:cubicBezTo>
                  <a:pt x="87059" y="59274"/>
                  <a:pt x="80388" y="56724"/>
                  <a:pt x="75477" y="51625"/>
                </a:cubicBezTo>
                <a:cubicBezTo>
                  <a:pt x="70565" y="46525"/>
                  <a:pt x="68110" y="39554"/>
                  <a:pt x="68110" y="30709"/>
                </a:cubicBezTo>
                <a:cubicBezTo>
                  <a:pt x="68110" y="22054"/>
                  <a:pt x="70669" y="15110"/>
                  <a:pt x="75787" y="9879"/>
                </a:cubicBezTo>
                <a:cubicBezTo>
                  <a:pt x="80905" y="4648"/>
                  <a:pt x="87717" y="2032"/>
                  <a:pt x="96223" y="2032"/>
                </a:cubicBezTo>
                <a:cubicBezTo>
                  <a:pt x="105970" y="2032"/>
                  <a:pt x="113412" y="5770"/>
                  <a:pt x="118549" y="13245"/>
                </a:cubicBezTo>
                <a:cubicBezTo>
                  <a:pt x="123686" y="20720"/>
                  <a:pt x="126255" y="31575"/>
                  <a:pt x="126255" y="45810"/>
                </a:cubicBezTo>
                <a:cubicBezTo>
                  <a:pt x="126255" y="59103"/>
                  <a:pt x="123103" y="69714"/>
                  <a:pt x="116799" y="77642"/>
                </a:cubicBezTo>
                <a:cubicBezTo>
                  <a:pt x="110495" y="85568"/>
                  <a:pt x="102018" y="89532"/>
                  <a:pt x="91368" y="89532"/>
                </a:cubicBezTo>
                <a:cubicBezTo>
                  <a:pt x="88508" y="89532"/>
                  <a:pt x="85610" y="89249"/>
                  <a:pt x="82674" y="88685"/>
                </a:cubicBezTo>
                <a:cubicBezTo>
                  <a:pt x="79739" y="88120"/>
                  <a:pt x="76690" y="87274"/>
                  <a:pt x="73529" y="86145"/>
                </a:cubicBezTo>
                <a:moveTo>
                  <a:pt x="96223" y="50355"/>
                </a:moveTo>
                <a:cubicBezTo>
                  <a:pt x="101341" y="50355"/>
                  <a:pt x="105396" y="48605"/>
                  <a:pt x="108388" y="45105"/>
                </a:cubicBezTo>
                <a:cubicBezTo>
                  <a:pt x="111380" y="41605"/>
                  <a:pt x="112876" y="36806"/>
                  <a:pt x="112876" y="30709"/>
                </a:cubicBezTo>
                <a:cubicBezTo>
                  <a:pt x="112876" y="24650"/>
                  <a:pt x="111380" y="19861"/>
                  <a:pt x="108388" y="16343"/>
                </a:cubicBezTo>
                <a:cubicBezTo>
                  <a:pt x="105396" y="12824"/>
                  <a:pt x="101341" y="11064"/>
                  <a:pt x="96223" y="11064"/>
                </a:cubicBezTo>
                <a:cubicBezTo>
                  <a:pt x="91104" y="11064"/>
                  <a:pt x="87049" y="12824"/>
                  <a:pt x="84057" y="16343"/>
                </a:cubicBezTo>
                <a:cubicBezTo>
                  <a:pt x="81065" y="19861"/>
                  <a:pt x="79569" y="24650"/>
                  <a:pt x="79569" y="30709"/>
                </a:cubicBezTo>
                <a:cubicBezTo>
                  <a:pt x="79569" y="36806"/>
                  <a:pt x="81065" y="41605"/>
                  <a:pt x="84057" y="45105"/>
                </a:cubicBezTo>
                <a:cubicBezTo>
                  <a:pt x="87049" y="48605"/>
                  <a:pt x="91104" y="50355"/>
                  <a:pt x="96223" y="50355"/>
                </a:cubicBezTo>
                <a:close/>
                <a:moveTo>
                  <a:pt x="146720" y="73500"/>
                </a:moveTo>
                <a:lnTo>
                  <a:pt x="158631" y="73500"/>
                </a:lnTo>
                <a:lnTo>
                  <a:pt x="158631" y="87838"/>
                </a:lnTo>
                <a:lnTo>
                  <a:pt x="146720" y="87838"/>
                </a:lnTo>
                <a:lnTo>
                  <a:pt x="146720" y="73500"/>
                </a:lnTo>
                <a:close/>
                <a:moveTo>
                  <a:pt x="207871" y="11064"/>
                </a:moveTo>
                <a:cubicBezTo>
                  <a:pt x="202000" y="11064"/>
                  <a:pt x="197588" y="13955"/>
                  <a:pt x="194633" y="19737"/>
                </a:cubicBezTo>
                <a:cubicBezTo>
                  <a:pt x="191679" y="25518"/>
                  <a:pt x="190202" y="34209"/>
                  <a:pt x="190202" y="45810"/>
                </a:cubicBezTo>
                <a:cubicBezTo>
                  <a:pt x="190202" y="57373"/>
                  <a:pt x="191679" y="66046"/>
                  <a:pt x="194633" y="71827"/>
                </a:cubicBezTo>
                <a:cubicBezTo>
                  <a:pt x="197588" y="77609"/>
                  <a:pt x="202000" y="80499"/>
                  <a:pt x="207871" y="80499"/>
                </a:cubicBezTo>
                <a:cubicBezTo>
                  <a:pt x="213780" y="80499"/>
                  <a:pt x="218211" y="77609"/>
                  <a:pt x="221165" y="71827"/>
                </a:cubicBezTo>
                <a:cubicBezTo>
                  <a:pt x="224120" y="66046"/>
                  <a:pt x="225597" y="57373"/>
                  <a:pt x="225597" y="45810"/>
                </a:cubicBezTo>
                <a:cubicBezTo>
                  <a:pt x="225597" y="34209"/>
                  <a:pt x="224120" y="25518"/>
                  <a:pt x="221165" y="19737"/>
                </a:cubicBezTo>
                <a:cubicBezTo>
                  <a:pt x="218211" y="13955"/>
                  <a:pt x="213780" y="11064"/>
                  <a:pt x="207871" y="11064"/>
                </a:cubicBezTo>
                <a:moveTo>
                  <a:pt x="207871" y="2032"/>
                </a:moveTo>
                <a:cubicBezTo>
                  <a:pt x="217317" y="2032"/>
                  <a:pt x="224534" y="5770"/>
                  <a:pt x="229520" y="13245"/>
                </a:cubicBezTo>
                <a:cubicBezTo>
                  <a:pt x="234507" y="20720"/>
                  <a:pt x="237000" y="31575"/>
                  <a:pt x="237000" y="45810"/>
                </a:cubicBezTo>
                <a:cubicBezTo>
                  <a:pt x="237000" y="60008"/>
                  <a:pt x="234507" y="70844"/>
                  <a:pt x="229520" y="78319"/>
                </a:cubicBezTo>
                <a:cubicBezTo>
                  <a:pt x="224534" y="85794"/>
                  <a:pt x="217317" y="89532"/>
                  <a:pt x="207871" y="89532"/>
                </a:cubicBezTo>
                <a:cubicBezTo>
                  <a:pt x="198425" y="89532"/>
                  <a:pt x="191209" y="85794"/>
                  <a:pt x="186222" y="78319"/>
                </a:cubicBezTo>
                <a:cubicBezTo>
                  <a:pt x="181236" y="70844"/>
                  <a:pt x="178742" y="60008"/>
                  <a:pt x="178742" y="45810"/>
                </a:cubicBezTo>
                <a:cubicBezTo>
                  <a:pt x="178742" y="31575"/>
                  <a:pt x="181236" y="20720"/>
                  <a:pt x="186222" y="13245"/>
                </a:cubicBezTo>
                <a:cubicBezTo>
                  <a:pt x="191209" y="5770"/>
                  <a:pt x="198425" y="2032"/>
                  <a:pt x="207871" y="2032"/>
                </a:cubicBezTo>
                <a:close/>
                <a:moveTo>
                  <a:pt x="257353" y="86145"/>
                </a:moveTo>
                <a:lnTo>
                  <a:pt x="257353" y="75758"/>
                </a:lnTo>
                <a:cubicBezTo>
                  <a:pt x="260213" y="77112"/>
                  <a:pt x="263111" y="78147"/>
                  <a:pt x="266046" y="78862"/>
                </a:cubicBezTo>
                <a:cubicBezTo>
                  <a:pt x="268982" y="79577"/>
                  <a:pt x="271861" y="79935"/>
                  <a:pt x="274683" y="79935"/>
                </a:cubicBezTo>
                <a:cubicBezTo>
                  <a:pt x="282210" y="79935"/>
                  <a:pt x="287959" y="77399"/>
                  <a:pt x="291929" y="72328"/>
                </a:cubicBezTo>
                <a:cubicBezTo>
                  <a:pt x="295900" y="67257"/>
                  <a:pt x="298167" y="59556"/>
                  <a:pt x="298732" y="49225"/>
                </a:cubicBezTo>
                <a:cubicBezTo>
                  <a:pt x="296549" y="52462"/>
                  <a:pt x="293783" y="54946"/>
                  <a:pt x="290433" y="56677"/>
                </a:cubicBezTo>
                <a:cubicBezTo>
                  <a:pt x="287084" y="58408"/>
                  <a:pt x="283377" y="59274"/>
                  <a:pt x="279312" y="59274"/>
                </a:cubicBezTo>
                <a:cubicBezTo>
                  <a:pt x="270882" y="59274"/>
                  <a:pt x="264212" y="56724"/>
                  <a:pt x="259300" y="51625"/>
                </a:cubicBezTo>
                <a:cubicBezTo>
                  <a:pt x="254389" y="46525"/>
                  <a:pt x="251933" y="39554"/>
                  <a:pt x="251933" y="30709"/>
                </a:cubicBezTo>
                <a:cubicBezTo>
                  <a:pt x="251933" y="22054"/>
                  <a:pt x="254493" y="15110"/>
                  <a:pt x="259611" y="9879"/>
                </a:cubicBezTo>
                <a:cubicBezTo>
                  <a:pt x="264729" y="4648"/>
                  <a:pt x="271541" y="2032"/>
                  <a:pt x="280046" y="2032"/>
                </a:cubicBezTo>
                <a:cubicBezTo>
                  <a:pt x="289793" y="2032"/>
                  <a:pt x="297236" y="5770"/>
                  <a:pt x="302373" y="13245"/>
                </a:cubicBezTo>
                <a:cubicBezTo>
                  <a:pt x="307510" y="20720"/>
                  <a:pt x="310078" y="31575"/>
                  <a:pt x="310078" y="45810"/>
                </a:cubicBezTo>
                <a:cubicBezTo>
                  <a:pt x="310078" y="59103"/>
                  <a:pt x="306926" y="69714"/>
                  <a:pt x="300623" y="77642"/>
                </a:cubicBezTo>
                <a:cubicBezTo>
                  <a:pt x="294319" y="85568"/>
                  <a:pt x="285842" y="89532"/>
                  <a:pt x="275191" y="89532"/>
                </a:cubicBezTo>
                <a:cubicBezTo>
                  <a:pt x="272331" y="89532"/>
                  <a:pt x="269433" y="89249"/>
                  <a:pt x="266498" y="88685"/>
                </a:cubicBezTo>
                <a:cubicBezTo>
                  <a:pt x="263562" y="88120"/>
                  <a:pt x="260514" y="87274"/>
                  <a:pt x="257353" y="86145"/>
                </a:cubicBezTo>
                <a:moveTo>
                  <a:pt x="280046" y="50355"/>
                </a:moveTo>
                <a:cubicBezTo>
                  <a:pt x="285164" y="50355"/>
                  <a:pt x="289219" y="48605"/>
                  <a:pt x="292211" y="45105"/>
                </a:cubicBezTo>
                <a:cubicBezTo>
                  <a:pt x="295203" y="41605"/>
                  <a:pt x="296699" y="36806"/>
                  <a:pt x="296699" y="30709"/>
                </a:cubicBezTo>
                <a:cubicBezTo>
                  <a:pt x="296699" y="24650"/>
                  <a:pt x="295203" y="19861"/>
                  <a:pt x="292211" y="16343"/>
                </a:cubicBezTo>
                <a:cubicBezTo>
                  <a:pt x="289219" y="12824"/>
                  <a:pt x="285164" y="11064"/>
                  <a:pt x="280046" y="11064"/>
                </a:cubicBezTo>
                <a:cubicBezTo>
                  <a:pt x="274928" y="11064"/>
                  <a:pt x="270873" y="12824"/>
                  <a:pt x="267881" y="16343"/>
                </a:cubicBezTo>
                <a:cubicBezTo>
                  <a:pt x="264889" y="19861"/>
                  <a:pt x="263393" y="24650"/>
                  <a:pt x="263393" y="30709"/>
                </a:cubicBezTo>
                <a:cubicBezTo>
                  <a:pt x="263393" y="36806"/>
                  <a:pt x="264889" y="41605"/>
                  <a:pt x="267881" y="45105"/>
                </a:cubicBezTo>
                <a:cubicBezTo>
                  <a:pt x="270873" y="48605"/>
                  <a:pt x="274928" y="50355"/>
                  <a:pt x="280046" y="50355"/>
                </a:cubicBezTo>
                <a:close/>
                <a:moveTo>
                  <a:pt x="325463" y="3500"/>
                </a:moveTo>
                <a:lnTo>
                  <a:pt x="337713" y="3500"/>
                </a:lnTo>
                <a:lnTo>
                  <a:pt x="358656" y="34830"/>
                </a:lnTo>
                <a:lnTo>
                  <a:pt x="379712" y="3500"/>
                </a:lnTo>
                <a:lnTo>
                  <a:pt x="391962" y="3500"/>
                </a:lnTo>
                <a:lnTo>
                  <a:pt x="364866" y="44002"/>
                </a:lnTo>
                <a:lnTo>
                  <a:pt x="393769" y="87838"/>
                </a:lnTo>
                <a:lnTo>
                  <a:pt x="381519" y="87838"/>
                </a:lnTo>
                <a:lnTo>
                  <a:pt x="357809" y="51992"/>
                </a:lnTo>
                <a:lnTo>
                  <a:pt x="333930" y="87838"/>
                </a:lnTo>
                <a:lnTo>
                  <a:pt x="321624" y="87838"/>
                </a:lnTo>
                <a:lnTo>
                  <a:pt x="351712" y="42817"/>
                </a:lnTo>
                <a:lnTo>
                  <a:pt x="325463" y="3500"/>
                </a:lnTo>
                <a:close/>
                <a:moveTo>
                  <a:pt x="485341" y="26419"/>
                </a:moveTo>
                <a:lnTo>
                  <a:pt x="485341" y="36242"/>
                </a:lnTo>
                <a:cubicBezTo>
                  <a:pt x="482405" y="34736"/>
                  <a:pt x="479357" y="33607"/>
                  <a:pt x="476196" y="32855"/>
                </a:cubicBezTo>
                <a:cubicBezTo>
                  <a:pt x="473034" y="32102"/>
                  <a:pt x="469760" y="31726"/>
                  <a:pt x="466373" y="31726"/>
                </a:cubicBezTo>
                <a:cubicBezTo>
                  <a:pt x="461217" y="31726"/>
                  <a:pt x="457350" y="32518"/>
                  <a:pt x="454772" y="34102"/>
                </a:cubicBezTo>
                <a:cubicBezTo>
                  <a:pt x="452194" y="35686"/>
                  <a:pt x="450905" y="38062"/>
                  <a:pt x="450905" y="41231"/>
                </a:cubicBezTo>
                <a:cubicBezTo>
                  <a:pt x="450905" y="43644"/>
                  <a:pt x="451828" y="45539"/>
                  <a:pt x="453672" y="46916"/>
                </a:cubicBezTo>
                <a:cubicBezTo>
                  <a:pt x="455516" y="48293"/>
                  <a:pt x="459223" y="49604"/>
                  <a:pt x="464792" y="50848"/>
                </a:cubicBezTo>
                <a:lnTo>
                  <a:pt x="468349" y="51642"/>
                </a:lnTo>
                <a:cubicBezTo>
                  <a:pt x="475725" y="53225"/>
                  <a:pt x="480966" y="55459"/>
                  <a:pt x="484071" y="58344"/>
                </a:cubicBezTo>
                <a:cubicBezTo>
                  <a:pt x="487175" y="61228"/>
                  <a:pt x="488728" y="65252"/>
                  <a:pt x="488728" y="70418"/>
                </a:cubicBezTo>
                <a:cubicBezTo>
                  <a:pt x="488728" y="76299"/>
                  <a:pt x="486404" y="80955"/>
                  <a:pt x="481756" y="84386"/>
                </a:cubicBezTo>
                <a:cubicBezTo>
                  <a:pt x="477108" y="87816"/>
                  <a:pt x="470720" y="89532"/>
                  <a:pt x="462591" y="89532"/>
                </a:cubicBezTo>
                <a:cubicBezTo>
                  <a:pt x="459204" y="89532"/>
                  <a:pt x="455676" y="89202"/>
                  <a:pt x="452006" y="88544"/>
                </a:cubicBezTo>
                <a:cubicBezTo>
                  <a:pt x="448337" y="87885"/>
                  <a:pt x="444470" y="86897"/>
                  <a:pt x="440406" y="85580"/>
                </a:cubicBezTo>
                <a:lnTo>
                  <a:pt x="440406" y="74854"/>
                </a:lnTo>
                <a:cubicBezTo>
                  <a:pt x="444244" y="76849"/>
                  <a:pt x="448026" y="78345"/>
                  <a:pt x="451752" y="79342"/>
                </a:cubicBezTo>
                <a:cubicBezTo>
                  <a:pt x="455478" y="80340"/>
                  <a:pt x="459166" y="80838"/>
                  <a:pt x="462817" y="80838"/>
                </a:cubicBezTo>
                <a:cubicBezTo>
                  <a:pt x="467709" y="80838"/>
                  <a:pt x="471473" y="79999"/>
                  <a:pt x="474107" y="78321"/>
                </a:cubicBezTo>
                <a:cubicBezTo>
                  <a:pt x="476741" y="76643"/>
                  <a:pt x="478059" y="74276"/>
                  <a:pt x="478059" y="71222"/>
                </a:cubicBezTo>
                <a:cubicBezTo>
                  <a:pt x="478059" y="68394"/>
                  <a:pt x="477108" y="66225"/>
                  <a:pt x="475208" y="64716"/>
                </a:cubicBezTo>
                <a:cubicBezTo>
                  <a:pt x="473307" y="63207"/>
                  <a:pt x="469139" y="61755"/>
                  <a:pt x="462704" y="60360"/>
                </a:cubicBezTo>
                <a:lnTo>
                  <a:pt x="459091" y="59512"/>
                </a:lnTo>
                <a:cubicBezTo>
                  <a:pt x="452655" y="58155"/>
                  <a:pt x="448008" y="56072"/>
                  <a:pt x="445147" y="53264"/>
                </a:cubicBezTo>
                <a:cubicBezTo>
                  <a:pt x="442287" y="50454"/>
                  <a:pt x="440857" y="46598"/>
                  <a:pt x="440857" y="41696"/>
                </a:cubicBezTo>
                <a:cubicBezTo>
                  <a:pt x="440857" y="35738"/>
                  <a:pt x="442965" y="31138"/>
                  <a:pt x="447180" y="27896"/>
                </a:cubicBezTo>
                <a:cubicBezTo>
                  <a:pt x="451395" y="24653"/>
                  <a:pt x="457379" y="23032"/>
                  <a:pt x="465131" y="23032"/>
                </a:cubicBezTo>
                <a:cubicBezTo>
                  <a:pt x="468970" y="23032"/>
                  <a:pt x="472583" y="23314"/>
                  <a:pt x="475970" y="23879"/>
                </a:cubicBezTo>
                <a:cubicBezTo>
                  <a:pt x="479357" y="24443"/>
                  <a:pt x="482481" y="25290"/>
                  <a:pt x="485341" y="26419"/>
                </a:cubicBezTo>
                <a:close/>
                <a:moveTo>
                  <a:pt x="515317" y="78354"/>
                </a:moveTo>
                <a:lnTo>
                  <a:pt x="515317" y="111886"/>
                </a:lnTo>
                <a:lnTo>
                  <a:pt x="504873" y="111886"/>
                </a:lnTo>
                <a:lnTo>
                  <a:pt x="504873" y="24613"/>
                </a:lnTo>
                <a:lnTo>
                  <a:pt x="515317" y="24613"/>
                </a:lnTo>
                <a:lnTo>
                  <a:pt x="515317" y="34209"/>
                </a:lnTo>
                <a:cubicBezTo>
                  <a:pt x="517499" y="30427"/>
                  <a:pt x="520256" y="27619"/>
                  <a:pt x="523587" y="25784"/>
                </a:cubicBezTo>
                <a:cubicBezTo>
                  <a:pt x="526917" y="23949"/>
                  <a:pt x="530897" y="23032"/>
                  <a:pt x="535526" y="23032"/>
                </a:cubicBezTo>
                <a:cubicBezTo>
                  <a:pt x="543204" y="23032"/>
                  <a:pt x="549441" y="26086"/>
                  <a:pt x="554240" y="32193"/>
                </a:cubicBezTo>
                <a:cubicBezTo>
                  <a:pt x="559038" y="38300"/>
                  <a:pt x="561437" y="46330"/>
                  <a:pt x="561437" y="56282"/>
                </a:cubicBezTo>
                <a:cubicBezTo>
                  <a:pt x="561437" y="66234"/>
                  <a:pt x="559038" y="74263"/>
                  <a:pt x="554240" y="80371"/>
                </a:cubicBezTo>
                <a:cubicBezTo>
                  <a:pt x="549441" y="86478"/>
                  <a:pt x="543204" y="89532"/>
                  <a:pt x="535526" y="89532"/>
                </a:cubicBezTo>
                <a:cubicBezTo>
                  <a:pt x="530897" y="89532"/>
                  <a:pt x="526917" y="88614"/>
                  <a:pt x="523587" y="86780"/>
                </a:cubicBezTo>
                <a:cubicBezTo>
                  <a:pt x="520256" y="84945"/>
                  <a:pt x="517499" y="82137"/>
                  <a:pt x="515317" y="78354"/>
                </a:cubicBezTo>
                <a:moveTo>
                  <a:pt x="550655" y="56282"/>
                </a:moveTo>
                <a:cubicBezTo>
                  <a:pt x="550655" y="48625"/>
                  <a:pt x="549084" y="42618"/>
                  <a:pt x="545941" y="38262"/>
                </a:cubicBezTo>
                <a:cubicBezTo>
                  <a:pt x="542799" y="33904"/>
                  <a:pt x="538481" y="31726"/>
                  <a:pt x="532986" y="31726"/>
                </a:cubicBezTo>
                <a:cubicBezTo>
                  <a:pt x="527491" y="31726"/>
                  <a:pt x="523173" y="33904"/>
                  <a:pt x="520030" y="38262"/>
                </a:cubicBezTo>
                <a:cubicBezTo>
                  <a:pt x="516888" y="42618"/>
                  <a:pt x="515317" y="48625"/>
                  <a:pt x="515317" y="56282"/>
                </a:cubicBezTo>
                <a:cubicBezTo>
                  <a:pt x="515317" y="63939"/>
                  <a:pt x="516888" y="69947"/>
                  <a:pt x="520030" y="74304"/>
                </a:cubicBezTo>
                <a:cubicBezTo>
                  <a:pt x="523173" y="78660"/>
                  <a:pt x="527491" y="80838"/>
                  <a:pt x="532986" y="80838"/>
                </a:cubicBezTo>
                <a:cubicBezTo>
                  <a:pt x="538481" y="80838"/>
                  <a:pt x="542799" y="78660"/>
                  <a:pt x="545941" y="74304"/>
                </a:cubicBezTo>
                <a:cubicBezTo>
                  <a:pt x="549084" y="69947"/>
                  <a:pt x="550655" y="63939"/>
                  <a:pt x="550655" y="56282"/>
                </a:cubicBezTo>
                <a:close/>
                <a:moveTo>
                  <a:pt x="632762" y="53629"/>
                </a:moveTo>
                <a:lnTo>
                  <a:pt x="632762" y="58709"/>
                </a:lnTo>
                <a:lnTo>
                  <a:pt x="585005" y="58709"/>
                </a:lnTo>
                <a:cubicBezTo>
                  <a:pt x="585456" y="65879"/>
                  <a:pt x="587611" y="71340"/>
                  <a:pt x="591468" y="75094"/>
                </a:cubicBezTo>
                <a:cubicBezTo>
                  <a:pt x="595326" y="78848"/>
                  <a:pt x="600698" y="80725"/>
                  <a:pt x="607585" y="80725"/>
                </a:cubicBezTo>
                <a:cubicBezTo>
                  <a:pt x="611574" y="80725"/>
                  <a:pt x="615441" y="80236"/>
                  <a:pt x="619186" y="79258"/>
                </a:cubicBezTo>
                <a:cubicBezTo>
                  <a:pt x="622930" y="78279"/>
                  <a:pt x="626647" y="76811"/>
                  <a:pt x="630335" y="74854"/>
                </a:cubicBezTo>
                <a:lnTo>
                  <a:pt x="630335" y="84677"/>
                </a:lnTo>
                <a:cubicBezTo>
                  <a:pt x="626609" y="86258"/>
                  <a:pt x="622789" y="87462"/>
                  <a:pt x="618875" y="88290"/>
                </a:cubicBezTo>
                <a:cubicBezTo>
                  <a:pt x="614961" y="89118"/>
                  <a:pt x="610991" y="89532"/>
                  <a:pt x="606964" y="89532"/>
                </a:cubicBezTo>
                <a:cubicBezTo>
                  <a:pt x="596878" y="89532"/>
                  <a:pt x="588890" y="86592"/>
                  <a:pt x="583001" y="80711"/>
                </a:cubicBezTo>
                <a:cubicBezTo>
                  <a:pt x="577111" y="74830"/>
                  <a:pt x="574166" y="66875"/>
                  <a:pt x="574166" y="56848"/>
                </a:cubicBezTo>
                <a:cubicBezTo>
                  <a:pt x="574166" y="46481"/>
                  <a:pt x="576960" y="38253"/>
                  <a:pt x="582549" y="32165"/>
                </a:cubicBezTo>
                <a:cubicBezTo>
                  <a:pt x="588138" y="26076"/>
                  <a:pt x="595674" y="23032"/>
                  <a:pt x="605158" y="23032"/>
                </a:cubicBezTo>
                <a:cubicBezTo>
                  <a:pt x="613663" y="23032"/>
                  <a:pt x="620390" y="25775"/>
                  <a:pt x="625339" y="31262"/>
                </a:cubicBezTo>
                <a:cubicBezTo>
                  <a:pt x="630288" y="36747"/>
                  <a:pt x="632762" y="44203"/>
                  <a:pt x="632762" y="53629"/>
                </a:cubicBezTo>
                <a:moveTo>
                  <a:pt x="622375" y="50580"/>
                </a:moveTo>
                <a:cubicBezTo>
                  <a:pt x="622300" y="44880"/>
                  <a:pt x="620710" y="40331"/>
                  <a:pt x="617605" y="36935"/>
                </a:cubicBezTo>
                <a:cubicBezTo>
                  <a:pt x="614500" y="33537"/>
                  <a:pt x="610389" y="31839"/>
                  <a:pt x="605271" y="31839"/>
                </a:cubicBezTo>
                <a:cubicBezTo>
                  <a:pt x="599475" y="31839"/>
                  <a:pt x="594837" y="33481"/>
                  <a:pt x="591355" y="36766"/>
                </a:cubicBezTo>
                <a:cubicBezTo>
                  <a:pt x="587874" y="40049"/>
                  <a:pt x="585870" y="44673"/>
                  <a:pt x="585343" y="50637"/>
                </a:cubicBezTo>
                <a:lnTo>
                  <a:pt x="622375" y="50580"/>
                </a:lnTo>
                <a:close/>
                <a:moveTo>
                  <a:pt x="703864" y="53629"/>
                </a:moveTo>
                <a:lnTo>
                  <a:pt x="703864" y="58709"/>
                </a:lnTo>
                <a:lnTo>
                  <a:pt x="656106" y="58709"/>
                </a:lnTo>
                <a:cubicBezTo>
                  <a:pt x="656558" y="65879"/>
                  <a:pt x="658712" y="71340"/>
                  <a:pt x="662570" y="75094"/>
                </a:cubicBezTo>
                <a:cubicBezTo>
                  <a:pt x="666427" y="78848"/>
                  <a:pt x="671800" y="80725"/>
                  <a:pt x="678687" y="80725"/>
                </a:cubicBezTo>
                <a:cubicBezTo>
                  <a:pt x="682676" y="80725"/>
                  <a:pt x="686543" y="80236"/>
                  <a:pt x="690287" y="79258"/>
                </a:cubicBezTo>
                <a:cubicBezTo>
                  <a:pt x="694032" y="78279"/>
                  <a:pt x="697748" y="76811"/>
                  <a:pt x="701436" y="74854"/>
                </a:cubicBezTo>
                <a:lnTo>
                  <a:pt x="701436" y="84677"/>
                </a:lnTo>
                <a:cubicBezTo>
                  <a:pt x="697711" y="86258"/>
                  <a:pt x="693891" y="87462"/>
                  <a:pt x="689977" y="88290"/>
                </a:cubicBezTo>
                <a:cubicBezTo>
                  <a:pt x="686063" y="89118"/>
                  <a:pt x="682093" y="89532"/>
                  <a:pt x="678066" y="89532"/>
                </a:cubicBezTo>
                <a:cubicBezTo>
                  <a:pt x="667980" y="89532"/>
                  <a:pt x="659992" y="86592"/>
                  <a:pt x="654102" y="80711"/>
                </a:cubicBezTo>
                <a:cubicBezTo>
                  <a:pt x="648212" y="74830"/>
                  <a:pt x="645267" y="66875"/>
                  <a:pt x="645267" y="56848"/>
                </a:cubicBezTo>
                <a:cubicBezTo>
                  <a:pt x="645267" y="46481"/>
                  <a:pt x="648062" y="38253"/>
                  <a:pt x="653650" y="32165"/>
                </a:cubicBezTo>
                <a:cubicBezTo>
                  <a:pt x="659239" y="26076"/>
                  <a:pt x="666775" y="23032"/>
                  <a:pt x="676259" y="23032"/>
                </a:cubicBezTo>
                <a:cubicBezTo>
                  <a:pt x="684765" y="23032"/>
                  <a:pt x="691492" y="25775"/>
                  <a:pt x="696441" y="31262"/>
                </a:cubicBezTo>
                <a:cubicBezTo>
                  <a:pt x="701389" y="36747"/>
                  <a:pt x="703864" y="44203"/>
                  <a:pt x="703864" y="53629"/>
                </a:cubicBezTo>
                <a:moveTo>
                  <a:pt x="693477" y="50580"/>
                </a:moveTo>
                <a:cubicBezTo>
                  <a:pt x="693402" y="44880"/>
                  <a:pt x="691812" y="40331"/>
                  <a:pt x="688707" y="36935"/>
                </a:cubicBezTo>
                <a:cubicBezTo>
                  <a:pt x="685602" y="33537"/>
                  <a:pt x="681490" y="31839"/>
                  <a:pt x="676372" y="31839"/>
                </a:cubicBezTo>
                <a:cubicBezTo>
                  <a:pt x="670576" y="31839"/>
                  <a:pt x="665938" y="33481"/>
                  <a:pt x="662457" y="36766"/>
                </a:cubicBezTo>
                <a:cubicBezTo>
                  <a:pt x="658976" y="40049"/>
                  <a:pt x="656972" y="44673"/>
                  <a:pt x="656445" y="50637"/>
                </a:cubicBezTo>
                <a:lnTo>
                  <a:pt x="693477" y="50580"/>
                </a:lnTo>
                <a:close/>
                <a:moveTo>
                  <a:pt x="762490" y="34209"/>
                </a:moveTo>
                <a:lnTo>
                  <a:pt x="762490" y="0"/>
                </a:lnTo>
                <a:lnTo>
                  <a:pt x="772877" y="0"/>
                </a:lnTo>
                <a:lnTo>
                  <a:pt x="772877" y="87838"/>
                </a:lnTo>
                <a:lnTo>
                  <a:pt x="762490" y="87838"/>
                </a:lnTo>
                <a:lnTo>
                  <a:pt x="762490" y="78354"/>
                </a:lnTo>
                <a:cubicBezTo>
                  <a:pt x="760307" y="82137"/>
                  <a:pt x="757550" y="84945"/>
                  <a:pt x="754219" y="86780"/>
                </a:cubicBezTo>
                <a:cubicBezTo>
                  <a:pt x="750889" y="88614"/>
                  <a:pt x="746890" y="89532"/>
                  <a:pt x="742224" y="89532"/>
                </a:cubicBezTo>
                <a:cubicBezTo>
                  <a:pt x="734584" y="89532"/>
                  <a:pt x="728365" y="86478"/>
                  <a:pt x="723566" y="80371"/>
                </a:cubicBezTo>
                <a:cubicBezTo>
                  <a:pt x="718768" y="74263"/>
                  <a:pt x="716369" y="66234"/>
                  <a:pt x="716369" y="56282"/>
                </a:cubicBezTo>
                <a:cubicBezTo>
                  <a:pt x="716369" y="46330"/>
                  <a:pt x="718768" y="38300"/>
                  <a:pt x="723566" y="32193"/>
                </a:cubicBezTo>
                <a:cubicBezTo>
                  <a:pt x="728365" y="26086"/>
                  <a:pt x="734584" y="23032"/>
                  <a:pt x="742224" y="23032"/>
                </a:cubicBezTo>
                <a:cubicBezTo>
                  <a:pt x="746890" y="23032"/>
                  <a:pt x="750889" y="23949"/>
                  <a:pt x="754219" y="25784"/>
                </a:cubicBezTo>
                <a:cubicBezTo>
                  <a:pt x="757550" y="27619"/>
                  <a:pt x="760307" y="30427"/>
                  <a:pt x="762490" y="34209"/>
                </a:cubicBezTo>
                <a:moveTo>
                  <a:pt x="727095" y="56282"/>
                </a:moveTo>
                <a:cubicBezTo>
                  <a:pt x="727095" y="63939"/>
                  <a:pt x="728666" y="69947"/>
                  <a:pt x="731808" y="74304"/>
                </a:cubicBezTo>
                <a:cubicBezTo>
                  <a:pt x="734951" y="78660"/>
                  <a:pt x="739269" y="80838"/>
                  <a:pt x="744764" y="80838"/>
                </a:cubicBezTo>
                <a:cubicBezTo>
                  <a:pt x="750258" y="80838"/>
                  <a:pt x="754586" y="78660"/>
                  <a:pt x="757748" y="74304"/>
                </a:cubicBezTo>
                <a:cubicBezTo>
                  <a:pt x="760909" y="69947"/>
                  <a:pt x="762490" y="63939"/>
                  <a:pt x="762490" y="56282"/>
                </a:cubicBezTo>
                <a:cubicBezTo>
                  <a:pt x="762490" y="48625"/>
                  <a:pt x="760909" y="42618"/>
                  <a:pt x="757748" y="38262"/>
                </a:cubicBezTo>
                <a:cubicBezTo>
                  <a:pt x="754586" y="33904"/>
                  <a:pt x="750258" y="31726"/>
                  <a:pt x="744764" y="31726"/>
                </a:cubicBezTo>
                <a:cubicBezTo>
                  <a:pt x="739269" y="31726"/>
                  <a:pt x="734951" y="33904"/>
                  <a:pt x="731808" y="38262"/>
                </a:cubicBezTo>
                <a:cubicBezTo>
                  <a:pt x="728666" y="42618"/>
                  <a:pt x="727095" y="48625"/>
                  <a:pt x="727095" y="56282"/>
                </a:cubicBezTo>
                <a:close/>
                <a:moveTo>
                  <a:pt x="793226" y="62887"/>
                </a:moveTo>
                <a:lnTo>
                  <a:pt x="793226" y="24613"/>
                </a:lnTo>
                <a:lnTo>
                  <a:pt x="803613" y="24613"/>
                </a:lnTo>
                <a:lnTo>
                  <a:pt x="803613" y="62492"/>
                </a:lnTo>
                <a:cubicBezTo>
                  <a:pt x="803613" y="68494"/>
                  <a:pt x="804780" y="72996"/>
                  <a:pt x="807113" y="75997"/>
                </a:cubicBezTo>
                <a:cubicBezTo>
                  <a:pt x="809447" y="78999"/>
                  <a:pt x="812947" y="80499"/>
                  <a:pt x="817613" y="80499"/>
                </a:cubicBezTo>
                <a:cubicBezTo>
                  <a:pt x="823221" y="80499"/>
                  <a:pt x="827652" y="78707"/>
                  <a:pt x="830907" y="75123"/>
                </a:cubicBezTo>
                <a:cubicBezTo>
                  <a:pt x="834163" y="71537"/>
                  <a:pt x="835790" y="66649"/>
                  <a:pt x="835790" y="60459"/>
                </a:cubicBezTo>
                <a:lnTo>
                  <a:pt x="835790" y="24613"/>
                </a:lnTo>
                <a:lnTo>
                  <a:pt x="846177" y="24613"/>
                </a:lnTo>
                <a:lnTo>
                  <a:pt x="846177" y="87838"/>
                </a:lnTo>
                <a:lnTo>
                  <a:pt x="835790" y="87838"/>
                </a:lnTo>
                <a:lnTo>
                  <a:pt x="835790" y="78129"/>
                </a:lnTo>
                <a:cubicBezTo>
                  <a:pt x="833269" y="81986"/>
                  <a:pt x="830343" y="84851"/>
                  <a:pt x="827012" y="86723"/>
                </a:cubicBezTo>
                <a:cubicBezTo>
                  <a:pt x="823682" y="88596"/>
                  <a:pt x="819815" y="89532"/>
                  <a:pt x="815412" y="89532"/>
                </a:cubicBezTo>
                <a:cubicBezTo>
                  <a:pt x="808148" y="89532"/>
                  <a:pt x="802635" y="87269"/>
                  <a:pt x="798871" y="82743"/>
                </a:cubicBezTo>
                <a:cubicBezTo>
                  <a:pt x="795108" y="78218"/>
                  <a:pt x="793226" y="71599"/>
                  <a:pt x="793226" y="62887"/>
                </a:cubicBezTo>
                <a:moveTo>
                  <a:pt x="819363" y="23032"/>
                </a:moveTo>
                <a:lnTo>
                  <a:pt x="819363" y="23032"/>
                </a:lnTo>
                <a:close/>
                <a:moveTo>
                  <a:pt x="877645" y="78354"/>
                </a:moveTo>
                <a:lnTo>
                  <a:pt x="877645" y="111886"/>
                </a:lnTo>
                <a:lnTo>
                  <a:pt x="867202" y="111886"/>
                </a:lnTo>
                <a:lnTo>
                  <a:pt x="867202" y="24613"/>
                </a:lnTo>
                <a:lnTo>
                  <a:pt x="877645" y="24613"/>
                </a:lnTo>
                <a:lnTo>
                  <a:pt x="877645" y="34209"/>
                </a:lnTo>
                <a:cubicBezTo>
                  <a:pt x="879828" y="30427"/>
                  <a:pt x="882585" y="27619"/>
                  <a:pt x="885916" y="25784"/>
                </a:cubicBezTo>
                <a:cubicBezTo>
                  <a:pt x="889246" y="23949"/>
                  <a:pt x="893226" y="23032"/>
                  <a:pt x="897855" y="23032"/>
                </a:cubicBezTo>
                <a:cubicBezTo>
                  <a:pt x="905532" y="23032"/>
                  <a:pt x="911770" y="26086"/>
                  <a:pt x="916569" y="32193"/>
                </a:cubicBezTo>
                <a:cubicBezTo>
                  <a:pt x="921367" y="38300"/>
                  <a:pt x="923766" y="46330"/>
                  <a:pt x="923766" y="56282"/>
                </a:cubicBezTo>
                <a:cubicBezTo>
                  <a:pt x="923766" y="66234"/>
                  <a:pt x="921367" y="74263"/>
                  <a:pt x="916569" y="80371"/>
                </a:cubicBezTo>
                <a:cubicBezTo>
                  <a:pt x="911770" y="86478"/>
                  <a:pt x="905532" y="89532"/>
                  <a:pt x="897855" y="89532"/>
                </a:cubicBezTo>
                <a:cubicBezTo>
                  <a:pt x="893226" y="89532"/>
                  <a:pt x="889246" y="88614"/>
                  <a:pt x="885916" y="86780"/>
                </a:cubicBezTo>
                <a:cubicBezTo>
                  <a:pt x="882585" y="84945"/>
                  <a:pt x="879828" y="82137"/>
                  <a:pt x="877645" y="78354"/>
                </a:cubicBezTo>
                <a:moveTo>
                  <a:pt x="912984" y="56282"/>
                </a:moveTo>
                <a:cubicBezTo>
                  <a:pt x="912984" y="48625"/>
                  <a:pt x="911413" y="42618"/>
                  <a:pt x="908270" y="38262"/>
                </a:cubicBezTo>
                <a:cubicBezTo>
                  <a:pt x="905128" y="33904"/>
                  <a:pt x="900809" y="31726"/>
                  <a:pt x="895315" y="31726"/>
                </a:cubicBezTo>
                <a:cubicBezTo>
                  <a:pt x="889820" y="31726"/>
                  <a:pt x="885502" y="33904"/>
                  <a:pt x="882359" y="38262"/>
                </a:cubicBezTo>
                <a:cubicBezTo>
                  <a:pt x="879217" y="42618"/>
                  <a:pt x="877645" y="48625"/>
                  <a:pt x="877645" y="56282"/>
                </a:cubicBezTo>
                <a:cubicBezTo>
                  <a:pt x="877645" y="63939"/>
                  <a:pt x="879217" y="69947"/>
                  <a:pt x="882359" y="74304"/>
                </a:cubicBezTo>
                <a:cubicBezTo>
                  <a:pt x="885502" y="78660"/>
                  <a:pt x="889820" y="80838"/>
                  <a:pt x="895315" y="80838"/>
                </a:cubicBezTo>
                <a:cubicBezTo>
                  <a:pt x="900809" y="80838"/>
                  <a:pt x="905128" y="78660"/>
                  <a:pt x="908270" y="74304"/>
                </a:cubicBezTo>
                <a:cubicBezTo>
                  <a:pt x="911413" y="69947"/>
                  <a:pt x="912984" y="63939"/>
                  <a:pt x="912984" y="56282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F1CFBD-D933-4B4F-9BBE-62C5353181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31436" y="5138540"/>
            <a:ext cx="1612790" cy="1201788"/>
          </a:xfrm>
          <a:custGeom xmlns:a="http://schemas.openxmlformats.org/drawingml/2006/main">
            <a:pathLst>
              <a:path w="1612790" h="1201788">
                <a:moveTo>
                  <a:pt x="0" y="1201788"/>
                </a:moveTo>
                <a:lnTo>
                  <a:pt x="1612790" y="1201788"/>
                </a:lnTo>
                <a:lnTo>
                  <a:pt x="1612790" y="0"/>
                </a:lnTo>
                <a:lnTo>
                  <a:pt x="0" y="0"/>
                </a:lnTo>
                <a:lnTo>
                  <a:pt x="0" y="1201788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F9A7EA-20B8-4E04-ADEE-9EF79864F2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4929" y="629269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A93471-8564-4CB1-A3BF-DECD7A8D8F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4929" y="629269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7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DF285D-5B0B-464F-A0BF-F169C99FFA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3102" y="629521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A3B5E0-C7CD-48D9-A11A-BC3D331033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3102" y="629521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7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ADF4AD-BCED-4E2C-9BA7-039CF356FB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6559" y="629248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4F5760-28AA-4C5F-8E5B-6132ED14B4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6559" y="629248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7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C933FF-402E-4163-8B89-2A41F7A412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2224" y="629572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6CDDCD-BB26-48AE-AC1D-8E65BBC213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2224" y="629572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7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E5620D-A048-4AD0-83CB-356F3FB6FB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3900" y="629555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1EFC6F-212A-483E-AD67-DE5447846D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3900" y="629555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7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BD54E2-658D-4B2C-9D7A-132FD76DF7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5460" y="629423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26596F-96F8-4400-8524-48A88E01DA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5460" y="629423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7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BE7FC7-5EFA-4781-93C5-FA0B55D6D4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0478" y="629785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199A4F-5D8E-40F2-98E6-2E1D9CDC86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0478" y="629785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7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3F1014-F8A8-4501-8A35-6E59A417B4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7596" y="5138540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1"/>
                </a:move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1"/>
                </a:lnTo>
                <a:lnTo>
                  <a:pt x="9920" y="7866"/>
                </a:lnTo>
                <a:lnTo>
                  <a:pt x="10175" y="7801"/>
                </a:lnTo>
                <a:lnTo>
                  <a:pt x="10428" y="7729"/>
                </a:lnTo>
                <a:lnTo>
                  <a:pt x="10678" y="7648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6"/>
                </a:lnTo>
                <a:lnTo>
                  <a:pt x="11883" y="7126"/>
                </a:lnTo>
                <a:lnTo>
                  <a:pt x="12113" y="6999"/>
                </a:lnTo>
                <a:lnTo>
                  <a:pt x="12339" y="6863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19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1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9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54DD14-B2F0-4A34-B542-CB4D9616AA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7596" y="5138540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1"/>
                </a:lnTo>
                <a:lnTo>
                  <a:pt x="9920" y="7866"/>
                </a:lnTo>
                <a:lnTo>
                  <a:pt x="10175" y="7801"/>
                </a:lnTo>
                <a:lnTo>
                  <a:pt x="10428" y="7729"/>
                </a:lnTo>
                <a:lnTo>
                  <a:pt x="10678" y="7648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6"/>
                </a:lnTo>
                <a:lnTo>
                  <a:pt x="11883" y="7126"/>
                </a:lnTo>
                <a:lnTo>
                  <a:pt x="12113" y="6999"/>
                </a:lnTo>
                <a:lnTo>
                  <a:pt x="12339" y="6863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19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1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9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7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14F834-A732-4F6B-A489-5475C73889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91420" y="5138540"/>
            <a:ext cx="16157" cy="8078"/>
          </a:xfrm>
          <a:custGeom xmlns:a="http://schemas.openxmlformats.org/drawingml/2006/main">
            <a:pathLst>
              <a:path w="16157" h="8078">
                <a:moveTo>
                  <a:pt x="8612" y="8061"/>
                </a:move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1"/>
                </a:lnTo>
                <a:lnTo>
                  <a:pt x="9920" y="7866"/>
                </a:lnTo>
                <a:lnTo>
                  <a:pt x="10175" y="7801"/>
                </a:lnTo>
                <a:lnTo>
                  <a:pt x="10428" y="7729"/>
                </a:lnTo>
                <a:lnTo>
                  <a:pt x="10678" y="7648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6"/>
                </a:lnTo>
                <a:lnTo>
                  <a:pt x="11883" y="7126"/>
                </a:lnTo>
                <a:lnTo>
                  <a:pt x="12113" y="6999"/>
                </a:lnTo>
                <a:lnTo>
                  <a:pt x="12339" y="6863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19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1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lnTo>
                  <a:pt x="0" y="0"/>
                </a:ln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9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5205A4-0D48-494C-914D-587468F775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91420" y="5138540"/>
            <a:ext cx="16157" cy="8078"/>
          </a:xfrm>
          <a:custGeom xmlns:a="http://schemas.openxmlformats.org/drawingml/2006/main">
            <a:pathLst>
              <a:path w="16157" h="8078" fill="none">
                <a:moveTo>
                  <a:pt x="8079" y="8078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0" y="8008"/>
                </a:lnTo>
                <a:lnTo>
                  <a:pt x="9402" y="7969"/>
                </a:lnTo>
                <a:lnTo>
                  <a:pt x="9662" y="7921"/>
                </a:lnTo>
                <a:lnTo>
                  <a:pt x="9920" y="7866"/>
                </a:lnTo>
                <a:lnTo>
                  <a:pt x="10175" y="7801"/>
                </a:lnTo>
                <a:lnTo>
                  <a:pt x="10428" y="7729"/>
                </a:lnTo>
                <a:lnTo>
                  <a:pt x="10678" y="7648"/>
                </a:lnTo>
                <a:lnTo>
                  <a:pt x="10926" y="7560"/>
                </a:lnTo>
                <a:lnTo>
                  <a:pt x="11170" y="7463"/>
                </a:lnTo>
                <a:lnTo>
                  <a:pt x="11411" y="7359"/>
                </a:lnTo>
                <a:lnTo>
                  <a:pt x="11649" y="7246"/>
                </a:lnTo>
                <a:lnTo>
                  <a:pt x="11883" y="7126"/>
                </a:lnTo>
                <a:lnTo>
                  <a:pt x="12113" y="6999"/>
                </a:lnTo>
                <a:lnTo>
                  <a:pt x="12339" y="6863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3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2"/>
                </a:lnTo>
                <a:lnTo>
                  <a:pt x="13977" y="5520"/>
                </a:lnTo>
                <a:lnTo>
                  <a:pt x="14156" y="5322"/>
                </a:lnTo>
                <a:lnTo>
                  <a:pt x="14328" y="5119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2"/>
                </a:lnTo>
                <a:lnTo>
                  <a:pt x="15542" y="3091"/>
                </a:lnTo>
                <a:lnTo>
                  <a:pt x="15639" y="2847"/>
                </a:lnTo>
                <a:lnTo>
                  <a:pt x="15728" y="2599"/>
                </a:lnTo>
                <a:lnTo>
                  <a:pt x="15808" y="2349"/>
                </a:lnTo>
                <a:lnTo>
                  <a:pt x="15880" y="2096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3"/>
                </a:lnTo>
                <a:lnTo>
                  <a:pt x="16087" y="1061"/>
                </a:lnTo>
                <a:lnTo>
                  <a:pt x="16118" y="798"/>
                </a:lnTo>
                <a:lnTo>
                  <a:pt x="16140" y="533"/>
                </a:lnTo>
                <a:lnTo>
                  <a:pt x="16153" y="267"/>
                </a:lnTo>
                <a:lnTo>
                  <a:pt x="16157" y="0"/>
                </a:lnTo>
                <a:moveTo>
                  <a:pt x="0" y="0"/>
                </a:moveTo>
                <a:lnTo>
                  <a:pt x="4" y="267"/>
                </a:lnTo>
                <a:lnTo>
                  <a:pt x="18" y="533"/>
                </a:lnTo>
                <a:lnTo>
                  <a:pt x="40" y="798"/>
                </a:lnTo>
                <a:lnTo>
                  <a:pt x="70" y="1061"/>
                </a:lnTo>
                <a:lnTo>
                  <a:pt x="109" y="1323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6"/>
                </a:lnTo>
                <a:lnTo>
                  <a:pt x="349" y="2349"/>
                </a:lnTo>
                <a:lnTo>
                  <a:pt x="430" y="2599"/>
                </a:lnTo>
                <a:lnTo>
                  <a:pt x="518" y="2847"/>
                </a:lnTo>
                <a:lnTo>
                  <a:pt x="615" y="3091"/>
                </a:lnTo>
                <a:lnTo>
                  <a:pt x="719" y="3332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19"/>
                </a:lnTo>
                <a:lnTo>
                  <a:pt x="2001" y="5322"/>
                </a:lnTo>
                <a:lnTo>
                  <a:pt x="2180" y="5520"/>
                </a:lnTo>
                <a:lnTo>
                  <a:pt x="2366" y="5712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3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3"/>
                </a:lnTo>
                <a:lnTo>
                  <a:pt x="4044" y="6999"/>
                </a:lnTo>
                <a:lnTo>
                  <a:pt x="4274" y="7126"/>
                </a:lnTo>
                <a:lnTo>
                  <a:pt x="4508" y="7246"/>
                </a:lnTo>
                <a:lnTo>
                  <a:pt x="4746" y="7359"/>
                </a:lnTo>
                <a:lnTo>
                  <a:pt x="4987" y="7463"/>
                </a:lnTo>
                <a:lnTo>
                  <a:pt x="5231" y="7560"/>
                </a:lnTo>
                <a:lnTo>
                  <a:pt x="5479" y="7648"/>
                </a:lnTo>
                <a:lnTo>
                  <a:pt x="5729" y="7729"/>
                </a:lnTo>
                <a:lnTo>
                  <a:pt x="5982" y="7801"/>
                </a:lnTo>
                <a:lnTo>
                  <a:pt x="6238" y="7866"/>
                </a:lnTo>
                <a:lnTo>
                  <a:pt x="6495" y="7921"/>
                </a:lnTo>
                <a:lnTo>
                  <a:pt x="6755" y="7969"/>
                </a:lnTo>
                <a:lnTo>
                  <a:pt x="7017" y="8008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8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7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6C18A6-E87A-4D93-9D69-24429816A5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8914" y="629406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870BC2-61EA-47BD-B958-5646709820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8914" y="629406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7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DEF62C-366B-436D-A6B8-3B41DF7B4D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6258" y="629488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887C41-9838-436F-839E-59D8E31E94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6258" y="629488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7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5F79AB-2C2C-4860-970B-1E4B44C64F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98521" y="5138540"/>
            <a:ext cx="16157" cy="8079"/>
          </a:xfrm>
          <a:custGeom xmlns:a="http://schemas.openxmlformats.org/drawingml/2006/main">
            <a:pathLst>
              <a:path w="16157" h="8079">
                <a:moveTo>
                  <a:pt x="8612" y="8061"/>
                </a:move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lnTo>
                  <a:pt x="0" y="0"/>
                </a:ln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  <a:lnTo>
                  <a:pt x="8346" y="8074"/>
                </a:lnTo>
                <a:lnTo>
                  <a:pt x="8612" y="8061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9D83FA-8B19-4B66-880E-174B0035DA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98521" y="5138540"/>
            <a:ext cx="16157" cy="8079"/>
          </a:xfrm>
          <a:custGeom xmlns:a="http://schemas.openxmlformats.org/drawingml/2006/main">
            <a:pathLst>
              <a:path w="16157" h="8079" fill="none">
                <a:moveTo>
                  <a:pt x="8079" y="8079"/>
                </a:moveTo>
                <a:lnTo>
                  <a:pt x="8346" y="8074"/>
                </a:lnTo>
                <a:lnTo>
                  <a:pt x="8612" y="8061"/>
                </a:lnTo>
                <a:lnTo>
                  <a:pt x="8877" y="8039"/>
                </a:lnTo>
                <a:lnTo>
                  <a:pt x="9141" y="8009"/>
                </a:lnTo>
                <a:lnTo>
                  <a:pt x="9402" y="7970"/>
                </a:lnTo>
                <a:lnTo>
                  <a:pt x="9662" y="7922"/>
                </a:lnTo>
                <a:lnTo>
                  <a:pt x="9920" y="7866"/>
                </a:lnTo>
                <a:lnTo>
                  <a:pt x="10175" y="7802"/>
                </a:lnTo>
                <a:lnTo>
                  <a:pt x="10428" y="7729"/>
                </a:lnTo>
                <a:lnTo>
                  <a:pt x="10678" y="7649"/>
                </a:lnTo>
                <a:lnTo>
                  <a:pt x="10926" y="7560"/>
                </a:lnTo>
                <a:lnTo>
                  <a:pt x="11170" y="7464"/>
                </a:lnTo>
                <a:lnTo>
                  <a:pt x="11411" y="7359"/>
                </a:lnTo>
                <a:lnTo>
                  <a:pt x="11649" y="7247"/>
                </a:lnTo>
                <a:lnTo>
                  <a:pt x="11883" y="7127"/>
                </a:lnTo>
                <a:lnTo>
                  <a:pt x="12113" y="6999"/>
                </a:lnTo>
                <a:lnTo>
                  <a:pt x="12339" y="6864"/>
                </a:lnTo>
                <a:lnTo>
                  <a:pt x="12561" y="6721"/>
                </a:lnTo>
                <a:lnTo>
                  <a:pt x="12778" y="6571"/>
                </a:lnTo>
                <a:lnTo>
                  <a:pt x="12991" y="6414"/>
                </a:lnTo>
                <a:lnTo>
                  <a:pt x="13199" y="6249"/>
                </a:lnTo>
                <a:lnTo>
                  <a:pt x="13401" y="6077"/>
                </a:lnTo>
                <a:lnTo>
                  <a:pt x="13599" y="5898"/>
                </a:lnTo>
                <a:lnTo>
                  <a:pt x="13791" y="5713"/>
                </a:lnTo>
                <a:lnTo>
                  <a:pt x="13977" y="5520"/>
                </a:lnTo>
                <a:lnTo>
                  <a:pt x="14156" y="5323"/>
                </a:lnTo>
                <a:lnTo>
                  <a:pt x="14328" y="5120"/>
                </a:lnTo>
                <a:lnTo>
                  <a:pt x="14492" y="4912"/>
                </a:lnTo>
                <a:lnTo>
                  <a:pt x="14650" y="4699"/>
                </a:lnTo>
                <a:lnTo>
                  <a:pt x="14800" y="4482"/>
                </a:lnTo>
                <a:lnTo>
                  <a:pt x="14943" y="4260"/>
                </a:lnTo>
                <a:lnTo>
                  <a:pt x="15078" y="4034"/>
                </a:lnTo>
                <a:lnTo>
                  <a:pt x="15206" y="3804"/>
                </a:lnTo>
                <a:lnTo>
                  <a:pt x="15326" y="3570"/>
                </a:lnTo>
                <a:lnTo>
                  <a:pt x="15438" y="3333"/>
                </a:lnTo>
                <a:lnTo>
                  <a:pt x="15542" y="3092"/>
                </a:lnTo>
                <a:lnTo>
                  <a:pt x="15639" y="2847"/>
                </a:lnTo>
                <a:lnTo>
                  <a:pt x="15728" y="2600"/>
                </a:lnTo>
                <a:lnTo>
                  <a:pt x="15808" y="2350"/>
                </a:lnTo>
                <a:lnTo>
                  <a:pt x="15880" y="2097"/>
                </a:lnTo>
                <a:lnTo>
                  <a:pt x="15945" y="1841"/>
                </a:lnTo>
                <a:lnTo>
                  <a:pt x="16001" y="1583"/>
                </a:lnTo>
                <a:lnTo>
                  <a:pt x="16048" y="1324"/>
                </a:lnTo>
                <a:lnTo>
                  <a:pt x="16087" y="1062"/>
                </a:lnTo>
                <a:lnTo>
                  <a:pt x="16118" y="799"/>
                </a:lnTo>
                <a:lnTo>
                  <a:pt x="16140" y="534"/>
                </a:lnTo>
                <a:lnTo>
                  <a:pt x="16153" y="267"/>
                </a:lnTo>
                <a:lnTo>
                  <a:pt x="16157" y="0"/>
                </a:lnTo>
                <a:lnTo>
                  <a:pt x="16157" y="0"/>
                </a:lnTo>
                <a:moveTo>
                  <a:pt x="0" y="0"/>
                </a:moveTo>
                <a:lnTo>
                  <a:pt x="0" y="0"/>
                </a:lnTo>
                <a:lnTo>
                  <a:pt x="4" y="267"/>
                </a:lnTo>
                <a:lnTo>
                  <a:pt x="18" y="534"/>
                </a:lnTo>
                <a:lnTo>
                  <a:pt x="40" y="799"/>
                </a:lnTo>
                <a:lnTo>
                  <a:pt x="70" y="1062"/>
                </a:lnTo>
                <a:lnTo>
                  <a:pt x="109" y="1324"/>
                </a:lnTo>
                <a:lnTo>
                  <a:pt x="157" y="1583"/>
                </a:lnTo>
                <a:lnTo>
                  <a:pt x="213" y="1841"/>
                </a:lnTo>
                <a:lnTo>
                  <a:pt x="277" y="2097"/>
                </a:lnTo>
                <a:lnTo>
                  <a:pt x="349" y="2350"/>
                </a:lnTo>
                <a:lnTo>
                  <a:pt x="430" y="2600"/>
                </a:lnTo>
                <a:lnTo>
                  <a:pt x="518" y="2847"/>
                </a:lnTo>
                <a:lnTo>
                  <a:pt x="615" y="3092"/>
                </a:lnTo>
                <a:lnTo>
                  <a:pt x="719" y="3333"/>
                </a:lnTo>
                <a:lnTo>
                  <a:pt x="832" y="3570"/>
                </a:lnTo>
                <a:lnTo>
                  <a:pt x="952" y="3804"/>
                </a:lnTo>
                <a:lnTo>
                  <a:pt x="1079" y="4034"/>
                </a:lnTo>
                <a:lnTo>
                  <a:pt x="1215" y="4260"/>
                </a:lnTo>
                <a:lnTo>
                  <a:pt x="1357" y="4482"/>
                </a:lnTo>
                <a:lnTo>
                  <a:pt x="1507" y="4699"/>
                </a:lnTo>
                <a:lnTo>
                  <a:pt x="1665" y="4912"/>
                </a:lnTo>
                <a:lnTo>
                  <a:pt x="1830" y="5120"/>
                </a:lnTo>
                <a:lnTo>
                  <a:pt x="2001" y="5323"/>
                </a:lnTo>
                <a:lnTo>
                  <a:pt x="2180" y="5520"/>
                </a:lnTo>
                <a:lnTo>
                  <a:pt x="2366" y="5713"/>
                </a:lnTo>
                <a:lnTo>
                  <a:pt x="2558" y="5898"/>
                </a:lnTo>
                <a:lnTo>
                  <a:pt x="2756" y="6077"/>
                </a:lnTo>
                <a:lnTo>
                  <a:pt x="2959" y="6249"/>
                </a:lnTo>
                <a:lnTo>
                  <a:pt x="3167" y="6414"/>
                </a:lnTo>
                <a:lnTo>
                  <a:pt x="3379" y="6571"/>
                </a:lnTo>
                <a:lnTo>
                  <a:pt x="3597" y="6721"/>
                </a:lnTo>
                <a:lnTo>
                  <a:pt x="3818" y="6864"/>
                </a:lnTo>
                <a:lnTo>
                  <a:pt x="4044" y="6999"/>
                </a:lnTo>
                <a:lnTo>
                  <a:pt x="4274" y="7127"/>
                </a:lnTo>
                <a:lnTo>
                  <a:pt x="4508" y="7247"/>
                </a:lnTo>
                <a:lnTo>
                  <a:pt x="4746" y="7359"/>
                </a:lnTo>
                <a:lnTo>
                  <a:pt x="4987" y="7464"/>
                </a:lnTo>
                <a:lnTo>
                  <a:pt x="5231" y="7560"/>
                </a:lnTo>
                <a:lnTo>
                  <a:pt x="5479" y="7649"/>
                </a:lnTo>
                <a:lnTo>
                  <a:pt x="5729" y="7729"/>
                </a:lnTo>
                <a:lnTo>
                  <a:pt x="5982" y="7802"/>
                </a:lnTo>
                <a:lnTo>
                  <a:pt x="6238" y="7866"/>
                </a:lnTo>
                <a:lnTo>
                  <a:pt x="6495" y="7922"/>
                </a:lnTo>
                <a:lnTo>
                  <a:pt x="6755" y="7970"/>
                </a:lnTo>
                <a:lnTo>
                  <a:pt x="7017" y="8009"/>
                </a:lnTo>
                <a:lnTo>
                  <a:pt x="7280" y="8039"/>
                </a:lnTo>
                <a:lnTo>
                  <a:pt x="7545" y="8061"/>
                </a:lnTo>
                <a:lnTo>
                  <a:pt x="7811" y="8074"/>
                </a:lnTo>
                <a:lnTo>
                  <a:pt x="8079" y="8079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7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C950B4-987F-4490-B05A-373FC422D8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8180" y="629516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23CF94-F858-419B-A95B-C5736F2243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8180" y="629516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7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0DEA6B-7ED3-45A7-8364-0E34E57F86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5342" y="542378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2FBFF0-3CE2-4B04-88F7-389BA83450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5342" y="542378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7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A9AA8B-5B7C-4884-8FAE-41807E7E35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0012" y="629615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B3824F-1DD2-43A6-B92A-2F0BDD8166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0012" y="629615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7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1A16D4-1D9E-4D68-88D4-D281F50CBB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3804" y="629825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308B7B-FE63-4805-B511-488F3763C4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3804" y="629825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7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6455AF-A627-45D4-B85F-236369E72D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5462" y="536482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54DEE3-885E-4B68-863B-C4B836391C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5462" y="536482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7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7D4872-E20D-4F76-BEDB-54BA63A30C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9701" y="629244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3157C5-ADBA-4131-B910-F923A57361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9701" y="629244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7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4A1F29-D271-4BED-A1CF-C96CD2B6CB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8190" y="541960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6CA0EC-4814-41B5-958D-9E7D840643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8190" y="541960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7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E43BDA-4A24-406C-8BCA-C0484016D9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4596" y="541831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7221F5-979B-4EE5-9856-D0A88A65A2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4596" y="541831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7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87CFEB-C717-4D57-ABF5-4FB644000F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6938" y="630097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D12A26-05E9-4CF9-857A-0DF81F7566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6938" y="630097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7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8431E2-E6E1-4A8A-9156-74249DED2D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9942" y="629095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F15FBF-B148-4627-A962-F02AE31DF2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9942" y="629095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7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C2C9E9-EAE8-4DB6-B479-B9AE8CDF4F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1311" y="542031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287199-527F-483F-973D-5856815BB1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1311" y="542031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7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E4C1D2-0B98-4992-9492-AAEE90C7D7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1694" y="542048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E803BA-CDFD-4D2D-ACF0-018F777492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1694" y="542048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7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B33BD7-E118-4120-B190-89946ED098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8767" y="630021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AA2F07-DB6E-496E-9766-E26BAF7815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8767" y="630021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7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A7ABF3-7B38-4457-895B-091D3AF193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4880" y="629220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34294A-BE81-40B9-A8F2-B871A3603E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4880" y="629220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7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571F9E-4804-4779-96F9-365AECCBF7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0733" y="629817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2CD506-E2CF-4ADA-848E-4EF91F72E4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0733" y="629817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7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B2CEF1-8FB8-43B1-9823-553A5204C9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1567" y="628773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4B8C17-0788-40FD-99DD-D308EF5F80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1567" y="628773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7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C7E898-799E-4447-A535-A9658DCCFD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3310" y="542377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3AAD2F-D44E-4B59-BF25-1570F868F8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3310" y="542377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7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48352A-A643-4C6D-AD00-5D86B2B082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2971" y="536256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BAE3E4-1A10-486B-B3F6-BF6C56700C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2971" y="536256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7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1D0689-F8E0-41B4-A155-E6AE29F9DA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1758" y="540069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EEF480-A1BF-44D6-A2F8-C9FDF35F70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1758" y="540069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7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57A231-1919-4BB0-969C-A7F1AC475C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1774" y="542077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F33E71-DEAD-4DAE-9C85-34D3634EC9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1774" y="542077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7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FCFC46-6B56-45D9-AB98-6716994834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6378" y="629646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21546B-BE7C-4443-9E66-CAECCDAEE2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6378" y="629646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7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038C7F-33E3-4DE1-A8F4-89B6320CB3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3596" y="629287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07768F-0808-48C6-9187-FE26900C2E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3596" y="629287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7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E1283A-9BC0-4C00-95EF-CD88C88827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9535" y="629050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83BB69-5B15-4019-90DE-0D0B3C3C76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9535" y="629050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7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6AC835-5F04-4A11-A876-33DDD7B895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7532" y="629940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8208A9-C643-4515-BDBF-22EFC32590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7532" y="629940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7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F82938-696E-4634-9A6A-73355D7D80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69527" y="629565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97E2D8-C077-4B59-A6C8-2702DCB98E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69527" y="629565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7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042FBE-066C-414F-9260-D9AF4AAF62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3654" y="629514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83B35A-EC5E-4D54-838B-07BE13E803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3654" y="629514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7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B996BD-E250-405A-97EF-10D6877C0A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7955" y="629467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3A5452-3707-43EF-8CE2-CA7DEDD444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7955" y="629467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7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830F52-596B-49D2-97C2-11CB5EC946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2102" y="541682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88B085-B307-4959-82FA-45ECF0EA34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2102" y="541682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7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87B9F2-C03C-4F93-B270-4EBA4CB71D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5847" y="529266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6EAFEB-78AC-456E-A5BB-3D8900F52A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5847" y="529266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7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5F15BA-C558-4A69-94F0-10BDE55177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6846" y="629804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EE3B99-9B4D-440F-B069-FC7C538F4C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6846" y="629804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7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1D0DD6-F552-4C35-82AE-C5F96E6B9F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5657" y="629286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92457E-30CE-4BE8-BD99-EAD965C86D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5657" y="629286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7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80F969-DFF1-4A98-BE23-9E3AD00D83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6615" y="531830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388AF3-D0A1-4D32-8BD8-A397C3004C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6615" y="531830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7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81BDA0-D382-4DA3-BE4B-148822A67E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0399" y="541959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9ED84D-F646-4CD9-B876-BF5289608E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0399" y="541959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7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302D3C-E949-4FB1-A687-C5AB1DCCA7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6637" y="629542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F0A78E-B96F-4F1E-B191-A4F45FEE48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6637" y="629542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7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67CF04-6FF4-467E-8AA7-50645979A2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0947" y="542351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8D9519-FF46-4EFC-832E-7EADF2AF16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0947" y="542351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7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6A2473-3158-4946-A35A-6E7F96D11A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1035" y="536846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10A6C6-3102-4AA7-844D-EB4AF1DE93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1035" y="536846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7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B1ED88-AC82-4026-B01B-A115132CB3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7349" y="629222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B5D0ED-5298-4D11-A8F1-E13534BAA4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7349" y="629222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8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DFD939-34B9-4B1D-BCE5-D8D281475E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7483" y="536199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C73893-E53B-4395-86DF-E10AD7C12C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7483" y="536199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8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95E7D9-25AD-481A-9968-3EB8564F4A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1874" y="629703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F5472D-E138-4217-926D-94E9A27E5E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1874" y="629703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8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26D459-DB6C-4608-AB5B-1D249CFE06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9830" y="629317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434B1B-6574-410D-B1BA-B1E11CF05D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9830" y="629317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8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633CB3-CA37-45A4-935C-F9A218D4FA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8561" y="629479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9B6C02-BB5C-4520-B260-774211A648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8561" y="629479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8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E1BA62-121F-4F79-B2C5-AB57869907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5049" y="629843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0CDCB0-8C2A-43A2-93FC-733D9F2980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5049" y="629843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8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36F1AE-78A1-4304-9716-A2E17DC0A8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9316" y="540053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910A5A-54D8-4BAC-8975-8DEDC074BE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9316" y="540053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8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07CE09-28FA-42E1-8E40-001B819D01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9930" y="540310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5924D3-1977-45D7-AA96-329410DB51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9930" y="540310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8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A5829E-A5F1-48C0-94AC-25C77F9DC2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0586" y="629903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E8465C-19BB-4B51-BBBC-ECA708FEA7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0586" y="629903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8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5B29DE-0741-4539-83F2-B860F95666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5839" y="532158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348C29-D6A0-429B-9E8A-9BA16640B6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5839" y="532158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8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1C3F50-12F6-408E-98A9-D68316DD2F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5014" y="628908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CD9191-F554-4FFA-84A7-9E80669947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5014" y="628908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8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032618-EF22-4CC4-9089-D637A080D5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3819" y="629098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D70EAC-7CFB-4720-98B2-6D283B0A5A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3819" y="629098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8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BF75DD-42C0-4567-BECA-B0BA1B29F2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8997" y="532007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A82834-0A6F-47CE-9770-1FA4DD8985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8997" y="532007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8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3FF2AD-AC19-452D-B162-BC657B4202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2370" y="542142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1CEF69-BEF8-4A04-8B1F-8012A6AAD2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2370" y="542142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8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C32136-325F-4E5E-9C28-29768FAA4F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2825" y="629930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0EB86F-AC9D-472A-A7EB-D5279257EE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2825" y="629930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8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F17ABB-8107-43FB-90EA-11FD62086C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7415" y="536219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3B8721-ABBA-49A3-B5A8-9BADC1FBC3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7415" y="536219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8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A9FEC3-AB1E-4257-9CD2-0BA0123A57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3636" y="540068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8AA1E2-D2B3-4D79-A9D6-4E9B9976FE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3636" y="540068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8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5E521D-FF49-4AD4-83BF-858DD954BA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2755" y="541722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EFAF62-6B85-4231-8CAD-0D1E91C866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2755" y="541722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8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5E4BC1-C729-4BAE-B270-8E4E5589A4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2788" y="629293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5C4CB5-14DF-4652-BC98-D11E81F77B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2788" y="629293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8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AC0C1C-5533-4175-BC41-A1FE99605A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4058" y="541944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16D2CA-5FDC-4C71-A29B-DB8554480E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4058" y="541944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8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E247CB-A7CE-4F98-825F-FCDED9F859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7856" y="541482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394482-2D9F-4F1A-9BCB-D68AD80DAF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7856" y="541482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8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0366FF-1159-4D6C-8DE7-EE75BEBE5B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2435" y="535870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89AD3F-81C4-4E74-97B5-644A7E61F9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2435" y="535870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8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D17284-F57D-460D-B018-B6762253B0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9295" y="629468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4A5E03-E9E1-4AED-85BC-2E3717CA58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9295" y="629468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8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6A3041-7E5F-4199-BD87-7EA5AAF3AC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7190" y="541874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11860D-82BF-4393-BCA7-AB8413C15E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7190" y="541874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8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222140-EF98-437E-AC67-053B5DFBEB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1452" y="535886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E743C1-BCA0-4A8A-9B09-157972D03C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1452" y="535886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8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9DA24E-D109-403D-A7CD-46884C92BA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4975" y="541471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C33B18-3662-4297-8E66-ADC0D1A9D4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4975" y="541471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8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5F56CE-8370-48C1-BC6C-6C609001B7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5624" y="535827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DD05F6-6706-4960-A1A4-01096D6CCA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5624" y="535827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8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DA7199-8BE8-408B-A44D-A8837BC070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69995" y="629764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B543FE-31FA-4DAB-A434-F265F7381A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69995" y="629764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8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408B31-8A68-482E-B912-F1BC7A63A8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6870" y="541612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2CD852-8D3B-444D-B8D9-468B43472A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6870" y="541612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8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761BEE-EACB-4730-B8CE-6CB3E76A54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4715" y="536417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1151AB-5A20-4346-9C60-2924FBA9C5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4715" y="536417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8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E3A09C-5A4C-47F2-85C5-BE081C3EF0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2119" y="541458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986629-7528-47E6-A95C-58092E8AE4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2119" y="541458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8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1EF086-7BB9-4CC1-89BF-1F6DBB2E8A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4400" y="629615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871AAD-31B6-4B1F-9DB7-2528685609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4400" y="629615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8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F23196-7B67-4B58-89FC-6A49060551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8092" y="629768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AE9CD2-7C69-4DC8-BC82-8973565D34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8092" y="629768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8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E68880-59FC-4C4A-938E-FCA229E609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1400" y="629410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3CAEA3-A50D-4099-B95A-438A7D6E49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1400" y="629410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8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1CFB54-D4CD-46D8-AE9D-5B2ECB51C1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9644" y="629873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C604D2-0C4E-4F8F-B9CB-E692FFD8AE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9644" y="629873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8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3E76C7-CC1D-40C7-906E-524E088255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6952" y="629818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1676DB-F04E-4469-9C0F-117F512FE9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6952" y="629818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8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61BD56-00B8-4095-B12E-5B782D413B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7538" y="541700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4C29A6-83FD-4DCB-BE62-D7F88AB531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7538" y="541700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8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BEDA66-6B9D-4A5A-A81E-D83E40E030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4841" y="535897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6ED87B-74B8-445E-B52E-B3FF4BF396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4841" y="535897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8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A9A93B-6866-4C57-934A-BE861DA027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4068" y="532024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9A88C0-B118-4995-ADDC-9705851A8B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4068" y="532024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8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04DCD1-EFFF-4337-BF21-CCFA6A05E0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1785" y="541635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697D94-26AD-4B1D-A438-F1E941F77F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1785" y="541635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8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C969AF-D09A-4E59-84B2-53F0B20B8A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3979" y="629912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8E8508-CD34-45D2-B4F9-428F8F9F76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3979" y="629912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8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97BF79-7AFB-4BF7-8223-68E4D19D54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0996" y="541247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F2BCCA-32E0-4CB8-82A0-790B686D65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0996" y="541247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8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A33E2A-92D9-4BE1-A7AC-D8C7B135AF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5802" y="542289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3A0325-83A1-48FC-B7D7-CD57BC2F4D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5802" y="542289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8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742935-3A95-4E5C-9733-91CABD2CBD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2136" y="541435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69221D-E83C-465B-A2F5-8995525149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2136" y="541435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8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3D91AE-87D4-4BA2-A132-63AE185FBF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2050" y="629584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202D6D-FE2B-499F-AF3F-BC453FB3EB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2050" y="629584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8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A351A1-C5A0-4960-9B0C-281EE44B80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6446" y="5138540"/>
            <a:ext cx="16157" cy="8080"/>
          </a:xfrm>
          <a:custGeom xmlns:a="http://schemas.openxmlformats.org/drawingml/2006/main">
            <a:pathLst>
              <a:path w="16157" h="8080">
                <a:moveTo>
                  <a:pt x="8612" y="8063"/>
                </a:move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4"/>
                </a:lnTo>
                <a:lnTo>
                  <a:pt x="9920" y="7868"/>
                </a:lnTo>
                <a:lnTo>
                  <a:pt x="10175" y="7804"/>
                </a:lnTo>
                <a:lnTo>
                  <a:pt x="10428" y="7731"/>
                </a:lnTo>
                <a:lnTo>
                  <a:pt x="10678" y="7651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9"/>
                </a:lnTo>
                <a:lnTo>
                  <a:pt x="11883" y="7129"/>
                </a:lnTo>
                <a:lnTo>
                  <a:pt x="12113" y="7001"/>
                </a:lnTo>
                <a:lnTo>
                  <a:pt x="12339" y="6866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6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5"/>
                </a:lnTo>
                <a:lnTo>
                  <a:pt x="14328" y="5122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2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4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2"/>
                </a:lnTo>
                <a:lnTo>
                  <a:pt x="16157" y="0"/>
                </a:lnTo>
                <a:lnTo>
                  <a:pt x="0" y="0"/>
                </a:ln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346" y="8076"/>
                </a:lnTo>
                <a:lnTo>
                  <a:pt x="8612" y="8063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678E96-C494-4BAB-8FC7-71B88B1ED5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6446" y="5138540"/>
            <a:ext cx="16157" cy="8080"/>
          </a:xfrm>
          <a:custGeom xmlns:a="http://schemas.openxmlformats.org/drawingml/2006/main">
            <a:pathLst>
              <a:path w="16157" h="8080" fill="none">
                <a:moveTo>
                  <a:pt x="8079" y="8080"/>
                </a:moveTo>
                <a:lnTo>
                  <a:pt x="8346" y="8076"/>
                </a:lnTo>
                <a:lnTo>
                  <a:pt x="8612" y="8063"/>
                </a:ln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4"/>
                </a:lnTo>
                <a:lnTo>
                  <a:pt x="9920" y="7868"/>
                </a:lnTo>
                <a:lnTo>
                  <a:pt x="10175" y="7804"/>
                </a:lnTo>
                <a:lnTo>
                  <a:pt x="10428" y="7731"/>
                </a:lnTo>
                <a:lnTo>
                  <a:pt x="10678" y="7651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9"/>
                </a:lnTo>
                <a:lnTo>
                  <a:pt x="11883" y="7129"/>
                </a:lnTo>
                <a:lnTo>
                  <a:pt x="12113" y="7001"/>
                </a:lnTo>
                <a:lnTo>
                  <a:pt x="12339" y="6866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6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5"/>
                </a:lnTo>
                <a:lnTo>
                  <a:pt x="14328" y="5122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2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4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2"/>
                </a:lnTo>
                <a:lnTo>
                  <a:pt x="16157" y="0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8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29B9B4-76A3-471F-851D-1BBAC491C0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56385" y="5138540"/>
            <a:ext cx="16157" cy="8080"/>
          </a:xfrm>
          <a:custGeom xmlns:a="http://schemas.openxmlformats.org/drawingml/2006/main">
            <a:pathLst>
              <a:path w="16157" h="8080">
                <a:moveTo>
                  <a:pt x="8612" y="8063"/>
                </a:move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4"/>
                </a:lnTo>
                <a:lnTo>
                  <a:pt x="9920" y="7868"/>
                </a:lnTo>
                <a:lnTo>
                  <a:pt x="10175" y="7804"/>
                </a:lnTo>
                <a:lnTo>
                  <a:pt x="10428" y="7731"/>
                </a:lnTo>
                <a:lnTo>
                  <a:pt x="10678" y="7651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9"/>
                </a:lnTo>
                <a:lnTo>
                  <a:pt x="11883" y="7129"/>
                </a:lnTo>
                <a:lnTo>
                  <a:pt x="12113" y="7001"/>
                </a:lnTo>
                <a:lnTo>
                  <a:pt x="12339" y="6866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6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5"/>
                </a:lnTo>
                <a:lnTo>
                  <a:pt x="14328" y="5122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2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4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2"/>
                </a:lnTo>
                <a:lnTo>
                  <a:pt x="16157" y="0"/>
                </a:lnTo>
                <a:lnTo>
                  <a:pt x="0" y="0"/>
                </a:ln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346" y="8076"/>
                </a:lnTo>
                <a:lnTo>
                  <a:pt x="8612" y="8063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396299-7607-40CB-BCA6-9DC21272B1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56385" y="5138540"/>
            <a:ext cx="16157" cy="8080"/>
          </a:xfrm>
          <a:custGeom xmlns:a="http://schemas.openxmlformats.org/drawingml/2006/main">
            <a:pathLst>
              <a:path w="16157" h="8080" fill="none">
                <a:moveTo>
                  <a:pt x="8079" y="8080"/>
                </a:moveTo>
                <a:lnTo>
                  <a:pt x="8346" y="8076"/>
                </a:lnTo>
                <a:lnTo>
                  <a:pt x="8612" y="8063"/>
                </a:ln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4"/>
                </a:lnTo>
                <a:lnTo>
                  <a:pt x="9920" y="7868"/>
                </a:lnTo>
                <a:lnTo>
                  <a:pt x="10175" y="7804"/>
                </a:lnTo>
                <a:lnTo>
                  <a:pt x="10428" y="7731"/>
                </a:lnTo>
                <a:lnTo>
                  <a:pt x="10678" y="7651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9"/>
                </a:lnTo>
                <a:lnTo>
                  <a:pt x="11883" y="7129"/>
                </a:lnTo>
                <a:lnTo>
                  <a:pt x="12113" y="7001"/>
                </a:lnTo>
                <a:lnTo>
                  <a:pt x="12339" y="6866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6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5"/>
                </a:lnTo>
                <a:lnTo>
                  <a:pt x="14328" y="5122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2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4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2"/>
                </a:lnTo>
                <a:lnTo>
                  <a:pt x="16157" y="0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8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7EB32B-44AB-4C89-B003-087A8C08FE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98821" y="546827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4D7933-C7C7-4F10-9E80-D1C8AF246E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98821" y="546827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8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CF3EC0-9AEB-4D88-BA5D-E6899DCC10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98390" y="5138540"/>
            <a:ext cx="16157" cy="8080"/>
          </a:xfrm>
          <a:custGeom xmlns:a="http://schemas.openxmlformats.org/drawingml/2006/main">
            <a:pathLst>
              <a:path w="16157" h="8080">
                <a:moveTo>
                  <a:pt x="8612" y="8063"/>
                </a:move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4"/>
                </a:lnTo>
                <a:lnTo>
                  <a:pt x="9920" y="7868"/>
                </a:lnTo>
                <a:lnTo>
                  <a:pt x="10175" y="7804"/>
                </a:lnTo>
                <a:lnTo>
                  <a:pt x="10428" y="7731"/>
                </a:lnTo>
                <a:lnTo>
                  <a:pt x="10678" y="7651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9"/>
                </a:lnTo>
                <a:lnTo>
                  <a:pt x="11883" y="7129"/>
                </a:lnTo>
                <a:lnTo>
                  <a:pt x="12113" y="7001"/>
                </a:lnTo>
                <a:lnTo>
                  <a:pt x="12339" y="6866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6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5"/>
                </a:lnTo>
                <a:lnTo>
                  <a:pt x="14328" y="5122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2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4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2"/>
                </a:lnTo>
                <a:lnTo>
                  <a:pt x="16157" y="0"/>
                </a:lnTo>
                <a:lnTo>
                  <a:pt x="0" y="0"/>
                </a:ln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346" y="8076"/>
                </a:lnTo>
                <a:lnTo>
                  <a:pt x="8612" y="8063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8C5CFC-1DE7-4070-837F-D7B104520F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98390" y="5138540"/>
            <a:ext cx="16157" cy="8080"/>
          </a:xfrm>
          <a:custGeom xmlns:a="http://schemas.openxmlformats.org/drawingml/2006/main">
            <a:pathLst>
              <a:path w="16157" h="8080" fill="none">
                <a:moveTo>
                  <a:pt x="8079" y="8080"/>
                </a:moveTo>
                <a:lnTo>
                  <a:pt x="8346" y="8076"/>
                </a:lnTo>
                <a:lnTo>
                  <a:pt x="8612" y="8063"/>
                </a:ln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4"/>
                </a:lnTo>
                <a:lnTo>
                  <a:pt x="9920" y="7868"/>
                </a:lnTo>
                <a:lnTo>
                  <a:pt x="10175" y="7804"/>
                </a:lnTo>
                <a:lnTo>
                  <a:pt x="10428" y="7731"/>
                </a:lnTo>
                <a:lnTo>
                  <a:pt x="10678" y="7651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9"/>
                </a:lnTo>
                <a:lnTo>
                  <a:pt x="11883" y="7129"/>
                </a:lnTo>
                <a:lnTo>
                  <a:pt x="12113" y="7001"/>
                </a:lnTo>
                <a:lnTo>
                  <a:pt x="12339" y="6866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6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5"/>
                </a:lnTo>
                <a:lnTo>
                  <a:pt x="14328" y="5122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2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4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2"/>
                </a:lnTo>
                <a:lnTo>
                  <a:pt x="16157" y="0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8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8E4647-237F-4DD0-B573-E97B7155CE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47156" y="5138540"/>
            <a:ext cx="16157" cy="8080"/>
          </a:xfrm>
          <a:custGeom xmlns:a="http://schemas.openxmlformats.org/drawingml/2006/main">
            <a:pathLst>
              <a:path w="16157" h="8080">
                <a:moveTo>
                  <a:pt x="8612" y="8063"/>
                </a:move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4"/>
                </a:lnTo>
                <a:lnTo>
                  <a:pt x="9920" y="7868"/>
                </a:lnTo>
                <a:lnTo>
                  <a:pt x="10175" y="7804"/>
                </a:lnTo>
                <a:lnTo>
                  <a:pt x="10428" y="7731"/>
                </a:lnTo>
                <a:lnTo>
                  <a:pt x="10678" y="7651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9"/>
                </a:lnTo>
                <a:lnTo>
                  <a:pt x="11883" y="7129"/>
                </a:lnTo>
                <a:lnTo>
                  <a:pt x="12113" y="7001"/>
                </a:lnTo>
                <a:lnTo>
                  <a:pt x="12339" y="6866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6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5"/>
                </a:lnTo>
                <a:lnTo>
                  <a:pt x="14328" y="5122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2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4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2"/>
                </a:lnTo>
                <a:lnTo>
                  <a:pt x="16157" y="0"/>
                </a:lnTo>
                <a:lnTo>
                  <a:pt x="0" y="0"/>
                </a:ln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346" y="8076"/>
                </a:lnTo>
                <a:lnTo>
                  <a:pt x="8612" y="8063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A358CF-8F24-45E0-831D-A08B8E310E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47156" y="5138540"/>
            <a:ext cx="16157" cy="8080"/>
          </a:xfrm>
          <a:custGeom xmlns:a="http://schemas.openxmlformats.org/drawingml/2006/main">
            <a:pathLst>
              <a:path w="16157" h="8080" fill="none">
                <a:moveTo>
                  <a:pt x="8079" y="8080"/>
                </a:moveTo>
                <a:lnTo>
                  <a:pt x="8346" y="8076"/>
                </a:lnTo>
                <a:lnTo>
                  <a:pt x="8612" y="8063"/>
                </a:ln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4"/>
                </a:lnTo>
                <a:lnTo>
                  <a:pt x="9920" y="7868"/>
                </a:lnTo>
                <a:lnTo>
                  <a:pt x="10175" y="7804"/>
                </a:lnTo>
                <a:lnTo>
                  <a:pt x="10428" y="7731"/>
                </a:lnTo>
                <a:lnTo>
                  <a:pt x="10678" y="7651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9"/>
                </a:lnTo>
                <a:lnTo>
                  <a:pt x="11883" y="7129"/>
                </a:lnTo>
                <a:lnTo>
                  <a:pt x="12113" y="7001"/>
                </a:lnTo>
                <a:lnTo>
                  <a:pt x="12339" y="6866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6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5"/>
                </a:lnTo>
                <a:lnTo>
                  <a:pt x="14328" y="5122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2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4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2"/>
                </a:lnTo>
                <a:lnTo>
                  <a:pt x="16157" y="0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8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B44407-E52E-4489-AFD5-B4C6AF3E18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89211" y="5138540"/>
            <a:ext cx="16157" cy="8080"/>
          </a:xfrm>
          <a:custGeom xmlns:a="http://schemas.openxmlformats.org/drawingml/2006/main">
            <a:pathLst>
              <a:path w="16157" h="8080">
                <a:moveTo>
                  <a:pt x="8612" y="8063"/>
                </a:move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4"/>
                </a:lnTo>
                <a:lnTo>
                  <a:pt x="9920" y="7868"/>
                </a:lnTo>
                <a:lnTo>
                  <a:pt x="10175" y="7804"/>
                </a:lnTo>
                <a:lnTo>
                  <a:pt x="10428" y="7731"/>
                </a:lnTo>
                <a:lnTo>
                  <a:pt x="10678" y="7651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9"/>
                </a:lnTo>
                <a:lnTo>
                  <a:pt x="11883" y="7129"/>
                </a:lnTo>
                <a:lnTo>
                  <a:pt x="12113" y="7001"/>
                </a:lnTo>
                <a:lnTo>
                  <a:pt x="12339" y="6866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6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5"/>
                </a:lnTo>
                <a:lnTo>
                  <a:pt x="14328" y="5122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2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4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2"/>
                </a:lnTo>
                <a:lnTo>
                  <a:pt x="16157" y="0"/>
                </a:lnTo>
                <a:lnTo>
                  <a:pt x="0" y="0"/>
                </a:ln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346" y="8076"/>
                </a:lnTo>
                <a:lnTo>
                  <a:pt x="8612" y="8063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8A92AF-D062-4B65-8A21-B59CBEC7D0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89211" y="5138540"/>
            <a:ext cx="16157" cy="8080"/>
          </a:xfrm>
          <a:custGeom xmlns:a="http://schemas.openxmlformats.org/drawingml/2006/main">
            <a:pathLst>
              <a:path w="16157" h="8080" fill="none">
                <a:moveTo>
                  <a:pt x="8079" y="8080"/>
                </a:moveTo>
                <a:lnTo>
                  <a:pt x="8346" y="8076"/>
                </a:lnTo>
                <a:lnTo>
                  <a:pt x="8612" y="8063"/>
                </a:ln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4"/>
                </a:lnTo>
                <a:lnTo>
                  <a:pt x="9920" y="7868"/>
                </a:lnTo>
                <a:lnTo>
                  <a:pt x="10175" y="7804"/>
                </a:lnTo>
                <a:lnTo>
                  <a:pt x="10428" y="7731"/>
                </a:lnTo>
                <a:lnTo>
                  <a:pt x="10678" y="7651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9"/>
                </a:lnTo>
                <a:lnTo>
                  <a:pt x="11883" y="7129"/>
                </a:lnTo>
                <a:lnTo>
                  <a:pt x="12113" y="7001"/>
                </a:lnTo>
                <a:lnTo>
                  <a:pt x="12339" y="6866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6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5"/>
                </a:lnTo>
                <a:lnTo>
                  <a:pt x="14328" y="5122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2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4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2"/>
                </a:lnTo>
                <a:lnTo>
                  <a:pt x="16157" y="0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9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A7AE35-F05B-4C6B-87FB-737A496B45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55630" y="5138540"/>
            <a:ext cx="16157" cy="8080"/>
          </a:xfrm>
          <a:custGeom xmlns:a="http://schemas.openxmlformats.org/drawingml/2006/main">
            <a:pathLst>
              <a:path w="16157" h="8080">
                <a:moveTo>
                  <a:pt x="8612" y="8063"/>
                </a:move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4"/>
                </a:lnTo>
                <a:lnTo>
                  <a:pt x="9920" y="7868"/>
                </a:lnTo>
                <a:lnTo>
                  <a:pt x="10175" y="7804"/>
                </a:lnTo>
                <a:lnTo>
                  <a:pt x="10428" y="7731"/>
                </a:lnTo>
                <a:lnTo>
                  <a:pt x="10678" y="7651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9"/>
                </a:lnTo>
                <a:lnTo>
                  <a:pt x="11883" y="7129"/>
                </a:lnTo>
                <a:lnTo>
                  <a:pt x="12113" y="7001"/>
                </a:lnTo>
                <a:lnTo>
                  <a:pt x="12339" y="6866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6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5"/>
                </a:lnTo>
                <a:lnTo>
                  <a:pt x="14328" y="5122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2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4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2"/>
                </a:lnTo>
                <a:lnTo>
                  <a:pt x="16157" y="0"/>
                </a:lnTo>
                <a:lnTo>
                  <a:pt x="0" y="0"/>
                </a:ln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346" y="8076"/>
                </a:lnTo>
                <a:lnTo>
                  <a:pt x="8612" y="8063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6C7DC3-8CE4-4306-878C-2D984EE1C3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55630" y="5138540"/>
            <a:ext cx="16157" cy="8080"/>
          </a:xfrm>
          <a:custGeom xmlns:a="http://schemas.openxmlformats.org/drawingml/2006/main">
            <a:pathLst>
              <a:path w="16157" h="8080" fill="none">
                <a:moveTo>
                  <a:pt x="8079" y="8080"/>
                </a:moveTo>
                <a:lnTo>
                  <a:pt x="8346" y="8076"/>
                </a:lnTo>
                <a:lnTo>
                  <a:pt x="8612" y="8063"/>
                </a:ln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4"/>
                </a:lnTo>
                <a:lnTo>
                  <a:pt x="9920" y="7868"/>
                </a:lnTo>
                <a:lnTo>
                  <a:pt x="10175" y="7804"/>
                </a:lnTo>
                <a:lnTo>
                  <a:pt x="10428" y="7731"/>
                </a:lnTo>
                <a:lnTo>
                  <a:pt x="10678" y="7651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9"/>
                </a:lnTo>
                <a:lnTo>
                  <a:pt x="11883" y="7129"/>
                </a:lnTo>
                <a:lnTo>
                  <a:pt x="12113" y="7001"/>
                </a:lnTo>
                <a:lnTo>
                  <a:pt x="12339" y="6866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6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5"/>
                </a:lnTo>
                <a:lnTo>
                  <a:pt x="14328" y="5122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2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4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2"/>
                </a:lnTo>
                <a:lnTo>
                  <a:pt x="16157" y="0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9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6ABC13-FC48-4A02-A999-592E1F833C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7106" y="5138540"/>
            <a:ext cx="16157" cy="8080"/>
          </a:xfrm>
          <a:custGeom xmlns:a="http://schemas.openxmlformats.org/drawingml/2006/main">
            <a:pathLst>
              <a:path w="16157" h="8080">
                <a:moveTo>
                  <a:pt x="8612" y="8063"/>
                </a:move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4"/>
                </a:lnTo>
                <a:lnTo>
                  <a:pt x="9920" y="7868"/>
                </a:lnTo>
                <a:lnTo>
                  <a:pt x="10175" y="7804"/>
                </a:lnTo>
                <a:lnTo>
                  <a:pt x="10428" y="7731"/>
                </a:lnTo>
                <a:lnTo>
                  <a:pt x="10678" y="7651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9"/>
                </a:lnTo>
                <a:lnTo>
                  <a:pt x="11883" y="7129"/>
                </a:lnTo>
                <a:lnTo>
                  <a:pt x="12113" y="7001"/>
                </a:lnTo>
                <a:lnTo>
                  <a:pt x="12339" y="6866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6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5"/>
                </a:lnTo>
                <a:lnTo>
                  <a:pt x="14328" y="5122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2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4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2"/>
                </a:lnTo>
                <a:lnTo>
                  <a:pt x="16157" y="0"/>
                </a:lnTo>
                <a:lnTo>
                  <a:pt x="0" y="0"/>
                </a:ln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346" y="8076"/>
                </a:lnTo>
                <a:lnTo>
                  <a:pt x="8612" y="8063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6439A0-359B-4D7C-B12E-1BA08848BC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7106" y="5138540"/>
            <a:ext cx="16157" cy="8080"/>
          </a:xfrm>
          <a:custGeom xmlns:a="http://schemas.openxmlformats.org/drawingml/2006/main">
            <a:pathLst>
              <a:path w="16157" h="8080" fill="none">
                <a:moveTo>
                  <a:pt x="8079" y="8080"/>
                </a:moveTo>
                <a:lnTo>
                  <a:pt x="8346" y="8076"/>
                </a:lnTo>
                <a:lnTo>
                  <a:pt x="8612" y="8063"/>
                </a:ln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4"/>
                </a:lnTo>
                <a:lnTo>
                  <a:pt x="9920" y="7868"/>
                </a:lnTo>
                <a:lnTo>
                  <a:pt x="10175" y="7804"/>
                </a:lnTo>
                <a:lnTo>
                  <a:pt x="10428" y="7731"/>
                </a:lnTo>
                <a:lnTo>
                  <a:pt x="10678" y="7651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9"/>
                </a:lnTo>
                <a:lnTo>
                  <a:pt x="11883" y="7129"/>
                </a:lnTo>
                <a:lnTo>
                  <a:pt x="12113" y="7001"/>
                </a:lnTo>
                <a:lnTo>
                  <a:pt x="12339" y="6866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6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5"/>
                </a:lnTo>
                <a:lnTo>
                  <a:pt x="14328" y="5122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2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4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2"/>
                </a:lnTo>
                <a:lnTo>
                  <a:pt x="16157" y="0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9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31B781-BDC5-48A8-9C1F-4683B7A368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6147" y="5138540"/>
            <a:ext cx="8078" cy="8080"/>
          </a:xfrm>
          <a:custGeom xmlns:a="http://schemas.openxmlformats.org/drawingml/2006/main">
            <a:pathLst>
              <a:path w="8078" h="8080">
                <a:moveTo>
                  <a:pt x="0" y="2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0"/>
                </a:lnTo>
                <a:lnTo>
                  <a:pt x="8078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DC3097-41C3-4389-A919-52FEB6B88A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6147" y="5138540"/>
            <a:ext cx="8078" cy="8080"/>
          </a:xfrm>
          <a:custGeom xmlns:a="http://schemas.openxmlformats.org/drawingml/2006/main">
            <a:pathLst>
              <a:path w="8078" h="8080" fill="none"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9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890E47-670D-4221-A63C-2A600E5259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6147" y="5138540"/>
            <a:ext cx="8078" cy="8080"/>
          </a:xfrm>
          <a:custGeom xmlns:a="http://schemas.openxmlformats.org/drawingml/2006/main">
            <a:pathLst>
              <a:path w="8078" h="8080">
                <a:moveTo>
                  <a:pt x="0" y="2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0"/>
                </a:lnTo>
                <a:lnTo>
                  <a:pt x="8078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21F295-9ACB-4721-8B8A-49D6E099D8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6147" y="5138540"/>
            <a:ext cx="8078" cy="8080"/>
          </a:xfrm>
          <a:custGeom xmlns:a="http://schemas.openxmlformats.org/drawingml/2006/main">
            <a:pathLst>
              <a:path w="8078" h="8080" fill="none"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8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9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E09DBE-49BF-459A-9A70-7CCE801BBE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07251" y="517015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F912BE-709C-4F03-B79E-19022A58A1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07251" y="517015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9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AD8850-8B70-4FA2-8719-6AE46E76FA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8019" y="5138540"/>
            <a:ext cx="16157" cy="8080"/>
          </a:xfrm>
          <a:custGeom xmlns:a="http://schemas.openxmlformats.org/drawingml/2006/main">
            <a:pathLst>
              <a:path w="16157" h="8080">
                <a:moveTo>
                  <a:pt x="8612" y="8063"/>
                </a:move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4"/>
                </a:lnTo>
                <a:lnTo>
                  <a:pt x="9920" y="7868"/>
                </a:lnTo>
                <a:lnTo>
                  <a:pt x="10175" y="7804"/>
                </a:lnTo>
                <a:lnTo>
                  <a:pt x="10428" y="7731"/>
                </a:lnTo>
                <a:lnTo>
                  <a:pt x="10678" y="7651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9"/>
                </a:lnTo>
                <a:lnTo>
                  <a:pt x="11883" y="7129"/>
                </a:lnTo>
                <a:lnTo>
                  <a:pt x="12113" y="7001"/>
                </a:lnTo>
                <a:lnTo>
                  <a:pt x="12339" y="6866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6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5"/>
                </a:lnTo>
                <a:lnTo>
                  <a:pt x="14328" y="5122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2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4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2"/>
                </a:lnTo>
                <a:lnTo>
                  <a:pt x="16157" y="0"/>
                </a:lnTo>
                <a:lnTo>
                  <a:pt x="0" y="0"/>
                </a:ln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346" y="8076"/>
                </a:lnTo>
                <a:lnTo>
                  <a:pt x="8612" y="8063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BEA0AD-A475-4C81-97E3-BAF9C91815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8019" y="5138540"/>
            <a:ext cx="16157" cy="8080"/>
          </a:xfrm>
          <a:custGeom xmlns:a="http://schemas.openxmlformats.org/drawingml/2006/main">
            <a:pathLst>
              <a:path w="16157" h="8080" fill="none">
                <a:moveTo>
                  <a:pt x="8079" y="8080"/>
                </a:moveTo>
                <a:lnTo>
                  <a:pt x="8346" y="8076"/>
                </a:lnTo>
                <a:lnTo>
                  <a:pt x="8612" y="8063"/>
                </a:ln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4"/>
                </a:lnTo>
                <a:lnTo>
                  <a:pt x="9920" y="7868"/>
                </a:lnTo>
                <a:lnTo>
                  <a:pt x="10175" y="7804"/>
                </a:lnTo>
                <a:lnTo>
                  <a:pt x="10428" y="7731"/>
                </a:lnTo>
                <a:lnTo>
                  <a:pt x="10678" y="7651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9"/>
                </a:lnTo>
                <a:lnTo>
                  <a:pt x="11883" y="7129"/>
                </a:lnTo>
                <a:lnTo>
                  <a:pt x="12113" y="7001"/>
                </a:lnTo>
                <a:lnTo>
                  <a:pt x="12339" y="6866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6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5"/>
                </a:lnTo>
                <a:lnTo>
                  <a:pt x="14328" y="5122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2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4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2"/>
                </a:lnTo>
                <a:lnTo>
                  <a:pt x="16157" y="0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9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0DC9FC-F5FA-4FA1-AD1D-E256872068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9152" y="525183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265B2F-A211-4922-B9DD-A6ABD761F2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9152" y="525183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9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7CA73F-F841-4BEE-973C-3CF8355D31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81130" y="5138540"/>
            <a:ext cx="16157" cy="8080"/>
          </a:xfrm>
          <a:custGeom xmlns:a="http://schemas.openxmlformats.org/drawingml/2006/main">
            <a:pathLst>
              <a:path w="16157" h="8080">
                <a:moveTo>
                  <a:pt x="8612" y="8063"/>
                </a:move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4"/>
                </a:lnTo>
                <a:lnTo>
                  <a:pt x="9920" y="7868"/>
                </a:lnTo>
                <a:lnTo>
                  <a:pt x="10175" y="7804"/>
                </a:lnTo>
                <a:lnTo>
                  <a:pt x="10428" y="7731"/>
                </a:lnTo>
                <a:lnTo>
                  <a:pt x="10678" y="7651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9"/>
                </a:lnTo>
                <a:lnTo>
                  <a:pt x="11883" y="7129"/>
                </a:lnTo>
                <a:lnTo>
                  <a:pt x="12113" y="7001"/>
                </a:lnTo>
                <a:lnTo>
                  <a:pt x="12339" y="6866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6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5"/>
                </a:lnTo>
                <a:lnTo>
                  <a:pt x="14328" y="5122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2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4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2"/>
                </a:lnTo>
                <a:lnTo>
                  <a:pt x="16157" y="0"/>
                </a:lnTo>
                <a:lnTo>
                  <a:pt x="0" y="0"/>
                </a:ln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346" y="8076"/>
                </a:lnTo>
                <a:lnTo>
                  <a:pt x="8612" y="8063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300814-F93E-4FFA-BE0B-64CD15D974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81130" y="5138540"/>
            <a:ext cx="16157" cy="8080"/>
          </a:xfrm>
          <a:custGeom xmlns:a="http://schemas.openxmlformats.org/drawingml/2006/main">
            <a:pathLst>
              <a:path w="16157" h="8080" fill="none">
                <a:moveTo>
                  <a:pt x="8079" y="8080"/>
                </a:moveTo>
                <a:lnTo>
                  <a:pt x="8346" y="8076"/>
                </a:lnTo>
                <a:lnTo>
                  <a:pt x="8612" y="8063"/>
                </a:ln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4"/>
                </a:lnTo>
                <a:lnTo>
                  <a:pt x="9920" y="7868"/>
                </a:lnTo>
                <a:lnTo>
                  <a:pt x="10175" y="7804"/>
                </a:lnTo>
                <a:lnTo>
                  <a:pt x="10428" y="7731"/>
                </a:lnTo>
                <a:lnTo>
                  <a:pt x="10678" y="7651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9"/>
                </a:lnTo>
                <a:lnTo>
                  <a:pt x="11883" y="7129"/>
                </a:lnTo>
                <a:lnTo>
                  <a:pt x="12113" y="7001"/>
                </a:lnTo>
                <a:lnTo>
                  <a:pt x="12339" y="6866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6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5"/>
                </a:lnTo>
                <a:lnTo>
                  <a:pt x="14328" y="5122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2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4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2"/>
                </a:lnTo>
                <a:lnTo>
                  <a:pt x="16157" y="0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9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4E4CBC-9D4A-4194-885F-68EA81747C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38489" y="5138540"/>
            <a:ext cx="16157" cy="8080"/>
          </a:xfrm>
          <a:custGeom xmlns:a="http://schemas.openxmlformats.org/drawingml/2006/main">
            <a:pathLst>
              <a:path w="16157" h="8080">
                <a:moveTo>
                  <a:pt x="8612" y="8063"/>
                </a:move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4"/>
                </a:lnTo>
                <a:lnTo>
                  <a:pt x="9920" y="7868"/>
                </a:lnTo>
                <a:lnTo>
                  <a:pt x="10175" y="7804"/>
                </a:lnTo>
                <a:lnTo>
                  <a:pt x="10428" y="7731"/>
                </a:lnTo>
                <a:lnTo>
                  <a:pt x="10678" y="7651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9"/>
                </a:lnTo>
                <a:lnTo>
                  <a:pt x="11883" y="7129"/>
                </a:lnTo>
                <a:lnTo>
                  <a:pt x="12113" y="7001"/>
                </a:lnTo>
                <a:lnTo>
                  <a:pt x="12339" y="6866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6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5"/>
                </a:lnTo>
                <a:lnTo>
                  <a:pt x="14328" y="5122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2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4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2"/>
                </a:lnTo>
                <a:lnTo>
                  <a:pt x="16157" y="0"/>
                </a:lnTo>
                <a:lnTo>
                  <a:pt x="0" y="0"/>
                </a:ln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346" y="8076"/>
                </a:lnTo>
                <a:lnTo>
                  <a:pt x="8612" y="8063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EA0A99-7F4F-41C9-B397-DC46AF33FA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38489" y="5138540"/>
            <a:ext cx="16157" cy="8080"/>
          </a:xfrm>
          <a:custGeom xmlns:a="http://schemas.openxmlformats.org/drawingml/2006/main">
            <a:pathLst>
              <a:path w="16157" h="8080" fill="none">
                <a:moveTo>
                  <a:pt x="8079" y="8080"/>
                </a:moveTo>
                <a:lnTo>
                  <a:pt x="8346" y="8076"/>
                </a:lnTo>
                <a:lnTo>
                  <a:pt x="8612" y="8063"/>
                </a:ln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4"/>
                </a:lnTo>
                <a:lnTo>
                  <a:pt x="9920" y="7868"/>
                </a:lnTo>
                <a:lnTo>
                  <a:pt x="10175" y="7804"/>
                </a:lnTo>
                <a:lnTo>
                  <a:pt x="10428" y="7731"/>
                </a:lnTo>
                <a:lnTo>
                  <a:pt x="10678" y="7651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9"/>
                </a:lnTo>
                <a:lnTo>
                  <a:pt x="11883" y="7129"/>
                </a:lnTo>
                <a:lnTo>
                  <a:pt x="12113" y="7001"/>
                </a:lnTo>
                <a:lnTo>
                  <a:pt x="12339" y="6866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6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5"/>
                </a:lnTo>
                <a:lnTo>
                  <a:pt x="14328" y="5122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2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4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2"/>
                </a:lnTo>
                <a:lnTo>
                  <a:pt x="16157" y="0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9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F03268-AB02-4395-95BE-225CE6558B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12939" y="5138540"/>
            <a:ext cx="16157" cy="8080"/>
          </a:xfrm>
          <a:custGeom xmlns:a="http://schemas.openxmlformats.org/drawingml/2006/main">
            <a:pathLst>
              <a:path w="16157" h="8080">
                <a:moveTo>
                  <a:pt x="8612" y="8063"/>
                </a:move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4"/>
                </a:lnTo>
                <a:lnTo>
                  <a:pt x="9920" y="7868"/>
                </a:lnTo>
                <a:lnTo>
                  <a:pt x="10175" y="7804"/>
                </a:lnTo>
                <a:lnTo>
                  <a:pt x="10428" y="7731"/>
                </a:lnTo>
                <a:lnTo>
                  <a:pt x="10678" y="7651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9"/>
                </a:lnTo>
                <a:lnTo>
                  <a:pt x="11883" y="7129"/>
                </a:lnTo>
                <a:lnTo>
                  <a:pt x="12113" y="7001"/>
                </a:lnTo>
                <a:lnTo>
                  <a:pt x="12339" y="6866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6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5"/>
                </a:lnTo>
                <a:lnTo>
                  <a:pt x="14328" y="5122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2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4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2"/>
                </a:lnTo>
                <a:lnTo>
                  <a:pt x="16157" y="0"/>
                </a:lnTo>
                <a:lnTo>
                  <a:pt x="0" y="0"/>
                </a:ln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346" y="8076"/>
                </a:lnTo>
                <a:lnTo>
                  <a:pt x="8612" y="8063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080A55-B789-4585-A7A3-768102A057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12939" y="5138540"/>
            <a:ext cx="16157" cy="8080"/>
          </a:xfrm>
          <a:custGeom xmlns:a="http://schemas.openxmlformats.org/drawingml/2006/main">
            <a:pathLst>
              <a:path w="16157" h="8080" fill="none">
                <a:moveTo>
                  <a:pt x="8079" y="8080"/>
                </a:moveTo>
                <a:lnTo>
                  <a:pt x="8346" y="8076"/>
                </a:lnTo>
                <a:lnTo>
                  <a:pt x="8612" y="8063"/>
                </a:ln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4"/>
                </a:lnTo>
                <a:lnTo>
                  <a:pt x="9920" y="7868"/>
                </a:lnTo>
                <a:lnTo>
                  <a:pt x="10175" y="7804"/>
                </a:lnTo>
                <a:lnTo>
                  <a:pt x="10428" y="7731"/>
                </a:lnTo>
                <a:lnTo>
                  <a:pt x="10678" y="7651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9"/>
                </a:lnTo>
                <a:lnTo>
                  <a:pt x="11883" y="7129"/>
                </a:lnTo>
                <a:lnTo>
                  <a:pt x="12113" y="7001"/>
                </a:lnTo>
                <a:lnTo>
                  <a:pt x="12339" y="6866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6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5"/>
                </a:lnTo>
                <a:lnTo>
                  <a:pt x="14328" y="5122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2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4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2"/>
                </a:lnTo>
                <a:lnTo>
                  <a:pt x="16157" y="0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9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BFA5FA-8CCE-4F03-9EBE-962BD5A49F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6597" y="627980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66825C-6554-4E5E-9444-3FEBA97F57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6597" y="627980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9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337F88-097C-4BA5-9390-6BDF3A6FD8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3403" y="545601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EAC4BB-4A29-4177-A3F6-44E5F582E1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3403" y="545601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9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EED8AC-CC38-4594-A2FD-16AFB9CE8D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98164" y="519694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5F436F-ACF6-4FBD-9B2F-107E198ABB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98164" y="519694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9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981C8A-E1EF-4C7F-BCE0-B9E84D5E00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92955" y="546756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ADE2C2-25A5-4510-B66D-731BA0ADC3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92955" y="546756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9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88628F-87D5-4BE3-AC48-6E39482DDF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94063" y="526479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A56787-8522-41E5-BDC4-17EE1619E8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94063" y="526479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9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E7051B-9BAA-416E-8A64-FFFAF9CA40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04739" y="534618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FB4263-62C5-45AD-B7C4-0D2C8878D2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04739" y="534618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9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F8FC5B-EEC5-4EED-AF8D-E0449A9309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93906" y="533353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44171C-DA0A-47E9-B6AF-DBCD8AED2C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93906" y="533353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9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3288C2-0FC1-4901-95C9-FABEA6329E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6838" y="532828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255F95-7DF1-4EAC-B280-E683182A75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6838" y="532828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9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542F02-89D9-49D0-9171-520293EF99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8828" y="543711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9A6D21-72BE-462A-9958-6A69F439BD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8828" y="543711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9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4BB73A-DC73-434B-B920-879F2A1942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96302" y="544186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69A064-2B9A-4A0D-B0B3-695B2DBD2D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96302" y="544186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9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893B17-17FA-4BBE-B471-C498777BEA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06722" y="540461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76CA2A-668E-4C0C-94C1-6AFDC71BD1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06722" y="540461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9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8D6553-6189-475B-A8D2-B6ACC51F49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6146" y="5138540"/>
            <a:ext cx="8080" cy="8080"/>
          </a:xfrm>
          <a:custGeom xmlns:a="http://schemas.openxmlformats.org/drawingml/2006/main">
            <a:pathLst>
              <a:path w="8080" h="8080">
                <a:moveTo>
                  <a:pt x="0" y="2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080" y="8080"/>
                </a:lnTo>
                <a:lnTo>
                  <a:pt x="808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0E6F1C-C58F-4F5A-BC79-ACA6E2BEE6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6146" y="5138540"/>
            <a:ext cx="8080" cy="8080"/>
          </a:xfrm>
          <a:custGeom xmlns:a="http://schemas.openxmlformats.org/drawingml/2006/main">
            <a:pathLst>
              <a:path w="8080" h="8080" fill="none">
                <a:moveTo>
                  <a:pt x="8079" y="8080"/>
                </a:moveTo>
                <a:lnTo>
                  <a:pt x="8080" y="8080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9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CEDD7A-D9CD-43F2-92F4-25A1FBF060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6146" y="5138540"/>
            <a:ext cx="8080" cy="8080"/>
          </a:xfrm>
          <a:custGeom xmlns:a="http://schemas.openxmlformats.org/drawingml/2006/main">
            <a:pathLst>
              <a:path w="8080" h="8080">
                <a:moveTo>
                  <a:pt x="0" y="2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080" y="8080"/>
                </a:lnTo>
                <a:lnTo>
                  <a:pt x="808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03F62D-5D01-4EC6-B025-45D4FB4F3B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6146" y="5138540"/>
            <a:ext cx="8080" cy="8080"/>
          </a:xfrm>
          <a:custGeom xmlns:a="http://schemas.openxmlformats.org/drawingml/2006/main">
            <a:pathLst>
              <a:path w="8080" h="8080" fill="none">
                <a:moveTo>
                  <a:pt x="8079" y="8080"/>
                </a:moveTo>
                <a:lnTo>
                  <a:pt x="8080" y="8080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9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89E66E-9D8C-4936-878D-B0DB854ADA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6146" y="5138540"/>
            <a:ext cx="8080" cy="8080"/>
          </a:xfrm>
          <a:custGeom xmlns:a="http://schemas.openxmlformats.org/drawingml/2006/main">
            <a:pathLst>
              <a:path w="8080" h="8080">
                <a:moveTo>
                  <a:pt x="0" y="2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080" y="8080"/>
                </a:lnTo>
                <a:lnTo>
                  <a:pt x="808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AF724A-64D6-44D5-850B-32FFAAC15E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6146" y="5138540"/>
            <a:ext cx="8080" cy="8080"/>
          </a:xfrm>
          <a:custGeom xmlns:a="http://schemas.openxmlformats.org/drawingml/2006/main">
            <a:pathLst>
              <a:path w="8080" h="8080" fill="none">
                <a:moveTo>
                  <a:pt x="8079" y="8080"/>
                </a:moveTo>
                <a:lnTo>
                  <a:pt x="8080" y="8080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9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6BABB9-E7CE-40EA-80F6-550F6FBA09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6146" y="5138540"/>
            <a:ext cx="8080" cy="8080"/>
          </a:xfrm>
          <a:custGeom xmlns:a="http://schemas.openxmlformats.org/drawingml/2006/main">
            <a:pathLst>
              <a:path w="8080" h="8080">
                <a:moveTo>
                  <a:pt x="0" y="2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080" y="8080"/>
                </a:lnTo>
                <a:lnTo>
                  <a:pt x="808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C74BEC-5387-4C70-B135-CB2A99FB19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6146" y="5138540"/>
            <a:ext cx="8080" cy="8080"/>
          </a:xfrm>
          <a:custGeom xmlns:a="http://schemas.openxmlformats.org/drawingml/2006/main">
            <a:pathLst>
              <a:path w="8080" h="8080" fill="none">
                <a:moveTo>
                  <a:pt x="8079" y="8080"/>
                </a:moveTo>
                <a:lnTo>
                  <a:pt x="8080" y="8080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9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379E2C-B652-457D-8F1B-A1AAC08547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29653" y="518021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4AFCE0-BFDF-44BA-90E0-22E74A2507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29653" y="518021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9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65AD2A-412E-447D-87D5-68A6EF492F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9504" y="5138540"/>
            <a:ext cx="16157" cy="8080"/>
          </a:xfrm>
          <a:custGeom xmlns:a="http://schemas.openxmlformats.org/drawingml/2006/main">
            <a:pathLst>
              <a:path w="16157" h="8080">
                <a:moveTo>
                  <a:pt x="8612" y="8063"/>
                </a:move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4"/>
                </a:lnTo>
                <a:lnTo>
                  <a:pt x="9920" y="7868"/>
                </a:lnTo>
                <a:lnTo>
                  <a:pt x="10175" y="7804"/>
                </a:lnTo>
                <a:lnTo>
                  <a:pt x="10428" y="7731"/>
                </a:lnTo>
                <a:lnTo>
                  <a:pt x="10678" y="7651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9"/>
                </a:lnTo>
                <a:lnTo>
                  <a:pt x="11883" y="7129"/>
                </a:lnTo>
                <a:lnTo>
                  <a:pt x="12113" y="7001"/>
                </a:lnTo>
                <a:lnTo>
                  <a:pt x="12339" y="6866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6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5"/>
                </a:lnTo>
                <a:lnTo>
                  <a:pt x="14328" y="5122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2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4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2"/>
                </a:lnTo>
                <a:lnTo>
                  <a:pt x="16157" y="0"/>
                </a:lnTo>
                <a:lnTo>
                  <a:pt x="0" y="0"/>
                </a:ln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346" y="8076"/>
                </a:lnTo>
                <a:lnTo>
                  <a:pt x="8612" y="8063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36D1D4-789B-4E38-9044-4CA6B758ED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9504" y="5138540"/>
            <a:ext cx="16157" cy="8080"/>
          </a:xfrm>
          <a:custGeom xmlns:a="http://schemas.openxmlformats.org/drawingml/2006/main">
            <a:pathLst>
              <a:path w="16157" h="8080" fill="none">
                <a:moveTo>
                  <a:pt x="8079" y="8080"/>
                </a:moveTo>
                <a:lnTo>
                  <a:pt x="8346" y="8076"/>
                </a:lnTo>
                <a:lnTo>
                  <a:pt x="8612" y="8063"/>
                </a:ln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4"/>
                </a:lnTo>
                <a:lnTo>
                  <a:pt x="9920" y="7868"/>
                </a:lnTo>
                <a:lnTo>
                  <a:pt x="10175" y="7804"/>
                </a:lnTo>
                <a:lnTo>
                  <a:pt x="10428" y="7731"/>
                </a:lnTo>
                <a:lnTo>
                  <a:pt x="10678" y="7651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9"/>
                </a:lnTo>
                <a:lnTo>
                  <a:pt x="11883" y="7129"/>
                </a:lnTo>
                <a:lnTo>
                  <a:pt x="12113" y="7001"/>
                </a:lnTo>
                <a:lnTo>
                  <a:pt x="12339" y="6866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6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5"/>
                </a:lnTo>
                <a:lnTo>
                  <a:pt x="14328" y="5122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2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4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2"/>
                </a:lnTo>
                <a:lnTo>
                  <a:pt x="16157" y="0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9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CCAD0A-BF36-4765-8EE3-955E85B49E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8523" y="526114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C672E3-BD8C-4D30-B7FB-928EA0FDEC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8523" y="526114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9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3C5344-B8DC-43F0-8D6F-56CB0EE5BC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52889" y="5138540"/>
            <a:ext cx="16157" cy="8080"/>
          </a:xfrm>
          <a:custGeom xmlns:a="http://schemas.openxmlformats.org/drawingml/2006/main">
            <a:pathLst>
              <a:path w="16157" h="8080">
                <a:moveTo>
                  <a:pt x="8612" y="8063"/>
                </a:move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4"/>
                </a:lnTo>
                <a:lnTo>
                  <a:pt x="9920" y="7868"/>
                </a:lnTo>
                <a:lnTo>
                  <a:pt x="10175" y="7804"/>
                </a:lnTo>
                <a:lnTo>
                  <a:pt x="10428" y="7731"/>
                </a:lnTo>
                <a:lnTo>
                  <a:pt x="10678" y="7651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9"/>
                </a:lnTo>
                <a:lnTo>
                  <a:pt x="11883" y="7129"/>
                </a:lnTo>
                <a:lnTo>
                  <a:pt x="12113" y="7001"/>
                </a:lnTo>
                <a:lnTo>
                  <a:pt x="12339" y="6866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6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5"/>
                </a:lnTo>
                <a:lnTo>
                  <a:pt x="14328" y="5122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2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4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2"/>
                </a:lnTo>
                <a:lnTo>
                  <a:pt x="16157" y="0"/>
                </a:lnTo>
                <a:lnTo>
                  <a:pt x="0" y="0"/>
                </a:ln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346" y="8076"/>
                </a:lnTo>
                <a:lnTo>
                  <a:pt x="8612" y="8063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C5172B-94D9-489F-A73B-6C50BFDF6A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52889" y="5138540"/>
            <a:ext cx="16157" cy="8080"/>
          </a:xfrm>
          <a:custGeom xmlns:a="http://schemas.openxmlformats.org/drawingml/2006/main">
            <a:pathLst>
              <a:path w="16157" h="8080" fill="none">
                <a:moveTo>
                  <a:pt x="8079" y="8080"/>
                </a:moveTo>
                <a:lnTo>
                  <a:pt x="8346" y="8076"/>
                </a:lnTo>
                <a:lnTo>
                  <a:pt x="8612" y="8063"/>
                </a:ln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4"/>
                </a:lnTo>
                <a:lnTo>
                  <a:pt x="9920" y="7868"/>
                </a:lnTo>
                <a:lnTo>
                  <a:pt x="10175" y="7804"/>
                </a:lnTo>
                <a:lnTo>
                  <a:pt x="10428" y="7731"/>
                </a:lnTo>
                <a:lnTo>
                  <a:pt x="10678" y="7651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9"/>
                </a:lnTo>
                <a:lnTo>
                  <a:pt x="11883" y="7129"/>
                </a:lnTo>
                <a:lnTo>
                  <a:pt x="12113" y="7001"/>
                </a:lnTo>
                <a:lnTo>
                  <a:pt x="12339" y="6866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6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5"/>
                </a:lnTo>
                <a:lnTo>
                  <a:pt x="14328" y="5122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2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4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2"/>
                </a:lnTo>
                <a:lnTo>
                  <a:pt x="16157" y="0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9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77A27E-18CA-47D5-8C37-C9DB4E43CA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36990" y="5138540"/>
            <a:ext cx="16157" cy="8080"/>
          </a:xfrm>
          <a:custGeom xmlns:a="http://schemas.openxmlformats.org/drawingml/2006/main">
            <a:pathLst>
              <a:path w="16157" h="8080">
                <a:moveTo>
                  <a:pt x="8612" y="8063"/>
                </a:move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4"/>
                </a:lnTo>
                <a:lnTo>
                  <a:pt x="9920" y="7868"/>
                </a:lnTo>
                <a:lnTo>
                  <a:pt x="10175" y="7804"/>
                </a:lnTo>
                <a:lnTo>
                  <a:pt x="10428" y="7731"/>
                </a:lnTo>
                <a:lnTo>
                  <a:pt x="10678" y="7651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9"/>
                </a:lnTo>
                <a:lnTo>
                  <a:pt x="11883" y="7129"/>
                </a:lnTo>
                <a:lnTo>
                  <a:pt x="12113" y="7001"/>
                </a:lnTo>
                <a:lnTo>
                  <a:pt x="12339" y="6866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6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5"/>
                </a:lnTo>
                <a:lnTo>
                  <a:pt x="14328" y="5122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2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4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2"/>
                </a:lnTo>
                <a:lnTo>
                  <a:pt x="16157" y="0"/>
                </a:lnTo>
                <a:lnTo>
                  <a:pt x="0" y="0"/>
                </a:ln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346" y="8076"/>
                </a:lnTo>
                <a:lnTo>
                  <a:pt x="8612" y="8063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0DECE2-314A-4011-86FD-A393A79BDD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36990" y="5138540"/>
            <a:ext cx="16157" cy="8080"/>
          </a:xfrm>
          <a:custGeom xmlns:a="http://schemas.openxmlformats.org/drawingml/2006/main">
            <a:pathLst>
              <a:path w="16157" h="8080" fill="none">
                <a:moveTo>
                  <a:pt x="8079" y="8080"/>
                </a:moveTo>
                <a:lnTo>
                  <a:pt x="8346" y="8076"/>
                </a:lnTo>
                <a:lnTo>
                  <a:pt x="8612" y="8063"/>
                </a:ln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4"/>
                </a:lnTo>
                <a:lnTo>
                  <a:pt x="9920" y="7868"/>
                </a:lnTo>
                <a:lnTo>
                  <a:pt x="10175" y="7804"/>
                </a:lnTo>
                <a:lnTo>
                  <a:pt x="10428" y="7731"/>
                </a:lnTo>
                <a:lnTo>
                  <a:pt x="10678" y="7651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9"/>
                </a:lnTo>
                <a:lnTo>
                  <a:pt x="11883" y="7129"/>
                </a:lnTo>
                <a:lnTo>
                  <a:pt x="12113" y="7001"/>
                </a:lnTo>
                <a:lnTo>
                  <a:pt x="12339" y="6866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6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5"/>
                </a:lnTo>
                <a:lnTo>
                  <a:pt x="14328" y="5122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2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4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2"/>
                </a:lnTo>
                <a:lnTo>
                  <a:pt x="16157" y="0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9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4E0DAC-52F5-41EA-BC8A-81C6099D96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04085" y="5138540"/>
            <a:ext cx="16157" cy="8080"/>
          </a:xfrm>
          <a:custGeom xmlns:a="http://schemas.openxmlformats.org/drawingml/2006/main">
            <a:pathLst>
              <a:path w="16157" h="8080">
                <a:moveTo>
                  <a:pt x="8612" y="8063"/>
                </a:move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4"/>
                </a:lnTo>
                <a:lnTo>
                  <a:pt x="9920" y="7868"/>
                </a:lnTo>
                <a:lnTo>
                  <a:pt x="10175" y="7804"/>
                </a:lnTo>
                <a:lnTo>
                  <a:pt x="10428" y="7731"/>
                </a:lnTo>
                <a:lnTo>
                  <a:pt x="10678" y="7651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9"/>
                </a:lnTo>
                <a:lnTo>
                  <a:pt x="11883" y="7129"/>
                </a:lnTo>
                <a:lnTo>
                  <a:pt x="12113" y="7001"/>
                </a:lnTo>
                <a:lnTo>
                  <a:pt x="12339" y="6866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6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5"/>
                </a:lnTo>
                <a:lnTo>
                  <a:pt x="14328" y="5122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2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4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2"/>
                </a:lnTo>
                <a:lnTo>
                  <a:pt x="16157" y="0"/>
                </a:lnTo>
                <a:lnTo>
                  <a:pt x="0" y="0"/>
                </a:ln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346" y="8076"/>
                </a:lnTo>
                <a:lnTo>
                  <a:pt x="8612" y="8063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B44148-34C2-425A-B99A-6275EFDC3D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04085" y="5138540"/>
            <a:ext cx="16157" cy="8080"/>
          </a:xfrm>
          <a:custGeom xmlns:a="http://schemas.openxmlformats.org/drawingml/2006/main">
            <a:pathLst>
              <a:path w="16157" h="8080" fill="none">
                <a:moveTo>
                  <a:pt x="8079" y="8080"/>
                </a:moveTo>
                <a:lnTo>
                  <a:pt x="8346" y="8076"/>
                </a:lnTo>
                <a:lnTo>
                  <a:pt x="8612" y="8063"/>
                </a:ln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4"/>
                </a:lnTo>
                <a:lnTo>
                  <a:pt x="9920" y="7868"/>
                </a:lnTo>
                <a:lnTo>
                  <a:pt x="10175" y="7804"/>
                </a:lnTo>
                <a:lnTo>
                  <a:pt x="10428" y="7731"/>
                </a:lnTo>
                <a:lnTo>
                  <a:pt x="10678" y="7651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9"/>
                </a:lnTo>
                <a:lnTo>
                  <a:pt x="11883" y="7129"/>
                </a:lnTo>
                <a:lnTo>
                  <a:pt x="12113" y="7001"/>
                </a:lnTo>
                <a:lnTo>
                  <a:pt x="12339" y="6866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6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5"/>
                </a:lnTo>
                <a:lnTo>
                  <a:pt x="14328" y="5122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2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4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2"/>
                </a:lnTo>
                <a:lnTo>
                  <a:pt x="16157" y="0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9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F1D6AB-4194-438C-ABC4-13B1C81B0B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25999" y="516571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5BB746-0D62-4C2F-B55C-FAECA3814C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25999" y="516571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9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F96E0D-0C88-4F5F-860A-DC12DA8581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10037" y="5138540"/>
            <a:ext cx="16157" cy="8080"/>
          </a:xfrm>
          <a:custGeom xmlns:a="http://schemas.openxmlformats.org/drawingml/2006/main">
            <a:pathLst>
              <a:path w="16157" h="8080">
                <a:moveTo>
                  <a:pt x="8612" y="8063"/>
                </a:move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4"/>
                </a:lnTo>
                <a:lnTo>
                  <a:pt x="9920" y="7868"/>
                </a:lnTo>
                <a:lnTo>
                  <a:pt x="10175" y="7804"/>
                </a:lnTo>
                <a:lnTo>
                  <a:pt x="10428" y="7731"/>
                </a:lnTo>
                <a:lnTo>
                  <a:pt x="10678" y="7651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9"/>
                </a:lnTo>
                <a:lnTo>
                  <a:pt x="11883" y="7129"/>
                </a:lnTo>
                <a:lnTo>
                  <a:pt x="12113" y="7001"/>
                </a:lnTo>
                <a:lnTo>
                  <a:pt x="12339" y="6866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6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5"/>
                </a:lnTo>
                <a:lnTo>
                  <a:pt x="14328" y="5122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2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4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2"/>
                </a:lnTo>
                <a:lnTo>
                  <a:pt x="16157" y="0"/>
                </a:lnTo>
                <a:lnTo>
                  <a:pt x="0" y="0"/>
                </a:ln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346" y="8076"/>
                </a:lnTo>
                <a:lnTo>
                  <a:pt x="8612" y="8063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58622F-BC2A-4CC4-B75B-94A86E4E3B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10037" y="5138540"/>
            <a:ext cx="16157" cy="8080"/>
          </a:xfrm>
          <a:custGeom xmlns:a="http://schemas.openxmlformats.org/drawingml/2006/main">
            <a:pathLst>
              <a:path w="16157" h="8080" fill="none">
                <a:moveTo>
                  <a:pt x="8079" y="8080"/>
                </a:moveTo>
                <a:lnTo>
                  <a:pt x="8346" y="8076"/>
                </a:lnTo>
                <a:lnTo>
                  <a:pt x="8612" y="8063"/>
                </a:ln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4"/>
                </a:lnTo>
                <a:lnTo>
                  <a:pt x="9920" y="7868"/>
                </a:lnTo>
                <a:lnTo>
                  <a:pt x="10175" y="7804"/>
                </a:lnTo>
                <a:lnTo>
                  <a:pt x="10428" y="7731"/>
                </a:lnTo>
                <a:lnTo>
                  <a:pt x="10678" y="7651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9"/>
                </a:lnTo>
                <a:lnTo>
                  <a:pt x="11883" y="7129"/>
                </a:lnTo>
                <a:lnTo>
                  <a:pt x="12113" y="7001"/>
                </a:lnTo>
                <a:lnTo>
                  <a:pt x="12339" y="6866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6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5"/>
                </a:lnTo>
                <a:lnTo>
                  <a:pt x="14328" y="5122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2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4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2"/>
                </a:lnTo>
                <a:lnTo>
                  <a:pt x="16157" y="0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9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DCCC3E-4CB5-4417-825D-99570B4932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1669" y="526336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B48609-FFAA-4905-9687-D0C7DCB69E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1669" y="526336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9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87F370-ADBE-460E-8CF0-9E1D4B4F78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89649" y="5138540"/>
            <a:ext cx="16157" cy="8080"/>
          </a:xfrm>
          <a:custGeom xmlns:a="http://schemas.openxmlformats.org/drawingml/2006/main">
            <a:pathLst>
              <a:path w="16157" h="8080">
                <a:moveTo>
                  <a:pt x="8612" y="8063"/>
                </a:move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4"/>
                </a:lnTo>
                <a:lnTo>
                  <a:pt x="9920" y="7868"/>
                </a:lnTo>
                <a:lnTo>
                  <a:pt x="10175" y="7804"/>
                </a:lnTo>
                <a:lnTo>
                  <a:pt x="10428" y="7731"/>
                </a:lnTo>
                <a:lnTo>
                  <a:pt x="10678" y="7651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9"/>
                </a:lnTo>
                <a:lnTo>
                  <a:pt x="11883" y="7129"/>
                </a:lnTo>
                <a:lnTo>
                  <a:pt x="12113" y="7001"/>
                </a:lnTo>
                <a:lnTo>
                  <a:pt x="12339" y="6866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6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5"/>
                </a:lnTo>
                <a:lnTo>
                  <a:pt x="14328" y="5122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2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4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2"/>
                </a:lnTo>
                <a:lnTo>
                  <a:pt x="16157" y="0"/>
                </a:lnTo>
                <a:lnTo>
                  <a:pt x="0" y="0"/>
                </a:ln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346" y="8076"/>
                </a:lnTo>
                <a:lnTo>
                  <a:pt x="8612" y="8063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3C11E7-B9C7-475D-A60E-527472BCFA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89649" y="5138540"/>
            <a:ext cx="16157" cy="8080"/>
          </a:xfrm>
          <a:custGeom xmlns:a="http://schemas.openxmlformats.org/drawingml/2006/main">
            <a:pathLst>
              <a:path w="16157" h="8080" fill="none">
                <a:moveTo>
                  <a:pt x="8079" y="8080"/>
                </a:moveTo>
                <a:lnTo>
                  <a:pt x="8346" y="8076"/>
                </a:lnTo>
                <a:lnTo>
                  <a:pt x="8612" y="8063"/>
                </a:ln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4"/>
                </a:lnTo>
                <a:lnTo>
                  <a:pt x="9920" y="7868"/>
                </a:lnTo>
                <a:lnTo>
                  <a:pt x="10175" y="7804"/>
                </a:lnTo>
                <a:lnTo>
                  <a:pt x="10428" y="7731"/>
                </a:lnTo>
                <a:lnTo>
                  <a:pt x="10678" y="7651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9"/>
                </a:lnTo>
                <a:lnTo>
                  <a:pt x="11883" y="7129"/>
                </a:lnTo>
                <a:lnTo>
                  <a:pt x="12113" y="7001"/>
                </a:lnTo>
                <a:lnTo>
                  <a:pt x="12339" y="6866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6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5"/>
                </a:lnTo>
                <a:lnTo>
                  <a:pt x="14328" y="5122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2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4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2"/>
                </a:lnTo>
                <a:lnTo>
                  <a:pt x="16157" y="0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9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977220-7B1F-4F61-815F-00B721CF85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43316" y="5138540"/>
            <a:ext cx="16157" cy="8080"/>
          </a:xfrm>
          <a:custGeom xmlns:a="http://schemas.openxmlformats.org/drawingml/2006/main">
            <a:pathLst>
              <a:path w="16157" h="8080">
                <a:moveTo>
                  <a:pt x="8612" y="8063"/>
                </a:move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4"/>
                </a:lnTo>
                <a:lnTo>
                  <a:pt x="9920" y="7868"/>
                </a:lnTo>
                <a:lnTo>
                  <a:pt x="10175" y="7804"/>
                </a:lnTo>
                <a:lnTo>
                  <a:pt x="10428" y="7731"/>
                </a:lnTo>
                <a:lnTo>
                  <a:pt x="10678" y="7651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9"/>
                </a:lnTo>
                <a:lnTo>
                  <a:pt x="11883" y="7129"/>
                </a:lnTo>
                <a:lnTo>
                  <a:pt x="12113" y="7001"/>
                </a:lnTo>
                <a:lnTo>
                  <a:pt x="12339" y="6866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6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5"/>
                </a:lnTo>
                <a:lnTo>
                  <a:pt x="14328" y="5122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2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4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2"/>
                </a:lnTo>
                <a:lnTo>
                  <a:pt x="16157" y="0"/>
                </a:lnTo>
                <a:lnTo>
                  <a:pt x="0" y="0"/>
                </a:ln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346" y="8076"/>
                </a:lnTo>
                <a:lnTo>
                  <a:pt x="8612" y="8063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342E07-8C9A-4940-B858-5B1F5E1FEB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43316" y="5138540"/>
            <a:ext cx="16157" cy="8080"/>
          </a:xfrm>
          <a:custGeom xmlns:a="http://schemas.openxmlformats.org/drawingml/2006/main">
            <a:pathLst>
              <a:path w="16157" h="8080" fill="none">
                <a:moveTo>
                  <a:pt x="8079" y="8080"/>
                </a:moveTo>
                <a:lnTo>
                  <a:pt x="8346" y="8076"/>
                </a:lnTo>
                <a:lnTo>
                  <a:pt x="8612" y="8063"/>
                </a:ln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4"/>
                </a:lnTo>
                <a:lnTo>
                  <a:pt x="9920" y="7868"/>
                </a:lnTo>
                <a:lnTo>
                  <a:pt x="10175" y="7804"/>
                </a:lnTo>
                <a:lnTo>
                  <a:pt x="10428" y="7731"/>
                </a:lnTo>
                <a:lnTo>
                  <a:pt x="10678" y="7651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9"/>
                </a:lnTo>
                <a:lnTo>
                  <a:pt x="11883" y="7129"/>
                </a:lnTo>
                <a:lnTo>
                  <a:pt x="12113" y="7001"/>
                </a:lnTo>
                <a:lnTo>
                  <a:pt x="12339" y="6866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6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5"/>
                </a:lnTo>
                <a:lnTo>
                  <a:pt x="14328" y="5122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2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4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2"/>
                </a:lnTo>
                <a:lnTo>
                  <a:pt x="16157" y="0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9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781A87-138C-45E9-B62A-E59B0A3228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65066" y="5138540"/>
            <a:ext cx="16157" cy="8080"/>
          </a:xfrm>
          <a:custGeom xmlns:a="http://schemas.openxmlformats.org/drawingml/2006/main">
            <a:pathLst>
              <a:path w="16157" h="8080">
                <a:moveTo>
                  <a:pt x="8612" y="8063"/>
                </a:move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4"/>
                </a:lnTo>
                <a:lnTo>
                  <a:pt x="9920" y="7868"/>
                </a:lnTo>
                <a:lnTo>
                  <a:pt x="10175" y="7804"/>
                </a:lnTo>
                <a:lnTo>
                  <a:pt x="10428" y="7731"/>
                </a:lnTo>
                <a:lnTo>
                  <a:pt x="10678" y="7651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9"/>
                </a:lnTo>
                <a:lnTo>
                  <a:pt x="11883" y="7129"/>
                </a:lnTo>
                <a:lnTo>
                  <a:pt x="12113" y="7001"/>
                </a:lnTo>
                <a:lnTo>
                  <a:pt x="12339" y="6866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6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5"/>
                </a:lnTo>
                <a:lnTo>
                  <a:pt x="14328" y="5122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2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4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2"/>
                </a:lnTo>
                <a:lnTo>
                  <a:pt x="16157" y="0"/>
                </a:lnTo>
                <a:lnTo>
                  <a:pt x="0" y="0"/>
                </a:ln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346" y="8076"/>
                </a:lnTo>
                <a:lnTo>
                  <a:pt x="8612" y="8063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33ABAA-5351-40BA-95D2-080C3C9105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65066" y="5138540"/>
            <a:ext cx="16157" cy="8080"/>
          </a:xfrm>
          <a:custGeom xmlns:a="http://schemas.openxmlformats.org/drawingml/2006/main">
            <a:pathLst>
              <a:path w="16157" h="8080" fill="none">
                <a:moveTo>
                  <a:pt x="8079" y="8080"/>
                </a:moveTo>
                <a:lnTo>
                  <a:pt x="8346" y="8076"/>
                </a:lnTo>
                <a:lnTo>
                  <a:pt x="8612" y="8063"/>
                </a:lnTo>
                <a:lnTo>
                  <a:pt x="8877" y="8041"/>
                </a:lnTo>
                <a:lnTo>
                  <a:pt x="9141" y="8010"/>
                </a:lnTo>
                <a:lnTo>
                  <a:pt x="9402" y="7971"/>
                </a:lnTo>
                <a:lnTo>
                  <a:pt x="9662" y="7924"/>
                </a:lnTo>
                <a:lnTo>
                  <a:pt x="9920" y="7868"/>
                </a:lnTo>
                <a:lnTo>
                  <a:pt x="10175" y="7804"/>
                </a:lnTo>
                <a:lnTo>
                  <a:pt x="10428" y="7731"/>
                </a:lnTo>
                <a:lnTo>
                  <a:pt x="10678" y="7651"/>
                </a:lnTo>
                <a:lnTo>
                  <a:pt x="10926" y="7562"/>
                </a:lnTo>
                <a:lnTo>
                  <a:pt x="11170" y="7465"/>
                </a:lnTo>
                <a:lnTo>
                  <a:pt x="11411" y="7361"/>
                </a:lnTo>
                <a:lnTo>
                  <a:pt x="11649" y="7249"/>
                </a:lnTo>
                <a:lnTo>
                  <a:pt x="11883" y="7129"/>
                </a:lnTo>
                <a:lnTo>
                  <a:pt x="12113" y="7001"/>
                </a:lnTo>
                <a:lnTo>
                  <a:pt x="12339" y="6866"/>
                </a:lnTo>
                <a:lnTo>
                  <a:pt x="12561" y="6723"/>
                </a:lnTo>
                <a:lnTo>
                  <a:pt x="12778" y="6573"/>
                </a:lnTo>
                <a:lnTo>
                  <a:pt x="12991" y="6416"/>
                </a:lnTo>
                <a:lnTo>
                  <a:pt x="13199" y="6251"/>
                </a:lnTo>
                <a:lnTo>
                  <a:pt x="13401" y="6079"/>
                </a:lnTo>
                <a:lnTo>
                  <a:pt x="13599" y="5900"/>
                </a:lnTo>
                <a:lnTo>
                  <a:pt x="13791" y="5714"/>
                </a:lnTo>
                <a:lnTo>
                  <a:pt x="13977" y="5522"/>
                </a:lnTo>
                <a:lnTo>
                  <a:pt x="14156" y="5325"/>
                </a:lnTo>
                <a:lnTo>
                  <a:pt x="14328" y="5122"/>
                </a:lnTo>
                <a:lnTo>
                  <a:pt x="14492" y="4914"/>
                </a:lnTo>
                <a:lnTo>
                  <a:pt x="14650" y="4701"/>
                </a:lnTo>
                <a:lnTo>
                  <a:pt x="14800" y="4484"/>
                </a:lnTo>
                <a:lnTo>
                  <a:pt x="14943" y="4262"/>
                </a:lnTo>
                <a:lnTo>
                  <a:pt x="15078" y="4036"/>
                </a:lnTo>
                <a:lnTo>
                  <a:pt x="15206" y="3806"/>
                </a:lnTo>
                <a:lnTo>
                  <a:pt x="15326" y="3572"/>
                </a:lnTo>
                <a:lnTo>
                  <a:pt x="15438" y="3334"/>
                </a:lnTo>
                <a:lnTo>
                  <a:pt x="15542" y="3093"/>
                </a:lnTo>
                <a:lnTo>
                  <a:pt x="15639" y="2849"/>
                </a:lnTo>
                <a:lnTo>
                  <a:pt x="15728" y="2602"/>
                </a:lnTo>
                <a:lnTo>
                  <a:pt x="15808" y="2351"/>
                </a:lnTo>
                <a:lnTo>
                  <a:pt x="15880" y="2098"/>
                </a:lnTo>
                <a:lnTo>
                  <a:pt x="15945" y="1843"/>
                </a:lnTo>
                <a:lnTo>
                  <a:pt x="16001" y="1585"/>
                </a:lnTo>
                <a:lnTo>
                  <a:pt x="16048" y="1325"/>
                </a:lnTo>
                <a:lnTo>
                  <a:pt x="16087" y="1064"/>
                </a:lnTo>
                <a:lnTo>
                  <a:pt x="16118" y="800"/>
                </a:lnTo>
                <a:lnTo>
                  <a:pt x="16140" y="535"/>
                </a:lnTo>
                <a:lnTo>
                  <a:pt x="16153" y="269"/>
                </a:lnTo>
                <a:lnTo>
                  <a:pt x="16157" y="2"/>
                </a:lnTo>
                <a:lnTo>
                  <a:pt x="16157" y="0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9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1B76DA-AE1D-420B-A370-C18DEA54A7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8310" y="628436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0A2072-8C4C-444B-9A8A-0514A3346A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8310" y="628436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9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65AD35-DB11-4EB1-A672-42F46F46E6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90883" y="557526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CF7BD4-7B9B-454F-A03C-9F62A8C5E7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90883" y="557526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9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E48608-E8CC-469A-A1CB-697EC2F54B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06524" y="628557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2FD7E5-8DA9-4EE6-AD21-43F8E5A283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06524" y="628557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9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547C23-3BCF-49A2-8A5A-FDBF4AFE4C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4427" y="628266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9DA221-D139-4C54-994D-F57A675653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4427" y="628266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9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23592D-B6BB-431D-A7C7-97512E0E6A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0060" y="628434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7D25A2-EFB0-4C5D-8BE6-2BB6D664A4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0060" y="628434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9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9C484A-2381-4A9E-A613-752E7FFF6F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1880" y="567506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30DB0B-7739-4E0A-9E62-E43BB7A1A3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1880" y="567506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9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627E1F-73AE-4B72-BC1E-2E7D9EFD53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91158" y="628500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D0A846-A0F5-4DD2-AB27-D19AB9158B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91158" y="628500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9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06448E-CC20-498F-A499-A7DFB7175A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97015" y="627922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CE0600-087B-4DE1-87F3-3BD805EAF9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97015" y="627922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9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6DB8FB-6792-423E-A8DF-EA6CA54190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08796" y="628617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87E5AD-C993-49EB-9006-E0847A7859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08796" y="628617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9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BB1881-251D-4D59-820D-A243BFA813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6588" y="627932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3E77AF-73D4-48CC-AC76-D13010CCDF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6588" y="627932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9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713553-BC81-49EE-95DC-9C3A2B7D61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26283" y="627706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77BE59-F196-4772-A451-0A9B88DB68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26283" y="627706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9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1B833A-4900-47D2-BDA7-46BFEB0880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6146" y="5138540"/>
            <a:ext cx="8080" cy="8080"/>
          </a:xfrm>
          <a:custGeom xmlns:a="http://schemas.openxmlformats.org/drawingml/2006/main">
            <a:pathLst>
              <a:path w="8080" h="8080">
                <a:moveTo>
                  <a:pt x="0" y="2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080" y="8080"/>
                </a:lnTo>
                <a:lnTo>
                  <a:pt x="808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41750B-9080-4B30-8634-F56F33043A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6146" y="5138540"/>
            <a:ext cx="8080" cy="8080"/>
          </a:xfrm>
          <a:custGeom xmlns:a="http://schemas.openxmlformats.org/drawingml/2006/main">
            <a:pathLst>
              <a:path w="8080" h="8080" fill="none">
                <a:moveTo>
                  <a:pt x="8079" y="8080"/>
                </a:moveTo>
                <a:lnTo>
                  <a:pt x="8080" y="8080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19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E371BA-7AEB-4273-8278-7289F194A5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6146" y="5138540"/>
            <a:ext cx="8080" cy="8080"/>
          </a:xfrm>
          <a:custGeom xmlns:a="http://schemas.openxmlformats.org/drawingml/2006/main">
            <a:pathLst>
              <a:path w="8080" h="8080">
                <a:moveTo>
                  <a:pt x="0" y="2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080" y="8080"/>
                </a:lnTo>
                <a:lnTo>
                  <a:pt x="808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8443F5-CF2F-46D6-827E-2E489F745A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6146" y="5138540"/>
            <a:ext cx="8080" cy="8080"/>
          </a:xfrm>
          <a:custGeom xmlns:a="http://schemas.openxmlformats.org/drawingml/2006/main">
            <a:pathLst>
              <a:path w="8080" h="8080" fill="none">
                <a:moveTo>
                  <a:pt x="8079" y="8080"/>
                </a:moveTo>
                <a:lnTo>
                  <a:pt x="8080" y="8080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0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C072EC-D8DF-4E40-8EBF-7377313DB5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6146" y="5138540"/>
            <a:ext cx="8080" cy="8080"/>
          </a:xfrm>
          <a:custGeom xmlns:a="http://schemas.openxmlformats.org/drawingml/2006/main">
            <a:pathLst>
              <a:path w="8080" h="8080">
                <a:moveTo>
                  <a:pt x="0" y="2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080" y="8080"/>
                </a:lnTo>
                <a:lnTo>
                  <a:pt x="808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A0753D-0BE0-4185-A99C-C304724171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6146" y="5138540"/>
            <a:ext cx="8080" cy="8080"/>
          </a:xfrm>
          <a:custGeom xmlns:a="http://schemas.openxmlformats.org/drawingml/2006/main">
            <a:pathLst>
              <a:path w="8080" h="8080" fill="none">
                <a:moveTo>
                  <a:pt x="8079" y="8080"/>
                </a:moveTo>
                <a:lnTo>
                  <a:pt x="8080" y="8080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0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30C65C-EA0C-47F1-952C-EFCD069235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6146" y="5138540"/>
            <a:ext cx="8080" cy="8080"/>
          </a:xfrm>
          <a:custGeom xmlns:a="http://schemas.openxmlformats.org/drawingml/2006/main">
            <a:pathLst>
              <a:path w="8080" h="8080">
                <a:moveTo>
                  <a:pt x="0" y="2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080" y="8080"/>
                </a:lnTo>
                <a:lnTo>
                  <a:pt x="808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B0DD1D-F8C6-402F-88E8-CB726B197E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6146" y="5138540"/>
            <a:ext cx="8080" cy="8080"/>
          </a:xfrm>
          <a:custGeom xmlns:a="http://schemas.openxmlformats.org/drawingml/2006/main">
            <a:pathLst>
              <a:path w="8080" h="8080" fill="none">
                <a:moveTo>
                  <a:pt x="8079" y="8080"/>
                </a:moveTo>
                <a:lnTo>
                  <a:pt x="8080" y="8080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0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D7D8B7-8F38-4836-BCDA-DF973A3937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6146" y="5138540"/>
            <a:ext cx="8080" cy="8080"/>
          </a:xfrm>
          <a:custGeom xmlns:a="http://schemas.openxmlformats.org/drawingml/2006/main">
            <a:pathLst>
              <a:path w="8080" h="8080">
                <a:moveTo>
                  <a:pt x="0" y="2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080" y="8080"/>
                </a:lnTo>
                <a:lnTo>
                  <a:pt x="808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D5ACD8-87D4-42D4-8369-4D0FB0C274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6146" y="5138540"/>
            <a:ext cx="8080" cy="8080"/>
          </a:xfrm>
          <a:custGeom xmlns:a="http://schemas.openxmlformats.org/drawingml/2006/main">
            <a:pathLst>
              <a:path w="8080" h="8080" fill="none">
                <a:moveTo>
                  <a:pt x="8079" y="8080"/>
                </a:moveTo>
                <a:lnTo>
                  <a:pt x="8080" y="8080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0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83D62A-8BA3-4394-AA8E-EAF32DE8F9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6146" y="5138540"/>
            <a:ext cx="8080" cy="8080"/>
          </a:xfrm>
          <a:custGeom xmlns:a="http://schemas.openxmlformats.org/drawingml/2006/main">
            <a:pathLst>
              <a:path w="8080" h="8080">
                <a:moveTo>
                  <a:pt x="0" y="2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080" y="8080"/>
                </a:lnTo>
                <a:lnTo>
                  <a:pt x="808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316695-25C9-4B8F-BBC6-CAB4EA50D9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6146" y="5138540"/>
            <a:ext cx="8080" cy="8080"/>
          </a:xfrm>
          <a:custGeom xmlns:a="http://schemas.openxmlformats.org/drawingml/2006/main">
            <a:pathLst>
              <a:path w="8080" h="8080" fill="none">
                <a:moveTo>
                  <a:pt x="8079" y="8080"/>
                </a:moveTo>
                <a:lnTo>
                  <a:pt x="8080" y="8080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0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D406C0-F902-46E4-A44E-BC137021D9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6146" y="5138540"/>
            <a:ext cx="8080" cy="8080"/>
          </a:xfrm>
          <a:custGeom xmlns:a="http://schemas.openxmlformats.org/drawingml/2006/main">
            <a:pathLst>
              <a:path w="8080" h="8080">
                <a:moveTo>
                  <a:pt x="0" y="2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080" y="8080"/>
                </a:lnTo>
                <a:lnTo>
                  <a:pt x="808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A9026B-05EB-4587-A05D-578B541FB4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6146" y="5138540"/>
            <a:ext cx="8080" cy="8080"/>
          </a:xfrm>
          <a:custGeom xmlns:a="http://schemas.openxmlformats.org/drawingml/2006/main">
            <a:pathLst>
              <a:path w="8080" h="8080" fill="none">
                <a:moveTo>
                  <a:pt x="8079" y="8080"/>
                </a:moveTo>
                <a:lnTo>
                  <a:pt x="8080" y="8080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0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61DB2D-A16A-47F6-8551-8CE13E3B65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6146" y="5138540"/>
            <a:ext cx="8080" cy="8080"/>
          </a:xfrm>
          <a:custGeom xmlns:a="http://schemas.openxmlformats.org/drawingml/2006/main">
            <a:pathLst>
              <a:path w="8080" h="8080">
                <a:moveTo>
                  <a:pt x="0" y="2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080" y="8080"/>
                </a:lnTo>
                <a:lnTo>
                  <a:pt x="808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C0005F-9FDD-4E30-8981-496C64D2EF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6146" y="5138540"/>
            <a:ext cx="8080" cy="8080"/>
          </a:xfrm>
          <a:custGeom xmlns:a="http://schemas.openxmlformats.org/drawingml/2006/main">
            <a:pathLst>
              <a:path w="8080" h="8080" fill="none">
                <a:moveTo>
                  <a:pt x="8079" y="8080"/>
                </a:moveTo>
                <a:lnTo>
                  <a:pt x="8080" y="8080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0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A2F4A8-4B47-4F4F-BB23-D8D7D0A077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6146" y="5138540"/>
            <a:ext cx="8080" cy="8080"/>
          </a:xfrm>
          <a:custGeom xmlns:a="http://schemas.openxmlformats.org/drawingml/2006/main">
            <a:pathLst>
              <a:path w="8080" h="8080">
                <a:moveTo>
                  <a:pt x="0" y="2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080" y="8080"/>
                </a:lnTo>
                <a:lnTo>
                  <a:pt x="808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0E5FCD-24E2-4E0F-965B-45F15D75E2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6146" y="5138540"/>
            <a:ext cx="8080" cy="8080"/>
          </a:xfrm>
          <a:custGeom xmlns:a="http://schemas.openxmlformats.org/drawingml/2006/main">
            <a:pathLst>
              <a:path w="8080" h="8080" fill="none">
                <a:moveTo>
                  <a:pt x="8079" y="8080"/>
                </a:moveTo>
                <a:lnTo>
                  <a:pt x="8080" y="8080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0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EF5E37-4947-4690-B207-66CAB32F87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6146" y="5138540"/>
            <a:ext cx="8080" cy="8080"/>
          </a:xfrm>
          <a:custGeom xmlns:a="http://schemas.openxmlformats.org/drawingml/2006/main">
            <a:pathLst>
              <a:path w="8080" h="8080">
                <a:moveTo>
                  <a:pt x="0" y="2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080" y="8080"/>
                </a:lnTo>
                <a:lnTo>
                  <a:pt x="808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6A5101-0524-4230-B39C-00E65E8277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6146" y="5138540"/>
            <a:ext cx="8080" cy="8080"/>
          </a:xfrm>
          <a:custGeom xmlns:a="http://schemas.openxmlformats.org/drawingml/2006/main">
            <a:pathLst>
              <a:path w="8080" h="8080" fill="none">
                <a:moveTo>
                  <a:pt x="8079" y="8080"/>
                </a:moveTo>
                <a:lnTo>
                  <a:pt x="8080" y="8080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0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CF9BEA-E14E-404E-90D8-D777FF7CF9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6146" y="5138540"/>
            <a:ext cx="8080" cy="8080"/>
          </a:xfrm>
          <a:custGeom xmlns:a="http://schemas.openxmlformats.org/drawingml/2006/main">
            <a:pathLst>
              <a:path w="8080" h="8080">
                <a:moveTo>
                  <a:pt x="0" y="2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080" y="8080"/>
                </a:lnTo>
                <a:lnTo>
                  <a:pt x="808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030D6B-0680-47E6-AB92-416A3543A5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6146" y="5138540"/>
            <a:ext cx="8080" cy="8080"/>
          </a:xfrm>
          <a:custGeom xmlns:a="http://schemas.openxmlformats.org/drawingml/2006/main">
            <a:pathLst>
              <a:path w="8080" h="8080" fill="none">
                <a:moveTo>
                  <a:pt x="8079" y="8080"/>
                </a:moveTo>
                <a:lnTo>
                  <a:pt x="8080" y="8080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0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21D62E-A3B2-4F72-8C2E-A123AA51B6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6146" y="5138540"/>
            <a:ext cx="8080" cy="8080"/>
          </a:xfrm>
          <a:custGeom xmlns:a="http://schemas.openxmlformats.org/drawingml/2006/main">
            <a:pathLst>
              <a:path w="8080" h="8080">
                <a:moveTo>
                  <a:pt x="0" y="2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080" y="8080"/>
                </a:lnTo>
                <a:lnTo>
                  <a:pt x="808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821480-3C3D-428A-B3DA-14CB0F18E3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6146" y="5138540"/>
            <a:ext cx="8080" cy="8080"/>
          </a:xfrm>
          <a:custGeom xmlns:a="http://schemas.openxmlformats.org/drawingml/2006/main">
            <a:pathLst>
              <a:path w="8080" h="8080" fill="none">
                <a:moveTo>
                  <a:pt x="8079" y="8080"/>
                </a:moveTo>
                <a:lnTo>
                  <a:pt x="8080" y="8080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0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136FE4-0A98-4595-ABFB-C61B556D8D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6146" y="5138540"/>
            <a:ext cx="8080" cy="8080"/>
          </a:xfrm>
          <a:custGeom xmlns:a="http://schemas.openxmlformats.org/drawingml/2006/main">
            <a:pathLst>
              <a:path w="8080" h="8080">
                <a:moveTo>
                  <a:pt x="0" y="2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080" y="8080"/>
                </a:lnTo>
                <a:lnTo>
                  <a:pt x="808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12086A-624E-491F-ABA6-3A8D7C6B54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6146" y="5138540"/>
            <a:ext cx="8080" cy="8080"/>
          </a:xfrm>
          <a:custGeom xmlns:a="http://schemas.openxmlformats.org/drawingml/2006/main">
            <a:pathLst>
              <a:path w="8080" h="8080" fill="none">
                <a:moveTo>
                  <a:pt x="8079" y="8080"/>
                </a:moveTo>
                <a:lnTo>
                  <a:pt x="8080" y="8080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0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8A24AD-6D3E-4F75-B3FA-29D780F8ED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6146" y="5138540"/>
            <a:ext cx="8080" cy="8080"/>
          </a:xfrm>
          <a:custGeom xmlns:a="http://schemas.openxmlformats.org/drawingml/2006/main">
            <a:pathLst>
              <a:path w="8080" h="8080">
                <a:moveTo>
                  <a:pt x="0" y="2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080" y="8080"/>
                </a:lnTo>
                <a:lnTo>
                  <a:pt x="808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4744E7-F70A-4D0A-B191-22EC99DD4D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6146" y="5138540"/>
            <a:ext cx="8080" cy="8080"/>
          </a:xfrm>
          <a:custGeom xmlns:a="http://schemas.openxmlformats.org/drawingml/2006/main">
            <a:pathLst>
              <a:path w="8080" h="8080" fill="none">
                <a:moveTo>
                  <a:pt x="8079" y="8080"/>
                </a:moveTo>
                <a:lnTo>
                  <a:pt x="8080" y="8080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0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E68CF2-38E4-48B8-90B5-3978698E89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6702" y="628253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C29BDB-533F-4515-9232-BEEDED089E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6702" y="628253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0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D80D6C-093E-452A-8D91-1A006A212D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6146" y="5138540"/>
            <a:ext cx="8080" cy="8080"/>
          </a:xfrm>
          <a:custGeom xmlns:a="http://schemas.openxmlformats.org/drawingml/2006/main">
            <a:pathLst>
              <a:path w="8080" h="8080">
                <a:moveTo>
                  <a:pt x="0" y="2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080" y="8080"/>
                </a:lnTo>
                <a:lnTo>
                  <a:pt x="808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EEA53A-37A8-4CF9-A947-B73253F256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6146" y="5138540"/>
            <a:ext cx="8080" cy="8080"/>
          </a:xfrm>
          <a:custGeom xmlns:a="http://schemas.openxmlformats.org/drawingml/2006/main">
            <a:pathLst>
              <a:path w="8080" h="8080" fill="none">
                <a:moveTo>
                  <a:pt x="8079" y="8080"/>
                </a:moveTo>
                <a:lnTo>
                  <a:pt x="8080" y="8080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0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417542-8A2F-4ABE-987F-E54187881B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6146" y="5138540"/>
            <a:ext cx="8080" cy="8080"/>
          </a:xfrm>
          <a:custGeom xmlns:a="http://schemas.openxmlformats.org/drawingml/2006/main">
            <a:pathLst>
              <a:path w="8080" h="8080">
                <a:moveTo>
                  <a:pt x="0" y="2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080" y="8080"/>
                </a:lnTo>
                <a:lnTo>
                  <a:pt x="808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34B622-684C-4DEB-A681-2922078DA4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6146" y="5138540"/>
            <a:ext cx="8080" cy="8080"/>
          </a:xfrm>
          <a:custGeom xmlns:a="http://schemas.openxmlformats.org/drawingml/2006/main">
            <a:pathLst>
              <a:path w="8080" h="8080" fill="none">
                <a:moveTo>
                  <a:pt x="8079" y="8080"/>
                </a:moveTo>
                <a:lnTo>
                  <a:pt x="8080" y="8080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0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E88980-F59D-4B7F-913E-E2AE49515C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6146" y="5138540"/>
            <a:ext cx="8080" cy="8080"/>
          </a:xfrm>
          <a:custGeom xmlns:a="http://schemas.openxmlformats.org/drawingml/2006/main">
            <a:pathLst>
              <a:path w="8080" h="8080">
                <a:moveTo>
                  <a:pt x="0" y="2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080" y="8080"/>
                </a:lnTo>
                <a:lnTo>
                  <a:pt x="808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2FFACB-06A5-476B-AED9-70937535E1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6146" y="5138540"/>
            <a:ext cx="8080" cy="8080"/>
          </a:xfrm>
          <a:custGeom xmlns:a="http://schemas.openxmlformats.org/drawingml/2006/main">
            <a:pathLst>
              <a:path w="8080" h="8080" fill="none">
                <a:moveTo>
                  <a:pt x="8079" y="8080"/>
                </a:moveTo>
                <a:lnTo>
                  <a:pt x="8080" y="8080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0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4817E2-6124-4FB8-BE50-8D74FEE7FA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6146" y="5138540"/>
            <a:ext cx="8080" cy="8080"/>
          </a:xfrm>
          <a:custGeom xmlns:a="http://schemas.openxmlformats.org/drawingml/2006/main">
            <a:pathLst>
              <a:path w="8080" h="8080">
                <a:moveTo>
                  <a:pt x="0" y="2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080" y="8080"/>
                </a:lnTo>
                <a:lnTo>
                  <a:pt x="808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CBAEA7-785B-405A-9B3B-29DAAC4A1A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6146" y="5138540"/>
            <a:ext cx="8080" cy="8080"/>
          </a:xfrm>
          <a:custGeom xmlns:a="http://schemas.openxmlformats.org/drawingml/2006/main">
            <a:pathLst>
              <a:path w="8080" h="8080" fill="none">
                <a:moveTo>
                  <a:pt x="8079" y="8080"/>
                </a:moveTo>
                <a:lnTo>
                  <a:pt x="8080" y="8080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0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C58F13-B4D4-4205-A9F0-1FEEED24AC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6146" y="5138540"/>
            <a:ext cx="8080" cy="8080"/>
          </a:xfrm>
          <a:custGeom xmlns:a="http://schemas.openxmlformats.org/drawingml/2006/main">
            <a:pathLst>
              <a:path w="8080" h="8080">
                <a:moveTo>
                  <a:pt x="0" y="2"/>
                </a:move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  <a:lnTo>
                  <a:pt x="8080" y="8080"/>
                </a:lnTo>
                <a:lnTo>
                  <a:pt x="808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6089F9-1A0F-451F-86A1-11CD33B403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6146" y="5138540"/>
            <a:ext cx="8080" cy="8080"/>
          </a:xfrm>
          <a:custGeom xmlns:a="http://schemas.openxmlformats.org/drawingml/2006/main">
            <a:pathLst>
              <a:path w="8080" h="8080" fill="none">
                <a:moveTo>
                  <a:pt x="8079" y="8080"/>
                </a:moveTo>
                <a:lnTo>
                  <a:pt x="8080" y="8080"/>
                </a:lnTo>
                <a:moveTo>
                  <a:pt x="0" y="0"/>
                </a:moveTo>
                <a:lnTo>
                  <a:pt x="0" y="2"/>
                </a:lnTo>
                <a:lnTo>
                  <a:pt x="4" y="269"/>
                </a:lnTo>
                <a:lnTo>
                  <a:pt x="18" y="535"/>
                </a:lnTo>
                <a:lnTo>
                  <a:pt x="40" y="800"/>
                </a:lnTo>
                <a:lnTo>
                  <a:pt x="70" y="1064"/>
                </a:lnTo>
                <a:lnTo>
                  <a:pt x="109" y="1325"/>
                </a:lnTo>
                <a:lnTo>
                  <a:pt x="157" y="1585"/>
                </a:lnTo>
                <a:lnTo>
                  <a:pt x="213" y="1843"/>
                </a:lnTo>
                <a:lnTo>
                  <a:pt x="277" y="2098"/>
                </a:lnTo>
                <a:lnTo>
                  <a:pt x="349" y="2351"/>
                </a:lnTo>
                <a:lnTo>
                  <a:pt x="430" y="2602"/>
                </a:lnTo>
                <a:lnTo>
                  <a:pt x="518" y="2849"/>
                </a:lnTo>
                <a:lnTo>
                  <a:pt x="615" y="3093"/>
                </a:lnTo>
                <a:lnTo>
                  <a:pt x="719" y="3334"/>
                </a:lnTo>
                <a:lnTo>
                  <a:pt x="832" y="3572"/>
                </a:lnTo>
                <a:lnTo>
                  <a:pt x="952" y="3806"/>
                </a:lnTo>
                <a:lnTo>
                  <a:pt x="1079" y="4036"/>
                </a:lnTo>
                <a:lnTo>
                  <a:pt x="1215" y="4262"/>
                </a:lnTo>
                <a:lnTo>
                  <a:pt x="1357" y="4484"/>
                </a:lnTo>
                <a:lnTo>
                  <a:pt x="1507" y="4701"/>
                </a:lnTo>
                <a:lnTo>
                  <a:pt x="1665" y="4914"/>
                </a:lnTo>
                <a:lnTo>
                  <a:pt x="1830" y="5122"/>
                </a:lnTo>
                <a:lnTo>
                  <a:pt x="2001" y="5325"/>
                </a:lnTo>
                <a:lnTo>
                  <a:pt x="2180" y="5522"/>
                </a:lnTo>
                <a:lnTo>
                  <a:pt x="2366" y="5714"/>
                </a:lnTo>
                <a:lnTo>
                  <a:pt x="2558" y="5900"/>
                </a:lnTo>
                <a:lnTo>
                  <a:pt x="2756" y="6079"/>
                </a:lnTo>
                <a:lnTo>
                  <a:pt x="2959" y="6251"/>
                </a:lnTo>
                <a:lnTo>
                  <a:pt x="3167" y="6416"/>
                </a:lnTo>
                <a:lnTo>
                  <a:pt x="3379" y="6573"/>
                </a:lnTo>
                <a:lnTo>
                  <a:pt x="3597" y="6723"/>
                </a:lnTo>
                <a:lnTo>
                  <a:pt x="3818" y="6866"/>
                </a:lnTo>
                <a:lnTo>
                  <a:pt x="4044" y="7001"/>
                </a:lnTo>
                <a:lnTo>
                  <a:pt x="4274" y="7129"/>
                </a:lnTo>
                <a:lnTo>
                  <a:pt x="4508" y="7249"/>
                </a:lnTo>
                <a:lnTo>
                  <a:pt x="4746" y="7361"/>
                </a:lnTo>
                <a:lnTo>
                  <a:pt x="4987" y="7465"/>
                </a:lnTo>
                <a:lnTo>
                  <a:pt x="5231" y="7562"/>
                </a:lnTo>
                <a:lnTo>
                  <a:pt x="5479" y="7651"/>
                </a:lnTo>
                <a:lnTo>
                  <a:pt x="5729" y="7731"/>
                </a:lnTo>
                <a:lnTo>
                  <a:pt x="5982" y="7804"/>
                </a:lnTo>
                <a:lnTo>
                  <a:pt x="6238" y="7868"/>
                </a:lnTo>
                <a:lnTo>
                  <a:pt x="6495" y="7924"/>
                </a:lnTo>
                <a:lnTo>
                  <a:pt x="6755" y="7971"/>
                </a:lnTo>
                <a:lnTo>
                  <a:pt x="7017" y="8010"/>
                </a:lnTo>
                <a:lnTo>
                  <a:pt x="7280" y="8041"/>
                </a:lnTo>
                <a:lnTo>
                  <a:pt x="7545" y="8063"/>
                </a:lnTo>
                <a:lnTo>
                  <a:pt x="7811" y="8076"/>
                </a:lnTo>
                <a:lnTo>
                  <a:pt x="8079" y="808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0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9DCAD5-C678-4EA6-9AE1-9336B9A256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63231" y="629627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1AC1D7-FCAF-498D-AFAC-D4A87B6FCE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63231" y="629627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0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C7AE43-F72C-4223-875F-3A188E5FC3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8099" y="618207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529906-694A-4B05-9370-EE381D7BDB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8099" y="618207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0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17A538-90A9-4777-9D0D-5A17FBCA5B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6735" y="617374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BC2122-AA2B-4809-A923-8D367024B4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6735" y="617374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0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FAB549-913B-4965-9F6B-9FE4B43E2A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92216" y="618753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C35C2D-BCE8-4744-A0F6-1F3963E1DB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92216" y="618753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0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10C368-3831-4EBD-B352-672FF47B69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6828" y="613840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591363-3FF0-4587-AB03-BB960746AB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6828" y="613840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0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964426-40DB-443D-A703-555049A093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92827" y="615737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C0846E-8008-4592-877A-BCB9C77A51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92827" y="615737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0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695228-F666-48F1-A34B-4AC1F4CF07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5102" y="628342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39BFF1-163F-475B-A6B2-A7DA775B28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5102" y="628342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0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E5F25D-ECFD-4C90-946C-3313381D18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96410" y="617319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0BEF9A-6FCE-47E2-BAA4-174B757222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96410" y="617319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0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E2C63F-C1B1-4C63-87A6-4FE3E20B8A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08496" y="607244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9F112E-C078-4C93-A632-5493ED3B37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08496" y="607244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0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90D0D8-5CBF-425C-B92A-88EAED744C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29383" y="592274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24D66C-CA48-4292-8D3F-B2F44444FB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29383" y="592274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0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8A95FA-8688-4A62-AB65-2E794DD909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24952" y="590917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318811-9978-45F8-A59F-F80890D297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24952" y="590917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0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FEE23D-4A7E-48DE-97A7-116C450F69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17495" y="592969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CF0946-D5A1-4FF2-853A-0AB2BA2286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17495" y="592969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0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03ACDE-B6AF-47D4-804F-53C3B10A4E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2368" y="630118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DFEBD7-EDEF-4B01-A08A-96FC91EBB3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2368" y="630118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0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7B8FF2-3D5D-4344-975B-14B964F1C2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96875" y="599507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B4883D-690B-46FD-8C99-5801E1D973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96875" y="599507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0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568FF4-239F-413E-A6B5-4D9064DE56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97339" y="600700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E25559-4A70-4451-98E0-617EAF46D5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97339" y="600700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0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B7DC36-7277-40BB-86FA-AEC1A50DAF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52201" y="592722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0F0881-B3E4-4D3A-A903-55019C6382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52201" y="592722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0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A36366-52BA-40BD-A754-B10135BD77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08026" y="5923665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E6BF0E-12AF-4B47-863A-00F7140B34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08026" y="5923665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0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91774C-5F87-4116-B08D-A6A89B5D28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03732" y="5935016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F95CF5-A23B-4993-8F37-05DE7923C5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03732" y="5935016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0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151CB2-E991-4D08-B773-503305FBBA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08294" y="5989438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F643D4-C9A5-48BE-A9BD-41D2D84E2C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08294" y="5989438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0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B180DF-26FA-4019-B477-D8B7798DF7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2463" y="594745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C2C830-C7E2-47C5-AEDD-A8D0F8D7B6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2463" y="594745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0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58B97A-D3BA-4529-B409-BF86930B27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6145" y="5939818"/>
            <a:ext cx="8081" cy="16157"/>
          </a:xfrm>
          <a:custGeom xmlns:a="http://schemas.openxmlformats.org/drawingml/2006/main">
            <a:pathLst>
              <a:path w="8081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1" y="16157"/>
                </a:lnTo>
                <a:lnTo>
                  <a:pt x="8081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FDCC8F-13D6-409D-ADDC-17B88270FE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6145" y="5939818"/>
            <a:ext cx="8081" cy="16157"/>
          </a:xfrm>
          <a:custGeom xmlns:a="http://schemas.openxmlformats.org/drawingml/2006/main">
            <a:pathLst>
              <a:path w="8081" h="16157" fill="none">
                <a:moveTo>
                  <a:pt x="8079" y="16157"/>
                </a:moveTo>
                <a:lnTo>
                  <a:pt x="8081" y="16157"/>
                </a:lnTo>
                <a:moveTo>
                  <a:pt x="8081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0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78308F-297D-4E06-952A-F0AEF84A99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27870" y="5941479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D221D7-C9A5-4186-B4B7-F049F2EBB1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27870" y="5941479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0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7FD0C4-5411-42DF-A778-C1EA7A0E62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69831" y="549156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BA011A-6638-4323-A7AD-6C1975F4CC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69831" y="549156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0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54EB31-A6D9-41C6-B5F8-572457588F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6145" y="5425873"/>
            <a:ext cx="8081" cy="16157"/>
          </a:xfrm>
          <a:custGeom xmlns:a="http://schemas.openxmlformats.org/drawingml/2006/main">
            <a:pathLst>
              <a:path w="8081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1" y="16157"/>
                </a:lnTo>
                <a:lnTo>
                  <a:pt x="8081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2B861F-15F1-43F6-AC1E-5BA60D9D9C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6145" y="5425873"/>
            <a:ext cx="8081" cy="16157"/>
          </a:xfrm>
          <a:custGeom xmlns:a="http://schemas.openxmlformats.org/drawingml/2006/main">
            <a:pathLst>
              <a:path w="8081" h="16157" fill="none">
                <a:moveTo>
                  <a:pt x="8079" y="16157"/>
                </a:moveTo>
                <a:lnTo>
                  <a:pt x="8081" y="16157"/>
                </a:lnTo>
                <a:moveTo>
                  <a:pt x="8081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0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6BEF16-3547-4FD6-B836-60BF620AE7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37058" y="543096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FADA45-8113-4967-8E47-F41BB15836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37058" y="543096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0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0D77BB-E120-4116-BE7A-C1AC6C11DB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6886" y="5760244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F13DB6-FDB9-4C22-BE82-D13096BF16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6886" y="5760244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0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C526E6-1760-4415-B3EB-05E0A91CEF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34090" y="541193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4B3224-7F7E-418B-A763-529C0E9A46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34090" y="541193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0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9C53C6-1D8E-40E9-AB9B-90C1E7661E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6145" y="5747970"/>
            <a:ext cx="8081" cy="16157"/>
          </a:xfrm>
          <a:custGeom xmlns:a="http://schemas.openxmlformats.org/drawingml/2006/main">
            <a:pathLst>
              <a:path w="8081" h="16157">
                <a:moveTo>
                  <a:pt x="8079" y="0"/>
                </a:move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  <a:lnTo>
                  <a:pt x="8081" y="16157"/>
                </a:lnTo>
                <a:lnTo>
                  <a:pt x="8081" y="0"/>
                </a:lnTo>
                <a:lnTo>
                  <a:pt x="8079" y="0"/>
                </a:ln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E8457A-193C-484F-9765-83BA78F79A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6145" y="5747970"/>
            <a:ext cx="8081" cy="16157"/>
          </a:xfrm>
          <a:custGeom xmlns:a="http://schemas.openxmlformats.org/drawingml/2006/main">
            <a:pathLst>
              <a:path w="8081" h="16157" fill="none">
                <a:moveTo>
                  <a:pt x="8079" y="16157"/>
                </a:moveTo>
                <a:lnTo>
                  <a:pt x="8081" y="16157"/>
                </a:lnTo>
                <a:moveTo>
                  <a:pt x="8081" y="0"/>
                </a:moveTo>
                <a:lnTo>
                  <a:pt x="8079" y="0"/>
                </a:lnTo>
                <a:lnTo>
                  <a:pt x="7811" y="4"/>
                </a:lnTo>
                <a:lnTo>
                  <a:pt x="7545" y="18"/>
                </a:lnTo>
                <a:lnTo>
                  <a:pt x="7280" y="40"/>
                </a:lnTo>
                <a:lnTo>
                  <a:pt x="7017" y="70"/>
                </a:lnTo>
                <a:lnTo>
                  <a:pt x="6755" y="109"/>
                </a:lnTo>
                <a:lnTo>
                  <a:pt x="6495" y="157"/>
                </a:lnTo>
                <a:lnTo>
                  <a:pt x="6238" y="213"/>
                </a:lnTo>
                <a:lnTo>
                  <a:pt x="5982" y="277"/>
                </a:lnTo>
                <a:lnTo>
                  <a:pt x="5729" y="349"/>
                </a:lnTo>
                <a:lnTo>
                  <a:pt x="5479" y="430"/>
                </a:lnTo>
                <a:lnTo>
                  <a:pt x="5231" y="518"/>
                </a:lnTo>
                <a:lnTo>
                  <a:pt x="4987" y="615"/>
                </a:lnTo>
                <a:lnTo>
                  <a:pt x="4746" y="719"/>
                </a:lnTo>
                <a:lnTo>
                  <a:pt x="4508" y="832"/>
                </a:lnTo>
                <a:lnTo>
                  <a:pt x="4274" y="952"/>
                </a:lnTo>
                <a:lnTo>
                  <a:pt x="4044" y="1079"/>
                </a:lnTo>
                <a:lnTo>
                  <a:pt x="3818" y="1215"/>
                </a:lnTo>
                <a:lnTo>
                  <a:pt x="3597" y="1357"/>
                </a:lnTo>
                <a:lnTo>
                  <a:pt x="3379" y="1507"/>
                </a:lnTo>
                <a:lnTo>
                  <a:pt x="3167" y="1665"/>
                </a:lnTo>
                <a:lnTo>
                  <a:pt x="2959" y="1830"/>
                </a:lnTo>
                <a:lnTo>
                  <a:pt x="2756" y="2001"/>
                </a:lnTo>
                <a:lnTo>
                  <a:pt x="2558" y="2180"/>
                </a:lnTo>
                <a:lnTo>
                  <a:pt x="2366" y="2366"/>
                </a:lnTo>
                <a:lnTo>
                  <a:pt x="2180" y="2558"/>
                </a:lnTo>
                <a:lnTo>
                  <a:pt x="2001" y="2756"/>
                </a:lnTo>
                <a:lnTo>
                  <a:pt x="1830" y="2959"/>
                </a:lnTo>
                <a:lnTo>
                  <a:pt x="1665" y="3167"/>
                </a:lnTo>
                <a:lnTo>
                  <a:pt x="1507" y="3379"/>
                </a:lnTo>
                <a:lnTo>
                  <a:pt x="1357" y="3597"/>
                </a:lnTo>
                <a:lnTo>
                  <a:pt x="1215" y="3818"/>
                </a:lnTo>
                <a:lnTo>
                  <a:pt x="1079" y="4044"/>
                </a:lnTo>
                <a:lnTo>
                  <a:pt x="952" y="4274"/>
                </a:lnTo>
                <a:lnTo>
                  <a:pt x="832" y="4508"/>
                </a:lnTo>
                <a:lnTo>
                  <a:pt x="719" y="4746"/>
                </a:lnTo>
                <a:lnTo>
                  <a:pt x="615" y="4987"/>
                </a:lnTo>
                <a:lnTo>
                  <a:pt x="518" y="5231"/>
                </a:lnTo>
                <a:lnTo>
                  <a:pt x="430" y="5479"/>
                </a:lnTo>
                <a:lnTo>
                  <a:pt x="349" y="5729"/>
                </a:lnTo>
                <a:lnTo>
                  <a:pt x="277" y="5982"/>
                </a:lnTo>
                <a:lnTo>
                  <a:pt x="213" y="6238"/>
                </a:lnTo>
                <a:lnTo>
                  <a:pt x="157" y="6495"/>
                </a:lnTo>
                <a:lnTo>
                  <a:pt x="109" y="6755"/>
                </a:lnTo>
                <a:lnTo>
                  <a:pt x="70" y="7017"/>
                </a:lnTo>
                <a:lnTo>
                  <a:pt x="40" y="7280"/>
                </a:lnTo>
                <a:lnTo>
                  <a:pt x="18" y="7545"/>
                </a:lnTo>
                <a:lnTo>
                  <a:pt x="4" y="7811"/>
                </a:lnTo>
                <a:lnTo>
                  <a:pt x="0" y="8079"/>
                </a:lnTo>
                <a:lnTo>
                  <a:pt x="4" y="8346"/>
                </a:lnTo>
                <a:lnTo>
                  <a:pt x="18" y="8612"/>
                </a:lnTo>
                <a:lnTo>
                  <a:pt x="40" y="8877"/>
                </a:lnTo>
                <a:lnTo>
                  <a:pt x="70" y="9141"/>
                </a:lnTo>
                <a:lnTo>
                  <a:pt x="109" y="9402"/>
                </a:lnTo>
                <a:lnTo>
                  <a:pt x="157" y="9662"/>
                </a:lnTo>
                <a:lnTo>
                  <a:pt x="213" y="9920"/>
                </a:lnTo>
                <a:lnTo>
                  <a:pt x="277" y="10175"/>
                </a:lnTo>
                <a:lnTo>
                  <a:pt x="349" y="10428"/>
                </a:lnTo>
                <a:lnTo>
                  <a:pt x="430" y="10678"/>
                </a:lnTo>
                <a:lnTo>
                  <a:pt x="518" y="10926"/>
                </a:lnTo>
                <a:lnTo>
                  <a:pt x="615" y="11170"/>
                </a:lnTo>
                <a:lnTo>
                  <a:pt x="719" y="11411"/>
                </a:lnTo>
                <a:lnTo>
                  <a:pt x="832" y="11649"/>
                </a:lnTo>
                <a:lnTo>
                  <a:pt x="952" y="11883"/>
                </a:lnTo>
                <a:lnTo>
                  <a:pt x="1079" y="12113"/>
                </a:lnTo>
                <a:lnTo>
                  <a:pt x="1215" y="12339"/>
                </a:lnTo>
                <a:lnTo>
                  <a:pt x="1357" y="12561"/>
                </a:lnTo>
                <a:lnTo>
                  <a:pt x="1507" y="12778"/>
                </a:lnTo>
                <a:lnTo>
                  <a:pt x="1665" y="12991"/>
                </a:lnTo>
                <a:lnTo>
                  <a:pt x="1830" y="13199"/>
                </a:lnTo>
                <a:lnTo>
                  <a:pt x="2001" y="13401"/>
                </a:lnTo>
                <a:lnTo>
                  <a:pt x="2180" y="13599"/>
                </a:lnTo>
                <a:lnTo>
                  <a:pt x="2366" y="13791"/>
                </a:lnTo>
                <a:lnTo>
                  <a:pt x="2558" y="13977"/>
                </a:lnTo>
                <a:lnTo>
                  <a:pt x="2756" y="14156"/>
                </a:lnTo>
                <a:lnTo>
                  <a:pt x="2959" y="14328"/>
                </a:lnTo>
                <a:lnTo>
                  <a:pt x="3167" y="14492"/>
                </a:lnTo>
                <a:lnTo>
                  <a:pt x="3379" y="14650"/>
                </a:lnTo>
                <a:lnTo>
                  <a:pt x="3597" y="14800"/>
                </a:lnTo>
                <a:lnTo>
                  <a:pt x="3818" y="14943"/>
                </a:lnTo>
                <a:lnTo>
                  <a:pt x="4044" y="15078"/>
                </a:lnTo>
                <a:lnTo>
                  <a:pt x="4274" y="15206"/>
                </a:lnTo>
                <a:lnTo>
                  <a:pt x="4508" y="15326"/>
                </a:lnTo>
                <a:lnTo>
                  <a:pt x="4746" y="15438"/>
                </a:lnTo>
                <a:lnTo>
                  <a:pt x="4987" y="15542"/>
                </a:lnTo>
                <a:lnTo>
                  <a:pt x="5231" y="15639"/>
                </a:lnTo>
                <a:lnTo>
                  <a:pt x="5479" y="15728"/>
                </a:lnTo>
                <a:lnTo>
                  <a:pt x="5729" y="15808"/>
                </a:lnTo>
                <a:lnTo>
                  <a:pt x="5982" y="15880"/>
                </a:lnTo>
                <a:lnTo>
                  <a:pt x="6238" y="15945"/>
                </a:lnTo>
                <a:lnTo>
                  <a:pt x="6495" y="16001"/>
                </a:lnTo>
                <a:lnTo>
                  <a:pt x="6755" y="16048"/>
                </a:lnTo>
                <a:lnTo>
                  <a:pt x="7017" y="16087"/>
                </a:lnTo>
                <a:lnTo>
                  <a:pt x="7280" y="16118"/>
                </a:lnTo>
                <a:lnTo>
                  <a:pt x="7545" y="16140"/>
                </a:lnTo>
                <a:lnTo>
                  <a:pt x="7811" y="16153"/>
                </a:lnTo>
                <a:lnTo>
                  <a:pt x="8079" y="16157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0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2ABAA1-2AC8-4E35-AF82-18D2094BB5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14882" y="5738702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C8BC4E-2B18-4C38-972A-3D7F5886BB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14882" y="5738702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0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2E8A45-6254-479E-BE56-0EB62E09C3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08246" y="5430830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D817AE-40F5-4D33-A9B1-05637D6006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08246" y="5430830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0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D970B5-389B-40C4-B1E2-39C03B119A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26447" y="582135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33B8F7-CF4A-4646-8383-C1495691FD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26447" y="582135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0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ADE50C-52C7-4F79-8537-EDB61FDBEC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5929" y="579891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E00DB8-5B8B-417C-A1FB-AD4708616F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5929" y="579891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1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FE062B-3FE6-425B-9087-26739061D2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6106" y="5843207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BB74A3-905D-4547-B7FF-EF00363384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6106" y="5843207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1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13BC14-3AC5-4A64-8393-C0D4BD9469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06163" y="5862053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F31D65-5A94-482A-89D0-EB990AD5C9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06163" y="5862053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1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66F776-92C3-4455-8468-926C709FDD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4458" y="5890811"/>
            <a:ext cx="16157" cy="16157"/>
          </a:xfrm>
          <a:custGeom xmlns:a="http://schemas.openxmlformats.org/drawingml/2006/main">
            <a:pathLst>
              <a:path w="16157" h="16157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8EFEA2-7DE0-40D4-944A-20ADE9289C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4458" y="5890811"/>
            <a:ext cx="16157" cy="16157"/>
          </a:xfrm>
          <a:custGeom xmlns:a="http://schemas.openxmlformats.org/drawingml/2006/main">
            <a:pathLst>
              <a:path w="16157" h="16157" fill="none">
                <a:moveTo>
                  <a:pt x="8079" y="16157"/>
                </a:moveTo>
                <a:cubicBezTo>
                  <a:pt x="10221" y="16157"/>
                  <a:pt x="12276" y="15306"/>
                  <a:pt x="13791" y="13791"/>
                </a:cubicBezTo>
                <a:cubicBezTo>
                  <a:pt x="15306" y="12276"/>
                  <a:pt x="16157" y="10221"/>
                  <a:pt x="16157" y="8079"/>
                </a:cubicBezTo>
                <a:cubicBezTo>
                  <a:pt x="16157" y="5936"/>
                  <a:pt x="15306" y="3881"/>
                  <a:pt x="13791" y="2366"/>
                </a:cubicBezTo>
                <a:cubicBezTo>
                  <a:pt x="12276" y="851"/>
                  <a:pt x="10221" y="0"/>
                  <a:pt x="8079" y="0"/>
                </a:cubicBezTo>
                <a:cubicBezTo>
                  <a:pt x="5936" y="0"/>
                  <a:pt x="3881" y="851"/>
                  <a:pt x="2366" y="2366"/>
                </a:cubicBezTo>
                <a:cubicBezTo>
                  <a:pt x="851" y="3881"/>
                  <a:pt x="0" y="5936"/>
                  <a:pt x="0" y="8079"/>
                </a:cubicBezTo>
                <a:cubicBezTo>
                  <a:pt x="0" y="10221"/>
                  <a:pt x="851" y="12276"/>
                  <a:pt x="2366" y="13791"/>
                </a:cubicBezTo>
                <a:cubicBezTo>
                  <a:pt x="3881" y="15306"/>
                  <a:pt x="5936" y="16157"/>
                  <a:pt x="8079" y="16157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7226" cap="flat">
            <a:solidFill>
              <a:srgbClr val="1F77B4"/>
            </a:solidFill>
            <a:round/>
          </a:ln>
        </p:spPr>
      </p:sp>
      <p:sp>
        <p:nvSpPr>
          <p:cNvPr id="121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D09EAC-C218-4329-876C-F557B83D0D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31436" y="6340328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1956C2-9ECB-4283-91AA-6800206D82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31436" y="6340328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12109" name="Text 0">
            <a:extLst xmlns:a="http://schemas.openxmlformats.org/drawingml/2006/main">
              <a:ext uri="{FF2B5EF4-FFF2-40B4-BE49-F238E27FC236}">
                <a16:creationId xmlns:a16="http://schemas.microsoft.com/office/drawing/2014/main" id="{004667EE-9C9D-4FD3-BF86-459837AF37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08249" y="6388199"/>
            <a:ext cx="43693" cy="65625"/>
          </a:xfrm>
          <a:custGeom xmlns:a="http://schemas.openxmlformats.org/drawingml/2006/main">
            <a:pathLst>
              <a:path w="43693" h="65625">
                <a:moveTo>
                  <a:pt x="21847" y="6774"/>
                </a:moveTo>
                <a:cubicBezTo>
                  <a:pt x="17443" y="6774"/>
                  <a:pt x="14134" y="8942"/>
                  <a:pt x="11918" y="13278"/>
                </a:cubicBezTo>
                <a:cubicBezTo>
                  <a:pt x="9703" y="17615"/>
                  <a:pt x="8595" y="24133"/>
                  <a:pt x="8595" y="32833"/>
                </a:cubicBezTo>
                <a:cubicBezTo>
                  <a:pt x="8595" y="41506"/>
                  <a:pt x="9703" y="48010"/>
                  <a:pt x="11918" y="52346"/>
                </a:cubicBezTo>
                <a:cubicBezTo>
                  <a:pt x="14134" y="56682"/>
                  <a:pt x="17443" y="58850"/>
                  <a:pt x="21847" y="58850"/>
                </a:cubicBezTo>
                <a:cubicBezTo>
                  <a:pt x="26278" y="58850"/>
                  <a:pt x="29602" y="56682"/>
                  <a:pt x="31817" y="52346"/>
                </a:cubicBezTo>
                <a:cubicBezTo>
                  <a:pt x="34033" y="48010"/>
                  <a:pt x="35141" y="41506"/>
                  <a:pt x="35141" y="32833"/>
                </a:cubicBezTo>
                <a:cubicBezTo>
                  <a:pt x="35141" y="24133"/>
                  <a:pt x="34033" y="17615"/>
                  <a:pt x="31817" y="13278"/>
                </a:cubicBezTo>
                <a:cubicBezTo>
                  <a:pt x="29602" y="8942"/>
                  <a:pt x="26278" y="6774"/>
                  <a:pt x="21847" y="6774"/>
                </a:cubicBezTo>
                <a:moveTo>
                  <a:pt x="21847" y="0"/>
                </a:moveTo>
                <a:cubicBezTo>
                  <a:pt x="28931" y="0"/>
                  <a:pt x="34344" y="2803"/>
                  <a:pt x="38083" y="8409"/>
                </a:cubicBezTo>
                <a:cubicBezTo>
                  <a:pt x="41823" y="14016"/>
                  <a:pt x="43693" y="22157"/>
                  <a:pt x="43693" y="32833"/>
                </a:cubicBezTo>
                <a:cubicBezTo>
                  <a:pt x="43693" y="43482"/>
                  <a:pt x="41823" y="51609"/>
                  <a:pt x="38083" y="57215"/>
                </a:cubicBezTo>
                <a:cubicBezTo>
                  <a:pt x="34344" y="62821"/>
                  <a:pt x="28931" y="65625"/>
                  <a:pt x="21847" y="65625"/>
                </a:cubicBezTo>
                <a:cubicBezTo>
                  <a:pt x="14762" y="65625"/>
                  <a:pt x="9350" y="62821"/>
                  <a:pt x="5610" y="57215"/>
                </a:cubicBezTo>
                <a:cubicBezTo>
                  <a:pt x="1870" y="51609"/>
                  <a:pt x="0" y="43482"/>
                  <a:pt x="0" y="32833"/>
                </a:cubicBezTo>
                <a:cubicBezTo>
                  <a:pt x="0" y="22157"/>
                  <a:pt x="1870" y="14016"/>
                  <a:pt x="5610" y="8409"/>
                </a:cubicBezTo>
                <a:cubicBezTo>
                  <a:pt x="9350" y="2803"/>
                  <a:pt x="14762" y="0"/>
                  <a:pt x="21847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785D1C-C202-4D00-A2E5-4DD4395F5F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97951" y="6340328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557BBC-7809-44B3-9CA0-5ACCE19687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97951" y="6340328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12112" name="Text 10">
            <a:extLst xmlns:a="http://schemas.openxmlformats.org/drawingml/2006/main">
              <a:ext uri="{FF2B5EF4-FFF2-40B4-BE49-F238E27FC236}">
                <a16:creationId xmlns:a16="http://schemas.microsoft.com/office/drawing/2014/main" id="{C85BB314-7E8E-4B2A-A946-521359DF09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02703" y="6389554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13" name="Text −1">
            <a:extLst xmlns:a="http://schemas.openxmlformats.org/drawingml/2006/main">
              <a:ext uri="{FF2B5EF4-FFF2-40B4-BE49-F238E27FC236}">
                <a16:creationId xmlns:a16="http://schemas.microsoft.com/office/drawing/2014/main" id="{1D6C8926-2341-4F22-9338-A7790635BA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10773" y="6376438"/>
            <a:ext cx="77440" cy="44278"/>
          </a:xfrm>
          <a:custGeom xmlns:a="http://schemas.openxmlformats.org/drawingml/2006/main">
            <a:pathLst>
              <a:path w="77440" h="44278">
                <a:moveTo>
                  <a:pt x="0" y="22702"/>
                </a:moveTo>
                <a:lnTo>
                  <a:pt x="37995" y="22702"/>
                </a:lnTo>
                <a:lnTo>
                  <a:pt x="37995" y="27740"/>
                </a:lnTo>
                <a:lnTo>
                  <a:pt x="0" y="27740"/>
                </a:lnTo>
                <a:lnTo>
                  <a:pt x="0" y="22702"/>
                </a:lnTo>
                <a:close/>
                <a:moveTo>
                  <a:pt x="51952" y="39239"/>
                </a:moveTo>
                <a:lnTo>
                  <a:pt x="61733" y="39239"/>
                </a:lnTo>
                <a:lnTo>
                  <a:pt x="61733" y="5453"/>
                </a:lnTo>
                <a:lnTo>
                  <a:pt x="51093" y="7587"/>
                </a:lnTo>
                <a:lnTo>
                  <a:pt x="51093" y="2134"/>
                </a:lnTo>
                <a:lnTo>
                  <a:pt x="61673" y="0"/>
                </a:lnTo>
                <a:lnTo>
                  <a:pt x="67660" y="0"/>
                </a:lnTo>
                <a:lnTo>
                  <a:pt x="67660" y="39239"/>
                </a:lnTo>
                <a:lnTo>
                  <a:pt x="77440" y="39239"/>
                </a:lnTo>
                <a:lnTo>
                  <a:pt x="77440" y="44278"/>
                </a:lnTo>
                <a:lnTo>
                  <a:pt x="51952" y="44278"/>
                </a:lnTo>
                <a:lnTo>
                  <a:pt x="51952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B7A729-EFE9-4213-8308-33114D1D25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27815" y="6340328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CDFE4A-77F7-4C31-BFC5-475F56212D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27815" y="6340328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12116" name="Text 10">
            <a:extLst xmlns:a="http://schemas.openxmlformats.org/drawingml/2006/main">
              <a:ext uri="{FF2B5EF4-FFF2-40B4-BE49-F238E27FC236}">
                <a16:creationId xmlns:a16="http://schemas.microsoft.com/office/drawing/2014/main" id="{574A917E-7777-4662-8E09-A94B197F35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57857" y="6390345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1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1" y="56682"/>
                  <a:pt x="68800" y="58850"/>
                  <a:pt x="73203" y="58850"/>
                </a:cubicBezTo>
                <a:cubicBezTo>
                  <a:pt x="77635" y="58850"/>
                  <a:pt x="80958" y="56682"/>
                  <a:pt x="83174" y="52346"/>
                </a:cubicBezTo>
                <a:cubicBezTo>
                  <a:pt x="85390" y="48010"/>
                  <a:pt x="86498" y="41506"/>
                  <a:pt x="86498" y="32833"/>
                </a:cubicBezTo>
                <a:cubicBezTo>
                  <a:pt x="86498" y="24133"/>
                  <a:pt x="85390" y="17615"/>
                  <a:pt x="83174" y="13278"/>
                </a:cubicBezTo>
                <a:cubicBezTo>
                  <a:pt x="80958" y="8942"/>
                  <a:pt x="77635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9" y="65625"/>
                  <a:pt x="60706" y="62821"/>
                  <a:pt x="56967" y="57215"/>
                </a:cubicBezTo>
                <a:cubicBezTo>
                  <a:pt x="53227" y="51609"/>
                  <a:pt x="51357" y="43482"/>
                  <a:pt x="51357" y="32833"/>
                </a:cubicBezTo>
                <a:cubicBezTo>
                  <a:pt x="51357" y="22157"/>
                  <a:pt x="53227" y="14016"/>
                  <a:pt x="56967" y="8409"/>
                </a:cubicBezTo>
                <a:cubicBezTo>
                  <a:pt x="60706" y="2803"/>
                  <a:pt x="66119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17" name="Text 0">
            <a:extLst xmlns:a="http://schemas.openxmlformats.org/drawingml/2006/main">
              <a:ext uri="{FF2B5EF4-FFF2-40B4-BE49-F238E27FC236}">
                <a16:creationId xmlns:a16="http://schemas.microsoft.com/office/drawing/2014/main" id="{07B8C20F-4888-4A3A-A17E-B9B8D19BB3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63496" y="6376458"/>
            <a:ext cx="30585" cy="45937"/>
          </a:xfrm>
          <a:custGeom xmlns:a="http://schemas.openxmlformats.org/drawingml/2006/main">
            <a:pathLst>
              <a:path w="30585" h="45937">
                <a:moveTo>
                  <a:pt x="15293" y="4742"/>
                </a:moveTo>
                <a:cubicBezTo>
                  <a:pt x="12210" y="4742"/>
                  <a:pt x="9894" y="6260"/>
                  <a:pt x="8343" y="9295"/>
                </a:cubicBezTo>
                <a:cubicBezTo>
                  <a:pt x="6792" y="12330"/>
                  <a:pt x="6016" y="16893"/>
                  <a:pt x="6016" y="22983"/>
                </a:cubicBezTo>
                <a:cubicBezTo>
                  <a:pt x="6016" y="29054"/>
                  <a:pt x="6792" y="33607"/>
                  <a:pt x="8343" y="36642"/>
                </a:cubicBezTo>
                <a:cubicBezTo>
                  <a:pt x="9894" y="39678"/>
                  <a:pt x="12210" y="41195"/>
                  <a:pt x="15293" y="41195"/>
                </a:cubicBezTo>
                <a:cubicBezTo>
                  <a:pt x="18395" y="41195"/>
                  <a:pt x="20721" y="39678"/>
                  <a:pt x="22272" y="36642"/>
                </a:cubicBezTo>
                <a:cubicBezTo>
                  <a:pt x="23823" y="33607"/>
                  <a:pt x="24599" y="29054"/>
                  <a:pt x="24599" y="22983"/>
                </a:cubicBezTo>
                <a:cubicBezTo>
                  <a:pt x="24599" y="16893"/>
                  <a:pt x="23823" y="12330"/>
                  <a:pt x="22272" y="9295"/>
                </a:cubicBezTo>
                <a:cubicBezTo>
                  <a:pt x="20721" y="6260"/>
                  <a:pt x="18395" y="4742"/>
                  <a:pt x="15293" y="4742"/>
                </a:cubicBezTo>
                <a:moveTo>
                  <a:pt x="15293" y="0"/>
                </a:moveTo>
                <a:cubicBezTo>
                  <a:pt x="20252" y="0"/>
                  <a:pt x="24040" y="1962"/>
                  <a:pt x="26658" y="5887"/>
                </a:cubicBezTo>
                <a:cubicBezTo>
                  <a:pt x="29276" y="9811"/>
                  <a:pt x="30585" y="15510"/>
                  <a:pt x="30585" y="22983"/>
                </a:cubicBezTo>
                <a:cubicBezTo>
                  <a:pt x="30585" y="30437"/>
                  <a:pt x="29276" y="36126"/>
                  <a:pt x="26658" y="40051"/>
                </a:cubicBezTo>
                <a:cubicBezTo>
                  <a:pt x="24040" y="43975"/>
                  <a:pt x="20252" y="45937"/>
                  <a:pt x="15293" y="45937"/>
                </a:cubicBezTo>
                <a:cubicBezTo>
                  <a:pt x="10333" y="45937"/>
                  <a:pt x="6545" y="43975"/>
                  <a:pt x="3927" y="40051"/>
                </a:cubicBezTo>
                <a:cubicBezTo>
                  <a:pt x="1309" y="36126"/>
                  <a:pt x="0" y="30437"/>
                  <a:pt x="0" y="22983"/>
                </a:cubicBezTo>
                <a:cubicBezTo>
                  <a:pt x="0" y="15510"/>
                  <a:pt x="1309" y="9811"/>
                  <a:pt x="3927" y="5887"/>
                </a:cubicBezTo>
                <a:cubicBezTo>
                  <a:pt x="6545" y="1962"/>
                  <a:pt x="10333" y="0"/>
                  <a:pt x="1529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F2EE54-9D1F-42DA-AA1D-77259DF6E8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57679" y="6340328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9D242D-CA5B-44E4-8DBA-948BAF2545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57679" y="6340328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12120" name="Text 10">
            <a:extLst xmlns:a="http://schemas.openxmlformats.org/drawingml/2006/main">
              <a:ext uri="{FF2B5EF4-FFF2-40B4-BE49-F238E27FC236}">
                <a16:creationId xmlns:a16="http://schemas.microsoft.com/office/drawing/2014/main" id="{782D41F4-2AC4-4042-A5AE-35020195B2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87722" y="6389554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21" name="Text 1">
            <a:extLst xmlns:a="http://schemas.openxmlformats.org/drawingml/2006/main">
              <a:ext uri="{FF2B5EF4-FFF2-40B4-BE49-F238E27FC236}">
                <a16:creationId xmlns:a16="http://schemas.microsoft.com/office/drawing/2014/main" id="{B0791585-F012-4ADF-8137-F24CA848DE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96028" y="6376438"/>
            <a:ext cx="26347" cy="44278"/>
          </a:xfrm>
          <a:custGeom xmlns:a="http://schemas.openxmlformats.org/drawingml/2006/main">
            <a:pathLst>
              <a:path w="26347" h="44278">
                <a:moveTo>
                  <a:pt x="859" y="39239"/>
                </a:moveTo>
                <a:lnTo>
                  <a:pt x="10640" y="39239"/>
                </a:lnTo>
                <a:lnTo>
                  <a:pt x="10640" y="5453"/>
                </a:lnTo>
                <a:lnTo>
                  <a:pt x="0" y="7587"/>
                </a:lnTo>
                <a:lnTo>
                  <a:pt x="0" y="2134"/>
                </a:lnTo>
                <a:lnTo>
                  <a:pt x="10580" y="0"/>
                </a:lnTo>
                <a:lnTo>
                  <a:pt x="16567" y="0"/>
                </a:lnTo>
                <a:lnTo>
                  <a:pt x="16567" y="39239"/>
                </a:lnTo>
                <a:lnTo>
                  <a:pt x="26347" y="39239"/>
                </a:lnTo>
                <a:lnTo>
                  <a:pt x="26347" y="44278"/>
                </a:lnTo>
                <a:lnTo>
                  <a:pt x="859" y="44278"/>
                </a:lnTo>
                <a:lnTo>
                  <a:pt x="859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90A686-53A3-4D53-8017-E1181568E9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87542" y="6340328"/>
            <a:ext cx="10" cy="21677"/>
          </a:xfrm>
          <a:custGeom xmlns:a="http://schemas.openxmlformats.org/drawingml/2006/main">
            <a:pathLst>
              <a:path w="1" h="21677">
                <a:moveTo>
                  <a:pt x="0" y="0"/>
                </a:moveTo>
                <a:lnTo>
                  <a:pt x="0" y="216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CFB5D7-F8A9-4C42-9A53-8F06FAF394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87542" y="6340328"/>
            <a:ext cx="10" cy="21677"/>
          </a:xfrm>
          <a:custGeom xmlns:a="http://schemas.openxmlformats.org/drawingml/2006/main">
            <a:pathLst>
              <a:path w="1" h="21677" fill="none">
                <a:moveTo>
                  <a:pt x="0" y="0"/>
                </a:moveTo>
                <a:lnTo>
                  <a:pt x="0" y="21677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12124" name="Text 10">
            <a:extLst xmlns:a="http://schemas.openxmlformats.org/drawingml/2006/main">
              <a:ext uri="{FF2B5EF4-FFF2-40B4-BE49-F238E27FC236}">
                <a16:creationId xmlns:a16="http://schemas.microsoft.com/office/drawing/2014/main" id="{D9F534F2-59E2-45E4-B560-EF7F18FFB0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17585" y="6390345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25" name="Text 2">
            <a:extLst xmlns:a="http://schemas.openxmlformats.org/drawingml/2006/main">
              <a:ext uri="{FF2B5EF4-FFF2-40B4-BE49-F238E27FC236}">
                <a16:creationId xmlns:a16="http://schemas.microsoft.com/office/drawing/2014/main" id="{B15949E0-D6BF-4CFB-9B53-98401500BD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23668" y="6376458"/>
            <a:ext cx="28096" cy="45048"/>
          </a:xfrm>
          <a:custGeom xmlns:a="http://schemas.openxmlformats.org/drawingml/2006/main">
            <a:pathLst>
              <a:path w="28096" h="45048">
                <a:moveTo>
                  <a:pt x="7202" y="40010"/>
                </a:moveTo>
                <a:lnTo>
                  <a:pt x="28096" y="40010"/>
                </a:lnTo>
                <a:lnTo>
                  <a:pt x="28096" y="45048"/>
                </a:lnTo>
                <a:lnTo>
                  <a:pt x="0" y="45048"/>
                </a:lnTo>
                <a:lnTo>
                  <a:pt x="0" y="40010"/>
                </a:lnTo>
                <a:cubicBezTo>
                  <a:pt x="2272" y="37659"/>
                  <a:pt x="5369" y="34502"/>
                  <a:pt x="9291" y="30541"/>
                </a:cubicBezTo>
                <a:cubicBezTo>
                  <a:pt x="13213" y="26579"/>
                  <a:pt x="15678" y="24026"/>
                  <a:pt x="16686" y="22880"/>
                </a:cubicBezTo>
                <a:cubicBezTo>
                  <a:pt x="18602" y="20726"/>
                  <a:pt x="19941" y="18903"/>
                  <a:pt x="20701" y="17412"/>
                </a:cubicBezTo>
                <a:cubicBezTo>
                  <a:pt x="21462" y="15920"/>
                  <a:pt x="21842" y="14453"/>
                  <a:pt x="21842" y="13011"/>
                </a:cubicBezTo>
                <a:cubicBezTo>
                  <a:pt x="21842" y="10659"/>
                  <a:pt x="21018" y="8743"/>
                  <a:pt x="19368" y="7261"/>
                </a:cubicBezTo>
                <a:cubicBezTo>
                  <a:pt x="17718" y="5779"/>
                  <a:pt x="15569" y="5038"/>
                  <a:pt x="12922" y="5038"/>
                </a:cubicBezTo>
                <a:cubicBezTo>
                  <a:pt x="11045" y="5038"/>
                  <a:pt x="9064" y="5367"/>
                  <a:pt x="6979" y="6024"/>
                </a:cubicBezTo>
                <a:cubicBezTo>
                  <a:pt x="4895" y="6681"/>
                  <a:pt x="2667" y="7676"/>
                  <a:pt x="296" y="9010"/>
                </a:cubicBezTo>
                <a:lnTo>
                  <a:pt x="296" y="2964"/>
                </a:lnTo>
                <a:cubicBezTo>
                  <a:pt x="2707" y="1986"/>
                  <a:pt x="4959" y="1247"/>
                  <a:pt x="7054" y="748"/>
                </a:cubicBezTo>
                <a:cubicBezTo>
                  <a:pt x="9148" y="249"/>
                  <a:pt x="11064" y="0"/>
                  <a:pt x="12803" y="0"/>
                </a:cubicBezTo>
                <a:cubicBezTo>
                  <a:pt x="17387" y="0"/>
                  <a:pt x="21042" y="1146"/>
                  <a:pt x="23769" y="3438"/>
                </a:cubicBezTo>
                <a:cubicBezTo>
                  <a:pt x="26495" y="5730"/>
                  <a:pt x="27859" y="8792"/>
                  <a:pt x="27859" y="12625"/>
                </a:cubicBezTo>
                <a:cubicBezTo>
                  <a:pt x="27859" y="14443"/>
                  <a:pt x="27518" y="16167"/>
                  <a:pt x="26836" y="17797"/>
                </a:cubicBezTo>
                <a:cubicBezTo>
                  <a:pt x="26155" y="19427"/>
                  <a:pt x="24915" y="21348"/>
                  <a:pt x="23117" y="23561"/>
                </a:cubicBezTo>
                <a:cubicBezTo>
                  <a:pt x="22623" y="24134"/>
                  <a:pt x="21052" y="25789"/>
                  <a:pt x="18405" y="28526"/>
                </a:cubicBezTo>
                <a:cubicBezTo>
                  <a:pt x="15757" y="31262"/>
                  <a:pt x="12023" y="35090"/>
                  <a:pt x="7202" y="4001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3616E4-46FF-406D-B310-8802C3593C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31803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AD416B-D671-4CBB-A439-DDF7736110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31803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1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937880-7FE9-4BFD-9B3A-914D51C1DE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32169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3FAA45-6DAC-4274-A6FF-A72ED34F79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32169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1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1FF89A-34BA-462C-89D3-6682828030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32536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B4839B-9BBA-4D93-AF34-F579D920C6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32536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1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76BE8C-F7E6-48AD-8DE7-54FFFF9C3A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32902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164526-E60B-4EC1-AFB3-99B384541D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32902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1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220EAD-4E20-46F6-9617-DE4958AF81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33269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7C61A1-0E7F-4641-BE13-ED6693CDAE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33269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1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136B2B-B5D5-4F68-941B-D4A24E73E6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33635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03F8AC-1EE3-48A3-B381-8A081912C1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33635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1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3680EC-84CD-47BB-82E5-02522B8387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34002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82A44A-C308-4296-AFF5-B36A5CFCDA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34002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1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399291-5188-481A-BCF9-F6C19ECD5B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34368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46C0FA-5494-4E27-8427-650FFC744A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34368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1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A4107E-23F2-4214-A7C1-29B9DF53F2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34735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145EC6-6FEE-4896-8468-26B0267AD7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34735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1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890F2B-EB3E-4091-B656-9D0B3516C7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35101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12B3AA-5803-4F8A-8EA2-5EBE31A34D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35101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1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18DBFF-57D1-497D-92F6-EDF20E05C7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38767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7C15EF-C1E1-4AD2-B352-59179230FE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38767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1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7F753D-7130-4C47-8BE7-AD122E0174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42432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B0F15A-B019-45BD-8D2C-7DEFCDB445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42432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1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EE133B-73D9-4F84-946E-8B83AA9028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46097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9AF6BB-A232-4819-9E64-9F3C24927C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46097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1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8FB43F-536C-4E79-A1F9-45AC32A10E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49762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22AE5F-F27A-4B48-A85E-723306D8AC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49762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1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6CC31C-4726-4768-8B36-ED4317989C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3427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68B453-C46B-4046-B365-BBC7A457B5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3427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1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F7BDBB-CFEE-4D23-B0A5-B00C49C768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7092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D5A9A0-0874-4907-9A81-074D29DB77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7092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1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B61B1F-DD02-49FB-A034-F6EA404EC2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60757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9DD26B-9BD8-4E6E-8671-23FCB4E408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60757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1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0FBD03-90B9-4E5F-A3CE-4DAB43DE85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64423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0D65BB-8C62-491B-A44B-17603877D3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64423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1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142A29-45DD-4617-A239-E88F09CAD2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68088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39D701-B418-44CD-B145-0626310F1C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68088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1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F5B4C6-33C2-4479-B714-64E96B9402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04739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DD20B1-8470-46AF-853B-386055E83C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04739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1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D75EC4-65BE-42EC-914C-FD15EB3E43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1391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220F4F-45B8-4FBF-AB58-32F533C343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1391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1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08CE69-1818-48B4-B5A9-B6E6E924C8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78042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2F17C6-3B34-4E89-BE76-F916644551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78042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1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D437F6-D6D4-4CDC-9CF3-F15EC41248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14694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3676A7-4071-4B54-A41F-E51F2C0068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14694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1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2E41A6-FC25-46BA-9A03-95A3EF94B7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51345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60283F-C0C8-4556-8B92-60A267FBD7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51345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1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507EED-2E5A-400C-82AA-FEF9CBE711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87997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35F371-7D4A-4C22-965B-3C6C6ECF93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87997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1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CBF3EC-BC95-479D-9FC6-12FD8CABF7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24648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68BC3C-8C82-4E8A-B62E-B4E37F50AB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24648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1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D1EC38-5D81-4585-B823-ABE22FCC52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61300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24C12A-39CD-4C91-8A86-A877452F6B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61300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1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CA7188-AADC-4A88-B70B-15DA35945F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97951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489862-67E2-4EB6-8981-7D282ED530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97951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1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4B638E-E1C4-45BB-BB04-B0B1638A3C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97250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C19F65-494C-4353-BA70-65DA1C7E0C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97250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1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CBFE52-996C-446E-B02A-BD46ABD599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55336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8E19D5-FFE4-44D2-B0B6-B9B6790E9D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55336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1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A517DB-E29E-4663-BF1D-3B19AC151A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96549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2C6B2C-1FCD-48B8-9861-5553650590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96549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1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3B8F2F-F262-44CB-A571-4B1A88D7DE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8516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5E76B3-F3E0-417C-A9DE-EC887FE3BC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8516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1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591888-F31F-43D6-AA92-A42D3CD4E6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54635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0C5547-A146-431D-89B5-FE7B04A42F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54635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1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D130D3-513E-470D-A801-77C42C7560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76718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F893C4-A496-4058-A688-07C132E59B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76718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1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0F2F5C-C488-438B-AEF0-2299E6EC59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95848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B8E82C-CAF7-43D1-95EC-48ADB4ED40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95848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1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23785B-A73A-4AF5-AF20-A14FED04F2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12721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56F5FD-31BA-466A-ADD6-207857A849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12721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1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C6F8D5-7DCE-4A16-8A51-28BC8AB3D5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27815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EA1BA4-C749-497B-8B83-DD34E6B4D8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27815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2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A530E2-39CA-4F09-8AC3-18E9BCCEC4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27114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F484BE-5949-4C46-89BE-2F656DC64F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27114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2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85D877-C757-4355-90A7-7BDDC80FA5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85200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977981-8D70-4926-8470-7100C2FC6A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85200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2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B538B0-E8A9-4DC3-87C7-5F802C13A1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26413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95CEC0-1DAD-4875-943C-C947CD52BA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26413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2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55184F-CB0F-4D17-951C-EC6B358464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58380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42F448-B68A-4995-AE07-81B44F3D6D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58380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2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3F029A-378F-486E-A793-77CD043514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84499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18EF9A-153F-4B5E-A113-1A9180CE54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84499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2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05AF0B-D857-43B9-9D5D-ACB885A336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06582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8D2C38-30DE-4D01-875D-3A8D852970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06582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2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0DC8A9-9699-44F6-9510-12842AA6E2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25711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09398F-93C9-4F2E-A684-074E8DD992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25711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2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50A1B0-A0E4-4F88-9E9D-AA732BEE86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42585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E172B8-AE16-432A-B2BC-ED65862F1A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42585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2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154627-B6CD-4648-BCC5-48EA8A8B0A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57679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3CC445-6215-4123-AD21-0A22BDCEBC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57679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2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543865-E50A-407D-A6EC-D3F32A87DC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6977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47E230-603F-4518-8463-8C360769FB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6977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2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B48C02-356D-447E-BE15-584B939E84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15064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AAA811-9E42-415A-AA8F-1040FA3312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15064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2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D74A2D-48CC-4316-814D-E1B93A5125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56276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8825F7-68C3-4ED4-9D56-B6E8559E68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56276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2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B3FBB9-D979-4EA9-B332-83F70C648D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88243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7801D9-FCBD-460D-9195-6F32478532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88243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2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1BD4F0-CE91-4C0D-A766-2AC62BCC43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14362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B3480E-9681-4849-8B8F-6E7803CED6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14362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2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C49B99-4A4C-45F9-B0A9-FF6CA82A98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36446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EEF26C-6421-42C9-8BFA-4D3B26622E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36446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2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836E21-4CA0-43BA-BB37-D1DB5E2CF0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55575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A9AE07-3689-4DBD-B368-9B19B32BF8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55575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2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3105F1-DDDA-4E10-AF4A-F2A1E39722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72448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8A5BE1-5E9C-4DED-AD6C-24E56E1B3C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72448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2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69F63E-8234-454A-9767-D62C906E6A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87542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13AD1B-2A59-47C7-A1AD-07C76A7940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87542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2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76E375-C67D-44AB-AC6D-9EA1202130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86841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F42686-2298-4AF0-A105-FEB50620C7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86841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2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22EC74-FCBF-4D13-A79E-EC9ACFC484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44927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C1F265-B851-4CCB-B2D6-DD2CE0E6B7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44927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2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38195B-ED19-432D-AB37-1212E16598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6140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061C71-2098-411A-B3F0-479BD6E51C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6140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2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F2A3CE-ADB9-42C6-AC95-9FE5506143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8107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4559E0-7BCC-4239-9FFA-82B8F2901C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8107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2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05E44B-D11E-42F6-8DFF-DA43453058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44226" y="6340328"/>
            <a:ext cx="10" cy="14452"/>
          </a:xfrm>
          <a:custGeom xmlns:a="http://schemas.openxmlformats.org/drawingml/2006/main">
            <a:pathLst>
              <a:path w="1" h="14452">
                <a:moveTo>
                  <a:pt x="0" y="0"/>
                </a:moveTo>
                <a:lnTo>
                  <a:pt x="0" y="144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9D6393-02A5-41A5-B24A-8FA70A5C4D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44226" y="6340328"/>
            <a:ext cx="10" cy="14452"/>
          </a:xfrm>
          <a:custGeom xmlns:a="http://schemas.openxmlformats.org/drawingml/2006/main">
            <a:pathLst>
              <a:path w="1" h="14452" fill="none">
                <a:moveTo>
                  <a:pt x="0" y="0"/>
                </a:moveTo>
                <a:lnTo>
                  <a:pt x="0" y="14452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246" name="Text QSF">
            <a:extLst xmlns:a="http://schemas.openxmlformats.org/drawingml/2006/main">
              <a:ext uri="{FF2B5EF4-FFF2-40B4-BE49-F238E27FC236}">
                <a16:creationId xmlns:a16="http://schemas.microsoft.com/office/drawing/2014/main" id="{A0F6189C-3CE5-48F9-8C05-D3FC0C05B3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42520" y="6504714"/>
            <a:ext cx="190479" cy="88120"/>
          </a:xfrm>
          <a:custGeom xmlns:a="http://schemas.openxmlformats.org/drawingml/2006/main">
            <a:pathLst>
              <a:path w="190479" h="88120">
                <a:moveTo>
                  <a:pt x="34181" y="8101"/>
                </a:moveTo>
                <a:cubicBezTo>
                  <a:pt x="26937" y="8101"/>
                  <a:pt x="21182" y="10804"/>
                  <a:pt x="16918" y="16209"/>
                </a:cubicBezTo>
                <a:cubicBezTo>
                  <a:pt x="12653" y="21614"/>
                  <a:pt x="10521" y="28979"/>
                  <a:pt x="10521" y="38306"/>
                </a:cubicBezTo>
                <a:cubicBezTo>
                  <a:pt x="10521" y="47599"/>
                  <a:pt x="12653" y="54949"/>
                  <a:pt x="16918" y="60354"/>
                </a:cubicBezTo>
                <a:cubicBezTo>
                  <a:pt x="21182" y="65759"/>
                  <a:pt x="26937" y="68461"/>
                  <a:pt x="34181" y="68461"/>
                </a:cubicBezTo>
                <a:cubicBezTo>
                  <a:pt x="41426" y="68461"/>
                  <a:pt x="47164" y="65759"/>
                  <a:pt x="51395" y="60354"/>
                </a:cubicBezTo>
                <a:cubicBezTo>
                  <a:pt x="55627" y="54949"/>
                  <a:pt x="57743" y="47599"/>
                  <a:pt x="57743" y="38306"/>
                </a:cubicBezTo>
                <a:cubicBezTo>
                  <a:pt x="57743" y="28979"/>
                  <a:pt x="55627" y="21614"/>
                  <a:pt x="51395" y="16209"/>
                </a:cubicBezTo>
                <a:cubicBezTo>
                  <a:pt x="47164" y="10804"/>
                  <a:pt x="41426" y="8101"/>
                  <a:pt x="34181" y="8101"/>
                </a:cubicBezTo>
                <a:moveTo>
                  <a:pt x="48160" y="73796"/>
                </a:moveTo>
                <a:lnTo>
                  <a:pt x="61299" y="88120"/>
                </a:lnTo>
                <a:lnTo>
                  <a:pt x="49247" y="88120"/>
                </a:lnTo>
                <a:lnTo>
                  <a:pt x="38330" y="76358"/>
                </a:lnTo>
                <a:cubicBezTo>
                  <a:pt x="37244" y="76426"/>
                  <a:pt x="36412" y="76477"/>
                  <a:pt x="35836" y="76511"/>
                </a:cubicBezTo>
                <a:cubicBezTo>
                  <a:pt x="35260" y="76545"/>
                  <a:pt x="34708" y="76562"/>
                  <a:pt x="34181" y="76562"/>
                </a:cubicBezTo>
                <a:cubicBezTo>
                  <a:pt x="23808" y="76562"/>
                  <a:pt x="15518" y="73094"/>
                  <a:pt x="9311" y="66158"/>
                </a:cubicBezTo>
                <a:cubicBezTo>
                  <a:pt x="3104" y="59221"/>
                  <a:pt x="0" y="49937"/>
                  <a:pt x="0" y="38306"/>
                </a:cubicBezTo>
                <a:cubicBezTo>
                  <a:pt x="0" y="26641"/>
                  <a:pt x="3104" y="17341"/>
                  <a:pt x="9311" y="10405"/>
                </a:cubicBezTo>
                <a:cubicBezTo>
                  <a:pt x="15518" y="3468"/>
                  <a:pt x="23808" y="0"/>
                  <a:pt x="34181" y="0"/>
                </a:cubicBezTo>
                <a:cubicBezTo>
                  <a:pt x="44521" y="0"/>
                  <a:pt x="52787" y="3468"/>
                  <a:pt x="58977" y="10405"/>
                </a:cubicBezTo>
                <a:cubicBezTo>
                  <a:pt x="65168" y="17341"/>
                  <a:pt x="68264" y="26642"/>
                  <a:pt x="68264" y="38307"/>
                </a:cubicBezTo>
                <a:cubicBezTo>
                  <a:pt x="68264" y="46874"/>
                  <a:pt x="66543" y="54206"/>
                  <a:pt x="63102" y="60302"/>
                </a:cubicBezTo>
                <a:cubicBezTo>
                  <a:pt x="59661" y="66398"/>
                  <a:pt x="54680" y="70896"/>
                  <a:pt x="48160" y="73796"/>
                </a:cubicBezTo>
                <a:close/>
                <a:moveTo>
                  <a:pt x="128069" y="3754"/>
                </a:moveTo>
                <a:lnTo>
                  <a:pt x="128069" y="13534"/>
                </a:lnTo>
                <a:cubicBezTo>
                  <a:pt x="124282" y="11707"/>
                  <a:pt x="120710" y="10344"/>
                  <a:pt x="117351" y="9447"/>
                </a:cubicBezTo>
                <a:cubicBezTo>
                  <a:pt x="113992" y="8549"/>
                  <a:pt x="110748" y="8101"/>
                  <a:pt x="107620" y="8101"/>
                </a:cubicBezTo>
                <a:cubicBezTo>
                  <a:pt x="102187" y="8101"/>
                  <a:pt x="97996" y="9156"/>
                  <a:pt x="95049" y="11267"/>
                </a:cubicBezTo>
                <a:cubicBezTo>
                  <a:pt x="92102" y="13376"/>
                  <a:pt x="90628" y="16376"/>
                  <a:pt x="90628" y="20267"/>
                </a:cubicBezTo>
                <a:cubicBezTo>
                  <a:pt x="90628" y="23532"/>
                  <a:pt x="91608" y="25997"/>
                  <a:pt x="93567" y="27663"/>
                </a:cubicBezTo>
                <a:cubicBezTo>
                  <a:pt x="95526" y="29328"/>
                  <a:pt x="99239" y="30671"/>
                  <a:pt x="104706" y="31693"/>
                </a:cubicBezTo>
                <a:lnTo>
                  <a:pt x="110732" y="32926"/>
                </a:lnTo>
                <a:cubicBezTo>
                  <a:pt x="118174" y="34343"/>
                  <a:pt x="123665" y="36839"/>
                  <a:pt x="127205" y="40414"/>
                </a:cubicBezTo>
                <a:cubicBezTo>
                  <a:pt x="130745" y="43988"/>
                  <a:pt x="132515" y="48773"/>
                  <a:pt x="132515" y="54770"/>
                </a:cubicBezTo>
                <a:cubicBezTo>
                  <a:pt x="132515" y="61918"/>
                  <a:pt x="130119" y="67338"/>
                  <a:pt x="125328" y="71028"/>
                </a:cubicBezTo>
                <a:cubicBezTo>
                  <a:pt x="120537" y="74717"/>
                  <a:pt x="113514" y="76562"/>
                  <a:pt x="104261" y="76562"/>
                </a:cubicBezTo>
                <a:cubicBezTo>
                  <a:pt x="100771" y="76562"/>
                  <a:pt x="97058" y="76163"/>
                  <a:pt x="93123" y="75364"/>
                </a:cubicBezTo>
                <a:cubicBezTo>
                  <a:pt x="89187" y="74566"/>
                  <a:pt x="85112" y="73384"/>
                  <a:pt x="80897" y="71820"/>
                </a:cubicBezTo>
                <a:lnTo>
                  <a:pt x="80897" y="61546"/>
                </a:lnTo>
                <a:cubicBezTo>
                  <a:pt x="84948" y="63835"/>
                  <a:pt x="88916" y="65559"/>
                  <a:pt x="92802" y="66720"/>
                </a:cubicBezTo>
                <a:cubicBezTo>
                  <a:pt x="96687" y="67881"/>
                  <a:pt x="100507" y="68461"/>
                  <a:pt x="104261" y="68461"/>
                </a:cubicBezTo>
                <a:cubicBezTo>
                  <a:pt x="109958" y="68461"/>
                  <a:pt x="114354" y="67341"/>
                  <a:pt x="117450" y="65099"/>
                </a:cubicBezTo>
                <a:cubicBezTo>
                  <a:pt x="120545" y="62857"/>
                  <a:pt x="122093" y="59659"/>
                  <a:pt x="122093" y="55506"/>
                </a:cubicBezTo>
                <a:cubicBezTo>
                  <a:pt x="122093" y="51880"/>
                  <a:pt x="120981" y="49044"/>
                  <a:pt x="118759" y="47001"/>
                </a:cubicBezTo>
                <a:cubicBezTo>
                  <a:pt x="116536" y="44956"/>
                  <a:pt x="112889" y="43423"/>
                  <a:pt x="107818" y="42401"/>
                </a:cubicBezTo>
                <a:lnTo>
                  <a:pt x="101742" y="41217"/>
                </a:lnTo>
                <a:cubicBezTo>
                  <a:pt x="94300" y="39734"/>
                  <a:pt x="88916" y="37411"/>
                  <a:pt x="85590" y="34249"/>
                </a:cubicBezTo>
                <a:cubicBezTo>
                  <a:pt x="82264" y="31086"/>
                  <a:pt x="80601" y="26687"/>
                  <a:pt x="80601" y="21053"/>
                </a:cubicBezTo>
                <a:cubicBezTo>
                  <a:pt x="80601" y="14530"/>
                  <a:pt x="82898" y="9390"/>
                  <a:pt x="87492" y="5634"/>
                </a:cubicBezTo>
                <a:cubicBezTo>
                  <a:pt x="92085" y="1878"/>
                  <a:pt x="98416" y="0"/>
                  <a:pt x="106484" y="0"/>
                </a:cubicBezTo>
                <a:cubicBezTo>
                  <a:pt x="109942" y="0"/>
                  <a:pt x="113465" y="313"/>
                  <a:pt x="117054" y="938"/>
                </a:cubicBezTo>
                <a:cubicBezTo>
                  <a:pt x="120644" y="1564"/>
                  <a:pt x="124315" y="2503"/>
                  <a:pt x="128069" y="3754"/>
                </a:cubicBezTo>
                <a:close/>
                <a:moveTo>
                  <a:pt x="148098" y="1284"/>
                </a:moveTo>
                <a:lnTo>
                  <a:pt x="190479" y="1284"/>
                </a:lnTo>
                <a:lnTo>
                  <a:pt x="190479" y="9681"/>
                </a:lnTo>
                <a:lnTo>
                  <a:pt x="158076" y="9681"/>
                </a:lnTo>
                <a:lnTo>
                  <a:pt x="158076" y="31415"/>
                </a:lnTo>
                <a:lnTo>
                  <a:pt x="187317" y="31415"/>
                </a:lnTo>
                <a:lnTo>
                  <a:pt x="187317" y="39812"/>
                </a:lnTo>
                <a:lnTo>
                  <a:pt x="158076" y="39812"/>
                </a:lnTo>
                <a:lnTo>
                  <a:pt x="158076" y="75080"/>
                </a:lnTo>
                <a:lnTo>
                  <a:pt x="148098" y="75080"/>
                </a:lnTo>
                <a:lnTo>
                  <a:pt x="148098" y="1284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BB832A-8D96-4BD7-8AB6-A1FF13FAF0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09759" y="6340328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B7CAA9-5C5E-4766-8BEE-FED529B9F1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09759" y="6340328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12249" name="Text 0">
            <a:extLst xmlns:a="http://schemas.openxmlformats.org/drawingml/2006/main">
              <a:ext uri="{FF2B5EF4-FFF2-40B4-BE49-F238E27FC236}">
                <a16:creationId xmlns:a16="http://schemas.microsoft.com/office/drawing/2014/main" id="{FEC9C648-0949-4446-AC56-5A0EB9ADF3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32378" y="6308264"/>
            <a:ext cx="43693" cy="65625"/>
          </a:xfrm>
          <a:custGeom xmlns:a="http://schemas.openxmlformats.org/drawingml/2006/main">
            <a:pathLst>
              <a:path w="43693" h="65625">
                <a:moveTo>
                  <a:pt x="21847" y="6774"/>
                </a:moveTo>
                <a:cubicBezTo>
                  <a:pt x="17443" y="6774"/>
                  <a:pt x="14134" y="8942"/>
                  <a:pt x="11918" y="13278"/>
                </a:cubicBezTo>
                <a:cubicBezTo>
                  <a:pt x="9703" y="17615"/>
                  <a:pt x="8595" y="24133"/>
                  <a:pt x="8595" y="32833"/>
                </a:cubicBezTo>
                <a:cubicBezTo>
                  <a:pt x="8595" y="41506"/>
                  <a:pt x="9703" y="48010"/>
                  <a:pt x="11918" y="52346"/>
                </a:cubicBezTo>
                <a:cubicBezTo>
                  <a:pt x="14134" y="56682"/>
                  <a:pt x="17443" y="58850"/>
                  <a:pt x="21847" y="58850"/>
                </a:cubicBezTo>
                <a:cubicBezTo>
                  <a:pt x="26278" y="58850"/>
                  <a:pt x="29602" y="56682"/>
                  <a:pt x="31817" y="52346"/>
                </a:cubicBezTo>
                <a:cubicBezTo>
                  <a:pt x="34033" y="48010"/>
                  <a:pt x="35141" y="41506"/>
                  <a:pt x="35141" y="32833"/>
                </a:cubicBezTo>
                <a:cubicBezTo>
                  <a:pt x="35141" y="24133"/>
                  <a:pt x="34033" y="17615"/>
                  <a:pt x="31817" y="13278"/>
                </a:cubicBezTo>
                <a:cubicBezTo>
                  <a:pt x="29602" y="8942"/>
                  <a:pt x="26278" y="6774"/>
                  <a:pt x="21847" y="6774"/>
                </a:cubicBezTo>
                <a:moveTo>
                  <a:pt x="21847" y="0"/>
                </a:moveTo>
                <a:cubicBezTo>
                  <a:pt x="28931" y="0"/>
                  <a:pt x="34344" y="2803"/>
                  <a:pt x="38083" y="8409"/>
                </a:cubicBezTo>
                <a:cubicBezTo>
                  <a:pt x="41823" y="14016"/>
                  <a:pt x="43693" y="22157"/>
                  <a:pt x="43693" y="32833"/>
                </a:cubicBezTo>
                <a:cubicBezTo>
                  <a:pt x="43693" y="43482"/>
                  <a:pt x="41823" y="51609"/>
                  <a:pt x="38083" y="57215"/>
                </a:cubicBezTo>
                <a:cubicBezTo>
                  <a:pt x="34344" y="62821"/>
                  <a:pt x="28931" y="65625"/>
                  <a:pt x="21847" y="65625"/>
                </a:cubicBezTo>
                <a:cubicBezTo>
                  <a:pt x="14762" y="65625"/>
                  <a:pt x="9350" y="62821"/>
                  <a:pt x="5610" y="57215"/>
                </a:cubicBezTo>
                <a:cubicBezTo>
                  <a:pt x="1870" y="51609"/>
                  <a:pt x="0" y="43482"/>
                  <a:pt x="0" y="32833"/>
                </a:cubicBezTo>
                <a:cubicBezTo>
                  <a:pt x="0" y="22157"/>
                  <a:pt x="1870" y="14016"/>
                  <a:pt x="5610" y="8409"/>
                </a:cubicBezTo>
                <a:cubicBezTo>
                  <a:pt x="9350" y="2803"/>
                  <a:pt x="14762" y="0"/>
                  <a:pt x="21847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F522D8-ABEF-42CF-B0F0-9C98E5E450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09759" y="6067216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7278D4-F57A-4226-A530-12895EBAAE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09759" y="6067216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12252" name="Text 10">
            <a:extLst xmlns:a="http://schemas.openxmlformats.org/drawingml/2006/main">
              <a:ext uri="{FF2B5EF4-FFF2-40B4-BE49-F238E27FC236}">
                <a16:creationId xmlns:a16="http://schemas.microsoft.com/office/drawing/2014/main" id="{4C9B48B8-7FE0-48A1-B038-C74D4EB7D5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84447" y="6035151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53" name="Text −1">
            <a:extLst xmlns:a="http://schemas.openxmlformats.org/drawingml/2006/main">
              <a:ext uri="{FF2B5EF4-FFF2-40B4-BE49-F238E27FC236}">
                <a16:creationId xmlns:a16="http://schemas.microsoft.com/office/drawing/2014/main" id="{87E95B7C-4245-428A-8A26-A341826245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92517" y="6022035"/>
            <a:ext cx="77441" cy="44278"/>
          </a:xfrm>
          <a:custGeom xmlns:a="http://schemas.openxmlformats.org/drawingml/2006/main">
            <a:pathLst>
              <a:path w="77441" h="44278">
                <a:moveTo>
                  <a:pt x="0" y="22702"/>
                </a:moveTo>
                <a:lnTo>
                  <a:pt x="37995" y="22702"/>
                </a:lnTo>
                <a:lnTo>
                  <a:pt x="37995" y="27740"/>
                </a:lnTo>
                <a:lnTo>
                  <a:pt x="0" y="27740"/>
                </a:lnTo>
                <a:lnTo>
                  <a:pt x="0" y="22702"/>
                </a:lnTo>
                <a:close/>
                <a:moveTo>
                  <a:pt x="51953" y="39239"/>
                </a:moveTo>
                <a:lnTo>
                  <a:pt x="61733" y="39239"/>
                </a:lnTo>
                <a:lnTo>
                  <a:pt x="61733" y="5453"/>
                </a:lnTo>
                <a:lnTo>
                  <a:pt x="51094" y="7587"/>
                </a:lnTo>
                <a:lnTo>
                  <a:pt x="51094" y="2134"/>
                </a:lnTo>
                <a:lnTo>
                  <a:pt x="61674" y="0"/>
                </a:lnTo>
                <a:lnTo>
                  <a:pt x="67661" y="0"/>
                </a:lnTo>
                <a:lnTo>
                  <a:pt x="67661" y="39239"/>
                </a:lnTo>
                <a:lnTo>
                  <a:pt x="77441" y="39239"/>
                </a:lnTo>
                <a:lnTo>
                  <a:pt x="77441" y="44278"/>
                </a:lnTo>
                <a:lnTo>
                  <a:pt x="51953" y="44278"/>
                </a:lnTo>
                <a:lnTo>
                  <a:pt x="51953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AC452C-7ECD-463D-B042-6B9940D1E2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09759" y="5821414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8192E0-724C-4A62-B25B-497F8AE03C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09759" y="5821414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12256" name="Text 10">
            <a:extLst xmlns:a="http://schemas.openxmlformats.org/drawingml/2006/main">
              <a:ext uri="{FF2B5EF4-FFF2-40B4-BE49-F238E27FC236}">
                <a16:creationId xmlns:a16="http://schemas.microsoft.com/office/drawing/2014/main" id="{79395EEF-1FB9-450A-83C1-A98A29B430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35028" y="5790140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57" name="Text 0">
            <a:extLst xmlns:a="http://schemas.openxmlformats.org/drawingml/2006/main">
              <a:ext uri="{FF2B5EF4-FFF2-40B4-BE49-F238E27FC236}">
                <a16:creationId xmlns:a16="http://schemas.microsoft.com/office/drawing/2014/main" id="{916578A8-A8CC-40F5-87B7-A221AA0EF3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40667" y="5776253"/>
            <a:ext cx="30585" cy="45937"/>
          </a:xfrm>
          <a:custGeom xmlns:a="http://schemas.openxmlformats.org/drawingml/2006/main">
            <a:pathLst>
              <a:path w="30585" h="45937">
                <a:moveTo>
                  <a:pt x="15293" y="4742"/>
                </a:moveTo>
                <a:cubicBezTo>
                  <a:pt x="12210" y="4742"/>
                  <a:pt x="9894" y="6260"/>
                  <a:pt x="8343" y="9295"/>
                </a:cubicBezTo>
                <a:cubicBezTo>
                  <a:pt x="6792" y="12330"/>
                  <a:pt x="6016" y="16893"/>
                  <a:pt x="6016" y="22983"/>
                </a:cubicBezTo>
                <a:cubicBezTo>
                  <a:pt x="6016" y="29054"/>
                  <a:pt x="6792" y="33607"/>
                  <a:pt x="8343" y="36642"/>
                </a:cubicBezTo>
                <a:cubicBezTo>
                  <a:pt x="9894" y="39678"/>
                  <a:pt x="12210" y="41195"/>
                  <a:pt x="15293" y="41195"/>
                </a:cubicBezTo>
                <a:cubicBezTo>
                  <a:pt x="18395" y="41195"/>
                  <a:pt x="20721" y="39678"/>
                  <a:pt x="22272" y="36642"/>
                </a:cubicBezTo>
                <a:cubicBezTo>
                  <a:pt x="23823" y="33607"/>
                  <a:pt x="24599" y="29054"/>
                  <a:pt x="24599" y="22983"/>
                </a:cubicBezTo>
                <a:cubicBezTo>
                  <a:pt x="24599" y="16893"/>
                  <a:pt x="23823" y="12330"/>
                  <a:pt x="22272" y="9295"/>
                </a:cubicBezTo>
                <a:cubicBezTo>
                  <a:pt x="20721" y="6260"/>
                  <a:pt x="18395" y="4742"/>
                  <a:pt x="15293" y="4742"/>
                </a:cubicBezTo>
                <a:moveTo>
                  <a:pt x="15293" y="0"/>
                </a:moveTo>
                <a:cubicBezTo>
                  <a:pt x="20252" y="0"/>
                  <a:pt x="24040" y="1962"/>
                  <a:pt x="26658" y="5887"/>
                </a:cubicBezTo>
                <a:cubicBezTo>
                  <a:pt x="29276" y="9811"/>
                  <a:pt x="30585" y="15510"/>
                  <a:pt x="30585" y="22983"/>
                </a:cubicBezTo>
                <a:cubicBezTo>
                  <a:pt x="30585" y="30437"/>
                  <a:pt x="29276" y="36126"/>
                  <a:pt x="26658" y="40051"/>
                </a:cubicBezTo>
                <a:cubicBezTo>
                  <a:pt x="24040" y="43975"/>
                  <a:pt x="20252" y="45937"/>
                  <a:pt x="15293" y="45937"/>
                </a:cubicBezTo>
                <a:cubicBezTo>
                  <a:pt x="10333" y="45937"/>
                  <a:pt x="6545" y="43975"/>
                  <a:pt x="3927" y="40051"/>
                </a:cubicBezTo>
                <a:cubicBezTo>
                  <a:pt x="1309" y="36126"/>
                  <a:pt x="0" y="30437"/>
                  <a:pt x="0" y="22983"/>
                </a:cubicBezTo>
                <a:cubicBezTo>
                  <a:pt x="0" y="15510"/>
                  <a:pt x="1309" y="9811"/>
                  <a:pt x="3927" y="5887"/>
                </a:cubicBezTo>
                <a:cubicBezTo>
                  <a:pt x="6545" y="1962"/>
                  <a:pt x="10333" y="0"/>
                  <a:pt x="1529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AB861F-79D1-463A-935F-AB878AAE61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09759" y="5575612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1D715B-83DB-4810-AE70-694308B446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09759" y="5575612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12260" name="Text 10">
            <a:extLst xmlns:a="http://schemas.openxmlformats.org/drawingml/2006/main">
              <a:ext uri="{FF2B5EF4-FFF2-40B4-BE49-F238E27FC236}">
                <a16:creationId xmlns:a16="http://schemas.microsoft.com/office/drawing/2014/main" id="{EF636E8F-7725-4798-95DC-C5DA8FDCFD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35028" y="5543548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61" name="Text 1">
            <a:extLst xmlns:a="http://schemas.openxmlformats.org/drawingml/2006/main">
              <a:ext uri="{FF2B5EF4-FFF2-40B4-BE49-F238E27FC236}">
                <a16:creationId xmlns:a16="http://schemas.microsoft.com/office/drawing/2014/main" id="{34CC0F33-4A01-4D0F-B0C8-D8A32EF43F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43334" y="5530432"/>
            <a:ext cx="26347" cy="44278"/>
          </a:xfrm>
          <a:custGeom xmlns:a="http://schemas.openxmlformats.org/drawingml/2006/main">
            <a:pathLst>
              <a:path w="26347" h="44278">
                <a:moveTo>
                  <a:pt x="859" y="39239"/>
                </a:moveTo>
                <a:lnTo>
                  <a:pt x="10640" y="39239"/>
                </a:lnTo>
                <a:lnTo>
                  <a:pt x="10640" y="5453"/>
                </a:lnTo>
                <a:lnTo>
                  <a:pt x="0" y="7587"/>
                </a:lnTo>
                <a:lnTo>
                  <a:pt x="0" y="2134"/>
                </a:lnTo>
                <a:lnTo>
                  <a:pt x="10580" y="0"/>
                </a:lnTo>
                <a:lnTo>
                  <a:pt x="16567" y="0"/>
                </a:lnTo>
                <a:lnTo>
                  <a:pt x="16567" y="39239"/>
                </a:lnTo>
                <a:lnTo>
                  <a:pt x="26347" y="39239"/>
                </a:lnTo>
                <a:lnTo>
                  <a:pt x="26347" y="44278"/>
                </a:lnTo>
                <a:lnTo>
                  <a:pt x="859" y="44278"/>
                </a:lnTo>
                <a:lnTo>
                  <a:pt x="859" y="3923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B65966-0F36-431E-8B18-CDDE0E869C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09759" y="5329811"/>
            <a:ext cx="21677" cy="10"/>
          </a:xfrm>
          <a:custGeom xmlns:a="http://schemas.openxmlformats.org/drawingml/2006/main">
            <a:pathLst>
              <a:path w="21677" h="1">
                <a:moveTo>
                  <a:pt x="21677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D907EB-C27D-450F-9D5C-56C2CFFF48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09759" y="5329811"/>
            <a:ext cx="21677" cy="10"/>
          </a:xfrm>
          <a:custGeom xmlns:a="http://schemas.openxmlformats.org/drawingml/2006/main">
            <a:pathLst>
              <a:path w="21677" h="1" fill="none">
                <a:moveTo>
                  <a:pt x="2167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flat">
            <a:solidFill>
              <a:srgbClr val="000000"/>
            </a:solidFill>
            <a:round/>
          </a:ln>
        </p:spPr>
      </p:sp>
      <p:sp>
        <p:nvSpPr>
          <p:cNvPr id="12264" name="Text 10">
            <a:extLst xmlns:a="http://schemas.openxmlformats.org/drawingml/2006/main">
              <a:ext uri="{FF2B5EF4-FFF2-40B4-BE49-F238E27FC236}">
                <a16:creationId xmlns:a16="http://schemas.microsoft.com/office/drawing/2014/main" id="{A99BD757-60D9-4D00-AB0C-4615CCE845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35028" y="5298537"/>
            <a:ext cx="95050" cy="65625"/>
          </a:xfrm>
          <a:custGeom xmlns:a="http://schemas.openxmlformats.org/drawingml/2006/main">
            <a:pathLst>
              <a:path w="95050" h="65625">
                <a:moveTo>
                  <a:pt x="1228" y="57157"/>
                </a:moveTo>
                <a:lnTo>
                  <a:pt x="15200" y="57157"/>
                </a:lnTo>
                <a:lnTo>
                  <a:pt x="15200" y="8891"/>
                </a:lnTo>
                <a:lnTo>
                  <a:pt x="0" y="11939"/>
                </a:lnTo>
                <a:lnTo>
                  <a:pt x="0" y="4149"/>
                </a:lnTo>
                <a:lnTo>
                  <a:pt x="15115" y="1101"/>
                </a:lnTo>
                <a:lnTo>
                  <a:pt x="23667" y="1101"/>
                </a:lnTo>
                <a:lnTo>
                  <a:pt x="23667" y="57157"/>
                </a:lnTo>
                <a:lnTo>
                  <a:pt x="37639" y="57157"/>
                </a:lnTo>
                <a:lnTo>
                  <a:pt x="37639" y="64354"/>
                </a:lnTo>
                <a:lnTo>
                  <a:pt x="1228" y="64354"/>
                </a:lnTo>
                <a:lnTo>
                  <a:pt x="1228" y="57157"/>
                </a:lnTo>
                <a:close/>
                <a:moveTo>
                  <a:pt x="73203" y="6774"/>
                </a:moveTo>
                <a:cubicBezTo>
                  <a:pt x="68800" y="6774"/>
                  <a:pt x="65490" y="8942"/>
                  <a:pt x="63275" y="13278"/>
                </a:cubicBezTo>
                <a:cubicBezTo>
                  <a:pt x="61059" y="17615"/>
                  <a:pt x="59951" y="24133"/>
                  <a:pt x="59951" y="32833"/>
                </a:cubicBezTo>
                <a:cubicBezTo>
                  <a:pt x="59951" y="41506"/>
                  <a:pt x="61059" y="48010"/>
                  <a:pt x="63275" y="52346"/>
                </a:cubicBezTo>
                <a:cubicBezTo>
                  <a:pt x="65490" y="56682"/>
                  <a:pt x="68800" y="58850"/>
                  <a:pt x="73203" y="58850"/>
                </a:cubicBezTo>
                <a:cubicBezTo>
                  <a:pt x="77634" y="58850"/>
                  <a:pt x="80958" y="56682"/>
                  <a:pt x="83174" y="52346"/>
                </a:cubicBezTo>
                <a:cubicBezTo>
                  <a:pt x="85389" y="48010"/>
                  <a:pt x="86497" y="41506"/>
                  <a:pt x="86497" y="32833"/>
                </a:cubicBezTo>
                <a:cubicBezTo>
                  <a:pt x="86497" y="24133"/>
                  <a:pt x="85389" y="17615"/>
                  <a:pt x="83174" y="13278"/>
                </a:cubicBezTo>
                <a:cubicBezTo>
                  <a:pt x="80958" y="8942"/>
                  <a:pt x="77634" y="6774"/>
                  <a:pt x="73203" y="6774"/>
                </a:cubicBezTo>
                <a:moveTo>
                  <a:pt x="73203" y="0"/>
                </a:moveTo>
                <a:cubicBezTo>
                  <a:pt x="80288" y="0"/>
                  <a:pt x="85700" y="2803"/>
                  <a:pt x="89440" y="8409"/>
                </a:cubicBezTo>
                <a:cubicBezTo>
                  <a:pt x="93180" y="14016"/>
                  <a:pt x="95050" y="22157"/>
                  <a:pt x="95050" y="32833"/>
                </a:cubicBezTo>
                <a:cubicBezTo>
                  <a:pt x="95050" y="43482"/>
                  <a:pt x="93180" y="51609"/>
                  <a:pt x="89440" y="57215"/>
                </a:cubicBezTo>
                <a:cubicBezTo>
                  <a:pt x="85700" y="62821"/>
                  <a:pt x="80288" y="65625"/>
                  <a:pt x="73203" y="65625"/>
                </a:cubicBezTo>
                <a:cubicBezTo>
                  <a:pt x="66118" y="65625"/>
                  <a:pt x="60706" y="62821"/>
                  <a:pt x="56966" y="57215"/>
                </a:cubicBezTo>
                <a:cubicBezTo>
                  <a:pt x="53226" y="51609"/>
                  <a:pt x="51356" y="43482"/>
                  <a:pt x="51356" y="32833"/>
                </a:cubicBezTo>
                <a:cubicBezTo>
                  <a:pt x="51356" y="22157"/>
                  <a:pt x="53226" y="14016"/>
                  <a:pt x="56966" y="8409"/>
                </a:cubicBezTo>
                <a:cubicBezTo>
                  <a:pt x="60706" y="2803"/>
                  <a:pt x="66118" y="0"/>
                  <a:pt x="73203" y="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65" name="Text 2">
            <a:extLst xmlns:a="http://schemas.openxmlformats.org/drawingml/2006/main">
              <a:ext uri="{FF2B5EF4-FFF2-40B4-BE49-F238E27FC236}">
                <a16:creationId xmlns:a16="http://schemas.microsoft.com/office/drawing/2014/main" id="{0299C88D-D0A5-45E9-8E6B-ACD967DAA0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41111" y="5284650"/>
            <a:ext cx="28096" cy="45048"/>
          </a:xfrm>
          <a:custGeom xmlns:a="http://schemas.openxmlformats.org/drawingml/2006/main">
            <a:pathLst>
              <a:path w="28096" h="45048">
                <a:moveTo>
                  <a:pt x="7202" y="40010"/>
                </a:moveTo>
                <a:lnTo>
                  <a:pt x="28096" y="40010"/>
                </a:lnTo>
                <a:lnTo>
                  <a:pt x="28096" y="45048"/>
                </a:lnTo>
                <a:lnTo>
                  <a:pt x="0" y="45048"/>
                </a:lnTo>
                <a:lnTo>
                  <a:pt x="0" y="40010"/>
                </a:lnTo>
                <a:cubicBezTo>
                  <a:pt x="2272" y="37659"/>
                  <a:pt x="5369" y="34502"/>
                  <a:pt x="9291" y="30541"/>
                </a:cubicBezTo>
                <a:cubicBezTo>
                  <a:pt x="13213" y="26579"/>
                  <a:pt x="15678" y="24026"/>
                  <a:pt x="16686" y="22880"/>
                </a:cubicBezTo>
                <a:cubicBezTo>
                  <a:pt x="18602" y="20726"/>
                  <a:pt x="19941" y="18903"/>
                  <a:pt x="20701" y="17412"/>
                </a:cubicBezTo>
                <a:cubicBezTo>
                  <a:pt x="21462" y="15920"/>
                  <a:pt x="21842" y="14453"/>
                  <a:pt x="21842" y="13011"/>
                </a:cubicBezTo>
                <a:cubicBezTo>
                  <a:pt x="21842" y="10659"/>
                  <a:pt x="21018" y="8743"/>
                  <a:pt x="19368" y="7261"/>
                </a:cubicBezTo>
                <a:cubicBezTo>
                  <a:pt x="17718" y="5779"/>
                  <a:pt x="15569" y="5038"/>
                  <a:pt x="12922" y="5038"/>
                </a:cubicBezTo>
                <a:cubicBezTo>
                  <a:pt x="11045" y="5038"/>
                  <a:pt x="9064" y="5367"/>
                  <a:pt x="6979" y="6024"/>
                </a:cubicBezTo>
                <a:cubicBezTo>
                  <a:pt x="4895" y="6681"/>
                  <a:pt x="2667" y="7676"/>
                  <a:pt x="296" y="9010"/>
                </a:cubicBezTo>
                <a:lnTo>
                  <a:pt x="296" y="2964"/>
                </a:lnTo>
                <a:cubicBezTo>
                  <a:pt x="2707" y="1986"/>
                  <a:pt x="4959" y="1247"/>
                  <a:pt x="7054" y="748"/>
                </a:cubicBezTo>
                <a:cubicBezTo>
                  <a:pt x="9148" y="249"/>
                  <a:pt x="11064" y="0"/>
                  <a:pt x="12803" y="0"/>
                </a:cubicBezTo>
                <a:cubicBezTo>
                  <a:pt x="17387" y="0"/>
                  <a:pt x="21042" y="1146"/>
                  <a:pt x="23769" y="3438"/>
                </a:cubicBezTo>
                <a:cubicBezTo>
                  <a:pt x="26495" y="5730"/>
                  <a:pt x="27859" y="8792"/>
                  <a:pt x="27859" y="12625"/>
                </a:cubicBezTo>
                <a:cubicBezTo>
                  <a:pt x="27859" y="14443"/>
                  <a:pt x="27518" y="16167"/>
                  <a:pt x="26836" y="17797"/>
                </a:cubicBezTo>
                <a:cubicBezTo>
                  <a:pt x="26155" y="19427"/>
                  <a:pt x="24915" y="21348"/>
                  <a:pt x="23117" y="23561"/>
                </a:cubicBezTo>
                <a:cubicBezTo>
                  <a:pt x="22623" y="24134"/>
                  <a:pt x="21052" y="25789"/>
                  <a:pt x="18405" y="28526"/>
                </a:cubicBezTo>
                <a:cubicBezTo>
                  <a:pt x="15757" y="31262"/>
                  <a:pt x="12023" y="35090"/>
                  <a:pt x="7202" y="4001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AD9A79-0077-4472-8643-D15289B8E2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634005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B021C5-7E13-444D-B80D-C9A11F3E31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634005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2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473F81-D04B-45B1-AB83-462A3BC330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633978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3DFFD6-2621-49A1-8983-A18D72C15C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633978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2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CEC2ED-5F59-4FBA-A7E9-793741D9ED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633950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1FE515-793C-4A28-ACBE-9985EDF672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633950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2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7211FE-E0AD-45A0-A3D7-50F4F805BC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633923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17540A-1023-4434-8E49-D0CBB8A269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633923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2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17E993-54A7-4BB9-88D1-BC892ADED8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633896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D41A45-E5A6-46E7-8412-2FBA570F66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633896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2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1DA583-C9FB-41E7-8219-83BFF5B31E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633869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401C9B-CD84-4611-BB18-59E6733290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633869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2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34D0B2-125E-4A8E-8A3E-54E0A5C3EA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633841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3A6715-59F8-4237-BB72-D017671255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633841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2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5D9CB0-F3AC-43A6-A34B-8E8C2E63BC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633814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7D480C-8DAD-4C1D-91F2-CE2006FA93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633814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2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FC882D-1387-43A7-8C26-B235BBD6B7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633787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608F8E-3794-4CB3-88FF-8BBDFD9048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633787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2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2FE17F-B21B-4CA4-AE79-1AB3CF5E34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633759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561B61-586A-43EB-82B0-CF90927755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633759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2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71F2A6-22D5-4540-9DA9-F02C726061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633486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F67147-F32C-4CDE-BB74-561801A1F0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633486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2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E342E4-AAD2-4428-B5D4-4D116E0032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633213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195D3E-9301-4301-96F2-F80E26969F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633213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2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E89E3E-22EA-4129-9544-FA18A4A0CC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632940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BE1746-B7A7-4DD7-A5E0-6C2D2B7A09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632940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2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6ABE69-AC42-41DA-83F9-9E91F93483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632667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61266C-0900-40CF-9555-E73D7F9176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632667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2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410484-373C-42FA-9A9D-9D4C44D933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632394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0291C8-9174-4CCB-AC80-87ABD475C9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632394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2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27A4BC-BE6F-4ED3-9457-508526C919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632121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494215-6523-4E75-9AD0-DB7762ECE5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632121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2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977138-6B25-4E46-8C2E-8C8E8A3F32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631847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177EE7-C022-4B27-B38C-314A8D8F50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631847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3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134886-C607-4278-AB4B-D2208E5F13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631574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970986-E179-4D3C-81DF-AC067BB9F5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631574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3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A4BC0F-AD60-4DD4-83B8-70CB964538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631301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4B794A-3B40-4591-93B6-3F4403D624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631301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3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EB4C04-EF6B-426F-B9FB-D16B952BF6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628570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012437-2FCC-4C53-B50B-B6AF2D038A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628570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3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307EDE-5408-4263-9123-69255654EA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625839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1EE546-53AB-44D1-B6D3-064C9F8E76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625839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3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AFD0D3-542A-4392-929C-7765449347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623108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3B58C9-D917-43B6-99A8-F8D552F6BD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623108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3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DDF64B-11AB-4931-BC9C-20BE06FCE3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620377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266AA7-C027-4D70-A534-6F9499E68C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620377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3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10CCE0-22F8-4A2F-87A8-DF79745950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617646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A4DAC1-0B39-447B-8BC3-57CDE996A4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617646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3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9CB85C-9BA8-42D7-BB16-261EA70BAD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614914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40725E-48D1-4FD2-92B8-4F3738FECA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614914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3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94199F-5F3B-41AB-B33C-655B100189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612183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0FDDAB-1CB3-4E0A-BE07-718E226699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612183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3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85A06C-9E6E-4134-AB59-8692787429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609452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9D0244-A426-4066-A8DB-A3675E9706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609452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3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B1C57F-28D7-4958-A7CD-C21E248D3B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606721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987D43-3089-41C9-802C-72D399BA6D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606721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3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D58940-C77E-41D1-98AF-AD5788C544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99322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5E2BF1-4073-452D-A72C-B4C3EF323B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99322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3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068C53-5B4A-4A83-95FA-279AF2AC68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94993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88BCD2-317D-4C38-BC58-99EDB360A7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94993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3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DA46F2-72F9-4582-B3D9-CC7F6D0E56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91922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D3308B-5598-40FE-ADB2-851582310D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91922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3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B8CA3E-C8A4-419E-91BB-763C144284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89540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37F87C-C82D-4E0E-ABA7-F4E8635B74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89540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3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0FFF65-79CF-42B6-A71C-55CCEF7131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87594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93BE99-A000-4F89-9643-86A46759EB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87594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3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EB819F-07EB-44A2-9AC5-464ACFB0DB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85948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45B6F0-4341-4889-A910-4B45185ADA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85948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3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DF3073-52E7-4D72-AC21-C0749A647B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84523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66A9C2-6F20-49F4-A019-DC3043B076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84523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3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9C02F0-023D-4701-A43F-EBAFE62244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83266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8CC64C-4997-4A5D-8D88-3A9F16DACB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83266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3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CDE56C-6D68-489F-B299-B563543866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82141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723D4D-7349-4409-8D1F-A6F638B76A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82141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3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C6E947-357E-4E23-970D-6FFF445911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74742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858A33-B28A-4A8A-9B69-4F95906F10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74742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3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85114C-95DF-4D09-8821-11A939C411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70413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D4DAA1-D21C-427B-8C39-CBC96AB5FC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70413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3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1AC7E3-D638-48E9-B3BB-4C71B8C5E9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67342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12BF78-7848-45D5-8961-6EEA458D83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67342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3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490007-D1BB-4ADF-A6F2-32AF31D99E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64960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A2A15B-C616-4B37-865D-248927A428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64960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3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8EDB24-05C0-4176-8049-8D49F3D8F7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63014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781E7F-FBEB-43AF-A00F-2115021BB2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63014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3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7C6F84-7713-4BE2-95A3-FFD8BA0995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61368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CF4D9C-3C4B-4CB9-831B-AB929B1089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61368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3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A41E99-4EA7-431D-B58B-C048429049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59943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D5787B-31FC-4AFD-BAD7-F23118F868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59943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3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994441-FF5E-4D07-860B-CB6332FB88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58686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5125B2-0AFA-4861-9CC9-59A05E8A89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58686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3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F264BA-C906-4338-9FAC-8F98A085C0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57561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813DF9-DC8B-4BC3-9B61-45E677A534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57561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3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4F71DA-92D1-4AB7-B029-3FE479ACC8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501619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1EB682-863B-421C-A087-5335ECD05A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501619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3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0DAB7C-A64A-4068-A34B-D5750EBA83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45833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674752-5C12-4CB5-908B-3D427339C8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45833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3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328B5F-6806-4020-AD61-440EC20A86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427625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D1AF12-C9BC-4B2A-AF87-9FDEBEB5B5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427625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3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931C13-CAE9-4CCE-8EFA-71811E1EA1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40380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E8B458-F29F-48F0-9FD6-9694B6D3EA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40380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3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9D42DE-3EEE-4808-BA6C-7033707651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384342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420D8A-2996-4EF5-9623-4D57E610B9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384342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3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A59B24-920C-4485-B3D2-82E2BF3BED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367886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FD14D5-112B-494B-B5D5-A47332B245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367886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3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AFBD21-CD3D-4B86-9337-B42CB0C7B1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35363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2E245A-445B-4786-9A63-0BBB1E42EE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35363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3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9FD306-84AA-4F49-93F1-D232DCCCE8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341058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7367BA-9538-41FF-8AD9-EC16C37039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341058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3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4B7F98-B5C2-4A87-A4BE-3801E087E0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329811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277C9E-F3AF-4B4C-BEC2-2E7899D067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329811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3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71D25C-A43F-4340-BB09-E85B138762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255817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5E308B-200E-49C1-B261-F2E583D96F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255817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3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55CF74-5C44-4ED0-8240-41CAA25DF4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21253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5D9B35-5B30-4EF8-B13C-67266504A7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21253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3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E7A300-9B2A-40D6-A0D2-D8F3B94FC4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181824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BFD7D2-1FB6-4AAD-8A6A-7179483B6B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181824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3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E6A679-7CF9-4CB2-9CE0-1A6AAD2413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158003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3304D9-FD5B-40C8-9CBB-4A8E44D774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158003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3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1EDEA0-FB60-46FF-8F33-33A383A66B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138540"/>
            <a:ext cx="14452" cy="10"/>
          </a:xfrm>
          <a:custGeom xmlns:a="http://schemas.openxmlformats.org/drawingml/2006/main">
            <a:pathLst>
              <a:path w="14452" h="1">
                <a:moveTo>
                  <a:pt x="14452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098FF3-48B0-4614-87B8-20EA212DD7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6985" y="5138540"/>
            <a:ext cx="14452" cy="10"/>
          </a:xfrm>
          <a:custGeom xmlns:a="http://schemas.openxmlformats.org/drawingml/2006/main">
            <a:pathLst>
              <a:path w="14452" h="1" fill="none">
                <a:moveTo>
                  <a:pt x="1445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335" cap="flat">
            <a:solidFill>
              <a:srgbClr val="000000"/>
            </a:solidFill>
            <a:round/>
          </a:ln>
        </p:spPr>
      </p:sp>
      <p:sp>
        <p:nvSpPr>
          <p:cNvPr id="12386" name="Text g">
            <a:extLst xmlns:a="http://schemas.openxmlformats.org/drawingml/2006/main">
              <a:ext uri="{FF2B5EF4-FFF2-40B4-BE49-F238E27FC236}">
                <a16:creationId xmlns:a16="http://schemas.microsoft.com/office/drawing/2014/main" id="{491BE07D-0A5F-4195-855C-F179A77A16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68314" y="5845012"/>
            <a:ext cx="77747" cy="49444"/>
          </a:xfrm>
          <a:custGeom xmlns:a="http://schemas.openxmlformats.org/drawingml/2006/main">
            <a:pathLst>
              <a:path w="77747" h="49444">
                <a:moveTo>
                  <a:pt x="28377" y="9089"/>
                </a:moveTo>
                <a:cubicBezTo>
                  <a:pt x="21783" y="9089"/>
                  <a:pt x="16673" y="10447"/>
                  <a:pt x="13046" y="13164"/>
                </a:cubicBezTo>
                <a:cubicBezTo>
                  <a:pt x="9420" y="15880"/>
                  <a:pt x="7607" y="19692"/>
                  <a:pt x="7607" y="24599"/>
                </a:cubicBezTo>
                <a:cubicBezTo>
                  <a:pt x="7607" y="29472"/>
                  <a:pt x="9420" y="33267"/>
                  <a:pt x="13046" y="35984"/>
                </a:cubicBezTo>
                <a:cubicBezTo>
                  <a:pt x="16673" y="38701"/>
                  <a:pt x="21783" y="40059"/>
                  <a:pt x="28377" y="40059"/>
                </a:cubicBezTo>
                <a:cubicBezTo>
                  <a:pt x="34939" y="40059"/>
                  <a:pt x="40032" y="38701"/>
                  <a:pt x="43659" y="35984"/>
                </a:cubicBezTo>
                <a:cubicBezTo>
                  <a:pt x="47285" y="33267"/>
                  <a:pt x="49098" y="29472"/>
                  <a:pt x="49098" y="24599"/>
                </a:cubicBezTo>
                <a:cubicBezTo>
                  <a:pt x="49098" y="19692"/>
                  <a:pt x="47285" y="15880"/>
                  <a:pt x="43659" y="13164"/>
                </a:cubicBezTo>
                <a:cubicBezTo>
                  <a:pt x="40032" y="10447"/>
                  <a:pt x="34939" y="9089"/>
                  <a:pt x="28377" y="9089"/>
                </a:cubicBezTo>
                <a:moveTo>
                  <a:pt x="49839" y="0"/>
                </a:moveTo>
                <a:cubicBezTo>
                  <a:pt x="59257" y="0"/>
                  <a:pt x="66263" y="2091"/>
                  <a:pt x="70857" y="6273"/>
                </a:cubicBezTo>
                <a:cubicBezTo>
                  <a:pt x="75451" y="10455"/>
                  <a:pt x="77747" y="16860"/>
                  <a:pt x="77747" y="25488"/>
                </a:cubicBezTo>
                <a:cubicBezTo>
                  <a:pt x="77747" y="28682"/>
                  <a:pt x="77513" y="31695"/>
                  <a:pt x="77044" y="34527"/>
                </a:cubicBezTo>
                <a:cubicBezTo>
                  <a:pt x="76574" y="37359"/>
                  <a:pt x="75854" y="40109"/>
                  <a:pt x="74883" y="42776"/>
                </a:cubicBezTo>
                <a:lnTo>
                  <a:pt x="65992" y="42776"/>
                </a:lnTo>
                <a:cubicBezTo>
                  <a:pt x="67440" y="40109"/>
                  <a:pt x="68511" y="37474"/>
                  <a:pt x="69202" y="34873"/>
                </a:cubicBezTo>
                <a:cubicBezTo>
                  <a:pt x="69894" y="32271"/>
                  <a:pt x="70239" y="29620"/>
                  <a:pt x="70239" y="26920"/>
                </a:cubicBezTo>
                <a:cubicBezTo>
                  <a:pt x="70239" y="20960"/>
                  <a:pt x="68684" y="16498"/>
                  <a:pt x="65572" y="13534"/>
                </a:cubicBezTo>
                <a:cubicBezTo>
                  <a:pt x="62460" y="10570"/>
                  <a:pt x="57759" y="9089"/>
                  <a:pt x="51469" y="9089"/>
                </a:cubicBezTo>
                <a:lnTo>
                  <a:pt x="46925" y="9089"/>
                </a:lnTo>
                <a:cubicBezTo>
                  <a:pt x="50202" y="10966"/>
                  <a:pt x="52651" y="13370"/>
                  <a:pt x="54273" y="16300"/>
                </a:cubicBezTo>
                <a:cubicBezTo>
                  <a:pt x="55894" y="19231"/>
                  <a:pt x="56705" y="22738"/>
                  <a:pt x="56705" y="26821"/>
                </a:cubicBezTo>
                <a:cubicBezTo>
                  <a:pt x="56705" y="33605"/>
                  <a:pt x="54118" y="39071"/>
                  <a:pt x="48944" y="43220"/>
                </a:cubicBezTo>
                <a:cubicBezTo>
                  <a:pt x="43769" y="47370"/>
                  <a:pt x="36913" y="49444"/>
                  <a:pt x="28377" y="49444"/>
                </a:cubicBezTo>
                <a:cubicBezTo>
                  <a:pt x="19808" y="49444"/>
                  <a:pt x="12937" y="47370"/>
                  <a:pt x="7763" y="43220"/>
                </a:cubicBezTo>
                <a:cubicBezTo>
                  <a:pt x="2588" y="39071"/>
                  <a:pt x="0" y="33605"/>
                  <a:pt x="0" y="26821"/>
                </a:cubicBezTo>
                <a:cubicBezTo>
                  <a:pt x="0" y="22738"/>
                  <a:pt x="811" y="19231"/>
                  <a:pt x="2433" y="16300"/>
                </a:cubicBezTo>
                <a:cubicBezTo>
                  <a:pt x="4054" y="13370"/>
                  <a:pt x="6504" y="10966"/>
                  <a:pt x="9780" y="9089"/>
                </a:cubicBezTo>
                <a:lnTo>
                  <a:pt x="1383" y="9089"/>
                </a:lnTo>
                <a:lnTo>
                  <a:pt x="1383" y="0"/>
                </a:lnTo>
                <a:lnTo>
                  <a:pt x="49839" y="0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87" name="Text o">
            <a:extLst xmlns:a="http://schemas.openxmlformats.org/drawingml/2006/main">
              <a:ext uri="{FF2B5EF4-FFF2-40B4-BE49-F238E27FC236}">
                <a16:creationId xmlns:a16="http://schemas.microsoft.com/office/drawing/2014/main" id="{1D8442B4-3F22-49B9-AD77-9A3A93B579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68314" y="5779442"/>
            <a:ext cx="58187" cy="50778"/>
          </a:xfrm>
          <a:custGeom xmlns:a="http://schemas.openxmlformats.org/drawingml/2006/main">
            <a:pathLst>
              <a:path w="58187" h="50778">
                <a:moveTo>
                  <a:pt x="7706" y="25389"/>
                </a:moveTo>
                <a:cubicBezTo>
                  <a:pt x="7706" y="30263"/>
                  <a:pt x="9612" y="34115"/>
                  <a:pt x="13425" y="36947"/>
                </a:cubicBezTo>
                <a:cubicBezTo>
                  <a:pt x="17236" y="39779"/>
                  <a:pt x="22459" y="41195"/>
                  <a:pt x="29094" y="41195"/>
                </a:cubicBezTo>
                <a:cubicBezTo>
                  <a:pt x="35728" y="41195"/>
                  <a:pt x="40951" y="39788"/>
                  <a:pt x="44764" y="36972"/>
                </a:cubicBezTo>
                <a:cubicBezTo>
                  <a:pt x="48576" y="34157"/>
                  <a:pt x="50482" y="30296"/>
                  <a:pt x="50482" y="25389"/>
                </a:cubicBezTo>
                <a:cubicBezTo>
                  <a:pt x="50482" y="20548"/>
                  <a:pt x="48567" y="16712"/>
                  <a:pt x="44739" y="13880"/>
                </a:cubicBezTo>
                <a:cubicBezTo>
                  <a:pt x="40910" y="11048"/>
                  <a:pt x="35695" y="9632"/>
                  <a:pt x="29094" y="9632"/>
                </a:cubicBezTo>
                <a:cubicBezTo>
                  <a:pt x="22525" y="9632"/>
                  <a:pt x="17319" y="11048"/>
                  <a:pt x="13474" y="13880"/>
                </a:cubicBezTo>
                <a:cubicBezTo>
                  <a:pt x="9628" y="16712"/>
                  <a:pt x="7706" y="20548"/>
                  <a:pt x="7706" y="25389"/>
                </a:cubicBezTo>
                <a:moveTo>
                  <a:pt x="0" y="25389"/>
                </a:moveTo>
                <a:cubicBezTo>
                  <a:pt x="0" y="17486"/>
                  <a:pt x="2573" y="11278"/>
                  <a:pt x="7719" y="6767"/>
                </a:cubicBezTo>
                <a:cubicBezTo>
                  <a:pt x="12865" y="2256"/>
                  <a:pt x="19989" y="0"/>
                  <a:pt x="29094" y="0"/>
                </a:cubicBezTo>
                <a:cubicBezTo>
                  <a:pt x="38165" y="0"/>
                  <a:pt x="45282" y="2256"/>
                  <a:pt x="50444" y="6767"/>
                </a:cubicBezTo>
                <a:cubicBezTo>
                  <a:pt x="55606" y="11278"/>
                  <a:pt x="58187" y="17486"/>
                  <a:pt x="58187" y="25389"/>
                </a:cubicBezTo>
                <a:cubicBezTo>
                  <a:pt x="58187" y="33325"/>
                  <a:pt x="55606" y="39541"/>
                  <a:pt x="50444" y="44036"/>
                </a:cubicBezTo>
                <a:cubicBezTo>
                  <a:pt x="45282" y="48530"/>
                  <a:pt x="38165" y="50778"/>
                  <a:pt x="29094" y="50778"/>
                </a:cubicBezTo>
                <a:cubicBezTo>
                  <a:pt x="19989" y="50778"/>
                  <a:pt x="12865" y="48530"/>
                  <a:pt x="7719" y="44036"/>
                </a:cubicBezTo>
                <a:cubicBezTo>
                  <a:pt x="2573" y="39541"/>
                  <a:pt x="0" y="33325"/>
                  <a:pt x="0" y="25389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88" name="Text S">
            <a:extLst xmlns:a="http://schemas.openxmlformats.org/drawingml/2006/main">
              <a:ext uri="{FF2B5EF4-FFF2-40B4-BE49-F238E27FC236}">
                <a16:creationId xmlns:a16="http://schemas.microsoft.com/office/drawing/2014/main" id="{009F70BA-363A-456A-B749-35A66F177B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49939" y="5715308"/>
            <a:ext cx="76562" cy="51914"/>
          </a:xfrm>
          <a:custGeom xmlns:a="http://schemas.openxmlformats.org/drawingml/2006/main">
            <a:pathLst>
              <a:path w="76562" h="51914">
                <a:moveTo>
                  <a:pt x="3754" y="4446"/>
                </a:moveTo>
                <a:lnTo>
                  <a:pt x="13534" y="4446"/>
                </a:lnTo>
                <a:cubicBezTo>
                  <a:pt x="11707" y="8232"/>
                  <a:pt x="10344" y="11805"/>
                  <a:pt x="9447" y="15164"/>
                </a:cubicBezTo>
                <a:cubicBezTo>
                  <a:pt x="8549" y="18523"/>
                  <a:pt x="8101" y="21767"/>
                  <a:pt x="8101" y="24895"/>
                </a:cubicBezTo>
                <a:cubicBezTo>
                  <a:pt x="8101" y="30328"/>
                  <a:pt x="9156" y="34519"/>
                  <a:pt x="11267" y="37466"/>
                </a:cubicBezTo>
                <a:cubicBezTo>
                  <a:pt x="13376" y="40413"/>
                  <a:pt x="16376" y="41887"/>
                  <a:pt x="20267" y="41887"/>
                </a:cubicBezTo>
                <a:cubicBezTo>
                  <a:pt x="23532" y="41887"/>
                  <a:pt x="25997" y="40907"/>
                  <a:pt x="27663" y="38948"/>
                </a:cubicBezTo>
                <a:cubicBezTo>
                  <a:pt x="29328" y="36989"/>
                  <a:pt x="30671" y="33276"/>
                  <a:pt x="31693" y="27809"/>
                </a:cubicBezTo>
                <a:lnTo>
                  <a:pt x="32926" y="21783"/>
                </a:lnTo>
                <a:cubicBezTo>
                  <a:pt x="34343" y="14341"/>
                  <a:pt x="36839" y="8850"/>
                  <a:pt x="40414" y="5310"/>
                </a:cubicBezTo>
                <a:cubicBezTo>
                  <a:pt x="43988" y="1770"/>
                  <a:pt x="48773" y="0"/>
                  <a:pt x="54770" y="0"/>
                </a:cubicBezTo>
                <a:cubicBezTo>
                  <a:pt x="61918" y="0"/>
                  <a:pt x="67338" y="2396"/>
                  <a:pt x="71028" y="7187"/>
                </a:cubicBezTo>
                <a:cubicBezTo>
                  <a:pt x="74717" y="11978"/>
                  <a:pt x="76562" y="19001"/>
                  <a:pt x="76562" y="28254"/>
                </a:cubicBezTo>
                <a:cubicBezTo>
                  <a:pt x="76562" y="31744"/>
                  <a:pt x="76163" y="35457"/>
                  <a:pt x="75364" y="39392"/>
                </a:cubicBezTo>
                <a:cubicBezTo>
                  <a:pt x="74566" y="43328"/>
                  <a:pt x="73384" y="47403"/>
                  <a:pt x="71820" y="51618"/>
                </a:cubicBezTo>
                <a:lnTo>
                  <a:pt x="61546" y="51618"/>
                </a:lnTo>
                <a:cubicBezTo>
                  <a:pt x="63835" y="47567"/>
                  <a:pt x="65559" y="43599"/>
                  <a:pt x="66720" y="39713"/>
                </a:cubicBezTo>
                <a:cubicBezTo>
                  <a:pt x="67881" y="35828"/>
                  <a:pt x="68461" y="32008"/>
                  <a:pt x="68461" y="28254"/>
                </a:cubicBezTo>
                <a:cubicBezTo>
                  <a:pt x="68461" y="22557"/>
                  <a:pt x="67341" y="18161"/>
                  <a:pt x="65099" y="15065"/>
                </a:cubicBezTo>
                <a:cubicBezTo>
                  <a:pt x="62857" y="11970"/>
                  <a:pt x="59659" y="10422"/>
                  <a:pt x="55506" y="10422"/>
                </a:cubicBezTo>
                <a:cubicBezTo>
                  <a:pt x="51880" y="10422"/>
                  <a:pt x="49044" y="11534"/>
                  <a:pt x="47001" y="13756"/>
                </a:cubicBezTo>
                <a:cubicBezTo>
                  <a:pt x="44956" y="15979"/>
                  <a:pt x="43423" y="19626"/>
                  <a:pt x="42401" y="24697"/>
                </a:cubicBezTo>
                <a:lnTo>
                  <a:pt x="41217" y="30773"/>
                </a:lnTo>
                <a:cubicBezTo>
                  <a:pt x="39734" y="38215"/>
                  <a:pt x="37411" y="43599"/>
                  <a:pt x="34249" y="46925"/>
                </a:cubicBezTo>
                <a:cubicBezTo>
                  <a:pt x="31086" y="50251"/>
                  <a:pt x="26687" y="51914"/>
                  <a:pt x="21053" y="51914"/>
                </a:cubicBezTo>
                <a:cubicBezTo>
                  <a:pt x="14530" y="51914"/>
                  <a:pt x="9390" y="49617"/>
                  <a:pt x="5634" y="45023"/>
                </a:cubicBezTo>
                <a:cubicBezTo>
                  <a:pt x="1878" y="40430"/>
                  <a:pt x="0" y="34099"/>
                  <a:pt x="0" y="26031"/>
                </a:cubicBezTo>
                <a:cubicBezTo>
                  <a:pt x="0" y="22573"/>
                  <a:pt x="313" y="19050"/>
                  <a:pt x="938" y="15461"/>
                </a:cubicBezTo>
                <a:cubicBezTo>
                  <a:pt x="1564" y="11871"/>
                  <a:pt x="2503" y="8200"/>
                  <a:pt x="3754" y="4446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89" name="Text A">
            <a:extLst xmlns:a="http://schemas.openxmlformats.org/drawingml/2006/main">
              <a:ext uri="{FF2B5EF4-FFF2-40B4-BE49-F238E27FC236}">
                <a16:creationId xmlns:a16="http://schemas.microsoft.com/office/drawing/2014/main" id="{168067E7-BEDE-4A40-9AA3-484FC01490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51223" y="5641291"/>
            <a:ext cx="73796" cy="67572"/>
          </a:xfrm>
          <a:custGeom xmlns:a="http://schemas.openxmlformats.org/drawingml/2006/main">
            <a:pathLst>
              <a:path w="73796" h="67572">
                <a:moveTo>
                  <a:pt x="9830" y="33786"/>
                </a:moveTo>
                <a:lnTo>
                  <a:pt x="46530" y="47320"/>
                </a:lnTo>
                <a:lnTo>
                  <a:pt x="46530" y="20202"/>
                </a:lnTo>
                <a:lnTo>
                  <a:pt x="9830" y="33786"/>
                </a:lnTo>
                <a:moveTo>
                  <a:pt x="0" y="39417"/>
                </a:moveTo>
                <a:lnTo>
                  <a:pt x="0" y="28106"/>
                </a:lnTo>
                <a:lnTo>
                  <a:pt x="73796" y="0"/>
                </a:lnTo>
                <a:lnTo>
                  <a:pt x="73796" y="10373"/>
                </a:lnTo>
                <a:lnTo>
                  <a:pt x="54828" y="17091"/>
                </a:lnTo>
                <a:lnTo>
                  <a:pt x="54828" y="50333"/>
                </a:lnTo>
                <a:lnTo>
                  <a:pt x="73796" y="57051"/>
                </a:lnTo>
                <a:lnTo>
                  <a:pt x="73796" y="67572"/>
                </a:lnTo>
                <a:lnTo>
                  <a:pt x="0" y="39417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90" name="Text T">
            <a:extLst xmlns:a="http://schemas.openxmlformats.org/drawingml/2006/main">
              <a:ext uri="{FF2B5EF4-FFF2-40B4-BE49-F238E27FC236}">
                <a16:creationId xmlns:a16="http://schemas.microsoft.com/office/drawing/2014/main" id="{9E298659-F028-46A9-9F45-33577BCAEC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51223" y="5578371"/>
            <a:ext cx="73796" cy="62386"/>
          </a:xfrm>
          <a:custGeom xmlns:a="http://schemas.openxmlformats.org/drawingml/2006/main">
            <a:pathLst>
              <a:path w="73796" h="62386">
                <a:moveTo>
                  <a:pt x="0" y="62386"/>
                </a:moveTo>
                <a:lnTo>
                  <a:pt x="0" y="0"/>
                </a:lnTo>
                <a:lnTo>
                  <a:pt x="8397" y="0"/>
                </a:lnTo>
                <a:lnTo>
                  <a:pt x="8397" y="26179"/>
                </a:lnTo>
                <a:lnTo>
                  <a:pt x="73796" y="26179"/>
                </a:lnTo>
                <a:lnTo>
                  <a:pt x="73796" y="36206"/>
                </a:lnTo>
                <a:lnTo>
                  <a:pt x="8397" y="36206"/>
                </a:lnTo>
                <a:lnTo>
                  <a:pt x="8397" y="62386"/>
                </a:lnTo>
                <a:lnTo>
                  <a:pt x="0" y="62386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1C932D-814C-46FA-809B-D49B0BA5E4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31436" y="5138540"/>
            <a:ext cx="1612790" cy="1201788"/>
          </a:xfrm>
          <a:custGeom xmlns:a="http://schemas.openxmlformats.org/drawingml/2006/main">
            <a:pathLst>
              <a:path w="1612790" h="1201788" fill="none">
                <a:moveTo>
                  <a:pt x="0" y="1201788"/>
                </a:moveTo>
                <a:lnTo>
                  <a:pt x="1612790" y="0"/>
                </a:lnTo>
              </a:path>
            </a:pathLst>
          </a:custGeom>
          <a:noFill xmlns:a="http://schemas.openxmlformats.org/drawingml/2006/main"/>
          <a:ln xmlns:a="http://schemas.openxmlformats.org/drawingml/2006/main" w="7226" cap="sq">
            <a:solidFill>
              <a:srgbClr val="000000"/>
            </a:solidFill>
            <a:round/>
          </a:ln>
        </p:spPr>
      </p:sp>
      <p:sp>
        <p:nvSpPr>
          <p:cNvPr id="123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D4127D-B82E-4B3B-9B68-85E8C5774B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31436" y="5138540"/>
            <a:ext cx="10" cy="1201788"/>
          </a:xfrm>
          <a:custGeom xmlns:a="http://schemas.openxmlformats.org/drawingml/2006/main">
            <a:pathLst>
              <a:path w="1" h="1201788" fill="none">
                <a:moveTo>
                  <a:pt x="0" y="1201788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123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23F877-605B-4DC6-BEDF-326B0B0AD6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44226" y="5138540"/>
            <a:ext cx="10" cy="1201788"/>
          </a:xfrm>
          <a:custGeom xmlns:a="http://schemas.openxmlformats.org/drawingml/2006/main">
            <a:pathLst>
              <a:path w="1" h="1201788" fill="none">
                <a:moveTo>
                  <a:pt x="0" y="1201788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123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2E577F-7293-47E3-A353-C8ABEFCDF6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31436" y="6340328"/>
            <a:ext cx="1612790" cy="10"/>
          </a:xfrm>
          <a:custGeom xmlns:a="http://schemas.openxmlformats.org/drawingml/2006/main">
            <a:pathLst>
              <a:path w="1612790" h="1" fill="none">
                <a:moveTo>
                  <a:pt x="0" y="0"/>
                </a:moveTo>
                <a:lnTo>
                  <a:pt x="161279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123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32C3B9-A3D9-4140-B4A8-57930D986B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31436" y="5138540"/>
            <a:ext cx="1612790" cy="10"/>
          </a:xfrm>
          <a:custGeom xmlns:a="http://schemas.openxmlformats.org/drawingml/2006/main">
            <a:pathLst>
              <a:path w="1612790" h="1" fill="none">
                <a:moveTo>
                  <a:pt x="0" y="0"/>
                </a:moveTo>
                <a:lnTo>
                  <a:pt x="161279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781" cap="sq">
            <a:solidFill>
              <a:srgbClr val="000000"/>
            </a:solidFill>
            <a:miter/>
          </a:ln>
        </p:spPr>
      </p:sp>
      <p:sp>
        <p:nvSpPr>
          <p:cNvPr id="12396" name="Text 94">
            <a:extLst xmlns:a="http://schemas.openxmlformats.org/drawingml/2006/main">
              <a:ext uri="{FF2B5EF4-FFF2-40B4-BE49-F238E27FC236}">
                <a16:creationId xmlns:a16="http://schemas.microsoft.com/office/drawing/2014/main" id="{1F8970DA-AE13-4D69-A75C-CDA5EFBD2A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52239" y="5518208"/>
            <a:ext cx="249959" cy="164061"/>
          </a:xfrm>
          <a:custGeom xmlns:a="http://schemas.openxmlformats.org/drawingml/2006/main">
            <a:pathLst>
              <a:path w="249959" h="164061">
                <a:moveTo>
                  <a:pt x="10161" y="157711"/>
                </a:moveTo>
                <a:lnTo>
                  <a:pt x="10161" y="138235"/>
                </a:lnTo>
                <a:cubicBezTo>
                  <a:pt x="15524" y="140775"/>
                  <a:pt x="20958" y="142716"/>
                  <a:pt x="26462" y="144057"/>
                </a:cubicBezTo>
                <a:cubicBezTo>
                  <a:pt x="31966" y="145397"/>
                  <a:pt x="37364" y="146068"/>
                  <a:pt x="42656" y="146068"/>
                </a:cubicBezTo>
                <a:cubicBezTo>
                  <a:pt x="56769" y="146068"/>
                  <a:pt x="67547" y="141313"/>
                  <a:pt x="74992" y="131805"/>
                </a:cubicBezTo>
                <a:cubicBezTo>
                  <a:pt x="82436" y="122296"/>
                  <a:pt x="86688" y="107857"/>
                  <a:pt x="87746" y="88487"/>
                </a:cubicBezTo>
                <a:cubicBezTo>
                  <a:pt x="83654" y="94556"/>
                  <a:pt x="78467" y="99213"/>
                  <a:pt x="72187" y="102459"/>
                </a:cubicBezTo>
                <a:cubicBezTo>
                  <a:pt x="65907" y="105705"/>
                  <a:pt x="58956" y="107328"/>
                  <a:pt x="51335" y="107328"/>
                </a:cubicBezTo>
                <a:cubicBezTo>
                  <a:pt x="35529" y="107328"/>
                  <a:pt x="23022" y="102547"/>
                  <a:pt x="13813" y="92986"/>
                </a:cubicBezTo>
                <a:cubicBezTo>
                  <a:pt x="4604" y="83424"/>
                  <a:pt x="0" y="70352"/>
                  <a:pt x="0" y="53770"/>
                </a:cubicBezTo>
                <a:cubicBezTo>
                  <a:pt x="0" y="37540"/>
                  <a:pt x="4798" y="24521"/>
                  <a:pt x="14395" y="14713"/>
                </a:cubicBezTo>
                <a:cubicBezTo>
                  <a:pt x="23992" y="4904"/>
                  <a:pt x="36764" y="0"/>
                  <a:pt x="52711" y="0"/>
                </a:cubicBezTo>
                <a:cubicBezTo>
                  <a:pt x="70987" y="0"/>
                  <a:pt x="84941" y="7008"/>
                  <a:pt x="94573" y="21024"/>
                </a:cubicBezTo>
                <a:cubicBezTo>
                  <a:pt x="104205" y="35039"/>
                  <a:pt x="109021" y="55393"/>
                  <a:pt x="109021" y="82084"/>
                </a:cubicBezTo>
                <a:cubicBezTo>
                  <a:pt x="109021" y="107008"/>
                  <a:pt x="103112" y="126903"/>
                  <a:pt x="91292" y="141768"/>
                </a:cubicBezTo>
                <a:cubicBezTo>
                  <a:pt x="79473" y="156630"/>
                  <a:pt x="63578" y="164061"/>
                  <a:pt x="43609" y="164061"/>
                </a:cubicBezTo>
                <a:cubicBezTo>
                  <a:pt x="38246" y="164061"/>
                  <a:pt x="32812" y="163532"/>
                  <a:pt x="27308" y="162474"/>
                </a:cubicBezTo>
                <a:cubicBezTo>
                  <a:pt x="21804" y="161415"/>
                  <a:pt x="16089" y="159828"/>
                  <a:pt x="10161" y="157711"/>
                </a:cubicBezTo>
                <a:moveTo>
                  <a:pt x="52711" y="90604"/>
                </a:moveTo>
                <a:cubicBezTo>
                  <a:pt x="62308" y="90604"/>
                  <a:pt x="69911" y="87323"/>
                  <a:pt x="75521" y="80761"/>
                </a:cubicBezTo>
                <a:cubicBezTo>
                  <a:pt x="81131" y="74198"/>
                  <a:pt x="83936" y="65201"/>
                  <a:pt x="83936" y="53770"/>
                </a:cubicBezTo>
                <a:cubicBezTo>
                  <a:pt x="83936" y="42409"/>
                  <a:pt x="81131" y="33430"/>
                  <a:pt x="75521" y="26832"/>
                </a:cubicBezTo>
                <a:cubicBezTo>
                  <a:pt x="69911" y="20234"/>
                  <a:pt x="62308" y="16935"/>
                  <a:pt x="52711" y="16935"/>
                </a:cubicBezTo>
                <a:cubicBezTo>
                  <a:pt x="43115" y="16935"/>
                  <a:pt x="35511" y="20234"/>
                  <a:pt x="29902" y="26832"/>
                </a:cubicBezTo>
                <a:cubicBezTo>
                  <a:pt x="24292" y="33430"/>
                  <a:pt x="21487" y="42409"/>
                  <a:pt x="21487" y="53770"/>
                </a:cubicBezTo>
                <a:cubicBezTo>
                  <a:pt x="21487" y="65201"/>
                  <a:pt x="24292" y="74198"/>
                  <a:pt x="29902" y="80761"/>
                </a:cubicBezTo>
                <a:cubicBezTo>
                  <a:pt x="35511" y="87323"/>
                  <a:pt x="43115" y="90604"/>
                  <a:pt x="52711" y="90604"/>
                </a:cubicBezTo>
                <a:close/>
                <a:moveTo>
                  <a:pt x="206139" y="21401"/>
                </a:moveTo>
                <a:lnTo>
                  <a:pt x="152157" y="105846"/>
                </a:lnTo>
                <a:lnTo>
                  <a:pt x="206139" y="105846"/>
                </a:lnTo>
                <a:lnTo>
                  <a:pt x="206139" y="21401"/>
                </a:lnTo>
                <a:moveTo>
                  <a:pt x="200529" y="2752"/>
                </a:moveTo>
                <a:lnTo>
                  <a:pt x="227414" y="2752"/>
                </a:lnTo>
                <a:lnTo>
                  <a:pt x="227414" y="105846"/>
                </a:lnTo>
                <a:lnTo>
                  <a:pt x="249959" y="105846"/>
                </a:lnTo>
                <a:lnTo>
                  <a:pt x="249959" y="123628"/>
                </a:lnTo>
                <a:lnTo>
                  <a:pt x="227414" y="123628"/>
                </a:lnTo>
                <a:lnTo>
                  <a:pt x="227414" y="160886"/>
                </a:lnTo>
                <a:lnTo>
                  <a:pt x="206139" y="160886"/>
                </a:lnTo>
                <a:lnTo>
                  <a:pt x="206139" y="123628"/>
                </a:lnTo>
                <a:lnTo>
                  <a:pt x="134798" y="123628"/>
                </a:lnTo>
                <a:lnTo>
                  <a:pt x="134798" y="102972"/>
                </a:lnTo>
                <a:lnTo>
                  <a:pt x="200529" y="2752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97" name="Text 3">
            <a:extLst xmlns:a="http://schemas.openxmlformats.org/drawingml/2006/main">
              <a:ext uri="{FF2B5EF4-FFF2-40B4-BE49-F238E27FC236}">
                <a16:creationId xmlns:a16="http://schemas.microsoft.com/office/drawing/2014/main" id="{FD8AE118-321A-4087-92BF-29CA5DDCE1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46639" y="5758565"/>
            <a:ext cx="104047" cy="164061"/>
          </a:xfrm>
          <a:custGeom xmlns:a="http://schemas.openxmlformats.org/drawingml/2006/main">
            <a:pathLst>
              <a:path w="104047" h="164061">
                <a:moveTo>
                  <a:pt x="71446" y="75574"/>
                </a:moveTo>
                <a:cubicBezTo>
                  <a:pt x="81678" y="77766"/>
                  <a:pt x="89669" y="82328"/>
                  <a:pt x="95420" y="89261"/>
                </a:cubicBezTo>
                <a:cubicBezTo>
                  <a:pt x="101171" y="96192"/>
                  <a:pt x="104047" y="104750"/>
                  <a:pt x="104047" y="114936"/>
                </a:cubicBezTo>
                <a:cubicBezTo>
                  <a:pt x="104047" y="130568"/>
                  <a:pt x="98684" y="142664"/>
                  <a:pt x="87958" y="151224"/>
                </a:cubicBezTo>
                <a:cubicBezTo>
                  <a:pt x="77232" y="159782"/>
                  <a:pt x="61991" y="164061"/>
                  <a:pt x="42233" y="164061"/>
                </a:cubicBezTo>
                <a:cubicBezTo>
                  <a:pt x="35600" y="164061"/>
                  <a:pt x="28772" y="163409"/>
                  <a:pt x="21751" y="162103"/>
                </a:cubicBezTo>
                <a:cubicBezTo>
                  <a:pt x="14730" y="160798"/>
                  <a:pt x="7480" y="158840"/>
                  <a:pt x="0" y="156229"/>
                </a:cubicBezTo>
                <a:lnTo>
                  <a:pt x="0" y="135483"/>
                </a:lnTo>
                <a:cubicBezTo>
                  <a:pt x="5927" y="138976"/>
                  <a:pt x="12419" y="141613"/>
                  <a:pt x="19476" y="143395"/>
                </a:cubicBezTo>
                <a:cubicBezTo>
                  <a:pt x="26532" y="145177"/>
                  <a:pt x="33906" y="146068"/>
                  <a:pt x="41598" y="146068"/>
                </a:cubicBezTo>
                <a:cubicBezTo>
                  <a:pt x="55005" y="146068"/>
                  <a:pt x="65219" y="143413"/>
                  <a:pt x="72240" y="138103"/>
                </a:cubicBezTo>
                <a:cubicBezTo>
                  <a:pt x="79261" y="132791"/>
                  <a:pt x="82772" y="125071"/>
                  <a:pt x="82772" y="114946"/>
                </a:cubicBezTo>
                <a:cubicBezTo>
                  <a:pt x="82772" y="105600"/>
                  <a:pt x="79508" y="98290"/>
                  <a:pt x="72981" y="93016"/>
                </a:cubicBezTo>
                <a:cubicBezTo>
                  <a:pt x="66454" y="87739"/>
                  <a:pt x="57369" y="85100"/>
                  <a:pt x="45726" y="85100"/>
                </a:cubicBezTo>
                <a:lnTo>
                  <a:pt x="27308" y="85100"/>
                </a:lnTo>
                <a:lnTo>
                  <a:pt x="27308" y="67530"/>
                </a:lnTo>
                <a:lnTo>
                  <a:pt x="46572" y="67530"/>
                </a:lnTo>
                <a:cubicBezTo>
                  <a:pt x="57086" y="67530"/>
                  <a:pt x="65131" y="65435"/>
                  <a:pt x="70705" y="61245"/>
                </a:cubicBezTo>
                <a:cubicBezTo>
                  <a:pt x="76280" y="57055"/>
                  <a:pt x="79067" y="51018"/>
                  <a:pt x="79067" y="43132"/>
                </a:cubicBezTo>
                <a:cubicBezTo>
                  <a:pt x="79067" y="35035"/>
                  <a:pt x="76192" y="28821"/>
                  <a:pt x="70441" y="24490"/>
                </a:cubicBezTo>
                <a:cubicBezTo>
                  <a:pt x="64690" y="20159"/>
                  <a:pt x="56451" y="17994"/>
                  <a:pt x="45726" y="17994"/>
                </a:cubicBezTo>
                <a:cubicBezTo>
                  <a:pt x="39869" y="17994"/>
                  <a:pt x="33588" y="18629"/>
                  <a:pt x="26885" y="19899"/>
                </a:cubicBezTo>
                <a:cubicBezTo>
                  <a:pt x="20181" y="21169"/>
                  <a:pt x="12807" y="23145"/>
                  <a:pt x="4763" y="25826"/>
                </a:cubicBezTo>
                <a:lnTo>
                  <a:pt x="4763" y="6774"/>
                </a:lnTo>
                <a:cubicBezTo>
                  <a:pt x="12878" y="4516"/>
                  <a:pt x="20481" y="2823"/>
                  <a:pt x="27573" y="1694"/>
                </a:cubicBezTo>
                <a:cubicBezTo>
                  <a:pt x="34665" y="565"/>
                  <a:pt x="41351" y="0"/>
                  <a:pt x="47631" y="0"/>
                </a:cubicBezTo>
                <a:cubicBezTo>
                  <a:pt x="63860" y="0"/>
                  <a:pt x="76703" y="3683"/>
                  <a:pt x="86159" y="11048"/>
                </a:cubicBezTo>
                <a:cubicBezTo>
                  <a:pt x="95614" y="18411"/>
                  <a:pt x="100342" y="28363"/>
                  <a:pt x="100342" y="40906"/>
                </a:cubicBezTo>
                <a:cubicBezTo>
                  <a:pt x="100342" y="49643"/>
                  <a:pt x="97837" y="57023"/>
                  <a:pt x="92827" y="63048"/>
                </a:cubicBezTo>
                <a:cubicBezTo>
                  <a:pt x="87817" y="69072"/>
                  <a:pt x="80690" y="73248"/>
                  <a:pt x="71446" y="75574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98" name="Text 619.96Xspeedup">
            <a:extLst xmlns:a="http://schemas.openxmlformats.org/drawingml/2006/main">
              <a:ext uri="{FF2B5EF4-FFF2-40B4-BE49-F238E27FC236}">
                <a16:creationId xmlns:a16="http://schemas.microsoft.com/office/drawing/2014/main" id="{EAA1F5C1-5F48-40D0-B1F3-F8A248CD04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37447" y="5007347"/>
            <a:ext cx="1001924" cy="111886"/>
          </a:xfrm>
          <a:custGeom xmlns:a="http://schemas.openxmlformats.org/drawingml/2006/main">
            <a:pathLst>
              <a:path w="1001924" h="111886">
                <a:moveTo>
                  <a:pt x="30089" y="41209"/>
                </a:moveTo>
                <a:cubicBezTo>
                  <a:pt x="24970" y="41209"/>
                  <a:pt x="20915" y="42959"/>
                  <a:pt x="17923" y="46459"/>
                </a:cubicBezTo>
                <a:cubicBezTo>
                  <a:pt x="14931" y="49959"/>
                  <a:pt x="13435" y="54758"/>
                  <a:pt x="13435" y="60854"/>
                </a:cubicBezTo>
                <a:cubicBezTo>
                  <a:pt x="13435" y="66914"/>
                  <a:pt x="14931" y="71702"/>
                  <a:pt x="17923" y="75221"/>
                </a:cubicBezTo>
                <a:cubicBezTo>
                  <a:pt x="20915" y="78740"/>
                  <a:pt x="24970" y="80499"/>
                  <a:pt x="30089" y="80499"/>
                </a:cubicBezTo>
                <a:cubicBezTo>
                  <a:pt x="35207" y="80499"/>
                  <a:pt x="39262" y="78740"/>
                  <a:pt x="42254" y="75221"/>
                </a:cubicBezTo>
                <a:cubicBezTo>
                  <a:pt x="45246" y="71702"/>
                  <a:pt x="46742" y="66914"/>
                  <a:pt x="46742" y="60854"/>
                </a:cubicBezTo>
                <a:cubicBezTo>
                  <a:pt x="46742" y="54758"/>
                  <a:pt x="45246" y="49959"/>
                  <a:pt x="42254" y="46459"/>
                </a:cubicBezTo>
                <a:cubicBezTo>
                  <a:pt x="39262" y="42959"/>
                  <a:pt x="35207" y="41209"/>
                  <a:pt x="30089" y="41209"/>
                </a:cubicBezTo>
                <a:moveTo>
                  <a:pt x="52725" y="5419"/>
                </a:moveTo>
                <a:lnTo>
                  <a:pt x="52725" y="15806"/>
                </a:lnTo>
                <a:cubicBezTo>
                  <a:pt x="49865" y="14452"/>
                  <a:pt x="46977" y="13417"/>
                  <a:pt x="44060" y="12702"/>
                </a:cubicBezTo>
                <a:cubicBezTo>
                  <a:pt x="41144" y="11986"/>
                  <a:pt x="38255" y="11629"/>
                  <a:pt x="35395" y="11629"/>
                </a:cubicBezTo>
                <a:cubicBezTo>
                  <a:pt x="27868" y="11629"/>
                  <a:pt x="22119" y="14174"/>
                  <a:pt x="18149" y="19264"/>
                </a:cubicBezTo>
                <a:cubicBezTo>
                  <a:pt x="14179" y="24354"/>
                  <a:pt x="11911" y="32045"/>
                  <a:pt x="11347" y="42338"/>
                </a:cubicBezTo>
                <a:cubicBezTo>
                  <a:pt x="13567" y="39064"/>
                  <a:pt x="16352" y="36552"/>
                  <a:pt x="19701" y="34802"/>
                </a:cubicBezTo>
                <a:cubicBezTo>
                  <a:pt x="23051" y="33052"/>
                  <a:pt x="26739" y="32177"/>
                  <a:pt x="30766" y="32177"/>
                </a:cubicBezTo>
                <a:cubicBezTo>
                  <a:pt x="39234" y="32177"/>
                  <a:pt x="45923" y="34746"/>
                  <a:pt x="50834" y="39883"/>
                </a:cubicBezTo>
                <a:cubicBezTo>
                  <a:pt x="55746" y="45020"/>
                  <a:pt x="58201" y="52010"/>
                  <a:pt x="58201" y="60854"/>
                </a:cubicBezTo>
                <a:cubicBezTo>
                  <a:pt x="58201" y="69510"/>
                  <a:pt x="55642" y="76454"/>
                  <a:pt x="50524" y="81685"/>
                </a:cubicBezTo>
                <a:cubicBezTo>
                  <a:pt x="45406" y="86916"/>
                  <a:pt x="38594" y="89532"/>
                  <a:pt x="30089" y="89532"/>
                </a:cubicBezTo>
                <a:cubicBezTo>
                  <a:pt x="20341" y="89532"/>
                  <a:pt x="12890" y="85794"/>
                  <a:pt x="7734" y="78319"/>
                </a:cubicBezTo>
                <a:cubicBezTo>
                  <a:pt x="2578" y="70844"/>
                  <a:pt x="0" y="60008"/>
                  <a:pt x="0" y="45810"/>
                </a:cubicBezTo>
                <a:cubicBezTo>
                  <a:pt x="0" y="32479"/>
                  <a:pt x="3161" y="21851"/>
                  <a:pt x="9484" y="13924"/>
                </a:cubicBezTo>
                <a:cubicBezTo>
                  <a:pt x="15806" y="5996"/>
                  <a:pt x="24293" y="2032"/>
                  <a:pt x="34943" y="2032"/>
                </a:cubicBezTo>
                <a:cubicBezTo>
                  <a:pt x="37804" y="2032"/>
                  <a:pt x="40692" y="2314"/>
                  <a:pt x="43609" y="2879"/>
                </a:cubicBezTo>
                <a:cubicBezTo>
                  <a:pt x="46525" y="3444"/>
                  <a:pt x="49564" y="4290"/>
                  <a:pt x="52725" y="5419"/>
                </a:cubicBezTo>
                <a:close/>
                <a:moveTo>
                  <a:pt x="79795" y="78241"/>
                </a:moveTo>
                <a:lnTo>
                  <a:pt x="98424" y="78241"/>
                </a:lnTo>
                <a:lnTo>
                  <a:pt x="98424" y="13887"/>
                </a:lnTo>
                <a:lnTo>
                  <a:pt x="78158" y="17951"/>
                </a:lnTo>
                <a:lnTo>
                  <a:pt x="78158" y="7564"/>
                </a:lnTo>
                <a:lnTo>
                  <a:pt x="98311" y="3500"/>
                </a:lnTo>
                <a:lnTo>
                  <a:pt x="109714" y="3500"/>
                </a:lnTo>
                <a:lnTo>
                  <a:pt x="109714" y="78241"/>
                </a:lnTo>
                <a:lnTo>
                  <a:pt x="128343" y="78241"/>
                </a:lnTo>
                <a:lnTo>
                  <a:pt x="128343" y="87838"/>
                </a:lnTo>
                <a:lnTo>
                  <a:pt x="79795" y="87838"/>
                </a:lnTo>
                <a:lnTo>
                  <a:pt x="79795" y="78241"/>
                </a:lnTo>
                <a:close/>
                <a:moveTo>
                  <a:pt x="151687" y="86145"/>
                </a:moveTo>
                <a:lnTo>
                  <a:pt x="151687" y="75758"/>
                </a:lnTo>
                <a:cubicBezTo>
                  <a:pt x="154548" y="77112"/>
                  <a:pt x="157445" y="78147"/>
                  <a:pt x="160381" y="78862"/>
                </a:cubicBezTo>
                <a:cubicBezTo>
                  <a:pt x="163316" y="79577"/>
                  <a:pt x="166195" y="79935"/>
                  <a:pt x="169018" y="79935"/>
                </a:cubicBezTo>
                <a:cubicBezTo>
                  <a:pt x="176545" y="79935"/>
                  <a:pt x="182293" y="77399"/>
                  <a:pt x="186264" y="72328"/>
                </a:cubicBezTo>
                <a:cubicBezTo>
                  <a:pt x="190234" y="67257"/>
                  <a:pt x="192502" y="59556"/>
                  <a:pt x="193066" y="49225"/>
                </a:cubicBezTo>
                <a:cubicBezTo>
                  <a:pt x="190883" y="52462"/>
                  <a:pt x="188117" y="54946"/>
                  <a:pt x="184768" y="56677"/>
                </a:cubicBezTo>
                <a:cubicBezTo>
                  <a:pt x="181418" y="58408"/>
                  <a:pt x="177711" y="59274"/>
                  <a:pt x="173647" y="59274"/>
                </a:cubicBezTo>
                <a:cubicBezTo>
                  <a:pt x="165217" y="59274"/>
                  <a:pt x="158546" y="56724"/>
                  <a:pt x="153635" y="51625"/>
                </a:cubicBezTo>
                <a:cubicBezTo>
                  <a:pt x="148724" y="46525"/>
                  <a:pt x="146268" y="39554"/>
                  <a:pt x="146268" y="30709"/>
                </a:cubicBezTo>
                <a:cubicBezTo>
                  <a:pt x="146268" y="22054"/>
                  <a:pt x="148827" y="15110"/>
                  <a:pt x="153945" y="9879"/>
                </a:cubicBezTo>
                <a:cubicBezTo>
                  <a:pt x="159064" y="4648"/>
                  <a:pt x="165875" y="2032"/>
                  <a:pt x="174381" y="2032"/>
                </a:cubicBezTo>
                <a:cubicBezTo>
                  <a:pt x="184128" y="2032"/>
                  <a:pt x="191570" y="5770"/>
                  <a:pt x="196707" y="13245"/>
                </a:cubicBezTo>
                <a:cubicBezTo>
                  <a:pt x="201844" y="20720"/>
                  <a:pt x="204413" y="31575"/>
                  <a:pt x="204413" y="45810"/>
                </a:cubicBezTo>
                <a:cubicBezTo>
                  <a:pt x="204413" y="59103"/>
                  <a:pt x="201261" y="69714"/>
                  <a:pt x="194957" y="77642"/>
                </a:cubicBezTo>
                <a:cubicBezTo>
                  <a:pt x="188654" y="85568"/>
                  <a:pt x="180176" y="89532"/>
                  <a:pt x="169526" y="89532"/>
                </a:cubicBezTo>
                <a:cubicBezTo>
                  <a:pt x="166666" y="89532"/>
                  <a:pt x="163768" y="89249"/>
                  <a:pt x="160832" y="88685"/>
                </a:cubicBezTo>
                <a:cubicBezTo>
                  <a:pt x="157897" y="88120"/>
                  <a:pt x="154849" y="87274"/>
                  <a:pt x="151687" y="86145"/>
                </a:cubicBezTo>
                <a:moveTo>
                  <a:pt x="174381" y="50355"/>
                </a:moveTo>
                <a:cubicBezTo>
                  <a:pt x="179499" y="50355"/>
                  <a:pt x="183554" y="48605"/>
                  <a:pt x="186546" y="45105"/>
                </a:cubicBezTo>
                <a:cubicBezTo>
                  <a:pt x="189538" y="41605"/>
                  <a:pt x="191034" y="36806"/>
                  <a:pt x="191034" y="30709"/>
                </a:cubicBezTo>
                <a:cubicBezTo>
                  <a:pt x="191034" y="24650"/>
                  <a:pt x="189538" y="19861"/>
                  <a:pt x="186546" y="16343"/>
                </a:cubicBezTo>
                <a:cubicBezTo>
                  <a:pt x="183554" y="12824"/>
                  <a:pt x="179499" y="11064"/>
                  <a:pt x="174381" y="11064"/>
                </a:cubicBezTo>
                <a:cubicBezTo>
                  <a:pt x="169263" y="11064"/>
                  <a:pt x="165207" y="12824"/>
                  <a:pt x="162216" y="16343"/>
                </a:cubicBezTo>
                <a:cubicBezTo>
                  <a:pt x="159224" y="19861"/>
                  <a:pt x="157728" y="24650"/>
                  <a:pt x="157728" y="30709"/>
                </a:cubicBezTo>
                <a:cubicBezTo>
                  <a:pt x="157728" y="36806"/>
                  <a:pt x="159224" y="41605"/>
                  <a:pt x="162216" y="45105"/>
                </a:cubicBezTo>
                <a:cubicBezTo>
                  <a:pt x="165207" y="48605"/>
                  <a:pt x="169263" y="50355"/>
                  <a:pt x="174381" y="50355"/>
                </a:cubicBezTo>
                <a:close/>
                <a:moveTo>
                  <a:pt x="224878" y="73500"/>
                </a:moveTo>
                <a:lnTo>
                  <a:pt x="236789" y="73500"/>
                </a:lnTo>
                <a:lnTo>
                  <a:pt x="236789" y="87838"/>
                </a:lnTo>
                <a:lnTo>
                  <a:pt x="224878" y="87838"/>
                </a:lnTo>
                <a:lnTo>
                  <a:pt x="224878" y="73500"/>
                </a:lnTo>
                <a:close/>
                <a:moveTo>
                  <a:pt x="261981" y="86145"/>
                </a:moveTo>
                <a:lnTo>
                  <a:pt x="261981" y="75758"/>
                </a:lnTo>
                <a:cubicBezTo>
                  <a:pt x="264841" y="77112"/>
                  <a:pt x="267739" y="78147"/>
                  <a:pt x="270675" y="78862"/>
                </a:cubicBezTo>
                <a:cubicBezTo>
                  <a:pt x="273610" y="79577"/>
                  <a:pt x="276489" y="79935"/>
                  <a:pt x="279312" y="79935"/>
                </a:cubicBezTo>
                <a:cubicBezTo>
                  <a:pt x="286839" y="79935"/>
                  <a:pt x="292587" y="77399"/>
                  <a:pt x="296558" y="72328"/>
                </a:cubicBezTo>
                <a:cubicBezTo>
                  <a:pt x="300528" y="67257"/>
                  <a:pt x="302795" y="59556"/>
                  <a:pt x="303360" y="49225"/>
                </a:cubicBezTo>
                <a:cubicBezTo>
                  <a:pt x="301177" y="52462"/>
                  <a:pt x="298411" y="54946"/>
                  <a:pt x="295062" y="56677"/>
                </a:cubicBezTo>
                <a:cubicBezTo>
                  <a:pt x="291712" y="58408"/>
                  <a:pt x="288005" y="59274"/>
                  <a:pt x="283941" y="59274"/>
                </a:cubicBezTo>
                <a:cubicBezTo>
                  <a:pt x="275511" y="59274"/>
                  <a:pt x="268840" y="56724"/>
                  <a:pt x="263929" y="51625"/>
                </a:cubicBezTo>
                <a:cubicBezTo>
                  <a:pt x="259017" y="46525"/>
                  <a:pt x="256562" y="39554"/>
                  <a:pt x="256562" y="30709"/>
                </a:cubicBezTo>
                <a:cubicBezTo>
                  <a:pt x="256562" y="22054"/>
                  <a:pt x="259121" y="15110"/>
                  <a:pt x="264239" y="9879"/>
                </a:cubicBezTo>
                <a:cubicBezTo>
                  <a:pt x="269357" y="4648"/>
                  <a:pt x="276169" y="2032"/>
                  <a:pt x="284675" y="2032"/>
                </a:cubicBezTo>
                <a:cubicBezTo>
                  <a:pt x="294422" y="2032"/>
                  <a:pt x="301864" y="5770"/>
                  <a:pt x="307001" y="13245"/>
                </a:cubicBezTo>
                <a:cubicBezTo>
                  <a:pt x="312138" y="20720"/>
                  <a:pt x="314707" y="31575"/>
                  <a:pt x="314707" y="45810"/>
                </a:cubicBezTo>
                <a:cubicBezTo>
                  <a:pt x="314707" y="59103"/>
                  <a:pt x="311555" y="69714"/>
                  <a:pt x="305251" y="77642"/>
                </a:cubicBezTo>
                <a:cubicBezTo>
                  <a:pt x="298947" y="85568"/>
                  <a:pt x="290470" y="89532"/>
                  <a:pt x="279820" y="89532"/>
                </a:cubicBezTo>
                <a:cubicBezTo>
                  <a:pt x="276960" y="89532"/>
                  <a:pt x="274062" y="89249"/>
                  <a:pt x="271126" y="88685"/>
                </a:cubicBezTo>
                <a:cubicBezTo>
                  <a:pt x="268191" y="88120"/>
                  <a:pt x="265142" y="87274"/>
                  <a:pt x="261981" y="86145"/>
                </a:cubicBezTo>
                <a:moveTo>
                  <a:pt x="284675" y="50355"/>
                </a:moveTo>
                <a:cubicBezTo>
                  <a:pt x="289793" y="50355"/>
                  <a:pt x="293848" y="48605"/>
                  <a:pt x="296840" y="45105"/>
                </a:cubicBezTo>
                <a:cubicBezTo>
                  <a:pt x="299832" y="41605"/>
                  <a:pt x="301328" y="36806"/>
                  <a:pt x="301328" y="30709"/>
                </a:cubicBezTo>
                <a:cubicBezTo>
                  <a:pt x="301328" y="24650"/>
                  <a:pt x="299832" y="19861"/>
                  <a:pt x="296840" y="16343"/>
                </a:cubicBezTo>
                <a:cubicBezTo>
                  <a:pt x="293848" y="12824"/>
                  <a:pt x="289793" y="11064"/>
                  <a:pt x="284675" y="11064"/>
                </a:cubicBezTo>
                <a:cubicBezTo>
                  <a:pt x="279556" y="11064"/>
                  <a:pt x="275501" y="12824"/>
                  <a:pt x="272509" y="16343"/>
                </a:cubicBezTo>
                <a:cubicBezTo>
                  <a:pt x="269517" y="19861"/>
                  <a:pt x="268021" y="24650"/>
                  <a:pt x="268021" y="30709"/>
                </a:cubicBezTo>
                <a:cubicBezTo>
                  <a:pt x="268021" y="36806"/>
                  <a:pt x="269517" y="41605"/>
                  <a:pt x="272509" y="45105"/>
                </a:cubicBezTo>
                <a:cubicBezTo>
                  <a:pt x="275501" y="48605"/>
                  <a:pt x="279556" y="50355"/>
                  <a:pt x="284675" y="50355"/>
                </a:cubicBezTo>
                <a:close/>
                <a:moveTo>
                  <a:pt x="360970" y="41209"/>
                </a:moveTo>
                <a:cubicBezTo>
                  <a:pt x="355852" y="41209"/>
                  <a:pt x="351797" y="42959"/>
                  <a:pt x="348805" y="46459"/>
                </a:cubicBezTo>
                <a:cubicBezTo>
                  <a:pt x="345813" y="49959"/>
                  <a:pt x="344317" y="54758"/>
                  <a:pt x="344317" y="60854"/>
                </a:cubicBezTo>
                <a:cubicBezTo>
                  <a:pt x="344317" y="66914"/>
                  <a:pt x="345813" y="71702"/>
                  <a:pt x="348805" y="75221"/>
                </a:cubicBezTo>
                <a:cubicBezTo>
                  <a:pt x="351797" y="78740"/>
                  <a:pt x="355852" y="80499"/>
                  <a:pt x="360970" y="80499"/>
                </a:cubicBezTo>
                <a:cubicBezTo>
                  <a:pt x="366088" y="80499"/>
                  <a:pt x="370143" y="78740"/>
                  <a:pt x="373135" y="75221"/>
                </a:cubicBezTo>
                <a:cubicBezTo>
                  <a:pt x="376127" y="71702"/>
                  <a:pt x="377623" y="66914"/>
                  <a:pt x="377623" y="60854"/>
                </a:cubicBezTo>
                <a:cubicBezTo>
                  <a:pt x="377623" y="54758"/>
                  <a:pt x="376127" y="49959"/>
                  <a:pt x="373135" y="46459"/>
                </a:cubicBezTo>
                <a:cubicBezTo>
                  <a:pt x="370143" y="42959"/>
                  <a:pt x="366088" y="41209"/>
                  <a:pt x="360970" y="41209"/>
                </a:cubicBezTo>
                <a:moveTo>
                  <a:pt x="383607" y="5419"/>
                </a:moveTo>
                <a:lnTo>
                  <a:pt x="383607" y="15806"/>
                </a:lnTo>
                <a:cubicBezTo>
                  <a:pt x="380747" y="14452"/>
                  <a:pt x="377858" y="13417"/>
                  <a:pt x="374942" y="12702"/>
                </a:cubicBezTo>
                <a:cubicBezTo>
                  <a:pt x="372025" y="11986"/>
                  <a:pt x="369137" y="11629"/>
                  <a:pt x="366277" y="11629"/>
                </a:cubicBezTo>
                <a:cubicBezTo>
                  <a:pt x="358750" y="11629"/>
                  <a:pt x="353001" y="14174"/>
                  <a:pt x="349031" y="19264"/>
                </a:cubicBezTo>
                <a:cubicBezTo>
                  <a:pt x="345060" y="24354"/>
                  <a:pt x="342793" y="32045"/>
                  <a:pt x="342228" y="42338"/>
                </a:cubicBezTo>
                <a:cubicBezTo>
                  <a:pt x="344449" y="39064"/>
                  <a:pt x="347234" y="36552"/>
                  <a:pt x="350583" y="34802"/>
                </a:cubicBezTo>
                <a:cubicBezTo>
                  <a:pt x="353933" y="33052"/>
                  <a:pt x="357621" y="32177"/>
                  <a:pt x="361648" y="32177"/>
                </a:cubicBezTo>
                <a:cubicBezTo>
                  <a:pt x="370115" y="32177"/>
                  <a:pt x="376805" y="34746"/>
                  <a:pt x="381716" y="39883"/>
                </a:cubicBezTo>
                <a:cubicBezTo>
                  <a:pt x="386627" y="45020"/>
                  <a:pt x="389083" y="52010"/>
                  <a:pt x="389083" y="60854"/>
                </a:cubicBezTo>
                <a:cubicBezTo>
                  <a:pt x="389083" y="69510"/>
                  <a:pt x="386524" y="76454"/>
                  <a:pt x="381406" y="81685"/>
                </a:cubicBezTo>
                <a:cubicBezTo>
                  <a:pt x="376287" y="86916"/>
                  <a:pt x="369475" y="89532"/>
                  <a:pt x="360970" y="89532"/>
                </a:cubicBezTo>
                <a:cubicBezTo>
                  <a:pt x="351223" y="89532"/>
                  <a:pt x="343771" y="85794"/>
                  <a:pt x="338615" y="78319"/>
                </a:cubicBezTo>
                <a:cubicBezTo>
                  <a:pt x="333460" y="70844"/>
                  <a:pt x="330882" y="60008"/>
                  <a:pt x="330882" y="45810"/>
                </a:cubicBezTo>
                <a:cubicBezTo>
                  <a:pt x="330882" y="32479"/>
                  <a:pt x="334043" y="21851"/>
                  <a:pt x="340365" y="13924"/>
                </a:cubicBezTo>
                <a:cubicBezTo>
                  <a:pt x="346688" y="5996"/>
                  <a:pt x="355174" y="2032"/>
                  <a:pt x="365825" y="2032"/>
                </a:cubicBezTo>
                <a:cubicBezTo>
                  <a:pt x="368685" y="2032"/>
                  <a:pt x="371574" y="2314"/>
                  <a:pt x="374490" y="2879"/>
                </a:cubicBezTo>
                <a:cubicBezTo>
                  <a:pt x="377407" y="3444"/>
                  <a:pt x="380446" y="4290"/>
                  <a:pt x="383607" y="5419"/>
                </a:cubicBezTo>
                <a:close/>
                <a:moveTo>
                  <a:pt x="403621" y="3500"/>
                </a:moveTo>
                <a:lnTo>
                  <a:pt x="415871" y="3500"/>
                </a:lnTo>
                <a:lnTo>
                  <a:pt x="436814" y="34830"/>
                </a:lnTo>
                <a:lnTo>
                  <a:pt x="457870" y="3500"/>
                </a:lnTo>
                <a:lnTo>
                  <a:pt x="470120" y="3500"/>
                </a:lnTo>
                <a:lnTo>
                  <a:pt x="443024" y="44002"/>
                </a:lnTo>
                <a:lnTo>
                  <a:pt x="471927" y="87838"/>
                </a:lnTo>
                <a:lnTo>
                  <a:pt x="459677" y="87838"/>
                </a:lnTo>
                <a:lnTo>
                  <a:pt x="435967" y="51992"/>
                </a:lnTo>
                <a:lnTo>
                  <a:pt x="412088" y="87838"/>
                </a:lnTo>
                <a:lnTo>
                  <a:pt x="399782" y="87838"/>
                </a:lnTo>
                <a:lnTo>
                  <a:pt x="429871" y="42817"/>
                </a:lnTo>
                <a:lnTo>
                  <a:pt x="403621" y="3500"/>
                </a:lnTo>
                <a:close/>
                <a:moveTo>
                  <a:pt x="563499" y="26419"/>
                </a:moveTo>
                <a:lnTo>
                  <a:pt x="563499" y="36242"/>
                </a:lnTo>
                <a:cubicBezTo>
                  <a:pt x="560563" y="34736"/>
                  <a:pt x="557515" y="33607"/>
                  <a:pt x="554354" y="32855"/>
                </a:cubicBezTo>
                <a:cubicBezTo>
                  <a:pt x="551192" y="32102"/>
                  <a:pt x="547918" y="31726"/>
                  <a:pt x="544531" y="31726"/>
                </a:cubicBezTo>
                <a:cubicBezTo>
                  <a:pt x="539375" y="31726"/>
                  <a:pt x="535508" y="32518"/>
                  <a:pt x="532930" y="34102"/>
                </a:cubicBezTo>
                <a:cubicBezTo>
                  <a:pt x="530352" y="35686"/>
                  <a:pt x="529063" y="38062"/>
                  <a:pt x="529063" y="41231"/>
                </a:cubicBezTo>
                <a:cubicBezTo>
                  <a:pt x="529063" y="43644"/>
                  <a:pt x="529985" y="45539"/>
                  <a:pt x="531829" y="46916"/>
                </a:cubicBezTo>
                <a:cubicBezTo>
                  <a:pt x="533674" y="48293"/>
                  <a:pt x="537381" y="49604"/>
                  <a:pt x="542950" y="50848"/>
                </a:cubicBezTo>
                <a:lnTo>
                  <a:pt x="546507" y="51642"/>
                </a:lnTo>
                <a:cubicBezTo>
                  <a:pt x="553883" y="53225"/>
                  <a:pt x="559124" y="55459"/>
                  <a:pt x="562229" y="58344"/>
                </a:cubicBezTo>
                <a:cubicBezTo>
                  <a:pt x="565333" y="61228"/>
                  <a:pt x="566886" y="65252"/>
                  <a:pt x="566886" y="70418"/>
                </a:cubicBezTo>
                <a:cubicBezTo>
                  <a:pt x="566886" y="76299"/>
                  <a:pt x="564562" y="80955"/>
                  <a:pt x="559914" y="84386"/>
                </a:cubicBezTo>
                <a:cubicBezTo>
                  <a:pt x="555266" y="87816"/>
                  <a:pt x="548878" y="89532"/>
                  <a:pt x="540749" y="89532"/>
                </a:cubicBezTo>
                <a:cubicBezTo>
                  <a:pt x="537362" y="89532"/>
                  <a:pt x="533834" y="89202"/>
                  <a:pt x="530164" y="88544"/>
                </a:cubicBezTo>
                <a:cubicBezTo>
                  <a:pt x="526495" y="87885"/>
                  <a:pt x="522628" y="86897"/>
                  <a:pt x="518563" y="85580"/>
                </a:cubicBezTo>
                <a:lnTo>
                  <a:pt x="518563" y="74854"/>
                </a:lnTo>
                <a:cubicBezTo>
                  <a:pt x="522402" y="76849"/>
                  <a:pt x="526184" y="78345"/>
                  <a:pt x="529910" y="79342"/>
                </a:cubicBezTo>
                <a:cubicBezTo>
                  <a:pt x="533636" y="80340"/>
                  <a:pt x="537324" y="80838"/>
                  <a:pt x="540975" y="80838"/>
                </a:cubicBezTo>
                <a:cubicBezTo>
                  <a:pt x="545867" y="80838"/>
                  <a:pt x="549630" y="79999"/>
                  <a:pt x="552265" y="78321"/>
                </a:cubicBezTo>
                <a:cubicBezTo>
                  <a:pt x="554899" y="76643"/>
                  <a:pt x="556216" y="74276"/>
                  <a:pt x="556216" y="71222"/>
                </a:cubicBezTo>
                <a:cubicBezTo>
                  <a:pt x="556216" y="68394"/>
                  <a:pt x="555266" y="66225"/>
                  <a:pt x="553366" y="64716"/>
                </a:cubicBezTo>
                <a:cubicBezTo>
                  <a:pt x="551465" y="63207"/>
                  <a:pt x="547297" y="61755"/>
                  <a:pt x="540862" y="60360"/>
                </a:cubicBezTo>
                <a:lnTo>
                  <a:pt x="537249" y="59512"/>
                </a:lnTo>
                <a:cubicBezTo>
                  <a:pt x="530813" y="58155"/>
                  <a:pt x="526166" y="56072"/>
                  <a:pt x="523305" y="53264"/>
                </a:cubicBezTo>
                <a:cubicBezTo>
                  <a:pt x="520445" y="50454"/>
                  <a:pt x="519015" y="46598"/>
                  <a:pt x="519015" y="41696"/>
                </a:cubicBezTo>
                <a:cubicBezTo>
                  <a:pt x="519015" y="35738"/>
                  <a:pt x="521123" y="31138"/>
                  <a:pt x="525338" y="27896"/>
                </a:cubicBezTo>
                <a:cubicBezTo>
                  <a:pt x="529553" y="24653"/>
                  <a:pt x="535536" y="23032"/>
                  <a:pt x="543289" y="23032"/>
                </a:cubicBezTo>
                <a:cubicBezTo>
                  <a:pt x="547128" y="23032"/>
                  <a:pt x="550741" y="23314"/>
                  <a:pt x="554128" y="23879"/>
                </a:cubicBezTo>
                <a:cubicBezTo>
                  <a:pt x="557515" y="24443"/>
                  <a:pt x="560638" y="25290"/>
                  <a:pt x="563499" y="26419"/>
                </a:cubicBezTo>
                <a:close/>
                <a:moveTo>
                  <a:pt x="593475" y="78354"/>
                </a:moveTo>
                <a:lnTo>
                  <a:pt x="593475" y="111886"/>
                </a:lnTo>
                <a:lnTo>
                  <a:pt x="583032" y="111886"/>
                </a:lnTo>
                <a:lnTo>
                  <a:pt x="583032" y="24613"/>
                </a:lnTo>
                <a:lnTo>
                  <a:pt x="593475" y="24613"/>
                </a:lnTo>
                <a:lnTo>
                  <a:pt x="593475" y="34209"/>
                </a:lnTo>
                <a:cubicBezTo>
                  <a:pt x="595658" y="30427"/>
                  <a:pt x="598415" y="27619"/>
                  <a:pt x="601745" y="25784"/>
                </a:cubicBezTo>
                <a:cubicBezTo>
                  <a:pt x="605076" y="23949"/>
                  <a:pt x="609056" y="23032"/>
                  <a:pt x="613685" y="23032"/>
                </a:cubicBezTo>
                <a:cubicBezTo>
                  <a:pt x="621362" y="23032"/>
                  <a:pt x="627600" y="26086"/>
                  <a:pt x="632398" y="32193"/>
                </a:cubicBezTo>
                <a:cubicBezTo>
                  <a:pt x="637197" y="38300"/>
                  <a:pt x="639596" y="46330"/>
                  <a:pt x="639596" y="56282"/>
                </a:cubicBezTo>
                <a:cubicBezTo>
                  <a:pt x="639596" y="66234"/>
                  <a:pt x="637197" y="74263"/>
                  <a:pt x="632398" y="80371"/>
                </a:cubicBezTo>
                <a:cubicBezTo>
                  <a:pt x="627600" y="86478"/>
                  <a:pt x="621362" y="89532"/>
                  <a:pt x="613685" y="89532"/>
                </a:cubicBezTo>
                <a:cubicBezTo>
                  <a:pt x="609056" y="89532"/>
                  <a:pt x="605076" y="88614"/>
                  <a:pt x="601745" y="86780"/>
                </a:cubicBezTo>
                <a:cubicBezTo>
                  <a:pt x="598415" y="84945"/>
                  <a:pt x="595658" y="82137"/>
                  <a:pt x="593475" y="78354"/>
                </a:cubicBezTo>
                <a:moveTo>
                  <a:pt x="628814" y="56282"/>
                </a:moveTo>
                <a:cubicBezTo>
                  <a:pt x="628814" y="48625"/>
                  <a:pt x="627242" y="42618"/>
                  <a:pt x="624100" y="38262"/>
                </a:cubicBezTo>
                <a:cubicBezTo>
                  <a:pt x="620958" y="33904"/>
                  <a:pt x="616639" y="31726"/>
                  <a:pt x="611144" y="31726"/>
                </a:cubicBezTo>
                <a:cubicBezTo>
                  <a:pt x="605650" y="31726"/>
                  <a:pt x="601331" y="33904"/>
                  <a:pt x="598189" y="38262"/>
                </a:cubicBezTo>
                <a:cubicBezTo>
                  <a:pt x="595046" y="42618"/>
                  <a:pt x="593475" y="48625"/>
                  <a:pt x="593475" y="56282"/>
                </a:cubicBezTo>
                <a:cubicBezTo>
                  <a:pt x="593475" y="63939"/>
                  <a:pt x="595046" y="69947"/>
                  <a:pt x="598189" y="74304"/>
                </a:cubicBezTo>
                <a:cubicBezTo>
                  <a:pt x="601331" y="78660"/>
                  <a:pt x="605650" y="80838"/>
                  <a:pt x="611144" y="80838"/>
                </a:cubicBezTo>
                <a:cubicBezTo>
                  <a:pt x="616639" y="80838"/>
                  <a:pt x="620958" y="78660"/>
                  <a:pt x="624100" y="74304"/>
                </a:cubicBezTo>
                <a:cubicBezTo>
                  <a:pt x="627242" y="69947"/>
                  <a:pt x="628814" y="63939"/>
                  <a:pt x="628814" y="56282"/>
                </a:cubicBezTo>
                <a:close/>
                <a:moveTo>
                  <a:pt x="710920" y="53629"/>
                </a:moveTo>
                <a:lnTo>
                  <a:pt x="710920" y="58709"/>
                </a:lnTo>
                <a:lnTo>
                  <a:pt x="663162" y="58709"/>
                </a:lnTo>
                <a:cubicBezTo>
                  <a:pt x="663614" y="65879"/>
                  <a:pt x="665768" y="71340"/>
                  <a:pt x="669626" y="75094"/>
                </a:cubicBezTo>
                <a:cubicBezTo>
                  <a:pt x="673483" y="78848"/>
                  <a:pt x="678856" y="80725"/>
                  <a:pt x="685743" y="80725"/>
                </a:cubicBezTo>
                <a:cubicBezTo>
                  <a:pt x="689732" y="80725"/>
                  <a:pt x="693599" y="80236"/>
                  <a:pt x="697344" y="79258"/>
                </a:cubicBezTo>
                <a:cubicBezTo>
                  <a:pt x="701088" y="78279"/>
                  <a:pt x="704804" y="76811"/>
                  <a:pt x="708493" y="74854"/>
                </a:cubicBezTo>
                <a:lnTo>
                  <a:pt x="708493" y="84677"/>
                </a:lnTo>
                <a:cubicBezTo>
                  <a:pt x="704767" y="86258"/>
                  <a:pt x="700947" y="87462"/>
                  <a:pt x="697033" y="88290"/>
                </a:cubicBezTo>
                <a:cubicBezTo>
                  <a:pt x="693119" y="89118"/>
                  <a:pt x="689149" y="89532"/>
                  <a:pt x="685122" y="89532"/>
                </a:cubicBezTo>
                <a:cubicBezTo>
                  <a:pt x="675036" y="89532"/>
                  <a:pt x="667048" y="86592"/>
                  <a:pt x="661158" y="80711"/>
                </a:cubicBezTo>
                <a:cubicBezTo>
                  <a:pt x="655269" y="74830"/>
                  <a:pt x="652324" y="66875"/>
                  <a:pt x="652324" y="56848"/>
                </a:cubicBezTo>
                <a:cubicBezTo>
                  <a:pt x="652324" y="46481"/>
                  <a:pt x="655118" y="38253"/>
                  <a:pt x="660707" y="32165"/>
                </a:cubicBezTo>
                <a:cubicBezTo>
                  <a:pt x="666295" y="26076"/>
                  <a:pt x="673832" y="23032"/>
                  <a:pt x="683315" y="23032"/>
                </a:cubicBezTo>
                <a:cubicBezTo>
                  <a:pt x="691821" y="23032"/>
                  <a:pt x="698548" y="25775"/>
                  <a:pt x="703497" y="31262"/>
                </a:cubicBezTo>
                <a:cubicBezTo>
                  <a:pt x="708446" y="36747"/>
                  <a:pt x="710920" y="44203"/>
                  <a:pt x="710920" y="53629"/>
                </a:cubicBezTo>
                <a:moveTo>
                  <a:pt x="700533" y="50580"/>
                </a:moveTo>
                <a:cubicBezTo>
                  <a:pt x="700458" y="44880"/>
                  <a:pt x="698868" y="40331"/>
                  <a:pt x="695763" y="36935"/>
                </a:cubicBezTo>
                <a:cubicBezTo>
                  <a:pt x="692658" y="33537"/>
                  <a:pt x="688547" y="31839"/>
                  <a:pt x="683428" y="31839"/>
                </a:cubicBezTo>
                <a:cubicBezTo>
                  <a:pt x="677633" y="31839"/>
                  <a:pt x="672994" y="33481"/>
                  <a:pt x="669513" y="36766"/>
                </a:cubicBezTo>
                <a:cubicBezTo>
                  <a:pt x="666032" y="40049"/>
                  <a:pt x="664028" y="44673"/>
                  <a:pt x="663501" y="50637"/>
                </a:cubicBezTo>
                <a:lnTo>
                  <a:pt x="700533" y="50580"/>
                </a:lnTo>
                <a:close/>
                <a:moveTo>
                  <a:pt x="782022" y="53629"/>
                </a:moveTo>
                <a:lnTo>
                  <a:pt x="782022" y="58709"/>
                </a:lnTo>
                <a:lnTo>
                  <a:pt x="734265" y="58709"/>
                </a:lnTo>
                <a:cubicBezTo>
                  <a:pt x="734716" y="65879"/>
                  <a:pt x="736871" y="71340"/>
                  <a:pt x="740728" y="75094"/>
                </a:cubicBezTo>
                <a:cubicBezTo>
                  <a:pt x="744586" y="78848"/>
                  <a:pt x="749958" y="80725"/>
                  <a:pt x="756845" y="80725"/>
                </a:cubicBezTo>
                <a:cubicBezTo>
                  <a:pt x="760834" y="80725"/>
                  <a:pt x="764701" y="80236"/>
                  <a:pt x="768446" y="79258"/>
                </a:cubicBezTo>
                <a:cubicBezTo>
                  <a:pt x="772190" y="78279"/>
                  <a:pt x="775907" y="76811"/>
                  <a:pt x="779595" y="74854"/>
                </a:cubicBezTo>
                <a:lnTo>
                  <a:pt x="779595" y="84677"/>
                </a:lnTo>
                <a:cubicBezTo>
                  <a:pt x="775869" y="86258"/>
                  <a:pt x="772049" y="87462"/>
                  <a:pt x="768135" y="88290"/>
                </a:cubicBezTo>
                <a:cubicBezTo>
                  <a:pt x="764221" y="89118"/>
                  <a:pt x="760251" y="89532"/>
                  <a:pt x="756224" y="89532"/>
                </a:cubicBezTo>
                <a:cubicBezTo>
                  <a:pt x="746138" y="89532"/>
                  <a:pt x="738150" y="86592"/>
                  <a:pt x="732261" y="80711"/>
                </a:cubicBezTo>
                <a:cubicBezTo>
                  <a:pt x="726371" y="74830"/>
                  <a:pt x="723426" y="66875"/>
                  <a:pt x="723426" y="56848"/>
                </a:cubicBezTo>
                <a:cubicBezTo>
                  <a:pt x="723426" y="46481"/>
                  <a:pt x="726220" y="38253"/>
                  <a:pt x="731809" y="32165"/>
                </a:cubicBezTo>
                <a:cubicBezTo>
                  <a:pt x="737398" y="26076"/>
                  <a:pt x="744934" y="23032"/>
                  <a:pt x="754418" y="23032"/>
                </a:cubicBezTo>
                <a:cubicBezTo>
                  <a:pt x="762923" y="23032"/>
                  <a:pt x="769650" y="25775"/>
                  <a:pt x="774599" y="31262"/>
                </a:cubicBezTo>
                <a:cubicBezTo>
                  <a:pt x="779548" y="36747"/>
                  <a:pt x="782022" y="44203"/>
                  <a:pt x="782022" y="53629"/>
                </a:cubicBezTo>
                <a:moveTo>
                  <a:pt x="771635" y="50580"/>
                </a:moveTo>
                <a:cubicBezTo>
                  <a:pt x="771560" y="44880"/>
                  <a:pt x="769970" y="40331"/>
                  <a:pt x="766865" y="36935"/>
                </a:cubicBezTo>
                <a:cubicBezTo>
                  <a:pt x="763760" y="33537"/>
                  <a:pt x="759649" y="31839"/>
                  <a:pt x="754531" y="31839"/>
                </a:cubicBezTo>
                <a:cubicBezTo>
                  <a:pt x="748735" y="31839"/>
                  <a:pt x="744097" y="33481"/>
                  <a:pt x="740615" y="36766"/>
                </a:cubicBezTo>
                <a:cubicBezTo>
                  <a:pt x="737134" y="40049"/>
                  <a:pt x="735130" y="44673"/>
                  <a:pt x="734603" y="50637"/>
                </a:cubicBezTo>
                <a:lnTo>
                  <a:pt x="771635" y="50580"/>
                </a:lnTo>
                <a:close/>
                <a:moveTo>
                  <a:pt x="840648" y="34209"/>
                </a:moveTo>
                <a:lnTo>
                  <a:pt x="840648" y="0"/>
                </a:lnTo>
                <a:lnTo>
                  <a:pt x="851035" y="0"/>
                </a:lnTo>
                <a:lnTo>
                  <a:pt x="851035" y="87838"/>
                </a:lnTo>
                <a:lnTo>
                  <a:pt x="840648" y="87838"/>
                </a:lnTo>
                <a:lnTo>
                  <a:pt x="840648" y="78354"/>
                </a:lnTo>
                <a:cubicBezTo>
                  <a:pt x="838465" y="82137"/>
                  <a:pt x="835708" y="84945"/>
                  <a:pt x="832377" y="86780"/>
                </a:cubicBezTo>
                <a:cubicBezTo>
                  <a:pt x="829047" y="88614"/>
                  <a:pt x="825048" y="89532"/>
                  <a:pt x="820382" y="89532"/>
                </a:cubicBezTo>
                <a:cubicBezTo>
                  <a:pt x="812742" y="89532"/>
                  <a:pt x="806523" y="86478"/>
                  <a:pt x="801724" y="80371"/>
                </a:cubicBezTo>
                <a:cubicBezTo>
                  <a:pt x="796926" y="74263"/>
                  <a:pt x="794527" y="66234"/>
                  <a:pt x="794527" y="56282"/>
                </a:cubicBezTo>
                <a:cubicBezTo>
                  <a:pt x="794527" y="46330"/>
                  <a:pt x="796926" y="38300"/>
                  <a:pt x="801724" y="32193"/>
                </a:cubicBezTo>
                <a:cubicBezTo>
                  <a:pt x="806523" y="26086"/>
                  <a:pt x="812742" y="23032"/>
                  <a:pt x="820382" y="23032"/>
                </a:cubicBezTo>
                <a:cubicBezTo>
                  <a:pt x="825048" y="23032"/>
                  <a:pt x="829047" y="23949"/>
                  <a:pt x="832377" y="25784"/>
                </a:cubicBezTo>
                <a:cubicBezTo>
                  <a:pt x="835708" y="27619"/>
                  <a:pt x="838465" y="30427"/>
                  <a:pt x="840648" y="34209"/>
                </a:cubicBezTo>
                <a:moveTo>
                  <a:pt x="805253" y="56282"/>
                </a:moveTo>
                <a:cubicBezTo>
                  <a:pt x="805253" y="63939"/>
                  <a:pt x="806824" y="69947"/>
                  <a:pt x="809966" y="74304"/>
                </a:cubicBezTo>
                <a:cubicBezTo>
                  <a:pt x="813109" y="78660"/>
                  <a:pt x="817427" y="80838"/>
                  <a:pt x="822922" y="80838"/>
                </a:cubicBezTo>
                <a:cubicBezTo>
                  <a:pt x="828416" y="80838"/>
                  <a:pt x="832744" y="78660"/>
                  <a:pt x="835906" y="74304"/>
                </a:cubicBezTo>
                <a:cubicBezTo>
                  <a:pt x="839067" y="69947"/>
                  <a:pt x="840648" y="63939"/>
                  <a:pt x="840648" y="56282"/>
                </a:cubicBezTo>
                <a:cubicBezTo>
                  <a:pt x="840648" y="48625"/>
                  <a:pt x="839067" y="42618"/>
                  <a:pt x="835906" y="38262"/>
                </a:cubicBezTo>
                <a:cubicBezTo>
                  <a:pt x="832744" y="33904"/>
                  <a:pt x="828416" y="31726"/>
                  <a:pt x="822922" y="31726"/>
                </a:cubicBezTo>
                <a:cubicBezTo>
                  <a:pt x="817427" y="31726"/>
                  <a:pt x="813109" y="33904"/>
                  <a:pt x="809966" y="38262"/>
                </a:cubicBezTo>
                <a:cubicBezTo>
                  <a:pt x="806824" y="42618"/>
                  <a:pt x="805253" y="48625"/>
                  <a:pt x="805253" y="56282"/>
                </a:cubicBezTo>
                <a:close/>
                <a:moveTo>
                  <a:pt x="871385" y="62887"/>
                </a:moveTo>
                <a:lnTo>
                  <a:pt x="871385" y="24613"/>
                </a:lnTo>
                <a:lnTo>
                  <a:pt x="881772" y="24613"/>
                </a:lnTo>
                <a:lnTo>
                  <a:pt x="881772" y="62492"/>
                </a:lnTo>
                <a:cubicBezTo>
                  <a:pt x="881772" y="68494"/>
                  <a:pt x="882938" y="72996"/>
                  <a:pt x="885272" y="75997"/>
                </a:cubicBezTo>
                <a:cubicBezTo>
                  <a:pt x="887605" y="78999"/>
                  <a:pt x="891105" y="80499"/>
                  <a:pt x="895772" y="80499"/>
                </a:cubicBezTo>
                <a:cubicBezTo>
                  <a:pt x="901379" y="80499"/>
                  <a:pt x="905811" y="78707"/>
                  <a:pt x="909066" y="75123"/>
                </a:cubicBezTo>
                <a:cubicBezTo>
                  <a:pt x="912321" y="71537"/>
                  <a:pt x="913949" y="66649"/>
                  <a:pt x="913949" y="60459"/>
                </a:cubicBezTo>
                <a:lnTo>
                  <a:pt x="913949" y="24613"/>
                </a:lnTo>
                <a:lnTo>
                  <a:pt x="924336" y="24613"/>
                </a:lnTo>
                <a:lnTo>
                  <a:pt x="924336" y="87838"/>
                </a:lnTo>
                <a:lnTo>
                  <a:pt x="913949" y="87838"/>
                </a:lnTo>
                <a:lnTo>
                  <a:pt x="913949" y="78129"/>
                </a:lnTo>
                <a:cubicBezTo>
                  <a:pt x="911427" y="81986"/>
                  <a:pt x="908501" y="84851"/>
                  <a:pt x="905171" y="86723"/>
                </a:cubicBezTo>
                <a:cubicBezTo>
                  <a:pt x="901840" y="88596"/>
                  <a:pt x="897973" y="89532"/>
                  <a:pt x="893570" y="89532"/>
                </a:cubicBezTo>
                <a:cubicBezTo>
                  <a:pt x="886307" y="89532"/>
                  <a:pt x="880793" y="87269"/>
                  <a:pt x="877030" y="82743"/>
                </a:cubicBezTo>
                <a:cubicBezTo>
                  <a:pt x="873266" y="78218"/>
                  <a:pt x="871385" y="71599"/>
                  <a:pt x="871385" y="62887"/>
                </a:cubicBezTo>
                <a:moveTo>
                  <a:pt x="897522" y="23032"/>
                </a:moveTo>
                <a:lnTo>
                  <a:pt x="897522" y="23032"/>
                </a:lnTo>
                <a:close/>
                <a:moveTo>
                  <a:pt x="955803" y="78354"/>
                </a:moveTo>
                <a:lnTo>
                  <a:pt x="955803" y="111886"/>
                </a:lnTo>
                <a:lnTo>
                  <a:pt x="945360" y="111886"/>
                </a:lnTo>
                <a:lnTo>
                  <a:pt x="945360" y="24613"/>
                </a:lnTo>
                <a:lnTo>
                  <a:pt x="955803" y="24613"/>
                </a:lnTo>
                <a:lnTo>
                  <a:pt x="955803" y="34209"/>
                </a:lnTo>
                <a:cubicBezTo>
                  <a:pt x="957986" y="30427"/>
                  <a:pt x="960743" y="27619"/>
                  <a:pt x="964073" y="25784"/>
                </a:cubicBezTo>
                <a:cubicBezTo>
                  <a:pt x="967404" y="23949"/>
                  <a:pt x="971384" y="23032"/>
                  <a:pt x="976013" y="23032"/>
                </a:cubicBezTo>
                <a:cubicBezTo>
                  <a:pt x="983690" y="23032"/>
                  <a:pt x="989928" y="26086"/>
                  <a:pt x="994726" y="32193"/>
                </a:cubicBezTo>
                <a:cubicBezTo>
                  <a:pt x="999525" y="38300"/>
                  <a:pt x="1001924" y="46330"/>
                  <a:pt x="1001924" y="56282"/>
                </a:cubicBezTo>
                <a:cubicBezTo>
                  <a:pt x="1001924" y="66234"/>
                  <a:pt x="999525" y="74263"/>
                  <a:pt x="994726" y="80371"/>
                </a:cubicBezTo>
                <a:cubicBezTo>
                  <a:pt x="989928" y="86478"/>
                  <a:pt x="983690" y="89532"/>
                  <a:pt x="976013" y="89532"/>
                </a:cubicBezTo>
                <a:cubicBezTo>
                  <a:pt x="971384" y="89532"/>
                  <a:pt x="967404" y="88614"/>
                  <a:pt x="964073" y="86780"/>
                </a:cubicBezTo>
                <a:cubicBezTo>
                  <a:pt x="960743" y="84945"/>
                  <a:pt x="957986" y="82137"/>
                  <a:pt x="955803" y="78354"/>
                </a:cubicBezTo>
                <a:moveTo>
                  <a:pt x="991142" y="56282"/>
                </a:moveTo>
                <a:cubicBezTo>
                  <a:pt x="991142" y="48625"/>
                  <a:pt x="989571" y="42618"/>
                  <a:pt x="986428" y="38262"/>
                </a:cubicBezTo>
                <a:cubicBezTo>
                  <a:pt x="983286" y="33904"/>
                  <a:pt x="978967" y="31726"/>
                  <a:pt x="973473" y="31726"/>
                </a:cubicBezTo>
                <a:cubicBezTo>
                  <a:pt x="967978" y="31726"/>
                  <a:pt x="963659" y="33904"/>
                  <a:pt x="960517" y="38262"/>
                </a:cubicBezTo>
                <a:cubicBezTo>
                  <a:pt x="957375" y="42618"/>
                  <a:pt x="955803" y="48625"/>
                  <a:pt x="955803" y="56282"/>
                </a:cubicBezTo>
                <a:cubicBezTo>
                  <a:pt x="955803" y="63939"/>
                  <a:pt x="957375" y="69947"/>
                  <a:pt x="960517" y="74304"/>
                </a:cubicBezTo>
                <a:cubicBezTo>
                  <a:pt x="963659" y="78660"/>
                  <a:pt x="967978" y="80838"/>
                  <a:pt x="973473" y="80838"/>
                </a:cubicBezTo>
                <a:cubicBezTo>
                  <a:pt x="978967" y="80838"/>
                  <a:pt x="983286" y="78660"/>
                  <a:pt x="986428" y="74304"/>
                </a:cubicBezTo>
                <a:cubicBezTo>
                  <a:pt x="989571" y="69947"/>
                  <a:pt x="991142" y="63939"/>
                  <a:pt x="991142" y="56282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</p:spTree>
    <p:extLst>
      <p:ext uri="{BB962C8B-B14F-4D97-AF65-F5344CB8AC3E}">
        <p14:creationId xmlns:p14="http://schemas.microsoft.com/office/powerpoint/2010/main" val="83923283"/>
      </p:ext>
    </p:extLst>
  </p:cSld>
</p:sld>
</file>

<file path=ppt/theme/theme1.xml><?xml version="1.0" encoding="utf-8"?>
<a:theme xmlns:a="http://schemas.openxmlformats.org/drawingml/2006/main" name="ChatGPT">
  <a:themeElements>
    <a:clrScheme name="ChatGPT">
      <a:dk1>
        <a:srgbClr val="000000"/>
      </a:dk1>
      <a:lt1>
        <a:srgbClr val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Calibri Light"/>
        <a:ea typeface="Calibri Light"/>
        <a:cs typeface="Calibri Light"/>
      </a:majorFont>
      <a:minorFont>
        <a:latin typeface="Calibri"/>
        <a:ea typeface="Calibri"/>
        <a:cs typeface="Calibri"/>
      </a:minorFont>
    </a:fontScheme>
    <a:fmtScheme name="ChatGPT">
      <a:fillStyleLst>
        <a:solidFill>
          <a:schemeClr val="phClr"/>
        </a:solidFill>
        <a:gradFill>
          <a:gsLst>
            <a:gs pos="0">
              <a:schemeClr val="phClr">
                <a:tint val="67000"/>
                <a:lumMod val="110000"/>
                <a:satMod val="105000"/>
              </a:schemeClr>
            </a:gs>
            <a:gs pos="50000">
              <a:schemeClr val="phClr">
                <a:tint val="73000"/>
                <a:lumMod val="105000"/>
                <a:satMod val="103000"/>
              </a:schemeClr>
            </a:gs>
            <a:gs pos="100000">
              <a:schemeClr val="phClr">
                <a:tint val="81000"/>
                <a:lumMod val="105000"/>
                <a:satMod val="109000"/>
              </a:schemeClr>
            </a:gs>
          </a:gsLst>
          <a:lin ang="5400000" scaled="0"/>
        </a:gradFill>
        <a:gradFill>
          <a:gsLst>
            <a:gs pos="0">
              <a:schemeClr val="phClr">
                <a:tint val="94000"/>
                <a:lumMod val="102000"/>
                <a:satMod val="103000"/>
              </a:schemeClr>
            </a:gs>
            <a:gs pos="50000">
              <a:schemeClr val="phClr">
                <a:shade val="100000"/>
                <a:lumMod val="100000"/>
                <a:satMod val="110000"/>
              </a:schemeClr>
            </a:gs>
            <a:gs pos="100000">
              <a:schemeClr val="phClr">
                <a:shade val="78000"/>
                <a:lumMod val="99000"/>
                <a:satMod val="120000"/>
              </a:schemeClr>
            </a:gs>
          </a:gsLst>
          <a:lin ang="5400000" scaled="0"/>
        </a:gradFill>
      </a:fillStyleLst>
      <a:lnStyleLst>
        <a:ln w="12700">
          <a:solidFill>
            <a:schemeClr val="phClr"/>
          </a:solidFill>
          <a:prstDash val="solid"/>
        </a:ln>
        <a:ln w="19050">
          <a:solidFill>
            <a:schemeClr val="phClr"/>
          </a:solidFill>
          <a:prstDash val="solid"/>
        </a:ln>
        <a:ln w="25400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19050" dist="9525" dir="5400000">
              <a:srgbClr val="000000">
                <a:alpha val="6000"/>
              </a:srgbClr>
            </a:outerShdw>
          </a:effectLst>
        </a:effectStyle>
        <a:effectStyle>
          <a:effectLst>
            <a:outerShdw blurRad="28575" dist="9525" dir="5400000">
              <a:srgbClr val="000000">
                <a:alpha val="8000"/>
              </a:srgbClr>
            </a:outerShdw>
          </a:effectLst>
        </a:effectStyle>
        <a:effectStyle>
          <a:effectLst>
            <a:outerShdw blurRad="57150" dist="19050" dir="5400000">
              <a:srgbClr val="000000">
                <a:alpha val="10000"/>
              </a:srgbClr>
            </a:outerShdw>
          </a:effectLst>
        </a:effectStyle>
        <a:effectStyle>
          <a:effectLst>
            <a:outerShdw blurRad="114300" dist="38100" dir="5400000">
              <a:srgbClr val="000000">
                <a:alpha val="12000"/>
              </a:srgbClr>
            </a:outerShdw>
          </a:effectLst>
        </a:effectStyle>
        <a:effectStyle>
          <a:effectLst>
            <a:outerShdw blurRad="171450" dist="571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266700" dist="95250" dir="5400000">
              <a:srgbClr val="000000">
                <a:alpha val="24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>
          <a:gsLst>
            <a:gs pos="0">
              <a:schemeClr val="phClr">
                <a:tint val="93000"/>
                <a:shade val="98000"/>
                <a:lumMod val="102000"/>
                <a:satMod val="150000"/>
              </a:schemeClr>
            </a:gs>
            <a:gs pos="50000">
              <a:schemeClr val="phClr">
                <a:tint val="98000"/>
                <a:shade val="90000"/>
                <a:lumMod val="103000"/>
                <a:satMod val="130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</a:theme>
</file>

<file path=docProps/app.xml><?xml version="1.0" encoding="utf-8"?>
<ap:Properties xmlns:ap="http://schemas.openxmlformats.org/officeDocument/2006/extended-properties">
  <ap:Application>Walnut Exporter</ap:Application>
  <ap:PresentationFormat>Converted Presentation</ap:PresentationFormat>
  <ap:Slides>0</ap:Slides>
  <ap:Notes>0</ap:Notes>
  <ap:HiddenSlides>0</ap:HiddenSlides>
  <ap:SharedDoc>false</ap:SharedDoc>
  <ap:DocSecurity>0</ap:DocSecurity>
</ap:Properties>
</file>

<file path=docProps/core.xml><?xml version="1.0" encoding="utf-8"?>
<coreProperties xmlns:dc="http://purl.org/dc/elements/1.1/" xmlns:dcterms="http://purl.org/dc/terms/" xmlns:xsi="http://www.w3.org/2001/XMLSchema-instance" xmlns="http://schemas.openxmlformats.org/package/2006/metadata/core-properties">
  <dc:creator>Walnut Exporter</dc:creator>
  <lastModifiedBy>Walnut Exporter</lastModifiedBy>
  <dc:title>Presentation</dc:title>
  <dcterms:created xsi:type="dcterms:W3CDTF">2026-09-05T14:47:34.6330000Z</dcterms:created>
  <dcterms:modified xsi:type="dcterms:W3CDTF">2026-09-05T14:47:34.6330000Z</dcterms:modified>
</coreProperties>
</file>