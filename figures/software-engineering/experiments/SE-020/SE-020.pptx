
<file path=[Content_Types].xml><?xml version="1.0" encoding="utf-8"?>
<Types xmlns="http://schemas.openxmlformats.org/package/2006/content-types">
  <Default Extension="xml" ContentType="application/vnd.openxmlformats-package.core-properties+xml"/>
  <Default Extension="rels" ContentType="application/vnd.openxmlformats-package.relationships+xml"/>
  <Override PartName="/docProps/app.xml" ContentType="application/vnd.openxmlformats-officedocument.extended-properties+xml"/>
  <Override PartName="/ppt/presentation.xml" ContentType="application/vnd.openxmlformats-officedocument.presentationml.presentation.main+xml"/>
  <Override PartName="/ppt/theme/theme1.xml" ContentType="application/vnd.openxmlformats-officedocument.theme+xml"/>
  <Override PartName="/ppt/slideMasters/slideMaster1.xml" ContentType="application/vnd.openxmlformats-officedocument.presentationml.slideMaster+xml"/>
  <Override PartName="/ppt/slideMasters/theme/theme2.xml" ContentType="application/vnd.openxmlformats-officedocument.theme+xml"/>
  <Override PartName="/ppt/slideLayouts/slideLayout1.xml" ContentType="application/vnd.openxmlformats-officedocument.presentationml.slideLayout+xml"/>
  <Override PartName="/ppt/notesMasters/notesMaster1.xml" ContentType="application/vnd.openxmlformats-officedocument.presentationml.notesMaster+xml"/>
  <Override PartName="/ppt/notesMasters/theme/theme3.xml" ContentType="application/vnd.openxmlformats-officedocument.theme+xml"/>
  <Override PartName="/ppt/presProps.xml" ContentType="application/vnd.openxmlformats-officedocument.presentationml.presProps+xml"/>
  <Override PartName="/ppt/tableStyles.xml" ContentType="application/vnd.openxmlformats-officedocument.presentationml.tableStyles+xml"/>
  <Override PartName="/ppt/slides/slide1.xml" ContentType="application/vnd.openxmlformats-officedocument.presentationml.slide+xml"/>
  <Override PartName="/ppt/notesSlides/notesSlide1.xml" ContentType="application/vnd.openxmlformats-officedocument.presentationml.notesSlide+xml"/>
</Types>
</file>

<file path=_rels/.rels>&#65279;<?xml version="1.0" encoding="utf-8"?><Relationships xmlns="http://schemas.openxmlformats.org/package/2006/relationships"><Relationship Type="http://schemas.openxmlformats.org/package/2006/relationships/metadata/core-properties" Target="/docProps/core.xml" Id="R3f08ff57982e4fab" /><Relationship Type="http://schemas.openxmlformats.org/officeDocument/2006/relationships/extended-properties" Target="/docProps/app.xml" Id="R3b6b2002bf5043d0" /><Relationship Type="http://schemas.openxmlformats.org/officeDocument/2006/relationships/officeDocument" Target="/ppt/presentation.xml" Id="Rd4da5bd8624147b5" /></Relationships>
</file>

<file path=ppt/presentation.xml><?xml version="1.0" encoding="utf-8"?>
<p:presentation xmlns:p="http://schemas.openxmlformats.org/presentationml/2006/main">
  <p:sldMasterIdLst>
    <p:sldMasterId xmlns:r="http://schemas.openxmlformats.org/officeDocument/2006/relationships" id="2147483648" r:id="R63ede376d25f415f"/>
  </p:sldMasterIdLst>
  <p:notesMasterIdLst>
    <p:notesMasterId xmlns:r="http://schemas.openxmlformats.org/officeDocument/2006/relationships" r:id="R15105f8d2ab244cd"/>
  </p:notesMasterIdLst>
  <p:sldIdLst>
    <p:sldId xmlns:r="http://schemas.openxmlformats.org/officeDocument/2006/relationships" id="256" r:id="Rfa00495a37b64c41"/>
  </p:sldIdLst>
  <p:sldSz cx="11344275" cy="6915150"/>
  <p:notesSz cx="6858000" cy="9144000"/>
</p:presentation>
</file>

<file path=ppt/presProps.xml><?xml version="1.0" encoding="utf-8"?>
<p:presentationPr xmlns:p="http://schemas.openxmlformats.org/presentationml/2006/main">
  <p:extLst>
    <p:ext xmlns:p14="http://schemas.microsoft.com/office/powerpoint/2010/main" uri="{E76CE94A-603C-4142-B9EB-6D1370010A27}">
      <p14:discardImageEditData val="0"/>
    </p:ext>
    <p:ext xmlns:p14="http://schemas.microsoft.com/office/powerpoint/2010/main" uri="{D31A062A-798A-4329-ABDD-BBA856620510}">
      <p14:defaultImageDpi val="32767"/>
    </p:ext>
    <p:ext xmlns:p15="http://schemas.microsoft.com/office/powerpoint/2012/main" uri="{FD5EFAAD-0ECE-453E-9831-46B23BE46B34}">
      <p15:chartTrackingRefBased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_rels/presentation.xml.rels>&#65279;<?xml version="1.0" encoding="utf-8"?><Relationships xmlns="http://schemas.openxmlformats.org/package/2006/relationships"><Relationship Type="http://schemas.openxmlformats.org/officeDocument/2006/relationships/theme" Target="/ppt/theme/theme1.xml" Id="R209691800e5243ef" /><Relationship Type="http://schemas.openxmlformats.org/officeDocument/2006/relationships/slideMaster" Target="/ppt/slideMasters/slideMaster1.xml" Id="R63ede376d25f415f" /><Relationship Type="http://schemas.openxmlformats.org/officeDocument/2006/relationships/notesMaster" Target="/ppt/notesMasters/notesMaster1.xml" Id="R15105f8d2ab244cd" /><Relationship Type="http://schemas.openxmlformats.org/officeDocument/2006/relationships/presProps" Target="/ppt/presProps.xml" Id="R646f9b7d66d04e45" /><Relationship Type="http://schemas.openxmlformats.org/officeDocument/2006/relationships/tableStyles" Target="/ppt/tableStyles.xml" Id="R13901cf9a858495a" /><Relationship Type="http://schemas.openxmlformats.org/officeDocument/2006/relationships/slide" Target="/ppt/slides/slide1.xml" Id="Rfa00495a37b64c41" /></Relationships>
</file>

<file path=ppt/notesMasters/_rels/notesMaster1.xml.rels>&#65279;<?xml version="1.0" encoding="utf-8"?><Relationships xmlns="http://schemas.openxmlformats.org/package/2006/relationships"><Relationship Type="http://schemas.openxmlformats.org/officeDocument/2006/relationships/theme" Target="/ppt/notesMasters/theme/theme3.xml" Id="Rd74934685fd846cd" /></Relationships>
</file>

<file path=ppt/notesMasters/notesMaster1.xml><?xml version="1.0" encoding="utf-8"?>
<p:notesMaster xmlns:p="http://schemas.openxmlformats.org/presentationml/2006/main">
  <p:cSld>
    <p:bg>
      <p:bgRef idx="1001">
        <a:schemeClr xmlns:a="http://schemas.openxmlformats.org/drawingml/2006/main" val="bg1"/>
      </p:bgRef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Header Placeholder"/>
          <p:cNvSpPr/>
          <p:nvPr>
            <p:ph type="hdr" sz="quarter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3" name="Date Placeholder"/>
          <p:cNvSpPr/>
          <p:nvPr>
            <p:ph type="dt" sz="quarter" idx="1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Image Placeholder"/>
          <p:cNvSpPr/>
          <p:nvPr>
            <p:ph type="sldImg" idx="2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5" name="Notes Placeholder"/>
          <p:cNvSpPr/>
          <p:nvPr>
            <p:ph type="body" sz="quarter" idx="3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6" name="Footer Placeholder"/>
          <p:cNvSpPr/>
          <p:nvPr>
            <p:ph type="ftr" sz="quarter" idx="4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7" name="Slide Number Placeholder"/>
          <p:cNvSpPr/>
          <p:nvPr>
            <p:ph type="sldNum" sz="quarter" idx="5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 bg1="lt1" tx1="dk1" bg2="lt2" tx2="dk2" accent1="accent1" accent2="accent2" accent3="accent3" accent4="accent4" accent5="accent5" accent6="accent6" hlink="hlink" folHlink="folHlink"/>
  <p:notesStyle>
    <a:lvl1pPr xmlns:a="http://schemas.openxmlformats.org/drawingml/2006/main" marL="0" algn="l" defTabSz="914400" rtl="0" eaLnBrk="1" latinLnBrk="0" hangingPunct="1">
      <a:defRPr sz="1200" kern="1200"/>
    </a:lvl1pPr>
  </p:notesStyle>
</p:notesMaster>
</file>

<file path=ppt/notesMasters/theme/theme3.xml><?xml version="1.0" encoding="utf-8"?>
<a:theme xmlns:a="http://schemas.openxmlformats.org/drawingml/2006/main" name="ChatGPT">
  <a:themeElements>
    <a:clrScheme name="ChatGPT">
      <a:dk1>
        <a:srgbClr val="000000"/>
      </a:dk1>
      <a:lt1>
        <a:srgbClr val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Calibri Light"/>
        <a:ea typeface="Calibri Light"/>
        <a:cs typeface="Calibri Light"/>
      </a:majorFont>
      <a:minorFont>
        <a:latin typeface="Calibri"/>
        <a:ea typeface="Calibri"/>
        <a:cs typeface="Calibri"/>
      </a:minorFont>
    </a:fontScheme>
    <a:fmtScheme name="ChatGPT">
      <a:fillStyleLst>
        <a:solidFill>
          <a:schemeClr val="phClr"/>
        </a:solidFill>
        <a:gradFill>
          <a:gsLst>
            <a:gs pos="0">
              <a:schemeClr val="phClr">
                <a:tint val="67000"/>
                <a:lumMod val="110000"/>
                <a:satMod val="105000"/>
              </a:schemeClr>
            </a:gs>
            <a:gs pos="50000">
              <a:schemeClr val="phClr">
                <a:tint val="73000"/>
                <a:lumMod val="105000"/>
                <a:satMod val="103000"/>
              </a:schemeClr>
            </a:gs>
            <a:gs pos="100000">
              <a:schemeClr val="phClr">
                <a:tint val="81000"/>
                <a:lumMod val="105000"/>
                <a:satMod val="109000"/>
              </a:schemeClr>
            </a:gs>
          </a:gsLst>
          <a:lin ang="5400000" scaled="0"/>
        </a:gradFill>
        <a:gradFill>
          <a:gsLst>
            <a:gs pos="0">
              <a:schemeClr val="phClr">
                <a:tint val="94000"/>
                <a:lumMod val="102000"/>
                <a:satMod val="103000"/>
              </a:schemeClr>
            </a:gs>
            <a:gs pos="50000">
              <a:schemeClr val="phClr">
                <a:shade val="100000"/>
                <a:lumMod val="100000"/>
                <a:satMod val="110000"/>
              </a:schemeClr>
            </a:gs>
            <a:gs pos="100000">
              <a:schemeClr val="phClr">
                <a:shade val="78000"/>
                <a:lumMod val="99000"/>
                <a:satMod val="120000"/>
              </a:schemeClr>
            </a:gs>
          </a:gsLst>
          <a:lin ang="5400000" scaled="0"/>
        </a:gradFill>
      </a:fillStyleLst>
      <a:lnStyleLst>
        <a:ln w="12700">
          <a:solidFill>
            <a:schemeClr val="phClr"/>
          </a:solidFill>
          <a:prstDash val="solid"/>
        </a:ln>
        <a:ln w="19050">
          <a:solidFill>
            <a:schemeClr val="phClr"/>
          </a:solidFill>
          <a:prstDash val="solid"/>
        </a:ln>
        <a:ln w="25400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19050" dist="9525" dir="5400000">
              <a:srgbClr val="000000">
                <a:alpha val="6000"/>
              </a:srgbClr>
            </a:outerShdw>
          </a:effectLst>
        </a:effectStyle>
        <a:effectStyle>
          <a:effectLst>
            <a:outerShdw blurRad="28575" dist="9525" dir="5400000">
              <a:srgbClr val="000000">
                <a:alpha val="8000"/>
              </a:srgbClr>
            </a:outerShdw>
          </a:effectLst>
        </a:effectStyle>
        <a:effectStyle>
          <a:effectLst>
            <a:outerShdw blurRad="57150" dist="19050" dir="5400000">
              <a:srgbClr val="000000">
                <a:alpha val="10000"/>
              </a:srgbClr>
            </a:outerShdw>
          </a:effectLst>
        </a:effectStyle>
        <a:effectStyle>
          <a:effectLst>
            <a:outerShdw blurRad="114300" dist="38100" dir="5400000">
              <a:srgbClr val="000000">
                <a:alpha val="12000"/>
              </a:srgbClr>
            </a:outerShdw>
          </a:effectLst>
        </a:effectStyle>
        <a:effectStyle>
          <a:effectLst>
            <a:outerShdw blurRad="171450" dist="571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266700" dist="95250" dir="5400000">
              <a:srgbClr val="000000">
                <a:alpha val="24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>
          <a:gsLst>
            <a:gs pos="0">
              <a:schemeClr val="phClr">
                <a:tint val="93000"/>
                <a:shade val="98000"/>
                <a:lumMod val="102000"/>
                <a:satMod val="150000"/>
              </a:schemeClr>
            </a:gs>
            <a:gs pos="50000">
              <a:schemeClr val="phClr">
                <a:tint val="98000"/>
                <a:shade val="90000"/>
                <a:lumMod val="103000"/>
                <a:satMod val="130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</a:theme>
</file>

<file path=ppt/notesSlides/_rels/notesSlide1.xml.rels>&#65279;<?xml version="1.0" encoding="utf-8"?><Relationships xmlns="http://schemas.openxmlformats.org/package/2006/relationships"><Relationship Type="http://schemas.openxmlformats.org/officeDocument/2006/relationships/slide" Target="/ppt/slides/slide1.xml" Id="Rc2d735c2697d4716" /><Relationship Type="http://schemas.openxmlformats.org/officeDocument/2006/relationships/notesMaster" Target="/ppt/notesMasters/notesMaster1.xml" Id="R6f9ca357fde34592" /></Relationships>
</file>

<file path=ppt/notesSlides/notesSlide1.xml><?xml version="1.0" encoding="utf-8"?>
<ns0:notes xmlns:ns0="http://schemas.openxmlformats.org/presentationml/2006/main" xmlns:ns1="http://schemas.openxmlformats.org/drawingml/2006/main">
  <ns0:cSld>
    <ns0:spTree>
      <ns0:nvGrpSpPr>
        <ns0:cNvPr id="1" name=""/>
        <ns0:cNvGrpSpPr/>
        <ns0:nvPr/>
      </ns0:nvGrpSpPr>
      <ns0:grpSpPr>
        <ns1:xfrm/>
      </ns0:grpSpPr>
      <ns0:sp>
        <ns0:nvSpPr>
          <ns0:cNvPr id="2" name="Slide Image Placeholder 1"/>
          <ns0:cNvSpPr>
            <ns1:spLocks noGrp="1"/>
          </ns0:cNvSpPr>
          <ns0:nvPr>
            <ns0:ph type="sldImg" idx="0"/>
          </ns0:nvPr>
        </ns0:nvSpPr>
        <ns0:spPr/>
      </ns0:sp>
      <ns0:sp>
        <ns0:nvSpPr>
          <ns0:cNvPr id="3" name="Notes Placeholder 2"/>
          <ns0:cNvSpPr>
            <ns1:spLocks noGrp="1"/>
          </ns0:cNvSpPr>
          <ns0:nvPr>
            <ns0:ph type="body" idx="1"/>
          </ns0:nvPr>
        </ns0:nvSpPr>
        <ns0:spPr/>
        <ns0:txBody>
          <ns1:bodyPr/>
          <ns1:lstStyle/>
          <ns1:p>
            <ns1:r>
              <ns1:t>素材ID：SE-020</ns1:t>
            </ns1:r>
          </ns1:p>
          <ns1:p>
            <ns1:r>
              <ns1:t>论文：UnitCon: Synthesizing Targeted Unit Tests for Java Runtime Exceptions</ns1:t>
            </ns1:r>
          </ns1:p>
          <ns1:p>
            <ns1:r>
              <ns1:t>会议：FSE 2025</ns1:t>
            </ns1:r>
          </ns1:p>
          <ns1:p>
            <ns1:r>
              <ns1:t>奖项：ACM SIGSOFT Distinguished Paper Award</ns1:t>
            </ns1:r>
          </ns1:p>
          <ns1:p>
            <ns1:r>
              <ns1:t>图号：Figure 6，PDF第15页</ns1:t>
            </ns1:r>
          </ns1:p>
          <ns1:p>
            <ns1:r>
              <ns1:t>类型：实验图表</ns1:t>
            </ns1:r>
          </ns1:p>
          <ns1:p>
            <ns1:r>
              <ns1:t>借鉴点：柱形图展示总体找错能力，五集合维恩图展示独有与重合发现；适合同时证明效果及方法互补性。</ns1:t>
            </ns1:r>
          </ns1:p>
          <ns1:p>
            <ns1:r>
              <ns1:t>论文URL：https://prosys.kaist.ac.kr/publications/fse25.pdf</ns1:t>
            </ns1:r>
          </ns1:p>
          <ns1:p>
            <ns1:r>
              <ns1:t>官方获奖URL：https://www2.sigsoft.org/awards/distinguishedpaper/#the-acm-international-conference-on-the-foundations-of-software-engineering-fse-2025</ns1:t>
            </ns1:r>
          </ns1:p>
          <ns1:p>
            <ns1:r>
              <ns1:t>原始论文与绘图来源：见本页论文链接及仓库 catalog/papers.md。</ns1:t>
            </ns1:r>
          </ns1:p>
        </ns0:txBody>
      </ns0:sp>
      <ns0:sp>
        <ns0:nvSpPr>
          <ns0:cNvPr id="4" name="Slide Number Placeholder 3"/>
          <ns0:cNvSpPr>
            <ns1:spLocks noGrp="1"/>
          </ns0:cNvSpPr>
          <ns0:nvPr>
            <ns0:ph type="sldNum" idx="5"/>
          </ns0:nvPr>
        </ns0:nvSpPr>
        <ns0:spPr/>
        <ns0:txBody>
          <ns1:bodyPr/>
          <ns1:lstStyle/>
          <ns1:p/>
        </ns0:txBody>
      </ns0:sp>
    </ns0:spTree>
  </ns0:cSld>
  <ns0:clrMapOvr>
    <ns1:masterClrMapping/>
  </ns0:clrMapOvr>
</ns0:notes>
</file>

<file path=ppt/slideLayouts/_rels/slideLayout1.xml.rels>&#65279;<?xml version="1.0" encoding="utf-8"?><Relationships xmlns="http://schemas.openxmlformats.org/package/2006/relationships"><Relationship Type="http://schemas.openxmlformats.org/officeDocument/2006/relationships/slideMaster" Target="/ppt/slideMasters/slideMaster1.xml" Id="R4bb9b30a23c34530" /></Relationships>
</file>

<file path=ppt/slideLayouts/slideLayout1.xml><?xml version="1.0" encoding="utf-8"?>
<p:sldLayout xmlns:p="http://schemas.openxmlformats.org/presentationml/2006/main" type="title">
  <p:cSld name="Title Slide">
    <p:spTree>
      <p:nvGrpSpPr>
        <p:cNvPr id="1" name=""/>
        <p:cNvGrpSpPr/>
        <p:nvPr/>
      </p:nvGrpSpPr>
      <p:grpSpPr>
        <a:xfrm xmlns:a="http://schemas.openxmlformats.org/drawingml/2006/main"/>
      </p:grpSpPr>
    </p:spTree>
  </p:cSld>
</p:sldLayout>
</file>

<file path=ppt/slideMasters/_rels/slideMaster1.xml.rels>&#65279;<?xml version="1.0" encoding="utf-8"?><Relationships xmlns="http://schemas.openxmlformats.org/package/2006/relationships"><Relationship Type="http://schemas.openxmlformats.org/officeDocument/2006/relationships/theme" Target="/ppt/slideMasters/theme/theme2.xml" Id="R324237e35f8e4608" /><Relationship Type="http://schemas.openxmlformats.org/officeDocument/2006/relationships/slideLayout" Target="/ppt/slideLayouts/slideLayout1.xml" Id="Ref2ca5eb0c3949c0" /></Relationships>
</file>

<file path=ppt/slideMasters/slideMaster1.xml><?xml version="1.0" encoding="utf-8"?>
<p:sldMaster xmlns:p="http://schemas.openxmlformats.org/presentationml/2006/main">
  <p:cSld name="Master">
    <p:bg>
      <p:bgRef idx="1001">
        <a:schemeClr xmlns:a="http://schemas.openxmlformats.org/drawingml/2006/main" val="bg1"/>
      </p:bgRef>
    </p:bg>
    <p:spTree>
      <p:nvGrpSpPr>
        <p:cNvPr id="1" name=""/>
        <p:cNvGrpSpPr/>
        <p:nvPr/>
      </p:nvGrpSpPr>
      <p:grpSpPr>
        <a:xfrm xmlns:a="http://schemas.openxmlformats.org/drawingml/2006/main"/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xmlns:r="http://schemas.openxmlformats.org/officeDocument/2006/relationships" id="2147483649" r:id="Ref2ca5eb0c3949c0"/>
  </p:sldLayoutIdLst>
  <p:txStyles>
    <p:titleStyle>
      <a:lvl1pPr xmlns:a="http://schemas.openxmlformats.org/drawingml/2006/main" algn="l">
        <a:lnSpc>
          <a:spcPct val="90000"/>
        </a:lnSpc>
        <a:spcBef>
          <a:spcPts val="0"/>
        </a:spcBef>
        <a:buNone/>
        <a:defRPr sz="4400">
          <a:solidFill>
            <a:schemeClr val="tx1"/>
          </a:solidFill>
          <a:latin typeface="+mj-lt"/>
          <a:ea typeface="+mj-lt"/>
          <a:cs typeface="+mj-lt"/>
        </a:defRPr>
      </a:lvl1pPr>
    </p:titleStyle>
    <p:bodyStyle>
      <a:lvl1pPr xmlns:a="http://schemas.openxmlformats.org/drawingml/2006/main" marL="228600" indent="-228600" algn="l">
        <a:lnSpc>
          <a:spcPct val="90000"/>
        </a:lnSpc>
        <a:spcBef>
          <a:spcPts val="1000"/>
        </a:spcBef>
        <a:buChar char="•"/>
        <a:defRPr sz="2800">
          <a:solidFill>
            <a:schemeClr val="tx1"/>
          </a:solidFill>
          <a:latin typeface="+mn-lt"/>
          <a:ea typeface="+mn-lt"/>
          <a:cs typeface="+mn-lt"/>
        </a:defRPr>
      </a:lvl1pPr>
      <a:lvl2pPr xmlns:a="http://schemas.openxmlformats.org/drawingml/2006/main" marL="685800" indent="-228600" algn="l">
        <a:lnSpc>
          <a:spcPct val="90000"/>
        </a:lnSpc>
        <a:spcBef>
          <a:spcPts val="500"/>
        </a:spcBef>
        <a:buChar char="•"/>
        <a:defRPr sz="2400">
          <a:solidFill>
            <a:schemeClr val="tx1"/>
          </a:solidFill>
          <a:latin typeface="+mn-lt"/>
          <a:ea typeface="+mn-lt"/>
          <a:cs typeface="+mn-lt"/>
        </a:defRPr>
      </a:lvl2pPr>
      <a:lvl3pPr xmlns:a="http://schemas.openxmlformats.org/drawingml/2006/main" marL="1143000" indent="-228600" algn="l">
        <a:lnSpc>
          <a:spcPct val="90000"/>
        </a:lnSpc>
        <a:spcBef>
          <a:spcPts val="500"/>
        </a:spcBef>
        <a:buChar char="•"/>
        <a:defRPr sz="2000">
          <a:solidFill>
            <a:schemeClr val="tx1"/>
          </a:solidFill>
          <a:latin typeface="+mn-lt"/>
          <a:ea typeface="+mn-lt"/>
          <a:cs typeface="+mn-lt"/>
        </a:defRPr>
      </a:lvl3pPr>
      <a:lvl4pPr xmlns:a="http://schemas.openxmlformats.org/drawingml/2006/main" marL="16002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4pPr>
      <a:lvl5pPr xmlns:a="http://schemas.openxmlformats.org/drawingml/2006/main" marL="20574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5pPr>
      <a:lvl6pPr xmlns:a="http://schemas.openxmlformats.org/drawingml/2006/main" marL="25146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6pPr>
      <a:lvl7pPr xmlns:a="http://schemas.openxmlformats.org/drawingml/2006/main" marL="29718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7pPr>
      <a:lvl8pPr xmlns:a="http://schemas.openxmlformats.org/drawingml/2006/main" marL="34290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8pPr>
      <a:lvl9pPr xmlns:a="http://schemas.openxmlformats.org/drawingml/2006/main" marL="38862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9pPr>
    </p:bodyStyle>
    <p:otherStyle>
      <a:lvl1pPr xmlns:a="http://schemas.openxmlformats.org/drawingml/2006/main" marL="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1pPr>
      <a:lvl2pPr xmlns:a="http://schemas.openxmlformats.org/drawingml/2006/main" marL="4572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2pPr>
      <a:lvl3pPr xmlns:a="http://schemas.openxmlformats.org/drawingml/2006/main" marL="9144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3pPr>
      <a:lvl4pPr xmlns:a="http://schemas.openxmlformats.org/drawingml/2006/main" marL="13716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4pPr>
      <a:lvl5pPr xmlns:a="http://schemas.openxmlformats.org/drawingml/2006/main" marL="18288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5pPr>
      <a:lvl6pPr xmlns:a="http://schemas.openxmlformats.org/drawingml/2006/main" marL="22860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6pPr>
      <a:lvl7pPr xmlns:a="http://schemas.openxmlformats.org/drawingml/2006/main" marL="27432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7pPr>
      <a:lvl8pPr xmlns:a="http://schemas.openxmlformats.org/drawingml/2006/main" marL="32004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8pPr>
      <a:lvl9pPr xmlns:a="http://schemas.openxmlformats.org/drawingml/2006/main" marL="36576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9pPr>
    </p:otherStyle>
  </p:txStyles>
</p:sldMaster>
</file>

<file path=ppt/slideMasters/theme/theme2.xml><?xml version="1.0" encoding="utf-8"?>
<a:theme xmlns:a="http://schemas.openxmlformats.org/drawingml/2006/main" name="ChatGPT">
  <a:themeElements>
    <a:clrScheme name="ChatGPT">
      <a:dk1>
        <a:srgbClr val="000000"/>
      </a:dk1>
      <a:lt1>
        <a:srgbClr val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Calibri Light"/>
        <a:ea typeface="Calibri Light"/>
        <a:cs typeface="Calibri Light"/>
      </a:majorFont>
      <a:minorFont>
        <a:latin typeface="Calibri"/>
        <a:ea typeface="Calibri"/>
        <a:cs typeface="Calibri"/>
      </a:minorFont>
    </a:fontScheme>
    <a:fmtScheme name="ChatGPT">
      <a:fillStyleLst>
        <a:solidFill>
          <a:schemeClr val="phClr"/>
        </a:solidFill>
        <a:gradFill>
          <a:gsLst>
            <a:gs pos="0">
              <a:schemeClr val="phClr">
                <a:tint val="67000"/>
                <a:lumMod val="110000"/>
                <a:satMod val="105000"/>
              </a:schemeClr>
            </a:gs>
            <a:gs pos="50000">
              <a:schemeClr val="phClr">
                <a:tint val="73000"/>
                <a:lumMod val="105000"/>
                <a:satMod val="103000"/>
              </a:schemeClr>
            </a:gs>
            <a:gs pos="100000">
              <a:schemeClr val="phClr">
                <a:tint val="81000"/>
                <a:lumMod val="105000"/>
                <a:satMod val="109000"/>
              </a:schemeClr>
            </a:gs>
          </a:gsLst>
          <a:lin ang="5400000" scaled="0"/>
        </a:gradFill>
        <a:gradFill>
          <a:gsLst>
            <a:gs pos="0">
              <a:schemeClr val="phClr">
                <a:tint val="94000"/>
                <a:lumMod val="102000"/>
                <a:satMod val="103000"/>
              </a:schemeClr>
            </a:gs>
            <a:gs pos="50000">
              <a:schemeClr val="phClr">
                <a:shade val="100000"/>
                <a:lumMod val="100000"/>
                <a:satMod val="110000"/>
              </a:schemeClr>
            </a:gs>
            <a:gs pos="100000">
              <a:schemeClr val="phClr">
                <a:shade val="78000"/>
                <a:lumMod val="99000"/>
                <a:satMod val="120000"/>
              </a:schemeClr>
            </a:gs>
          </a:gsLst>
          <a:lin ang="5400000" scaled="0"/>
        </a:gradFill>
      </a:fillStyleLst>
      <a:lnStyleLst>
        <a:ln w="12700">
          <a:solidFill>
            <a:schemeClr val="phClr"/>
          </a:solidFill>
          <a:prstDash val="solid"/>
        </a:ln>
        <a:ln w="19050">
          <a:solidFill>
            <a:schemeClr val="phClr"/>
          </a:solidFill>
          <a:prstDash val="solid"/>
        </a:ln>
        <a:ln w="25400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19050" dist="9525" dir="5400000">
              <a:srgbClr val="000000">
                <a:alpha val="6000"/>
              </a:srgbClr>
            </a:outerShdw>
          </a:effectLst>
        </a:effectStyle>
        <a:effectStyle>
          <a:effectLst>
            <a:outerShdw blurRad="28575" dist="9525" dir="5400000">
              <a:srgbClr val="000000">
                <a:alpha val="8000"/>
              </a:srgbClr>
            </a:outerShdw>
          </a:effectLst>
        </a:effectStyle>
        <a:effectStyle>
          <a:effectLst>
            <a:outerShdw blurRad="57150" dist="19050" dir="5400000">
              <a:srgbClr val="000000">
                <a:alpha val="10000"/>
              </a:srgbClr>
            </a:outerShdw>
          </a:effectLst>
        </a:effectStyle>
        <a:effectStyle>
          <a:effectLst>
            <a:outerShdw blurRad="114300" dist="38100" dir="5400000">
              <a:srgbClr val="000000">
                <a:alpha val="12000"/>
              </a:srgbClr>
            </a:outerShdw>
          </a:effectLst>
        </a:effectStyle>
        <a:effectStyle>
          <a:effectLst>
            <a:outerShdw blurRad="171450" dist="571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266700" dist="95250" dir="5400000">
              <a:srgbClr val="000000">
                <a:alpha val="24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>
          <a:gsLst>
            <a:gs pos="0">
              <a:schemeClr val="phClr">
                <a:tint val="93000"/>
                <a:shade val="98000"/>
                <a:lumMod val="102000"/>
                <a:satMod val="150000"/>
              </a:schemeClr>
            </a:gs>
            <a:gs pos="50000">
              <a:schemeClr val="phClr">
                <a:tint val="98000"/>
                <a:shade val="90000"/>
                <a:lumMod val="103000"/>
                <a:satMod val="130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</a:theme>
</file>

<file path=ppt/slides/_rels/slide1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019c3e658ade48dc" /><Relationship Type="http://schemas.openxmlformats.org/officeDocument/2006/relationships/notesSlide" Target="/ppt/notesSlides/notesSlide1.xml" Id="R6d54dc7c2b3f4b1f" /></Relationships>
</file>

<file path=ppt/slides/slide1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56" name="Vector element">
            <a:extLst xmlns:a="http://schemas.openxmlformats.org/drawingml/2006/main">
              <a:ext uri="{FF2B5EF4-FFF2-40B4-BE49-F238E27FC236}">
                <a16:creationId xmlns:a16="http://schemas.microsoft.com/office/drawing/2014/main" id="{C82CE202-7BC1-41E7-8AA9-30BAF6F50C8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151" y="168901"/>
            <a:ext cx="6084802" cy="4183301"/>
          </a:xfrm>
          <a:custGeom xmlns:a="http://schemas.openxmlformats.org/drawingml/2006/main">
            <a:pathLst>
              <a:path w="6084802" h="4183301">
                <a:moveTo>
                  <a:pt x="0" y="4183301"/>
                </a:moveTo>
                <a:lnTo>
                  <a:pt x="6084802" y="4183301"/>
                </a:lnTo>
                <a:lnTo>
                  <a:pt x="6084802" y="0"/>
                </a:lnTo>
                <a:lnTo>
                  <a:pt x="0" y="0"/>
                </a:lnTo>
                <a:lnTo>
                  <a:pt x="0" y="4183301"/>
                </a:lnTo>
                <a:close/>
              </a:path>
            </a:pathLst>
          </a:custGeom>
          <a:solidFill xmlns:a="http://schemas.openxmlformats.org/drawingml/2006/main">
            <a:srgbClr val="FFFFFF"/>
          </a:solidFill>
          <a:ln xmlns:a="http://schemas.openxmlformats.org/drawingml/2006/main" w="0" cap="flat">
            <a:noFill/>
            <a:miter/>
          </a:ln>
        </p:spPr>
      </p:sp>
      <p:sp>
        <p:nvSpPr>
          <p:cNvPr id="2" name="Vector element">
            <a:extLst xmlns:a="http://schemas.openxmlformats.org/drawingml/2006/main">
              <a:ext uri="{FF2B5EF4-FFF2-40B4-BE49-F238E27FC236}">
                <a16:creationId xmlns:a16="http://schemas.microsoft.com/office/drawing/2014/main" id="{71BC617E-FAFF-41E5-ACE7-D4B4CE91F4D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19408" y="282991"/>
            <a:ext cx="5515455" cy="3578317"/>
          </a:xfrm>
          <a:custGeom xmlns:a="http://schemas.openxmlformats.org/drawingml/2006/main">
            <a:pathLst>
              <a:path w="5515455" h="3578317">
                <a:moveTo>
                  <a:pt x="0" y="3578317"/>
                </a:moveTo>
                <a:lnTo>
                  <a:pt x="5515455" y="3578317"/>
                </a:lnTo>
                <a:lnTo>
                  <a:pt x="5515455" y="0"/>
                </a:lnTo>
                <a:lnTo>
                  <a:pt x="0" y="0"/>
                </a:lnTo>
                <a:lnTo>
                  <a:pt x="0" y="3578317"/>
                </a:lnTo>
                <a:close/>
              </a:path>
            </a:pathLst>
          </a:custGeom>
          <a:solidFill xmlns:a="http://schemas.openxmlformats.org/drawingml/2006/main">
            <a:srgbClr val="FFFFFF"/>
          </a:solidFill>
          <a:ln xmlns:a="http://schemas.openxmlformats.org/drawingml/2006/main" w="0" cap="flat">
            <a:noFill/>
            <a:miter/>
          </a:ln>
        </p:spPr>
      </p:sp>
      <p:sp>
        <p:nvSpPr>
          <p:cNvPr id="3" name="Vector element">
            <a:extLst xmlns:a="http://schemas.openxmlformats.org/drawingml/2006/main">
              <a:ext uri="{FF2B5EF4-FFF2-40B4-BE49-F238E27FC236}">
                <a16:creationId xmlns:a16="http://schemas.microsoft.com/office/drawing/2014/main" id="{2FE3E2A2-E096-4436-8C3C-7D045432D92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75505" y="719518"/>
            <a:ext cx="303103" cy="3141789"/>
          </a:xfrm>
          <a:custGeom xmlns:a="http://schemas.openxmlformats.org/drawingml/2006/main">
            <a:pathLst>
              <a:path w="303103" h="3141789">
                <a:moveTo>
                  <a:pt x="0" y="3141789"/>
                </a:moveTo>
                <a:lnTo>
                  <a:pt x="303103" y="3141789"/>
                </a:lnTo>
                <a:lnTo>
                  <a:pt x="303103" y="0"/>
                </a:lnTo>
                <a:lnTo>
                  <a:pt x="0" y="0"/>
                </a:lnTo>
                <a:lnTo>
                  <a:pt x="0" y="3141789"/>
                </a:lnTo>
                <a:close/>
              </a:path>
            </a:pathLst>
          </a:custGeom>
          <a:solidFill xmlns:a="http://schemas.openxmlformats.org/drawingml/2006/main">
            <a:srgbClr val="1F77B4"/>
          </a:solidFill>
          <a:ln xmlns:a="http://schemas.openxmlformats.org/drawingml/2006/main" w="0" cap="flat">
            <a:noFill/>
            <a:miter/>
          </a:ln>
        </p:spPr>
      </p:sp>
      <p:sp>
        <p:nvSpPr>
          <p:cNvPr id="4" name="Vector element">
            <a:extLst xmlns:a="http://schemas.openxmlformats.org/drawingml/2006/main">
              <a:ext uri="{FF2B5EF4-FFF2-40B4-BE49-F238E27FC236}">
                <a16:creationId xmlns:a16="http://schemas.microsoft.com/office/drawing/2014/main" id="{A7897D82-C613-4255-B5D5-FFA4479DA95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332227" y="1372044"/>
            <a:ext cx="303102" cy="2489264"/>
          </a:xfrm>
          <a:custGeom xmlns:a="http://schemas.openxmlformats.org/drawingml/2006/main">
            <a:pathLst>
              <a:path w="303102" h="2489264">
                <a:moveTo>
                  <a:pt x="0" y="2489264"/>
                </a:moveTo>
                <a:lnTo>
                  <a:pt x="303102" y="2489264"/>
                </a:lnTo>
                <a:lnTo>
                  <a:pt x="303102" y="0"/>
                </a:lnTo>
                <a:lnTo>
                  <a:pt x="0" y="0"/>
                </a:lnTo>
                <a:lnTo>
                  <a:pt x="0" y="2489264"/>
                </a:lnTo>
                <a:close/>
              </a:path>
            </a:pathLst>
          </a:custGeom>
          <a:solidFill xmlns:a="http://schemas.openxmlformats.org/drawingml/2006/main">
            <a:srgbClr val="FF7F0E"/>
          </a:solidFill>
          <a:ln xmlns:a="http://schemas.openxmlformats.org/drawingml/2006/main" w="0" cap="flat">
            <a:noFill/>
            <a:miter/>
          </a:ln>
        </p:spPr>
      </p:sp>
      <p:sp>
        <p:nvSpPr>
          <p:cNvPr id="5" name="Vector element">
            <a:extLst xmlns:a="http://schemas.openxmlformats.org/drawingml/2006/main">
              <a:ext uri="{FF2B5EF4-FFF2-40B4-BE49-F238E27FC236}">
                <a16:creationId xmlns:a16="http://schemas.microsoft.com/office/drawing/2014/main" id="{6B2F2A8F-A75D-4378-82D2-B80AF21CE9F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736364" y="2121239"/>
            <a:ext cx="303103" cy="1740068"/>
          </a:xfrm>
          <a:custGeom xmlns:a="http://schemas.openxmlformats.org/drawingml/2006/main">
            <a:pathLst>
              <a:path w="303103" h="1740068">
                <a:moveTo>
                  <a:pt x="0" y="1740068"/>
                </a:moveTo>
                <a:lnTo>
                  <a:pt x="303103" y="1740068"/>
                </a:lnTo>
                <a:lnTo>
                  <a:pt x="303103" y="0"/>
                </a:lnTo>
                <a:lnTo>
                  <a:pt x="0" y="0"/>
                </a:lnTo>
                <a:lnTo>
                  <a:pt x="0" y="1740068"/>
                </a:lnTo>
                <a:close/>
              </a:path>
            </a:pathLst>
          </a:custGeom>
          <a:solidFill xmlns:a="http://schemas.openxmlformats.org/drawingml/2006/main">
            <a:srgbClr val="FFBB78"/>
          </a:solidFill>
          <a:ln xmlns:a="http://schemas.openxmlformats.org/drawingml/2006/main" w="0" cap="flat">
            <a:noFill/>
            <a:miter/>
          </a:ln>
        </p:spPr>
      </p:sp>
      <p:sp>
        <p:nvSpPr>
          <p:cNvPr id="6" name="Vector element">
            <a:extLst xmlns:a="http://schemas.openxmlformats.org/drawingml/2006/main">
              <a:ext uri="{FF2B5EF4-FFF2-40B4-BE49-F238E27FC236}">
                <a16:creationId xmlns:a16="http://schemas.microsoft.com/office/drawing/2014/main" id="{FB17F377-1CFE-4766-9EEA-8E0F3D8A853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393086" y="1211933"/>
            <a:ext cx="303102" cy="2649375"/>
          </a:xfrm>
          <a:custGeom xmlns:a="http://schemas.openxmlformats.org/drawingml/2006/main">
            <a:pathLst>
              <a:path w="303102" h="2649375">
                <a:moveTo>
                  <a:pt x="0" y="2649375"/>
                </a:moveTo>
                <a:lnTo>
                  <a:pt x="303102" y="2649375"/>
                </a:lnTo>
                <a:lnTo>
                  <a:pt x="303102" y="0"/>
                </a:lnTo>
                <a:lnTo>
                  <a:pt x="0" y="0"/>
                </a:lnTo>
                <a:lnTo>
                  <a:pt x="0" y="2649375"/>
                </a:lnTo>
                <a:close/>
              </a:path>
            </a:pathLst>
          </a:custGeom>
          <a:solidFill xmlns:a="http://schemas.openxmlformats.org/drawingml/2006/main">
            <a:srgbClr val="2CA02C"/>
          </a:solidFill>
          <a:ln xmlns:a="http://schemas.openxmlformats.org/drawingml/2006/main" w="0" cap="flat">
            <a:noFill/>
            <a:miter/>
          </a:ln>
        </p:spPr>
      </p:sp>
      <p:sp>
        <p:nvSpPr>
          <p:cNvPr id="7" name="Vector element">
            <a:extLst xmlns:a="http://schemas.openxmlformats.org/drawingml/2006/main">
              <a:ext uri="{FF2B5EF4-FFF2-40B4-BE49-F238E27FC236}">
                <a16:creationId xmlns:a16="http://schemas.microsoft.com/office/drawing/2014/main" id="{F4F2AA2A-B678-4B5D-9654-94061D3D396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797223" y="3670988"/>
            <a:ext cx="303102" cy="190320"/>
          </a:xfrm>
          <a:custGeom xmlns:a="http://schemas.openxmlformats.org/drawingml/2006/main">
            <a:pathLst>
              <a:path w="303102" h="190320">
                <a:moveTo>
                  <a:pt x="0" y="190320"/>
                </a:moveTo>
                <a:lnTo>
                  <a:pt x="303102" y="190320"/>
                </a:lnTo>
                <a:lnTo>
                  <a:pt x="303102" y="0"/>
                </a:lnTo>
                <a:lnTo>
                  <a:pt x="0" y="0"/>
                </a:lnTo>
                <a:lnTo>
                  <a:pt x="0" y="190320"/>
                </a:lnTo>
                <a:close/>
              </a:path>
            </a:pathLst>
          </a:custGeom>
          <a:solidFill xmlns:a="http://schemas.openxmlformats.org/drawingml/2006/main">
            <a:srgbClr val="98DF8A"/>
          </a:solidFill>
          <a:ln xmlns:a="http://schemas.openxmlformats.org/drawingml/2006/main" w="0" cap="flat">
            <a:noFill/>
            <a:miter/>
          </a:ln>
        </p:spPr>
      </p:sp>
      <p:sp>
        <p:nvSpPr>
          <p:cNvPr id="8" name="Vector element">
            <a:extLst xmlns:a="http://schemas.openxmlformats.org/drawingml/2006/main">
              <a:ext uri="{FF2B5EF4-FFF2-40B4-BE49-F238E27FC236}">
                <a16:creationId xmlns:a16="http://schemas.microsoft.com/office/drawing/2014/main" id="{18E1A739-783A-4D7D-BC6B-A2E1DF31A84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453945" y="1435483"/>
            <a:ext cx="303103" cy="2425824"/>
          </a:xfrm>
          <a:custGeom xmlns:a="http://schemas.openxmlformats.org/drawingml/2006/main">
            <a:pathLst>
              <a:path w="303103" h="2425824">
                <a:moveTo>
                  <a:pt x="0" y="2425824"/>
                </a:moveTo>
                <a:lnTo>
                  <a:pt x="303103" y="2425824"/>
                </a:lnTo>
                <a:lnTo>
                  <a:pt x="303103" y="0"/>
                </a:lnTo>
                <a:lnTo>
                  <a:pt x="0" y="0"/>
                </a:lnTo>
                <a:lnTo>
                  <a:pt x="0" y="2425824"/>
                </a:lnTo>
                <a:close/>
              </a:path>
            </a:pathLst>
          </a:custGeom>
          <a:solidFill xmlns:a="http://schemas.openxmlformats.org/drawingml/2006/main">
            <a:srgbClr val="D62728"/>
          </a:solidFill>
          <a:ln xmlns:a="http://schemas.openxmlformats.org/drawingml/2006/main" w="0" cap="flat">
            <a:noFill/>
            <a:miter/>
          </a:ln>
        </p:spPr>
      </p:sp>
      <p:sp>
        <p:nvSpPr>
          <p:cNvPr id="9" name="Vector element">
            <a:extLst xmlns:a="http://schemas.openxmlformats.org/drawingml/2006/main">
              <a:ext uri="{FF2B5EF4-FFF2-40B4-BE49-F238E27FC236}">
                <a16:creationId xmlns:a16="http://schemas.microsoft.com/office/drawing/2014/main" id="{3220F84D-AC5D-4E3C-8ECE-40C3099D99F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858082" y="1737579"/>
            <a:ext cx="303102" cy="2123729"/>
          </a:xfrm>
          <a:custGeom xmlns:a="http://schemas.openxmlformats.org/drawingml/2006/main">
            <a:pathLst>
              <a:path w="303102" h="2123729">
                <a:moveTo>
                  <a:pt x="0" y="2123729"/>
                </a:moveTo>
                <a:lnTo>
                  <a:pt x="303102" y="2123729"/>
                </a:lnTo>
                <a:lnTo>
                  <a:pt x="303102" y="0"/>
                </a:lnTo>
                <a:lnTo>
                  <a:pt x="0" y="0"/>
                </a:lnTo>
                <a:lnTo>
                  <a:pt x="0" y="2123729"/>
                </a:lnTo>
                <a:close/>
              </a:path>
            </a:pathLst>
          </a:custGeom>
          <a:solidFill xmlns:a="http://schemas.openxmlformats.org/drawingml/2006/main">
            <a:srgbClr val="FF9896"/>
          </a:solidFill>
          <a:ln xmlns:a="http://schemas.openxmlformats.org/drawingml/2006/main" w="0" cap="flat">
            <a:noFill/>
            <a:miter/>
          </a:ln>
        </p:spPr>
      </p:sp>
      <p:sp>
        <p:nvSpPr>
          <p:cNvPr id="10" name="Vector element">
            <a:extLst xmlns:a="http://schemas.openxmlformats.org/drawingml/2006/main">
              <a:ext uri="{FF2B5EF4-FFF2-40B4-BE49-F238E27FC236}">
                <a16:creationId xmlns:a16="http://schemas.microsoft.com/office/drawing/2014/main" id="{CF138E01-6873-4C12-9E85-7EB160250C9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14803" y="2734493"/>
            <a:ext cx="303103" cy="1126815"/>
          </a:xfrm>
          <a:custGeom xmlns:a="http://schemas.openxmlformats.org/drawingml/2006/main">
            <a:pathLst>
              <a:path w="303103" h="1126815">
                <a:moveTo>
                  <a:pt x="0" y="1126815"/>
                </a:moveTo>
                <a:lnTo>
                  <a:pt x="303103" y="1126815"/>
                </a:lnTo>
                <a:lnTo>
                  <a:pt x="303103" y="0"/>
                </a:lnTo>
                <a:lnTo>
                  <a:pt x="0" y="0"/>
                </a:lnTo>
                <a:lnTo>
                  <a:pt x="0" y="1126815"/>
                </a:lnTo>
                <a:close/>
              </a:path>
            </a:pathLst>
          </a:custGeom>
          <a:solidFill xmlns:a="http://schemas.openxmlformats.org/drawingml/2006/main">
            <a:srgbClr val="9467BD"/>
          </a:solidFill>
          <a:ln xmlns:a="http://schemas.openxmlformats.org/drawingml/2006/main" w="0" cap="flat">
            <a:noFill/>
            <a:miter/>
          </a:ln>
        </p:spPr>
      </p:sp>
      <p:sp>
        <p:nvSpPr>
          <p:cNvPr id="11" name="Vector element">
            <a:extLst xmlns:a="http://schemas.openxmlformats.org/drawingml/2006/main">
              <a:ext uri="{FF2B5EF4-FFF2-40B4-BE49-F238E27FC236}">
                <a16:creationId xmlns:a16="http://schemas.microsoft.com/office/drawing/2014/main" id="{97E39511-D990-4211-B7C7-496F82D5CE9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171526" y="2979190"/>
            <a:ext cx="303103" cy="882118"/>
          </a:xfrm>
          <a:custGeom xmlns:a="http://schemas.openxmlformats.org/drawingml/2006/main">
            <a:pathLst>
              <a:path w="303103" h="882118">
                <a:moveTo>
                  <a:pt x="0" y="882118"/>
                </a:moveTo>
                <a:lnTo>
                  <a:pt x="303103" y="882118"/>
                </a:lnTo>
                <a:lnTo>
                  <a:pt x="303103" y="0"/>
                </a:lnTo>
                <a:lnTo>
                  <a:pt x="0" y="0"/>
                </a:lnTo>
                <a:lnTo>
                  <a:pt x="0" y="882118"/>
                </a:lnTo>
                <a:close/>
              </a:path>
            </a:pathLst>
          </a:custGeom>
          <a:solidFill xmlns:a="http://schemas.openxmlformats.org/drawingml/2006/main">
            <a:srgbClr val="8C564B"/>
          </a:solidFill>
          <a:ln xmlns:a="http://schemas.openxmlformats.org/drawingml/2006/main" w="0" cap="flat">
            <a:noFill/>
            <a:miter/>
          </a:ln>
        </p:spPr>
      </p:sp>
      <p:sp>
        <p:nvSpPr>
          <p:cNvPr id="12" name="Vector element">
            <a:extLst xmlns:a="http://schemas.openxmlformats.org/drawingml/2006/main">
              <a:ext uri="{FF2B5EF4-FFF2-40B4-BE49-F238E27FC236}">
                <a16:creationId xmlns:a16="http://schemas.microsoft.com/office/drawing/2014/main" id="{4C55D77E-278A-48E1-97A5-40B6C9300CB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575662" y="3036588"/>
            <a:ext cx="303103" cy="824720"/>
          </a:xfrm>
          <a:custGeom xmlns:a="http://schemas.openxmlformats.org/drawingml/2006/main">
            <a:pathLst>
              <a:path w="303103" h="824720">
                <a:moveTo>
                  <a:pt x="0" y="824720"/>
                </a:moveTo>
                <a:lnTo>
                  <a:pt x="303103" y="824720"/>
                </a:lnTo>
                <a:lnTo>
                  <a:pt x="303103" y="0"/>
                </a:lnTo>
                <a:lnTo>
                  <a:pt x="0" y="0"/>
                </a:lnTo>
                <a:lnTo>
                  <a:pt x="0" y="824720"/>
                </a:lnTo>
                <a:close/>
              </a:path>
            </a:pathLst>
          </a:custGeom>
          <a:solidFill xmlns:a="http://schemas.openxmlformats.org/drawingml/2006/main">
            <a:srgbClr val="C49C94"/>
          </a:solidFill>
          <a:ln xmlns:a="http://schemas.openxmlformats.org/drawingml/2006/main" w="0" cap="flat">
            <a:noFill/>
            <a:miter/>
          </a:ln>
        </p:spPr>
      </p:sp>
      <p:sp>
        <p:nvSpPr>
          <p:cNvPr id="13" name="Text UnitConEvoSuite">
            <a:extLst xmlns:a="http://schemas.openxmlformats.org/drawingml/2006/main">
              <a:ext uri="{FF2B5EF4-FFF2-40B4-BE49-F238E27FC236}">
                <a16:creationId xmlns:a16="http://schemas.microsoft.com/office/drawing/2014/main" id="{6CBE7475-A858-4F52-8FFE-15860C84940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69601" y="4086640"/>
            <a:ext cx="1602002" cy="122511"/>
          </a:xfrm>
          <a:custGeom xmlns:a="http://schemas.openxmlformats.org/drawingml/2006/main">
            <a:pathLst>
              <a:path w="1602002" h="122511">
                <a:moveTo>
                  <a:pt x="32331" y="16920"/>
                </a:moveTo>
                <a:cubicBezTo>
                  <a:pt x="32331" y="10856"/>
                  <a:pt x="32668" y="9003"/>
                  <a:pt x="45633" y="9003"/>
                </a:cubicBezTo>
                <a:lnTo>
                  <a:pt x="49675" y="9003"/>
                </a:lnTo>
                <a:lnTo>
                  <a:pt x="49675" y="3782"/>
                </a:lnTo>
                <a:cubicBezTo>
                  <a:pt x="43781" y="4288"/>
                  <a:pt x="31321" y="4288"/>
                  <a:pt x="24921" y="4288"/>
                </a:cubicBezTo>
                <a:cubicBezTo>
                  <a:pt x="18523" y="4288"/>
                  <a:pt x="5894" y="4288"/>
                  <a:pt x="0" y="3782"/>
                </a:cubicBezTo>
                <a:lnTo>
                  <a:pt x="0" y="9003"/>
                </a:lnTo>
                <a:lnTo>
                  <a:pt x="4042" y="9003"/>
                </a:lnTo>
                <a:cubicBezTo>
                  <a:pt x="17007" y="9003"/>
                  <a:pt x="17344" y="10856"/>
                  <a:pt x="17344" y="16920"/>
                </a:cubicBezTo>
                <a:lnTo>
                  <a:pt x="17344" y="80241"/>
                </a:lnTo>
                <a:cubicBezTo>
                  <a:pt x="17344" y="104155"/>
                  <a:pt x="37719" y="122511"/>
                  <a:pt x="61464" y="122511"/>
                </a:cubicBezTo>
                <a:cubicBezTo>
                  <a:pt x="86721" y="122511"/>
                  <a:pt x="101036" y="99273"/>
                  <a:pt x="101036" y="82600"/>
                </a:cubicBezTo>
                <a:lnTo>
                  <a:pt x="101036" y="21971"/>
                </a:lnTo>
                <a:cubicBezTo>
                  <a:pt x="101036" y="16750"/>
                  <a:pt x="101036" y="9003"/>
                  <a:pt x="118379" y="9003"/>
                </a:cubicBezTo>
                <a:lnTo>
                  <a:pt x="118379" y="3782"/>
                </a:lnTo>
                <a:cubicBezTo>
                  <a:pt x="112318" y="3952"/>
                  <a:pt x="104234" y="4288"/>
                  <a:pt x="98510" y="4288"/>
                </a:cubicBezTo>
                <a:cubicBezTo>
                  <a:pt x="92615" y="4288"/>
                  <a:pt x="84532" y="3952"/>
                  <a:pt x="78471" y="3782"/>
                </a:cubicBezTo>
                <a:lnTo>
                  <a:pt x="78471" y="9003"/>
                </a:lnTo>
                <a:cubicBezTo>
                  <a:pt x="95814" y="9003"/>
                  <a:pt x="95814" y="16920"/>
                  <a:pt x="95814" y="21465"/>
                </a:cubicBezTo>
                <a:lnTo>
                  <a:pt x="95814" y="79904"/>
                </a:lnTo>
                <a:cubicBezTo>
                  <a:pt x="95814" y="103651"/>
                  <a:pt x="78807" y="117292"/>
                  <a:pt x="61800" y="117292"/>
                </a:cubicBezTo>
                <a:cubicBezTo>
                  <a:pt x="52707" y="117292"/>
                  <a:pt x="32331" y="112408"/>
                  <a:pt x="32331" y="80747"/>
                </a:cubicBezTo>
                <a:lnTo>
                  <a:pt x="32331" y="16920"/>
                </a:lnTo>
                <a:close/>
                <a:moveTo>
                  <a:pt x="160140" y="34420"/>
                </a:moveTo>
                <a:cubicBezTo>
                  <a:pt x="158624" y="32231"/>
                  <a:pt x="158287" y="32231"/>
                  <a:pt x="155088" y="32231"/>
                </a:cubicBezTo>
                <a:lnTo>
                  <a:pt x="134882" y="32231"/>
                </a:lnTo>
                <a:lnTo>
                  <a:pt x="134882" y="36442"/>
                </a:lnTo>
                <a:cubicBezTo>
                  <a:pt x="138921" y="36442"/>
                  <a:pt x="143636" y="36442"/>
                  <a:pt x="147005" y="37622"/>
                </a:cubicBezTo>
                <a:lnTo>
                  <a:pt x="147005" y="101732"/>
                </a:lnTo>
                <a:cubicBezTo>
                  <a:pt x="147005" y="105601"/>
                  <a:pt x="147005" y="114520"/>
                  <a:pt x="134882" y="114520"/>
                </a:cubicBezTo>
                <a:lnTo>
                  <a:pt x="134882" y="118729"/>
                </a:lnTo>
                <a:cubicBezTo>
                  <a:pt x="138418" y="118562"/>
                  <a:pt x="145995" y="118225"/>
                  <a:pt x="149364" y="118225"/>
                </a:cubicBezTo>
                <a:cubicBezTo>
                  <a:pt x="151889" y="118225"/>
                  <a:pt x="159634" y="118392"/>
                  <a:pt x="163845" y="118729"/>
                </a:cubicBezTo>
                <a:lnTo>
                  <a:pt x="163845" y="114520"/>
                </a:lnTo>
                <a:cubicBezTo>
                  <a:pt x="151720" y="114520"/>
                  <a:pt x="151720" y="105601"/>
                  <a:pt x="151720" y="101732"/>
                </a:cubicBezTo>
                <a:lnTo>
                  <a:pt x="151720" y="41491"/>
                </a:lnTo>
                <a:lnTo>
                  <a:pt x="153405" y="43511"/>
                </a:lnTo>
                <a:lnTo>
                  <a:pt x="206279" y="116879"/>
                </a:lnTo>
                <a:cubicBezTo>
                  <a:pt x="207626" y="118729"/>
                  <a:pt x="208132" y="118729"/>
                  <a:pt x="209142" y="118729"/>
                </a:cubicBezTo>
                <a:cubicBezTo>
                  <a:pt x="211498" y="118729"/>
                  <a:pt x="211498" y="117552"/>
                  <a:pt x="211498" y="114353"/>
                </a:cubicBezTo>
                <a:lnTo>
                  <a:pt x="211498" y="49230"/>
                </a:lnTo>
                <a:cubicBezTo>
                  <a:pt x="211498" y="45361"/>
                  <a:pt x="211498" y="36442"/>
                  <a:pt x="223623" y="36442"/>
                </a:cubicBezTo>
                <a:lnTo>
                  <a:pt x="223623" y="32231"/>
                </a:lnTo>
                <a:cubicBezTo>
                  <a:pt x="220087" y="32401"/>
                  <a:pt x="212510" y="32737"/>
                  <a:pt x="209142" y="32737"/>
                </a:cubicBezTo>
                <a:cubicBezTo>
                  <a:pt x="206616" y="32737"/>
                  <a:pt x="198869" y="32570"/>
                  <a:pt x="194660" y="32231"/>
                </a:cubicBezTo>
                <a:lnTo>
                  <a:pt x="194660" y="36442"/>
                </a:lnTo>
                <a:cubicBezTo>
                  <a:pt x="206783" y="36442"/>
                  <a:pt x="206783" y="45361"/>
                  <a:pt x="206783" y="49230"/>
                </a:cubicBezTo>
                <a:lnTo>
                  <a:pt x="206783" y="99209"/>
                </a:lnTo>
                <a:lnTo>
                  <a:pt x="160140" y="34420"/>
                </a:lnTo>
                <a:close/>
                <a:moveTo>
                  <a:pt x="262354" y="44521"/>
                </a:moveTo>
                <a:cubicBezTo>
                  <a:pt x="262354" y="37285"/>
                  <a:pt x="263194" y="36442"/>
                  <a:pt x="275152" y="36442"/>
                </a:cubicBezTo>
                <a:lnTo>
                  <a:pt x="275152" y="32231"/>
                </a:lnTo>
                <a:cubicBezTo>
                  <a:pt x="269425" y="32401"/>
                  <a:pt x="260668" y="32737"/>
                  <a:pt x="256290" y="32737"/>
                </a:cubicBezTo>
                <a:cubicBezTo>
                  <a:pt x="251914" y="32737"/>
                  <a:pt x="243157" y="32401"/>
                  <a:pt x="237430" y="32231"/>
                </a:cubicBezTo>
                <a:lnTo>
                  <a:pt x="237430" y="36442"/>
                </a:lnTo>
                <a:cubicBezTo>
                  <a:pt x="249386" y="36442"/>
                  <a:pt x="250228" y="37285"/>
                  <a:pt x="250228" y="44521"/>
                </a:cubicBezTo>
                <a:lnTo>
                  <a:pt x="250228" y="106444"/>
                </a:lnTo>
                <a:cubicBezTo>
                  <a:pt x="250228" y="113680"/>
                  <a:pt x="249386" y="114520"/>
                  <a:pt x="237430" y="114520"/>
                </a:cubicBezTo>
                <a:lnTo>
                  <a:pt x="237430" y="118729"/>
                </a:lnTo>
                <a:cubicBezTo>
                  <a:pt x="243157" y="118562"/>
                  <a:pt x="251914" y="118225"/>
                  <a:pt x="256290" y="118225"/>
                </a:cubicBezTo>
                <a:cubicBezTo>
                  <a:pt x="260668" y="118225"/>
                  <a:pt x="269425" y="118562"/>
                  <a:pt x="275152" y="118729"/>
                </a:cubicBezTo>
                <a:lnTo>
                  <a:pt x="275152" y="114520"/>
                </a:lnTo>
                <a:cubicBezTo>
                  <a:pt x="263194" y="114520"/>
                  <a:pt x="262354" y="113680"/>
                  <a:pt x="262354" y="106444"/>
                </a:cubicBezTo>
                <a:lnTo>
                  <a:pt x="262354" y="44521"/>
                </a:lnTo>
                <a:close/>
                <a:moveTo>
                  <a:pt x="372819" y="33243"/>
                </a:moveTo>
                <a:lnTo>
                  <a:pt x="290137" y="33243"/>
                </a:lnTo>
                <a:lnTo>
                  <a:pt x="287780" y="61682"/>
                </a:lnTo>
                <a:lnTo>
                  <a:pt x="291989" y="61682"/>
                </a:lnTo>
                <a:cubicBezTo>
                  <a:pt x="293505" y="40482"/>
                  <a:pt x="296874" y="37452"/>
                  <a:pt x="315564" y="37452"/>
                </a:cubicBezTo>
                <a:cubicBezTo>
                  <a:pt x="324994" y="37452"/>
                  <a:pt x="325500" y="37452"/>
                  <a:pt x="325500" y="44688"/>
                </a:cubicBezTo>
                <a:lnTo>
                  <a:pt x="325500" y="105938"/>
                </a:lnTo>
                <a:cubicBezTo>
                  <a:pt x="325500" y="112670"/>
                  <a:pt x="324827" y="114520"/>
                  <a:pt x="311859" y="114520"/>
                </a:cubicBezTo>
                <a:lnTo>
                  <a:pt x="308323" y="114520"/>
                </a:lnTo>
                <a:lnTo>
                  <a:pt x="308323" y="118729"/>
                </a:lnTo>
                <a:cubicBezTo>
                  <a:pt x="314891" y="118225"/>
                  <a:pt x="324827" y="118225"/>
                  <a:pt x="331561" y="118225"/>
                </a:cubicBezTo>
                <a:cubicBezTo>
                  <a:pt x="338298" y="118225"/>
                  <a:pt x="348232" y="118225"/>
                  <a:pt x="354799" y="118729"/>
                </a:cubicBezTo>
                <a:lnTo>
                  <a:pt x="354799" y="114520"/>
                </a:lnTo>
                <a:lnTo>
                  <a:pt x="351264" y="114520"/>
                </a:lnTo>
                <a:cubicBezTo>
                  <a:pt x="338298" y="114520"/>
                  <a:pt x="337622" y="112670"/>
                  <a:pt x="337622" y="105938"/>
                </a:cubicBezTo>
                <a:lnTo>
                  <a:pt x="337622" y="44688"/>
                </a:lnTo>
                <a:cubicBezTo>
                  <a:pt x="337622" y="37452"/>
                  <a:pt x="338129" y="37452"/>
                  <a:pt x="347558" y="37452"/>
                </a:cubicBezTo>
                <a:cubicBezTo>
                  <a:pt x="365745" y="37452"/>
                  <a:pt x="369450" y="40312"/>
                  <a:pt x="370966" y="61682"/>
                </a:cubicBezTo>
                <a:lnTo>
                  <a:pt x="375175" y="61682"/>
                </a:lnTo>
                <a:lnTo>
                  <a:pt x="372819" y="33243"/>
                </a:lnTo>
                <a:close/>
                <a:moveTo>
                  <a:pt x="487996" y="14995"/>
                </a:moveTo>
                <a:cubicBezTo>
                  <a:pt x="482441" y="9265"/>
                  <a:pt x="472168" y="0"/>
                  <a:pt x="454824" y="0"/>
                </a:cubicBezTo>
                <a:cubicBezTo>
                  <a:pt x="421650" y="0"/>
                  <a:pt x="393361" y="26961"/>
                  <a:pt x="393361" y="61173"/>
                </a:cubicBezTo>
                <a:cubicBezTo>
                  <a:pt x="393361" y="95552"/>
                  <a:pt x="421650" y="122511"/>
                  <a:pt x="454991" y="122511"/>
                </a:cubicBezTo>
                <a:cubicBezTo>
                  <a:pt x="483450" y="122511"/>
                  <a:pt x="501300" y="99597"/>
                  <a:pt x="501300" y="79542"/>
                </a:cubicBezTo>
                <a:cubicBezTo>
                  <a:pt x="501300" y="77857"/>
                  <a:pt x="501300" y="76677"/>
                  <a:pt x="499111" y="76677"/>
                </a:cubicBezTo>
                <a:cubicBezTo>
                  <a:pt x="497259" y="76677"/>
                  <a:pt x="497259" y="77687"/>
                  <a:pt x="497089" y="79373"/>
                </a:cubicBezTo>
                <a:cubicBezTo>
                  <a:pt x="495743" y="103811"/>
                  <a:pt x="476040" y="117292"/>
                  <a:pt x="457180" y="117292"/>
                </a:cubicBezTo>
                <a:cubicBezTo>
                  <a:pt x="442362" y="117292"/>
                  <a:pt x="410704" y="108528"/>
                  <a:pt x="410704" y="61340"/>
                </a:cubicBezTo>
                <a:cubicBezTo>
                  <a:pt x="410704" y="11627"/>
                  <a:pt x="445225" y="5221"/>
                  <a:pt x="456844" y="5221"/>
                </a:cubicBezTo>
                <a:cubicBezTo>
                  <a:pt x="474863" y="5221"/>
                  <a:pt x="492037" y="19209"/>
                  <a:pt x="495912" y="45163"/>
                </a:cubicBezTo>
                <a:cubicBezTo>
                  <a:pt x="496249" y="47522"/>
                  <a:pt x="496416" y="48028"/>
                  <a:pt x="498605" y="48028"/>
                </a:cubicBezTo>
                <a:cubicBezTo>
                  <a:pt x="501300" y="48028"/>
                  <a:pt x="501300" y="47522"/>
                  <a:pt x="501300" y="43984"/>
                </a:cubicBezTo>
                <a:lnTo>
                  <a:pt x="501300" y="4042"/>
                </a:lnTo>
                <a:cubicBezTo>
                  <a:pt x="501300" y="1179"/>
                  <a:pt x="501300" y="0"/>
                  <a:pt x="499448" y="0"/>
                </a:cubicBezTo>
                <a:cubicBezTo>
                  <a:pt x="498774" y="0"/>
                  <a:pt x="498101" y="0"/>
                  <a:pt x="496752" y="2022"/>
                </a:cubicBezTo>
                <a:lnTo>
                  <a:pt x="487996" y="14995"/>
                </a:lnTo>
                <a:close/>
                <a:moveTo>
                  <a:pt x="612100" y="75737"/>
                </a:moveTo>
                <a:cubicBezTo>
                  <a:pt x="612100" y="50646"/>
                  <a:pt x="592061" y="29764"/>
                  <a:pt x="567140" y="29764"/>
                </a:cubicBezTo>
                <a:cubicBezTo>
                  <a:pt x="542050" y="29764"/>
                  <a:pt x="522180" y="50646"/>
                  <a:pt x="522180" y="75737"/>
                </a:cubicBezTo>
                <a:cubicBezTo>
                  <a:pt x="522180" y="101161"/>
                  <a:pt x="542556" y="121031"/>
                  <a:pt x="567140" y="121031"/>
                </a:cubicBezTo>
                <a:cubicBezTo>
                  <a:pt x="591725" y="121031"/>
                  <a:pt x="612100" y="101161"/>
                  <a:pt x="612100" y="75737"/>
                </a:cubicBezTo>
                <a:moveTo>
                  <a:pt x="567140" y="116655"/>
                </a:moveTo>
                <a:cubicBezTo>
                  <a:pt x="555185" y="116655"/>
                  <a:pt x="536662" y="107056"/>
                  <a:pt x="536662" y="73884"/>
                </a:cubicBezTo>
                <a:cubicBezTo>
                  <a:pt x="536662" y="42226"/>
                  <a:pt x="555858" y="33976"/>
                  <a:pt x="567140" y="33976"/>
                </a:cubicBezTo>
                <a:cubicBezTo>
                  <a:pt x="578590" y="33976"/>
                  <a:pt x="597619" y="42396"/>
                  <a:pt x="597619" y="73884"/>
                </a:cubicBezTo>
                <a:cubicBezTo>
                  <a:pt x="597619" y="107056"/>
                  <a:pt x="579096" y="116655"/>
                  <a:pt x="567140" y="116655"/>
                </a:cubicBezTo>
                <a:close/>
                <a:moveTo>
                  <a:pt x="653020" y="34420"/>
                </a:moveTo>
                <a:cubicBezTo>
                  <a:pt x="651504" y="32231"/>
                  <a:pt x="651167" y="32231"/>
                  <a:pt x="647968" y="32231"/>
                </a:cubicBezTo>
                <a:lnTo>
                  <a:pt x="627762" y="32231"/>
                </a:lnTo>
                <a:lnTo>
                  <a:pt x="627762" y="36442"/>
                </a:lnTo>
                <a:cubicBezTo>
                  <a:pt x="631801" y="36442"/>
                  <a:pt x="636516" y="36442"/>
                  <a:pt x="639885" y="37622"/>
                </a:cubicBezTo>
                <a:lnTo>
                  <a:pt x="639885" y="101732"/>
                </a:lnTo>
                <a:cubicBezTo>
                  <a:pt x="639885" y="105601"/>
                  <a:pt x="639885" y="114520"/>
                  <a:pt x="627762" y="114520"/>
                </a:cubicBezTo>
                <a:lnTo>
                  <a:pt x="627762" y="118729"/>
                </a:lnTo>
                <a:cubicBezTo>
                  <a:pt x="631298" y="118562"/>
                  <a:pt x="638875" y="118225"/>
                  <a:pt x="642243" y="118225"/>
                </a:cubicBezTo>
                <a:cubicBezTo>
                  <a:pt x="644769" y="118225"/>
                  <a:pt x="652513" y="118392"/>
                  <a:pt x="656725" y="118729"/>
                </a:cubicBezTo>
                <a:lnTo>
                  <a:pt x="656725" y="114520"/>
                </a:lnTo>
                <a:cubicBezTo>
                  <a:pt x="644600" y="114520"/>
                  <a:pt x="644600" y="105601"/>
                  <a:pt x="644600" y="101732"/>
                </a:cubicBezTo>
                <a:lnTo>
                  <a:pt x="644600" y="41491"/>
                </a:lnTo>
                <a:lnTo>
                  <a:pt x="646285" y="43511"/>
                </a:lnTo>
                <a:lnTo>
                  <a:pt x="699159" y="116879"/>
                </a:lnTo>
                <a:cubicBezTo>
                  <a:pt x="700505" y="118729"/>
                  <a:pt x="701012" y="118729"/>
                  <a:pt x="702021" y="118729"/>
                </a:cubicBezTo>
                <a:cubicBezTo>
                  <a:pt x="704378" y="118729"/>
                  <a:pt x="704378" y="117552"/>
                  <a:pt x="704378" y="114353"/>
                </a:cubicBezTo>
                <a:lnTo>
                  <a:pt x="704378" y="49230"/>
                </a:lnTo>
                <a:cubicBezTo>
                  <a:pt x="704378" y="45361"/>
                  <a:pt x="704378" y="36442"/>
                  <a:pt x="716503" y="36442"/>
                </a:cubicBezTo>
                <a:lnTo>
                  <a:pt x="716503" y="32231"/>
                </a:lnTo>
                <a:cubicBezTo>
                  <a:pt x="712967" y="32401"/>
                  <a:pt x="705390" y="32737"/>
                  <a:pt x="702021" y="32737"/>
                </a:cubicBezTo>
                <a:cubicBezTo>
                  <a:pt x="699496" y="32737"/>
                  <a:pt x="691749" y="32570"/>
                  <a:pt x="687540" y="32231"/>
                </a:cubicBezTo>
                <a:lnTo>
                  <a:pt x="687540" y="36442"/>
                </a:lnTo>
                <a:cubicBezTo>
                  <a:pt x="699663" y="36442"/>
                  <a:pt x="699663" y="45361"/>
                  <a:pt x="699663" y="49230"/>
                </a:cubicBezTo>
                <a:lnTo>
                  <a:pt x="699663" y="99209"/>
                </a:lnTo>
                <a:lnTo>
                  <a:pt x="653020" y="34420"/>
                </a:lnTo>
                <a:close/>
                <a:moveTo>
                  <a:pt x="933191" y="4288"/>
                </a:moveTo>
                <a:lnTo>
                  <a:pt x="834514" y="4288"/>
                </a:lnTo>
                <a:lnTo>
                  <a:pt x="834514" y="9509"/>
                </a:lnTo>
                <a:lnTo>
                  <a:pt x="838556" y="9509"/>
                </a:lnTo>
                <a:cubicBezTo>
                  <a:pt x="851521" y="9509"/>
                  <a:pt x="851858" y="11359"/>
                  <a:pt x="851858" y="17416"/>
                </a:cubicBezTo>
                <a:lnTo>
                  <a:pt x="851858" y="105599"/>
                </a:lnTo>
                <a:cubicBezTo>
                  <a:pt x="851858" y="111658"/>
                  <a:pt x="851521" y="113510"/>
                  <a:pt x="838556" y="113510"/>
                </a:cubicBezTo>
                <a:lnTo>
                  <a:pt x="834514" y="113510"/>
                </a:lnTo>
                <a:lnTo>
                  <a:pt x="834514" y="118729"/>
                </a:lnTo>
                <a:lnTo>
                  <a:pt x="935717" y="118729"/>
                </a:lnTo>
                <a:lnTo>
                  <a:pt x="942790" y="75297"/>
                </a:lnTo>
                <a:lnTo>
                  <a:pt x="938579" y="75297"/>
                </a:lnTo>
                <a:cubicBezTo>
                  <a:pt x="934370" y="101053"/>
                  <a:pt x="930329" y="113510"/>
                  <a:pt x="900523" y="113510"/>
                </a:cubicBezTo>
                <a:lnTo>
                  <a:pt x="875096" y="113510"/>
                </a:lnTo>
                <a:cubicBezTo>
                  <a:pt x="867182" y="113510"/>
                  <a:pt x="866845" y="112331"/>
                  <a:pt x="866845" y="106776"/>
                </a:cubicBezTo>
                <a:lnTo>
                  <a:pt x="866845" y="61831"/>
                </a:lnTo>
                <a:lnTo>
                  <a:pt x="883346" y="61831"/>
                </a:lnTo>
                <a:cubicBezTo>
                  <a:pt x="900020" y="61831"/>
                  <a:pt x="902376" y="66883"/>
                  <a:pt x="902376" y="81526"/>
                </a:cubicBezTo>
                <a:lnTo>
                  <a:pt x="906584" y="81526"/>
                </a:lnTo>
                <a:lnTo>
                  <a:pt x="906584" y="36931"/>
                </a:lnTo>
                <a:lnTo>
                  <a:pt x="902376" y="36931"/>
                </a:lnTo>
                <a:cubicBezTo>
                  <a:pt x="902376" y="51566"/>
                  <a:pt x="900020" y="56612"/>
                  <a:pt x="883346" y="56612"/>
                </a:cubicBezTo>
                <a:lnTo>
                  <a:pt x="866845" y="56612"/>
                </a:lnTo>
                <a:lnTo>
                  <a:pt x="866845" y="16239"/>
                </a:lnTo>
                <a:cubicBezTo>
                  <a:pt x="866845" y="10686"/>
                  <a:pt x="867182" y="9509"/>
                  <a:pt x="875096" y="9509"/>
                </a:cubicBezTo>
                <a:lnTo>
                  <a:pt x="899177" y="9509"/>
                </a:lnTo>
                <a:cubicBezTo>
                  <a:pt x="925614" y="9509"/>
                  <a:pt x="931002" y="18089"/>
                  <a:pt x="933697" y="42144"/>
                </a:cubicBezTo>
                <a:lnTo>
                  <a:pt x="937906" y="42144"/>
                </a:lnTo>
                <a:lnTo>
                  <a:pt x="933191" y="4288"/>
                </a:lnTo>
                <a:close/>
                <a:moveTo>
                  <a:pt x="980341" y="45019"/>
                </a:moveTo>
                <a:cubicBezTo>
                  <a:pt x="978994" y="41992"/>
                  <a:pt x="978994" y="41656"/>
                  <a:pt x="978994" y="40983"/>
                </a:cubicBezTo>
                <a:cubicBezTo>
                  <a:pt x="978994" y="36442"/>
                  <a:pt x="984719" y="36442"/>
                  <a:pt x="987581" y="36442"/>
                </a:cubicBezTo>
                <a:lnTo>
                  <a:pt x="987581" y="32231"/>
                </a:lnTo>
                <a:cubicBezTo>
                  <a:pt x="983203" y="32401"/>
                  <a:pt x="973100" y="32737"/>
                  <a:pt x="969901" y="32737"/>
                </a:cubicBezTo>
                <a:cubicBezTo>
                  <a:pt x="965523" y="32737"/>
                  <a:pt x="958619" y="32570"/>
                  <a:pt x="954071" y="32231"/>
                </a:cubicBezTo>
                <a:lnTo>
                  <a:pt x="954071" y="36442"/>
                </a:lnTo>
                <a:cubicBezTo>
                  <a:pt x="963333" y="36442"/>
                  <a:pt x="964343" y="37619"/>
                  <a:pt x="966702" y="43169"/>
                </a:cubicBezTo>
                <a:lnTo>
                  <a:pt x="998021" y="117172"/>
                </a:lnTo>
                <a:cubicBezTo>
                  <a:pt x="999033" y="119361"/>
                  <a:pt x="999370" y="120538"/>
                  <a:pt x="1001559" y="120538"/>
                </a:cubicBezTo>
                <a:cubicBezTo>
                  <a:pt x="1003915" y="120538"/>
                  <a:pt x="1004252" y="119528"/>
                  <a:pt x="1005262" y="117172"/>
                </a:cubicBezTo>
                <a:lnTo>
                  <a:pt x="1034563" y="47542"/>
                </a:lnTo>
                <a:cubicBezTo>
                  <a:pt x="1039109" y="36946"/>
                  <a:pt x="1046686" y="36609"/>
                  <a:pt x="1049212" y="36442"/>
                </a:cubicBezTo>
                <a:lnTo>
                  <a:pt x="1049212" y="32231"/>
                </a:lnTo>
                <a:cubicBezTo>
                  <a:pt x="1045676" y="32570"/>
                  <a:pt x="1041131" y="32737"/>
                  <a:pt x="1037593" y="32737"/>
                </a:cubicBezTo>
                <a:cubicBezTo>
                  <a:pt x="1033047" y="32737"/>
                  <a:pt x="1028333" y="32570"/>
                  <a:pt x="1023785" y="32231"/>
                </a:cubicBezTo>
                <a:lnTo>
                  <a:pt x="1023785" y="36442"/>
                </a:lnTo>
                <a:cubicBezTo>
                  <a:pt x="1029679" y="36946"/>
                  <a:pt x="1030858" y="40479"/>
                  <a:pt x="1030858" y="43673"/>
                </a:cubicBezTo>
                <a:cubicBezTo>
                  <a:pt x="1030858" y="45523"/>
                  <a:pt x="1030352" y="46869"/>
                  <a:pt x="1029512" y="48719"/>
                </a:cubicBezTo>
                <a:lnTo>
                  <a:pt x="1005598" y="105565"/>
                </a:lnTo>
                <a:lnTo>
                  <a:pt x="980341" y="45019"/>
                </a:lnTo>
                <a:close/>
                <a:moveTo>
                  <a:pt x="1148020" y="75737"/>
                </a:moveTo>
                <a:cubicBezTo>
                  <a:pt x="1148020" y="50646"/>
                  <a:pt x="1127981" y="29764"/>
                  <a:pt x="1103060" y="29764"/>
                </a:cubicBezTo>
                <a:cubicBezTo>
                  <a:pt x="1077970" y="29764"/>
                  <a:pt x="1058100" y="50646"/>
                  <a:pt x="1058100" y="75737"/>
                </a:cubicBezTo>
                <a:cubicBezTo>
                  <a:pt x="1058100" y="101161"/>
                  <a:pt x="1078476" y="121031"/>
                  <a:pt x="1103060" y="121031"/>
                </a:cubicBezTo>
                <a:cubicBezTo>
                  <a:pt x="1127645" y="121031"/>
                  <a:pt x="1148020" y="101161"/>
                  <a:pt x="1148020" y="75737"/>
                </a:cubicBezTo>
                <a:moveTo>
                  <a:pt x="1103060" y="116655"/>
                </a:moveTo>
                <a:cubicBezTo>
                  <a:pt x="1091105" y="116655"/>
                  <a:pt x="1072581" y="107056"/>
                  <a:pt x="1072581" y="73884"/>
                </a:cubicBezTo>
                <a:cubicBezTo>
                  <a:pt x="1072581" y="42226"/>
                  <a:pt x="1091778" y="33976"/>
                  <a:pt x="1103060" y="33976"/>
                </a:cubicBezTo>
                <a:cubicBezTo>
                  <a:pt x="1114510" y="33976"/>
                  <a:pt x="1133539" y="42396"/>
                  <a:pt x="1133539" y="73884"/>
                </a:cubicBezTo>
                <a:cubicBezTo>
                  <a:pt x="1133539" y="107056"/>
                  <a:pt x="1115016" y="116655"/>
                  <a:pt x="1103060" y="116655"/>
                </a:cubicBezTo>
                <a:close/>
                <a:moveTo>
                  <a:pt x="1197526" y="48028"/>
                </a:moveTo>
                <a:cubicBezTo>
                  <a:pt x="1182878" y="44487"/>
                  <a:pt x="1179340" y="32861"/>
                  <a:pt x="1179340" y="26794"/>
                </a:cubicBezTo>
                <a:cubicBezTo>
                  <a:pt x="1179340" y="15334"/>
                  <a:pt x="1188939" y="4717"/>
                  <a:pt x="1203254" y="4717"/>
                </a:cubicBezTo>
                <a:cubicBezTo>
                  <a:pt x="1226492" y="4717"/>
                  <a:pt x="1235415" y="21737"/>
                  <a:pt x="1237772" y="38927"/>
                </a:cubicBezTo>
                <a:cubicBezTo>
                  <a:pt x="1238111" y="41119"/>
                  <a:pt x="1238111" y="41962"/>
                  <a:pt x="1239961" y="41962"/>
                </a:cubicBezTo>
                <a:cubicBezTo>
                  <a:pt x="1242150" y="41962"/>
                  <a:pt x="1242150" y="41119"/>
                  <a:pt x="1242150" y="37917"/>
                </a:cubicBezTo>
                <a:lnTo>
                  <a:pt x="1242150" y="4042"/>
                </a:lnTo>
                <a:cubicBezTo>
                  <a:pt x="1242150" y="1179"/>
                  <a:pt x="1242150" y="0"/>
                  <a:pt x="1240297" y="0"/>
                </a:cubicBezTo>
                <a:cubicBezTo>
                  <a:pt x="1239121" y="0"/>
                  <a:pt x="1239121" y="170"/>
                  <a:pt x="1237772" y="2189"/>
                </a:cubicBezTo>
                <a:lnTo>
                  <a:pt x="1231543" y="12130"/>
                </a:lnTo>
                <a:cubicBezTo>
                  <a:pt x="1226995" y="7582"/>
                  <a:pt x="1219249" y="0"/>
                  <a:pt x="1203084" y="0"/>
                </a:cubicBezTo>
                <a:cubicBezTo>
                  <a:pt x="1183551" y="0"/>
                  <a:pt x="1168564" y="14828"/>
                  <a:pt x="1168564" y="32691"/>
                </a:cubicBezTo>
                <a:cubicBezTo>
                  <a:pt x="1168564" y="43477"/>
                  <a:pt x="1174288" y="51060"/>
                  <a:pt x="1176478" y="53588"/>
                </a:cubicBezTo>
                <a:cubicBezTo>
                  <a:pt x="1184392" y="61846"/>
                  <a:pt x="1189446" y="63026"/>
                  <a:pt x="1203421" y="66397"/>
                </a:cubicBezTo>
                <a:cubicBezTo>
                  <a:pt x="1206116" y="67070"/>
                  <a:pt x="1208978" y="67576"/>
                  <a:pt x="1211671" y="68252"/>
                </a:cubicBezTo>
                <a:cubicBezTo>
                  <a:pt x="1221607" y="70611"/>
                  <a:pt x="1224976" y="71454"/>
                  <a:pt x="1230194" y="77183"/>
                </a:cubicBezTo>
                <a:cubicBezTo>
                  <a:pt x="1231207" y="78363"/>
                  <a:pt x="1236258" y="84093"/>
                  <a:pt x="1236258" y="93194"/>
                </a:cubicBezTo>
                <a:cubicBezTo>
                  <a:pt x="1236258" y="105157"/>
                  <a:pt x="1227332" y="117292"/>
                  <a:pt x="1212008" y="117292"/>
                </a:cubicBezTo>
                <a:cubicBezTo>
                  <a:pt x="1204937" y="117292"/>
                  <a:pt x="1193654" y="115943"/>
                  <a:pt x="1184392" y="108698"/>
                </a:cubicBezTo>
                <a:cubicBezTo>
                  <a:pt x="1173448" y="100103"/>
                  <a:pt x="1172942" y="87800"/>
                  <a:pt x="1172775" y="82070"/>
                </a:cubicBezTo>
                <a:cubicBezTo>
                  <a:pt x="1172605" y="80891"/>
                  <a:pt x="1171596" y="80555"/>
                  <a:pt x="1170753" y="80555"/>
                </a:cubicBezTo>
                <a:cubicBezTo>
                  <a:pt x="1168564" y="80555"/>
                  <a:pt x="1168564" y="81734"/>
                  <a:pt x="1168564" y="84766"/>
                </a:cubicBezTo>
                <a:lnTo>
                  <a:pt x="1168564" y="118472"/>
                </a:lnTo>
                <a:cubicBezTo>
                  <a:pt x="1168564" y="121334"/>
                  <a:pt x="1168564" y="122511"/>
                  <a:pt x="1170416" y="122511"/>
                </a:cubicBezTo>
                <a:cubicBezTo>
                  <a:pt x="1171596" y="122511"/>
                  <a:pt x="1171932" y="122007"/>
                  <a:pt x="1172942" y="120491"/>
                </a:cubicBezTo>
                <a:lnTo>
                  <a:pt x="1179173" y="110383"/>
                </a:lnTo>
                <a:cubicBezTo>
                  <a:pt x="1183888" y="115270"/>
                  <a:pt x="1194834" y="122511"/>
                  <a:pt x="1212177" y="122511"/>
                </a:cubicBezTo>
                <a:cubicBezTo>
                  <a:pt x="1233226" y="122511"/>
                  <a:pt x="1247034" y="105496"/>
                  <a:pt x="1247034" y="87631"/>
                </a:cubicBezTo>
                <a:cubicBezTo>
                  <a:pt x="1247034" y="74149"/>
                  <a:pt x="1238951" y="58139"/>
                  <a:pt x="1220428" y="53588"/>
                </a:cubicBezTo>
                <a:lnTo>
                  <a:pt x="1197526" y="48028"/>
                </a:lnTo>
                <a:close/>
                <a:moveTo>
                  <a:pt x="1290816" y="44346"/>
                </a:moveTo>
                <a:cubicBezTo>
                  <a:pt x="1290816" y="37450"/>
                  <a:pt x="1291656" y="36442"/>
                  <a:pt x="1302939" y="36442"/>
                </a:cubicBezTo>
                <a:lnTo>
                  <a:pt x="1302939" y="32231"/>
                </a:lnTo>
                <a:cubicBezTo>
                  <a:pt x="1298057" y="32401"/>
                  <a:pt x="1288458" y="32737"/>
                  <a:pt x="1284752" y="32737"/>
                </a:cubicBezTo>
                <a:cubicBezTo>
                  <a:pt x="1281050" y="32737"/>
                  <a:pt x="1271620" y="32401"/>
                  <a:pt x="1266568" y="32231"/>
                </a:cubicBezTo>
                <a:lnTo>
                  <a:pt x="1266568" y="36442"/>
                </a:lnTo>
                <a:cubicBezTo>
                  <a:pt x="1278018" y="36442"/>
                  <a:pt x="1278691" y="37450"/>
                  <a:pt x="1278691" y="44683"/>
                </a:cubicBezTo>
                <a:lnTo>
                  <a:pt x="1278691" y="81171"/>
                </a:lnTo>
                <a:cubicBezTo>
                  <a:pt x="1278691" y="85377"/>
                  <a:pt x="1278691" y="91598"/>
                  <a:pt x="1279028" y="93785"/>
                </a:cubicBezTo>
                <a:cubicBezTo>
                  <a:pt x="1280544" y="107405"/>
                  <a:pt x="1294015" y="121031"/>
                  <a:pt x="1312705" y="121031"/>
                </a:cubicBezTo>
                <a:cubicBezTo>
                  <a:pt x="1332241" y="121031"/>
                  <a:pt x="1343017" y="103875"/>
                  <a:pt x="1343184" y="91598"/>
                </a:cubicBezTo>
                <a:lnTo>
                  <a:pt x="1343184" y="46867"/>
                </a:lnTo>
                <a:cubicBezTo>
                  <a:pt x="1343354" y="40142"/>
                  <a:pt x="1347732" y="36442"/>
                  <a:pt x="1355309" y="36442"/>
                </a:cubicBezTo>
                <a:lnTo>
                  <a:pt x="1355309" y="32231"/>
                </a:lnTo>
                <a:cubicBezTo>
                  <a:pt x="1351100" y="32570"/>
                  <a:pt x="1342174" y="32737"/>
                  <a:pt x="1341164" y="32737"/>
                </a:cubicBezTo>
                <a:cubicBezTo>
                  <a:pt x="1336450" y="32737"/>
                  <a:pt x="1331568" y="32570"/>
                  <a:pt x="1326850" y="32231"/>
                </a:cubicBezTo>
                <a:lnTo>
                  <a:pt x="1326850" y="36442"/>
                </a:lnTo>
                <a:cubicBezTo>
                  <a:pt x="1338975" y="36442"/>
                  <a:pt x="1338975" y="45353"/>
                  <a:pt x="1338975" y="49223"/>
                </a:cubicBezTo>
                <a:lnTo>
                  <a:pt x="1338975" y="88741"/>
                </a:lnTo>
                <a:cubicBezTo>
                  <a:pt x="1338975" y="108245"/>
                  <a:pt x="1324494" y="116822"/>
                  <a:pt x="1313045" y="116822"/>
                </a:cubicBezTo>
                <a:cubicBezTo>
                  <a:pt x="1307990" y="116822"/>
                  <a:pt x="1290816" y="114805"/>
                  <a:pt x="1290816" y="89581"/>
                </a:cubicBezTo>
                <a:lnTo>
                  <a:pt x="1290816" y="44346"/>
                </a:lnTo>
                <a:close/>
                <a:moveTo>
                  <a:pt x="1394040" y="44521"/>
                </a:moveTo>
                <a:cubicBezTo>
                  <a:pt x="1394040" y="37285"/>
                  <a:pt x="1394880" y="36442"/>
                  <a:pt x="1406838" y="36442"/>
                </a:cubicBezTo>
                <a:lnTo>
                  <a:pt x="1406838" y="32231"/>
                </a:lnTo>
                <a:cubicBezTo>
                  <a:pt x="1401111" y="32401"/>
                  <a:pt x="1392354" y="32737"/>
                  <a:pt x="1387976" y="32737"/>
                </a:cubicBezTo>
                <a:cubicBezTo>
                  <a:pt x="1383600" y="32737"/>
                  <a:pt x="1374844" y="32401"/>
                  <a:pt x="1369116" y="32231"/>
                </a:cubicBezTo>
                <a:lnTo>
                  <a:pt x="1369116" y="36442"/>
                </a:lnTo>
                <a:cubicBezTo>
                  <a:pt x="1381072" y="36442"/>
                  <a:pt x="1381915" y="37285"/>
                  <a:pt x="1381915" y="44521"/>
                </a:cubicBezTo>
                <a:lnTo>
                  <a:pt x="1381915" y="106444"/>
                </a:lnTo>
                <a:cubicBezTo>
                  <a:pt x="1381915" y="113680"/>
                  <a:pt x="1381072" y="114520"/>
                  <a:pt x="1369116" y="114520"/>
                </a:cubicBezTo>
                <a:lnTo>
                  <a:pt x="1369116" y="118729"/>
                </a:lnTo>
                <a:cubicBezTo>
                  <a:pt x="1374844" y="118562"/>
                  <a:pt x="1383600" y="118225"/>
                  <a:pt x="1387976" y="118225"/>
                </a:cubicBezTo>
                <a:cubicBezTo>
                  <a:pt x="1392354" y="118225"/>
                  <a:pt x="1401111" y="118562"/>
                  <a:pt x="1406838" y="118729"/>
                </a:cubicBezTo>
                <a:lnTo>
                  <a:pt x="1406838" y="114520"/>
                </a:lnTo>
                <a:cubicBezTo>
                  <a:pt x="1394880" y="114520"/>
                  <a:pt x="1394040" y="113680"/>
                  <a:pt x="1394040" y="106444"/>
                </a:cubicBezTo>
                <a:lnTo>
                  <a:pt x="1394040" y="44521"/>
                </a:lnTo>
                <a:close/>
                <a:moveTo>
                  <a:pt x="1504505" y="33243"/>
                </a:moveTo>
                <a:lnTo>
                  <a:pt x="1421823" y="33243"/>
                </a:lnTo>
                <a:lnTo>
                  <a:pt x="1419467" y="61682"/>
                </a:lnTo>
                <a:lnTo>
                  <a:pt x="1423676" y="61682"/>
                </a:lnTo>
                <a:cubicBezTo>
                  <a:pt x="1425192" y="40482"/>
                  <a:pt x="1428560" y="37452"/>
                  <a:pt x="1447250" y="37452"/>
                </a:cubicBezTo>
                <a:cubicBezTo>
                  <a:pt x="1456680" y="37452"/>
                  <a:pt x="1457186" y="37452"/>
                  <a:pt x="1457186" y="44688"/>
                </a:cubicBezTo>
                <a:lnTo>
                  <a:pt x="1457186" y="105938"/>
                </a:lnTo>
                <a:cubicBezTo>
                  <a:pt x="1457186" y="112670"/>
                  <a:pt x="1456513" y="114520"/>
                  <a:pt x="1443545" y="114520"/>
                </a:cubicBezTo>
                <a:lnTo>
                  <a:pt x="1440010" y="114520"/>
                </a:lnTo>
                <a:lnTo>
                  <a:pt x="1440010" y="118729"/>
                </a:lnTo>
                <a:cubicBezTo>
                  <a:pt x="1446577" y="118225"/>
                  <a:pt x="1456513" y="118225"/>
                  <a:pt x="1463248" y="118225"/>
                </a:cubicBezTo>
                <a:cubicBezTo>
                  <a:pt x="1469985" y="118225"/>
                  <a:pt x="1479918" y="118225"/>
                  <a:pt x="1486486" y="118729"/>
                </a:cubicBezTo>
                <a:lnTo>
                  <a:pt x="1486486" y="114520"/>
                </a:lnTo>
                <a:lnTo>
                  <a:pt x="1482950" y="114520"/>
                </a:lnTo>
                <a:cubicBezTo>
                  <a:pt x="1469985" y="114520"/>
                  <a:pt x="1469309" y="112670"/>
                  <a:pt x="1469309" y="105938"/>
                </a:cubicBezTo>
                <a:lnTo>
                  <a:pt x="1469309" y="44688"/>
                </a:lnTo>
                <a:cubicBezTo>
                  <a:pt x="1469309" y="37452"/>
                  <a:pt x="1469815" y="37452"/>
                  <a:pt x="1479245" y="37452"/>
                </a:cubicBezTo>
                <a:cubicBezTo>
                  <a:pt x="1497431" y="37452"/>
                  <a:pt x="1501137" y="40312"/>
                  <a:pt x="1502653" y="61682"/>
                </a:cubicBezTo>
                <a:lnTo>
                  <a:pt x="1506861" y="61682"/>
                </a:lnTo>
                <a:lnTo>
                  <a:pt x="1504505" y="33243"/>
                </a:lnTo>
                <a:close/>
                <a:moveTo>
                  <a:pt x="1595098" y="32737"/>
                </a:moveTo>
                <a:lnTo>
                  <a:pt x="1520165" y="32737"/>
                </a:lnTo>
                <a:lnTo>
                  <a:pt x="1520165" y="36949"/>
                </a:lnTo>
                <a:cubicBezTo>
                  <a:pt x="1531445" y="36949"/>
                  <a:pt x="1532288" y="37956"/>
                  <a:pt x="1532288" y="44852"/>
                </a:cubicBezTo>
                <a:lnTo>
                  <a:pt x="1532288" y="106609"/>
                </a:lnTo>
                <a:cubicBezTo>
                  <a:pt x="1532288" y="113510"/>
                  <a:pt x="1531445" y="114520"/>
                  <a:pt x="1520165" y="114520"/>
                </a:cubicBezTo>
                <a:lnTo>
                  <a:pt x="1520165" y="118729"/>
                </a:lnTo>
                <a:lnTo>
                  <a:pt x="1597120" y="118729"/>
                </a:lnTo>
                <a:lnTo>
                  <a:pt x="1602002" y="86071"/>
                </a:lnTo>
                <a:lnTo>
                  <a:pt x="1597793" y="86071"/>
                </a:lnTo>
                <a:cubicBezTo>
                  <a:pt x="1594931" y="106439"/>
                  <a:pt x="1590889" y="114520"/>
                  <a:pt x="1569334" y="114520"/>
                </a:cubicBezTo>
                <a:lnTo>
                  <a:pt x="1551148" y="114520"/>
                </a:lnTo>
                <a:cubicBezTo>
                  <a:pt x="1545253" y="114520"/>
                  <a:pt x="1544413" y="114016"/>
                  <a:pt x="1544413" y="107282"/>
                </a:cubicBezTo>
                <a:lnTo>
                  <a:pt x="1544413" y="76138"/>
                </a:lnTo>
                <a:lnTo>
                  <a:pt x="1556199" y="76138"/>
                </a:lnTo>
                <a:cubicBezTo>
                  <a:pt x="1568661" y="76138"/>
                  <a:pt x="1570681" y="79506"/>
                  <a:pt x="1570681" y="90783"/>
                </a:cubicBezTo>
                <a:lnTo>
                  <a:pt x="1574892" y="90783"/>
                </a:lnTo>
                <a:lnTo>
                  <a:pt x="1574892" y="57299"/>
                </a:lnTo>
                <a:lnTo>
                  <a:pt x="1570681" y="57299"/>
                </a:lnTo>
                <a:cubicBezTo>
                  <a:pt x="1570681" y="68565"/>
                  <a:pt x="1568661" y="71929"/>
                  <a:pt x="1556199" y="71929"/>
                </a:cubicBezTo>
                <a:lnTo>
                  <a:pt x="1544413" y="71929"/>
                </a:lnTo>
                <a:lnTo>
                  <a:pt x="1544413" y="44179"/>
                </a:lnTo>
                <a:cubicBezTo>
                  <a:pt x="1544413" y="37452"/>
                  <a:pt x="1545253" y="36949"/>
                  <a:pt x="1551148" y="36949"/>
                </a:cubicBezTo>
                <a:lnTo>
                  <a:pt x="1568324" y="36949"/>
                </a:lnTo>
                <a:cubicBezTo>
                  <a:pt x="1587857" y="36949"/>
                  <a:pt x="1592236" y="42833"/>
                  <a:pt x="1594088" y="61166"/>
                </a:cubicBezTo>
                <a:lnTo>
                  <a:pt x="1598297" y="61166"/>
                </a:lnTo>
                <a:lnTo>
                  <a:pt x="1595098" y="32737"/>
                </a:lnTo>
                <a:close/>
              </a:path>
            </a:pathLst>
          </a:custGeom>
          <a:solidFill xmlns:a="http://schemas.openxmlformats.org/drawingml/2006/main">
            <a:srgbClr val="000000"/>
          </a:solidFill>
          <a:ln xmlns:a="http://schemas.openxmlformats.org/drawingml/2006/main" w="0" cap="flat">
            <a:noFill/>
            <a:miter/>
          </a:ln>
        </p:spPr>
      </p:sp>
      <p:sp>
        <p:nvSpPr>
          <p:cNvPr id="14" name="Text EvoFuzz">
            <a:extLst xmlns:a="http://schemas.openxmlformats.org/drawingml/2006/main">
              <a:ext uri="{FF2B5EF4-FFF2-40B4-BE49-F238E27FC236}">
                <a16:creationId xmlns:a16="http://schemas.microsoft.com/office/drawing/2014/main" id="{1AF7884B-AC99-43DE-B063-DC6BEFC0463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394045" y="4090928"/>
            <a:ext cx="706192" cy="116742"/>
          </a:xfrm>
          <a:custGeom xmlns:a="http://schemas.openxmlformats.org/drawingml/2006/main">
            <a:pathLst>
              <a:path w="706192" h="116742">
                <a:moveTo>
                  <a:pt x="98677" y="0"/>
                </a:moveTo>
                <a:lnTo>
                  <a:pt x="0" y="0"/>
                </a:lnTo>
                <a:lnTo>
                  <a:pt x="0" y="5221"/>
                </a:lnTo>
                <a:lnTo>
                  <a:pt x="4042" y="5221"/>
                </a:lnTo>
                <a:cubicBezTo>
                  <a:pt x="17007" y="5221"/>
                  <a:pt x="17344" y="7071"/>
                  <a:pt x="17344" y="13127"/>
                </a:cubicBezTo>
                <a:lnTo>
                  <a:pt x="17344" y="101310"/>
                </a:lnTo>
                <a:cubicBezTo>
                  <a:pt x="17344" y="107369"/>
                  <a:pt x="17007" y="109222"/>
                  <a:pt x="4042" y="109222"/>
                </a:cubicBezTo>
                <a:lnTo>
                  <a:pt x="0" y="109222"/>
                </a:lnTo>
                <a:lnTo>
                  <a:pt x="0" y="114440"/>
                </a:lnTo>
                <a:lnTo>
                  <a:pt x="101203" y="114440"/>
                </a:lnTo>
                <a:lnTo>
                  <a:pt x="108276" y="71009"/>
                </a:lnTo>
                <a:lnTo>
                  <a:pt x="104065" y="71009"/>
                </a:lnTo>
                <a:cubicBezTo>
                  <a:pt x="99856" y="96765"/>
                  <a:pt x="95814" y="109222"/>
                  <a:pt x="66009" y="109222"/>
                </a:cubicBezTo>
                <a:lnTo>
                  <a:pt x="40582" y="109222"/>
                </a:lnTo>
                <a:cubicBezTo>
                  <a:pt x="32668" y="109222"/>
                  <a:pt x="32331" y="108042"/>
                  <a:pt x="32331" y="102487"/>
                </a:cubicBezTo>
                <a:lnTo>
                  <a:pt x="32331" y="57543"/>
                </a:lnTo>
                <a:lnTo>
                  <a:pt x="48832" y="57543"/>
                </a:lnTo>
                <a:cubicBezTo>
                  <a:pt x="65505" y="57543"/>
                  <a:pt x="67861" y="62594"/>
                  <a:pt x="67861" y="77237"/>
                </a:cubicBezTo>
                <a:lnTo>
                  <a:pt x="72070" y="77237"/>
                </a:lnTo>
                <a:lnTo>
                  <a:pt x="72070" y="32642"/>
                </a:lnTo>
                <a:lnTo>
                  <a:pt x="67861" y="32642"/>
                </a:lnTo>
                <a:cubicBezTo>
                  <a:pt x="67861" y="47278"/>
                  <a:pt x="65505" y="52324"/>
                  <a:pt x="48832" y="52324"/>
                </a:cubicBezTo>
                <a:lnTo>
                  <a:pt x="32331" y="52324"/>
                </a:lnTo>
                <a:lnTo>
                  <a:pt x="32331" y="11950"/>
                </a:lnTo>
                <a:cubicBezTo>
                  <a:pt x="32331" y="6398"/>
                  <a:pt x="32668" y="5221"/>
                  <a:pt x="40582" y="5221"/>
                </a:cubicBezTo>
                <a:lnTo>
                  <a:pt x="64663" y="5221"/>
                </a:lnTo>
                <a:cubicBezTo>
                  <a:pt x="91099" y="5221"/>
                  <a:pt x="96488" y="13800"/>
                  <a:pt x="99183" y="37856"/>
                </a:cubicBezTo>
                <a:lnTo>
                  <a:pt x="103392" y="37856"/>
                </a:lnTo>
                <a:lnTo>
                  <a:pt x="98677" y="0"/>
                </a:lnTo>
                <a:close/>
                <a:moveTo>
                  <a:pt x="145827" y="40731"/>
                </a:moveTo>
                <a:cubicBezTo>
                  <a:pt x="144480" y="37704"/>
                  <a:pt x="144480" y="37367"/>
                  <a:pt x="144480" y="36694"/>
                </a:cubicBezTo>
                <a:cubicBezTo>
                  <a:pt x="144480" y="32154"/>
                  <a:pt x="150205" y="32154"/>
                  <a:pt x="153067" y="32154"/>
                </a:cubicBezTo>
                <a:lnTo>
                  <a:pt x="153067" y="27943"/>
                </a:lnTo>
                <a:cubicBezTo>
                  <a:pt x="148689" y="28112"/>
                  <a:pt x="138586" y="28449"/>
                  <a:pt x="135387" y="28449"/>
                </a:cubicBezTo>
                <a:cubicBezTo>
                  <a:pt x="131009" y="28449"/>
                  <a:pt x="124105" y="28282"/>
                  <a:pt x="119557" y="27943"/>
                </a:cubicBezTo>
                <a:lnTo>
                  <a:pt x="119557" y="32154"/>
                </a:lnTo>
                <a:cubicBezTo>
                  <a:pt x="128820" y="32154"/>
                  <a:pt x="129829" y="33331"/>
                  <a:pt x="132188" y="38881"/>
                </a:cubicBezTo>
                <a:lnTo>
                  <a:pt x="163507" y="112883"/>
                </a:lnTo>
                <a:cubicBezTo>
                  <a:pt x="164519" y="115072"/>
                  <a:pt x="164856" y="116249"/>
                  <a:pt x="167045" y="116249"/>
                </a:cubicBezTo>
                <a:cubicBezTo>
                  <a:pt x="169401" y="116249"/>
                  <a:pt x="169738" y="115239"/>
                  <a:pt x="170748" y="112883"/>
                </a:cubicBezTo>
                <a:lnTo>
                  <a:pt x="200050" y="43254"/>
                </a:lnTo>
                <a:cubicBezTo>
                  <a:pt x="204595" y="32658"/>
                  <a:pt x="212172" y="32321"/>
                  <a:pt x="214698" y="32154"/>
                </a:cubicBezTo>
                <a:lnTo>
                  <a:pt x="214698" y="27943"/>
                </a:lnTo>
                <a:cubicBezTo>
                  <a:pt x="211162" y="28282"/>
                  <a:pt x="206617" y="28449"/>
                  <a:pt x="203079" y="28449"/>
                </a:cubicBezTo>
                <a:cubicBezTo>
                  <a:pt x="198534" y="28449"/>
                  <a:pt x="193819" y="28282"/>
                  <a:pt x="189271" y="27943"/>
                </a:cubicBezTo>
                <a:lnTo>
                  <a:pt x="189271" y="32154"/>
                </a:lnTo>
                <a:cubicBezTo>
                  <a:pt x="195165" y="32658"/>
                  <a:pt x="196345" y="36191"/>
                  <a:pt x="196345" y="39384"/>
                </a:cubicBezTo>
                <a:cubicBezTo>
                  <a:pt x="196345" y="41234"/>
                  <a:pt x="195838" y="42581"/>
                  <a:pt x="194998" y="44431"/>
                </a:cubicBezTo>
                <a:lnTo>
                  <a:pt x="171084" y="101277"/>
                </a:lnTo>
                <a:lnTo>
                  <a:pt x="145827" y="40731"/>
                </a:lnTo>
                <a:close/>
                <a:moveTo>
                  <a:pt x="313506" y="71448"/>
                </a:moveTo>
                <a:cubicBezTo>
                  <a:pt x="313506" y="46358"/>
                  <a:pt x="293467" y="25476"/>
                  <a:pt x="268546" y="25476"/>
                </a:cubicBezTo>
                <a:cubicBezTo>
                  <a:pt x="243456" y="25476"/>
                  <a:pt x="223586" y="46358"/>
                  <a:pt x="223586" y="71448"/>
                </a:cubicBezTo>
                <a:cubicBezTo>
                  <a:pt x="223586" y="96873"/>
                  <a:pt x="243962" y="116742"/>
                  <a:pt x="268546" y="116742"/>
                </a:cubicBezTo>
                <a:cubicBezTo>
                  <a:pt x="293131" y="116742"/>
                  <a:pt x="313506" y="96873"/>
                  <a:pt x="313506" y="71448"/>
                </a:cubicBezTo>
                <a:moveTo>
                  <a:pt x="268546" y="112367"/>
                </a:moveTo>
                <a:cubicBezTo>
                  <a:pt x="256591" y="112367"/>
                  <a:pt x="238068" y="102767"/>
                  <a:pt x="238068" y="69596"/>
                </a:cubicBezTo>
                <a:cubicBezTo>
                  <a:pt x="238068" y="37938"/>
                  <a:pt x="257264" y="29687"/>
                  <a:pt x="268546" y="29687"/>
                </a:cubicBezTo>
                <a:cubicBezTo>
                  <a:pt x="279996" y="29687"/>
                  <a:pt x="299025" y="38107"/>
                  <a:pt x="299025" y="69596"/>
                </a:cubicBezTo>
                <a:cubicBezTo>
                  <a:pt x="299025" y="102767"/>
                  <a:pt x="280502" y="112367"/>
                  <a:pt x="268546" y="112367"/>
                </a:cubicBezTo>
                <a:close/>
                <a:moveTo>
                  <a:pt x="427172" y="0"/>
                </a:moveTo>
                <a:lnTo>
                  <a:pt x="331188" y="0"/>
                </a:lnTo>
                <a:lnTo>
                  <a:pt x="331188" y="5221"/>
                </a:lnTo>
                <a:lnTo>
                  <a:pt x="335229" y="5221"/>
                </a:lnTo>
                <a:cubicBezTo>
                  <a:pt x="348195" y="5221"/>
                  <a:pt x="348531" y="7074"/>
                  <a:pt x="348531" y="13138"/>
                </a:cubicBezTo>
                <a:lnTo>
                  <a:pt x="348531" y="101321"/>
                </a:lnTo>
                <a:cubicBezTo>
                  <a:pt x="348531" y="107372"/>
                  <a:pt x="348195" y="109222"/>
                  <a:pt x="335229" y="109222"/>
                </a:cubicBezTo>
                <a:lnTo>
                  <a:pt x="331188" y="109222"/>
                </a:lnTo>
                <a:lnTo>
                  <a:pt x="331188" y="114440"/>
                </a:lnTo>
                <a:cubicBezTo>
                  <a:pt x="337082" y="113937"/>
                  <a:pt x="350217" y="113937"/>
                  <a:pt x="356782" y="113937"/>
                </a:cubicBezTo>
                <a:cubicBezTo>
                  <a:pt x="363686" y="113937"/>
                  <a:pt x="379010" y="113937"/>
                  <a:pt x="385074" y="114440"/>
                </a:cubicBezTo>
                <a:lnTo>
                  <a:pt x="385074" y="109222"/>
                </a:lnTo>
                <a:lnTo>
                  <a:pt x="379516" y="109222"/>
                </a:lnTo>
                <a:cubicBezTo>
                  <a:pt x="363519" y="109222"/>
                  <a:pt x="363519" y="107035"/>
                  <a:pt x="363519" y="101154"/>
                </a:cubicBezTo>
                <a:lnTo>
                  <a:pt x="363519" y="59804"/>
                </a:lnTo>
                <a:lnTo>
                  <a:pt x="379347" y="59804"/>
                </a:lnTo>
                <a:cubicBezTo>
                  <a:pt x="395850" y="59804"/>
                  <a:pt x="397870" y="65015"/>
                  <a:pt x="397870" y="79470"/>
                </a:cubicBezTo>
                <a:lnTo>
                  <a:pt x="402081" y="79470"/>
                </a:lnTo>
                <a:lnTo>
                  <a:pt x="402081" y="34872"/>
                </a:lnTo>
                <a:lnTo>
                  <a:pt x="397870" y="34872"/>
                </a:lnTo>
                <a:cubicBezTo>
                  <a:pt x="397870" y="49362"/>
                  <a:pt x="395850" y="54583"/>
                  <a:pt x="379347" y="54583"/>
                </a:cubicBezTo>
                <a:lnTo>
                  <a:pt x="363519" y="54583"/>
                </a:lnTo>
                <a:lnTo>
                  <a:pt x="363519" y="11958"/>
                </a:lnTo>
                <a:cubicBezTo>
                  <a:pt x="363519" y="6400"/>
                  <a:pt x="363856" y="5221"/>
                  <a:pt x="371769" y="5221"/>
                </a:cubicBezTo>
                <a:lnTo>
                  <a:pt x="394167" y="5221"/>
                </a:lnTo>
                <a:cubicBezTo>
                  <a:pt x="420268" y="5221"/>
                  <a:pt x="424982" y="14317"/>
                  <a:pt x="427675" y="37904"/>
                </a:cubicBezTo>
                <a:lnTo>
                  <a:pt x="431887" y="37904"/>
                </a:lnTo>
                <a:lnTo>
                  <a:pt x="427172" y="0"/>
                </a:lnTo>
                <a:close/>
                <a:moveTo>
                  <a:pt x="473310" y="40058"/>
                </a:moveTo>
                <a:cubicBezTo>
                  <a:pt x="473310" y="33161"/>
                  <a:pt x="474150" y="32154"/>
                  <a:pt x="485433" y="32154"/>
                </a:cubicBezTo>
                <a:lnTo>
                  <a:pt x="485433" y="27943"/>
                </a:lnTo>
                <a:cubicBezTo>
                  <a:pt x="480551" y="28112"/>
                  <a:pt x="470951" y="28449"/>
                  <a:pt x="467246" y="28449"/>
                </a:cubicBezTo>
                <a:cubicBezTo>
                  <a:pt x="463544" y="28449"/>
                  <a:pt x="454114" y="28112"/>
                  <a:pt x="449062" y="27943"/>
                </a:cubicBezTo>
                <a:lnTo>
                  <a:pt x="449062" y="32154"/>
                </a:lnTo>
                <a:cubicBezTo>
                  <a:pt x="460512" y="32154"/>
                  <a:pt x="461185" y="33161"/>
                  <a:pt x="461185" y="40394"/>
                </a:cubicBezTo>
                <a:lnTo>
                  <a:pt x="461185" y="76883"/>
                </a:lnTo>
                <a:cubicBezTo>
                  <a:pt x="461185" y="81089"/>
                  <a:pt x="461185" y="87310"/>
                  <a:pt x="461521" y="89496"/>
                </a:cubicBezTo>
                <a:cubicBezTo>
                  <a:pt x="463037" y="103117"/>
                  <a:pt x="476509" y="116742"/>
                  <a:pt x="495199" y="116742"/>
                </a:cubicBezTo>
                <a:cubicBezTo>
                  <a:pt x="514735" y="116742"/>
                  <a:pt x="525511" y="99586"/>
                  <a:pt x="525678" y="87310"/>
                </a:cubicBezTo>
                <a:lnTo>
                  <a:pt x="525678" y="42578"/>
                </a:lnTo>
                <a:cubicBezTo>
                  <a:pt x="525847" y="35854"/>
                  <a:pt x="530226" y="32154"/>
                  <a:pt x="537803" y="32154"/>
                </a:cubicBezTo>
                <a:lnTo>
                  <a:pt x="537803" y="27943"/>
                </a:lnTo>
                <a:cubicBezTo>
                  <a:pt x="533594" y="28282"/>
                  <a:pt x="524668" y="28449"/>
                  <a:pt x="523658" y="28449"/>
                </a:cubicBezTo>
                <a:cubicBezTo>
                  <a:pt x="518943" y="28449"/>
                  <a:pt x="514061" y="28282"/>
                  <a:pt x="509344" y="27943"/>
                </a:cubicBezTo>
                <a:lnTo>
                  <a:pt x="509344" y="32154"/>
                </a:lnTo>
                <a:cubicBezTo>
                  <a:pt x="521469" y="32154"/>
                  <a:pt x="521469" y="41065"/>
                  <a:pt x="521469" y="44934"/>
                </a:cubicBezTo>
                <a:lnTo>
                  <a:pt x="521469" y="84452"/>
                </a:lnTo>
                <a:cubicBezTo>
                  <a:pt x="521469" y="103957"/>
                  <a:pt x="506988" y="112534"/>
                  <a:pt x="495538" y="112534"/>
                </a:cubicBezTo>
                <a:cubicBezTo>
                  <a:pt x="490484" y="112534"/>
                  <a:pt x="473310" y="110517"/>
                  <a:pt x="473310" y="85293"/>
                </a:cubicBezTo>
                <a:lnTo>
                  <a:pt x="473310" y="40058"/>
                </a:lnTo>
                <a:close/>
                <a:moveTo>
                  <a:pt x="619810" y="33164"/>
                </a:moveTo>
                <a:cubicBezTo>
                  <a:pt x="620987" y="31481"/>
                  <a:pt x="620987" y="30975"/>
                  <a:pt x="620987" y="30301"/>
                </a:cubicBezTo>
                <a:cubicBezTo>
                  <a:pt x="620987" y="27943"/>
                  <a:pt x="619810" y="27943"/>
                  <a:pt x="616609" y="27943"/>
                </a:cubicBezTo>
                <a:lnTo>
                  <a:pt x="557000" y="27943"/>
                </a:lnTo>
                <a:lnTo>
                  <a:pt x="555651" y="56384"/>
                </a:lnTo>
                <a:lnTo>
                  <a:pt x="559863" y="56384"/>
                </a:lnTo>
                <a:cubicBezTo>
                  <a:pt x="560873" y="37876"/>
                  <a:pt x="569293" y="32154"/>
                  <a:pt x="586130" y="32154"/>
                </a:cubicBezTo>
                <a:lnTo>
                  <a:pt x="606842" y="32154"/>
                </a:lnTo>
                <a:lnTo>
                  <a:pt x="554811" y="108885"/>
                </a:lnTo>
                <a:cubicBezTo>
                  <a:pt x="553632" y="110568"/>
                  <a:pt x="553632" y="111074"/>
                  <a:pt x="553632" y="111915"/>
                </a:cubicBezTo>
                <a:cubicBezTo>
                  <a:pt x="553632" y="114440"/>
                  <a:pt x="554642" y="114440"/>
                  <a:pt x="558010" y="114440"/>
                </a:cubicBezTo>
                <a:lnTo>
                  <a:pt x="619641" y="114440"/>
                </a:lnTo>
                <a:lnTo>
                  <a:pt x="621660" y="80616"/>
                </a:lnTo>
                <a:lnTo>
                  <a:pt x="617452" y="80616"/>
                </a:lnTo>
                <a:cubicBezTo>
                  <a:pt x="616442" y="98620"/>
                  <a:pt x="613579" y="109725"/>
                  <a:pt x="589835" y="109725"/>
                </a:cubicBezTo>
                <a:lnTo>
                  <a:pt x="567944" y="109725"/>
                </a:lnTo>
                <a:lnTo>
                  <a:pt x="619810" y="33164"/>
                </a:lnTo>
                <a:close/>
                <a:moveTo>
                  <a:pt x="704342" y="33164"/>
                </a:moveTo>
                <a:cubicBezTo>
                  <a:pt x="705519" y="31481"/>
                  <a:pt x="705519" y="30975"/>
                  <a:pt x="705519" y="30301"/>
                </a:cubicBezTo>
                <a:cubicBezTo>
                  <a:pt x="705519" y="27943"/>
                  <a:pt x="704342" y="27943"/>
                  <a:pt x="701141" y="27943"/>
                </a:cubicBezTo>
                <a:lnTo>
                  <a:pt x="641532" y="27943"/>
                </a:lnTo>
                <a:lnTo>
                  <a:pt x="640183" y="56384"/>
                </a:lnTo>
                <a:lnTo>
                  <a:pt x="644395" y="56384"/>
                </a:lnTo>
                <a:cubicBezTo>
                  <a:pt x="645405" y="37876"/>
                  <a:pt x="653825" y="32154"/>
                  <a:pt x="670662" y="32154"/>
                </a:cubicBezTo>
                <a:lnTo>
                  <a:pt x="691374" y="32154"/>
                </a:lnTo>
                <a:lnTo>
                  <a:pt x="639343" y="108885"/>
                </a:lnTo>
                <a:cubicBezTo>
                  <a:pt x="638164" y="110568"/>
                  <a:pt x="638164" y="111074"/>
                  <a:pt x="638164" y="111915"/>
                </a:cubicBezTo>
                <a:cubicBezTo>
                  <a:pt x="638164" y="114440"/>
                  <a:pt x="639174" y="114440"/>
                  <a:pt x="642542" y="114440"/>
                </a:cubicBezTo>
                <a:lnTo>
                  <a:pt x="704173" y="114440"/>
                </a:lnTo>
                <a:lnTo>
                  <a:pt x="706192" y="80616"/>
                </a:lnTo>
                <a:lnTo>
                  <a:pt x="701984" y="80616"/>
                </a:lnTo>
                <a:cubicBezTo>
                  <a:pt x="700974" y="98620"/>
                  <a:pt x="698111" y="109725"/>
                  <a:pt x="674367" y="109725"/>
                </a:cubicBezTo>
                <a:lnTo>
                  <a:pt x="652476" y="109725"/>
                </a:lnTo>
                <a:lnTo>
                  <a:pt x="704342" y="33164"/>
                </a:lnTo>
                <a:close/>
              </a:path>
            </a:pathLst>
          </a:custGeom>
          <a:solidFill xmlns:a="http://schemas.openxmlformats.org/drawingml/2006/main">
            <a:srgbClr val="000000"/>
          </a:solidFill>
          <a:ln xmlns:a="http://schemas.openxmlformats.org/drawingml/2006/main" w="0" cap="flat">
            <a:noFill/>
            <a:miter/>
          </a:ln>
        </p:spPr>
      </p:sp>
      <p:sp>
        <p:nvSpPr>
          <p:cNvPr id="15" name="Text NPETestUTBotRandoop">
            <a:extLst xmlns:a="http://schemas.openxmlformats.org/drawingml/2006/main">
              <a:ext uri="{FF2B5EF4-FFF2-40B4-BE49-F238E27FC236}">
                <a16:creationId xmlns:a16="http://schemas.microsoft.com/office/drawing/2014/main" id="{1DE6E22B-FBD3-4B7A-9198-90C4E999245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421951" y="4090422"/>
            <a:ext cx="2471297" cy="118729"/>
          </a:xfrm>
          <a:custGeom xmlns:a="http://schemas.openxmlformats.org/drawingml/2006/main">
            <a:pathLst>
              <a:path w="2471297" h="118729">
                <a:moveTo>
                  <a:pt x="33847" y="2359"/>
                </a:moveTo>
                <a:cubicBezTo>
                  <a:pt x="32162" y="170"/>
                  <a:pt x="31995" y="0"/>
                  <a:pt x="28459" y="0"/>
                </a:cubicBezTo>
                <a:lnTo>
                  <a:pt x="0" y="0"/>
                </a:lnTo>
                <a:lnTo>
                  <a:pt x="0" y="5221"/>
                </a:lnTo>
                <a:cubicBezTo>
                  <a:pt x="4715" y="5221"/>
                  <a:pt x="16671" y="5221"/>
                  <a:pt x="17177" y="6737"/>
                </a:cubicBezTo>
                <a:cubicBezTo>
                  <a:pt x="17344" y="7074"/>
                  <a:pt x="17344" y="7241"/>
                  <a:pt x="17344" y="9766"/>
                </a:cubicBezTo>
                <a:lnTo>
                  <a:pt x="17344" y="96937"/>
                </a:lnTo>
                <a:cubicBezTo>
                  <a:pt x="17344" y="101986"/>
                  <a:pt x="17344" y="109728"/>
                  <a:pt x="0" y="109728"/>
                </a:cubicBezTo>
                <a:lnTo>
                  <a:pt x="0" y="114946"/>
                </a:lnTo>
                <a:cubicBezTo>
                  <a:pt x="5894" y="114779"/>
                  <a:pt x="14145" y="114443"/>
                  <a:pt x="19702" y="114443"/>
                </a:cubicBezTo>
                <a:cubicBezTo>
                  <a:pt x="25258" y="114443"/>
                  <a:pt x="33511" y="114779"/>
                  <a:pt x="39402" y="114946"/>
                </a:cubicBezTo>
                <a:lnTo>
                  <a:pt x="39402" y="109728"/>
                </a:lnTo>
                <a:cubicBezTo>
                  <a:pt x="22059" y="109728"/>
                  <a:pt x="22059" y="101986"/>
                  <a:pt x="22059" y="96937"/>
                </a:cubicBezTo>
                <a:lnTo>
                  <a:pt x="22059" y="9093"/>
                </a:lnTo>
                <a:lnTo>
                  <a:pt x="95647" y="112927"/>
                </a:lnTo>
                <a:cubicBezTo>
                  <a:pt x="96994" y="114946"/>
                  <a:pt x="97834" y="114946"/>
                  <a:pt x="98677" y="114946"/>
                </a:cubicBezTo>
                <a:cubicBezTo>
                  <a:pt x="101036" y="114946"/>
                  <a:pt x="101036" y="113770"/>
                  <a:pt x="101036" y="110232"/>
                </a:cubicBezTo>
                <a:lnTo>
                  <a:pt x="101036" y="18012"/>
                </a:lnTo>
                <a:cubicBezTo>
                  <a:pt x="101036" y="12963"/>
                  <a:pt x="101036" y="5221"/>
                  <a:pt x="118379" y="5221"/>
                </a:cubicBezTo>
                <a:lnTo>
                  <a:pt x="118379" y="0"/>
                </a:lnTo>
                <a:cubicBezTo>
                  <a:pt x="112485" y="170"/>
                  <a:pt x="104234" y="506"/>
                  <a:pt x="98677" y="506"/>
                </a:cubicBezTo>
                <a:cubicBezTo>
                  <a:pt x="93119" y="506"/>
                  <a:pt x="84869" y="170"/>
                  <a:pt x="78974" y="0"/>
                </a:cubicBezTo>
                <a:lnTo>
                  <a:pt x="78974" y="5221"/>
                </a:lnTo>
                <a:cubicBezTo>
                  <a:pt x="96321" y="5221"/>
                  <a:pt x="96321" y="12963"/>
                  <a:pt x="96321" y="18012"/>
                </a:cubicBezTo>
                <a:lnTo>
                  <a:pt x="96321" y="90205"/>
                </a:lnTo>
                <a:lnTo>
                  <a:pt x="33847" y="2359"/>
                </a:lnTo>
                <a:close/>
                <a:moveTo>
                  <a:pt x="200049" y="61769"/>
                </a:moveTo>
                <a:cubicBezTo>
                  <a:pt x="220591" y="61769"/>
                  <a:pt x="240294" y="48642"/>
                  <a:pt x="240294" y="31306"/>
                </a:cubicBezTo>
                <a:cubicBezTo>
                  <a:pt x="240294" y="14646"/>
                  <a:pt x="222444" y="0"/>
                  <a:pt x="198702" y="0"/>
                </a:cubicBezTo>
                <a:lnTo>
                  <a:pt x="137239" y="0"/>
                </a:lnTo>
                <a:lnTo>
                  <a:pt x="137239" y="5221"/>
                </a:lnTo>
                <a:lnTo>
                  <a:pt x="141280" y="5221"/>
                </a:lnTo>
                <a:cubicBezTo>
                  <a:pt x="154246" y="5221"/>
                  <a:pt x="154582" y="7074"/>
                  <a:pt x="154582" y="13132"/>
                </a:cubicBezTo>
                <a:lnTo>
                  <a:pt x="154582" y="101819"/>
                </a:lnTo>
                <a:cubicBezTo>
                  <a:pt x="154582" y="107875"/>
                  <a:pt x="154246" y="109728"/>
                  <a:pt x="141280" y="109728"/>
                </a:cubicBezTo>
                <a:lnTo>
                  <a:pt x="137239" y="109728"/>
                </a:lnTo>
                <a:lnTo>
                  <a:pt x="137239" y="114946"/>
                </a:lnTo>
                <a:cubicBezTo>
                  <a:pt x="143133" y="114443"/>
                  <a:pt x="155592" y="114443"/>
                  <a:pt x="161993" y="114443"/>
                </a:cubicBezTo>
                <a:cubicBezTo>
                  <a:pt x="168390" y="114443"/>
                  <a:pt x="181019" y="114443"/>
                  <a:pt x="186914" y="114946"/>
                </a:cubicBezTo>
                <a:lnTo>
                  <a:pt x="186914" y="109728"/>
                </a:lnTo>
                <a:lnTo>
                  <a:pt x="182872" y="109728"/>
                </a:lnTo>
                <a:cubicBezTo>
                  <a:pt x="169906" y="109728"/>
                  <a:pt x="169570" y="107875"/>
                  <a:pt x="169570" y="101819"/>
                </a:cubicBezTo>
                <a:lnTo>
                  <a:pt x="169570" y="61769"/>
                </a:lnTo>
                <a:lnTo>
                  <a:pt x="200049" y="61769"/>
                </a:lnTo>
                <a:moveTo>
                  <a:pt x="169064" y="11953"/>
                </a:moveTo>
                <a:cubicBezTo>
                  <a:pt x="169064" y="6400"/>
                  <a:pt x="169400" y="5221"/>
                  <a:pt x="177317" y="5221"/>
                </a:cubicBezTo>
                <a:lnTo>
                  <a:pt x="194324" y="5221"/>
                </a:lnTo>
                <a:cubicBezTo>
                  <a:pt x="222950" y="5221"/>
                  <a:pt x="222950" y="23734"/>
                  <a:pt x="222950" y="31306"/>
                </a:cubicBezTo>
                <a:cubicBezTo>
                  <a:pt x="222950" y="38544"/>
                  <a:pt x="222950" y="57391"/>
                  <a:pt x="194324" y="57391"/>
                </a:cubicBezTo>
                <a:lnTo>
                  <a:pt x="169064" y="57391"/>
                </a:lnTo>
                <a:lnTo>
                  <a:pt x="169064" y="11953"/>
                </a:lnTo>
                <a:close/>
                <a:moveTo>
                  <a:pt x="360356" y="506"/>
                </a:moveTo>
                <a:lnTo>
                  <a:pt x="261680" y="506"/>
                </a:lnTo>
                <a:lnTo>
                  <a:pt x="261680" y="5727"/>
                </a:lnTo>
                <a:lnTo>
                  <a:pt x="265721" y="5727"/>
                </a:lnTo>
                <a:cubicBezTo>
                  <a:pt x="278687" y="5727"/>
                  <a:pt x="279023" y="7577"/>
                  <a:pt x="279023" y="13633"/>
                </a:cubicBezTo>
                <a:lnTo>
                  <a:pt x="279023" y="101817"/>
                </a:lnTo>
                <a:cubicBezTo>
                  <a:pt x="279023" y="107875"/>
                  <a:pt x="278687" y="109728"/>
                  <a:pt x="265721" y="109728"/>
                </a:cubicBezTo>
                <a:lnTo>
                  <a:pt x="261680" y="109728"/>
                </a:lnTo>
                <a:lnTo>
                  <a:pt x="261680" y="114946"/>
                </a:lnTo>
                <a:lnTo>
                  <a:pt x="362882" y="114946"/>
                </a:lnTo>
                <a:lnTo>
                  <a:pt x="369956" y="71515"/>
                </a:lnTo>
                <a:lnTo>
                  <a:pt x="365744" y="71515"/>
                </a:lnTo>
                <a:cubicBezTo>
                  <a:pt x="361536" y="97271"/>
                  <a:pt x="357494" y="109728"/>
                  <a:pt x="327688" y="109728"/>
                </a:cubicBezTo>
                <a:lnTo>
                  <a:pt x="302261" y="109728"/>
                </a:lnTo>
                <a:cubicBezTo>
                  <a:pt x="294347" y="109728"/>
                  <a:pt x="294011" y="108549"/>
                  <a:pt x="294011" y="102993"/>
                </a:cubicBezTo>
                <a:lnTo>
                  <a:pt x="294011" y="58049"/>
                </a:lnTo>
                <a:lnTo>
                  <a:pt x="310512" y="58049"/>
                </a:lnTo>
                <a:cubicBezTo>
                  <a:pt x="327185" y="58049"/>
                  <a:pt x="329541" y="63100"/>
                  <a:pt x="329541" y="77744"/>
                </a:cubicBezTo>
                <a:lnTo>
                  <a:pt x="333750" y="77744"/>
                </a:lnTo>
                <a:lnTo>
                  <a:pt x="333750" y="33148"/>
                </a:lnTo>
                <a:lnTo>
                  <a:pt x="329541" y="33148"/>
                </a:lnTo>
                <a:cubicBezTo>
                  <a:pt x="329541" y="47784"/>
                  <a:pt x="327185" y="52830"/>
                  <a:pt x="310512" y="52830"/>
                </a:cubicBezTo>
                <a:lnTo>
                  <a:pt x="294011" y="52830"/>
                </a:lnTo>
                <a:lnTo>
                  <a:pt x="294011" y="12457"/>
                </a:lnTo>
                <a:cubicBezTo>
                  <a:pt x="294011" y="6904"/>
                  <a:pt x="294347" y="5727"/>
                  <a:pt x="302261" y="5727"/>
                </a:cubicBezTo>
                <a:lnTo>
                  <a:pt x="326342" y="5727"/>
                </a:lnTo>
                <a:cubicBezTo>
                  <a:pt x="352779" y="5727"/>
                  <a:pt x="358167" y="14307"/>
                  <a:pt x="360863" y="38362"/>
                </a:cubicBezTo>
                <a:lnTo>
                  <a:pt x="365071" y="38362"/>
                </a:lnTo>
                <a:lnTo>
                  <a:pt x="360356" y="506"/>
                </a:lnTo>
                <a:close/>
                <a:moveTo>
                  <a:pt x="497426" y="1012"/>
                </a:moveTo>
                <a:lnTo>
                  <a:pt x="389153" y="1012"/>
                </a:lnTo>
                <a:lnTo>
                  <a:pt x="385951" y="38878"/>
                </a:lnTo>
                <a:lnTo>
                  <a:pt x="390162" y="38878"/>
                </a:lnTo>
                <a:cubicBezTo>
                  <a:pt x="392518" y="10607"/>
                  <a:pt x="395887" y="6231"/>
                  <a:pt x="422324" y="6231"/>
                </a:cubicBezTo>
                <a:cubicBezTo>
                  <a:pt x="425523" y="6231"/>
                  <a:pt x="430407" y="6231"/>
                  <a:pt x="432090" y="6567"/>
                </a:cubicBezTo>
                <a:cubicBezTo>
                  <a:pt x="435796" y="7074"/>
                  <a:pt x="435796" y="9093"/>
                  <a:pt x="435796" y="12963"/>
                </a:cubicBezTo>
                <a:lnTo>
                  <a:pt x="435796" y="101650"/>
                </a:lnTo>
                <a:cubicBezTo>
                  <a:pt x="435796" y="107372"/>
                  <a:pt x="435796" y="109728"/>
                  <a:pt x="418115" y="109728"/>
                </a:cubicBezTo>
                <a:lnTo>
                  <a:pt x="411378" y="109728"/>
                </a:lnTo>
                <a:lnTo>
                  <a:pt x="411378" y="114946"/>
                </a:lnTo>
                <a:cubicBezTo>
                  <a:pt x="418282" y="114443"/>
                  <a:pt x="435459" y="114443"/>
                  <a:pt x="443206" y="114443"/>
                </a:cubicBezTo>
                <a:cubicBezTo>
                  <a:pt x="450950" y="114443"/>
                  <a:pt x="468296" y="114443"/>
                  <a:pt x="475200" y="114946"/>
                </a:cubicBezTo>
                <a:lnTo>
                  <a:pt x="475200" y="109728"/>
                </a:lnTo>
                <a:lnTo>
                  <a:pt x="468463" y="109728"/>
                </a:lnTo>
                <a:cubicBezTo>
                  <a:pt x="450783" y="109728"/>
                  <a:pt x="450783" y="107372"/>
                  <a:pt x="450783" y="101650"/>
                </a:cubicBezTo>
                <a:lnTo>
                  <a:pt x="450783" y="12963"/>
                </a:lnTo>
                <a:cubicBezTo>
                  <a:pt x="450783" y="9093"/>
                  <a:pt x="450783" y="7074"/>
                  <a:pt x="454488" y="6567"/>
                </a:cubicBezTo>
                <a:cubicBezTo>
                  <a:pt x="456171" y="6231"/>
                  <a:pt x="461053" y="6231"/>
                  <a:pt x="464255" y="6231"/>
                </a:cubicBezTo>
                <a:cubicBezTo>
                  <a:pt x="490522" y="6231"/>
                  <a:pt x="494060" y="10607"/>
                  <a:pt x="496416" y="38878"/>
                </a:cubicBezTo>
                <a:lnTo>
                  <a:pt x="500625" y="38878"/>
                </a:lnTo>
                <a:lnTo>
                  <a:pt x="497426" y="1012"/>
                </a:lnTo>
                <a:close/>
                <a:moveTo>
                  <a:pt x="591725" y="28955"/>
                </a:moveTo>
                <a:lnTo>
                  <a:pt x="516793" y="28955"/>
                </a:lnTo>
                <a:lnTo>
                  <a:pt x="516793" y="33166"/>
                </a:lnTo>
                <a:cubicBezTo>
                  <a:pt x="528073" y="33166"/>
                  <a:pt x="528915" y="34174"/>
                  <a:pt x="528915" y="41070"/>
                </a:cubicBezTo>
                <a:lnTo>
                  <a:pt x="528915" y="102826"/>
                </a:lnTo>
                <a:cubicBezTo>
                  <a:pt x="528915" y="109728"/>
                  <a:pt x="528073" y="110738"/>
                  <a:pt x="516793" y="110738"/>
                </a:cubicBezTo>
                <a:lnTo>
                  <a:pt x="516793" y="114946"/>
                </a:lnTo>
                <a:lnTo>
                  <a:pt x="593747" y="114946"/>
                </a:lnTo>
                <a:lnTo>
                  <a:pt x="598629" y="82289"/>
                </a:lnTo>
                <a:lnTo>
                  <a:pt x="594421" y="82289"/>
                </a:lnTo>
                <a:cubicBezTo>
                  <a:pt x="591558" y="102657"/>
                  <a:pt x="587517" y="110738"/>
                  <a:pt x="565961" y="110738"/>
                </a:cubicBezTo>
                <a:lnTo>
                  <a:pt x="547775" y="110738"/>
                </a:lnTo>
                <a:cubicBezTo>
                  <a:pt x="541881" y="110738"/>
                  <a:pt x="541040" y="110234"/>
                  <a:pt x="541040" y="103500"/>
                </a:cubicBezTo>
                <a:lnTo>
                  <a:pt x="541040" y="72355"/>
                </a:lnTo>
                <a:lnTo>
                  <a:pt x="552827" y="72355"/>
                </a:lnTo>
                <a:cubicBezTo>
                  <a:pt x="565288" y="72355"/>
                  <a:pt x="567308" y="75724"/>
                  <a:pt x="567308" y="87001"/>
                </a:cubicBezTo>
                <a:lnTo>
                  <a:pt x="571519" y="87001"/>
                </a:lnTo>
                <a:lnTo>
                  <a:pt x="571519" y="53516"/>
                </a:lnTo>
                <a:lnTo>
                  <a:pt x="567308" y="53516"/>
                </a:lnTo>
                <a:cubicBezTo>
                  <a:pt x="567308" y="64783"/>
                  <a:pt x="565288" y="68147"/>
                  <a:pt x="552827" y="68147"/>
                </a:cubicBezTo>
                <a:lnTo>
                  <a:pt x="541040" y="68147"/>
                </a:lnTo>
                <a:lnTo>
                  <a:pt x="541040" y="40397"/>
                </a:lnTo>
                <a:cubicBezTo>
                  <a:pt x="541040" y="33670"/>
                  <a:pt x="541881" y="33166"/>
                  <a:pt x="547775" y="33166"/>
                </a:cubicBezTo>
                <a:lnTo>
                  <a:pt x="564952" y="33166"/>
                </a:lnTo>
                <a:cubicBezTo>
                  <a:pt x="584485" y="33166"/>
                  <a:pt x="588863" y="39050"/>
                  <a:pt x="590715" y="57383"/>
                </a:cubicBezTo>
                <a:lnTo>
                  <a:pt x="594924" y="57383"/>
                </a:lnTo>
                <a:lnTo>
                  <a:pt x="591725" y="28955"/>
                </a:lnTo>
                <a:close/>
                <a:moveTo>
                  <a:pt x="668006" y="30024"/>
                </a:moveTo>
                <a:cubicBezTo>
                  <a:pt x="668006" y="27331"/>
                  <a:pt x="668006" y="25982"/>
                  <a:pt x="666323" y="25982"/>
                </a:cubicBezTo>
                <a:cubicBezTo>
                  <a:pt x="665313" y="25982"/>
                  <a:pt x="665143" y="26152"/>
                  <a:pt x="662618" y="29857"/>
                </a:cubicBezTo>
                <a:cubicBezTo>
                  <a:pt x="661777" y="30697"/>
                  <a:pt x="660092" y="33223"/>
                  <a:pt x="659419" y="34235"/>
                </a:cubicBezTo>
                <a:cubicBezTo>
                  <a:pt x="653021" y="28004"/>
                  <a:pt x="645274" y="25982"/>
                  <a:pt x="638370" y="25982"/>
                </a:cubicBezTo>
                <a:cubicBezTo>
                  <a:pt x="623046" y="25982"/>
                  <a:pt x="611933" y="37434"/>
                  <a:pt x="611933" y="50569"/>
                </a:cubicBezTo>
                <a:cubicBezTo>
                  <a:pt x="611933" y="59999"/>
                  <a:pt x="617321" y="65554"/>
                  <a:pt x="619340" y="67576"/>
                </a:cubicBezTo>
                <a:cubicBezTo>
                  <a:pt x="624395" y="72628"/>
                  <a:pt x="627761" y="73301"/>
                  <a:pt x="643254" y="76837"/>
                </a:cubicBezTo>
                <a:cubicBezTo>
                  <a:pt x="652348" y="79026"/>
                  <a:pt x="654031" y="79362"/>
                  <a:pt x="657903" y="82898"/>
                </a:cubicBezTo>
                <a:cubicBezTo>
                  <a:pt x="658745" y="83571"/>
                  <a:pt x="663291" y="88119"/>
                  <a:pt x="663291" y="95527"/>
                </a:cubicBezTo>
                <a:cubicBezTo>
                  <a:pt x="663291" y="103947"/>
                  <a:pt x="656723" y="113040"/>
                  <a:pt x="645104" y="113040"/>
                </a:cubicBezTo>
                <a:cubicBezTo>
                  <a:pt x="640729" y="113040"/>
                  <a:pt x="631635" y="112367"/>
                  <a:pt x="624395" y="106472"/>
                </a:cubicBezTo>
                <a:cubicBezTo>
                  <a:pt x="616815" y="100578"/>
                  <a:pt x="616311" y="92328"/>
                  <a:pt x="616142" y="87782"/>
                </a:cubicBezTo>
                <a:cubicBezTo>
                  <a:pt x="615975" y="86436"/>
                  <a:pt x="614626" y="86266"/>
                  <a:pt x="614122" y="86266"/>
                </a:cubicBezTo>
                <a:cubicBezTo>
                  <a:pt x="611933" y="86266"/>
                  <a:pt x="611933" y="87446"/>
                  <a:pt x="611933" y="90475"/>
                </a:cubicBezTo>
                <a:lnTo>
                  <a:pt x="611933" y="113210"/>
                </a:lnTo>
                <a:cubicBezTo>
                  <a:pt x="611933" y="115902"/>
                  <a:pt x="611933" y="117249"/>
                  <a:pt x="613616" y="117249"/>
                </a:cubicBezTo>
                <a:cubicBezTo>
                  <a:pt x="614626" y="117249"/>
                  <a:pt x="614795" y="117082"/>
                  <a:pt x="617321" y="113377"/>
                </a:cubicBezTo>
                <a:cubicBezTo>
                  <a:pt x="618164" y="112534"/>
                  <a:pt x="619847" y="110008"/>
                  <a:pt x="620520" y="108998"/>
                </a:cubicBezTo>
                <a:cubicBezTo>
                  <a:pt x="625404" y="113377"/>
                  <a:pt x="634161" y="117249"/>
                  <a:pt x="645104" y="117249"/>
                </a:cubicBezTo>
                <a:cubicBezTo>
                  <a:pt x="661438" y="117249"/>
                  <a:pt x="671880" y="104283"/>
                  <a:pt x="671880" y="90981"/>
                </a:cubicBezTo>
                <a:cubicBezTo>
                  <a:pt x="671880" y="80372"/>
                  <a:pt x="665313" y="73638"/>
                  <a:pt x="665313" y="73468"/>
                </a:cubicBezTo>
                <a:cubicBezTo>
                  <a:pt x="659082" y="67070"/>
                  <a:pt x="656387" y="66564"/>
                  <a:pt x="642075" y="63198"/>
                </a:cubicBezTo>
                <a:cubicBezTo>
                  <a:pt x="638539" y="62355"/>
                  <a:pt x="632645" y="61009"/>
                  <a:pt x="631635" y="60672"/>
                </a:cubicBezTo>
                <a:cubicBezTo>
                  <a:pt x="623215" y="57304"/>
                  <a:pt x="620520" y="50736"/>
                  <a:pt x="620520" y="45685"/>
                </a:cubicBezTo>
                <a:cubicBezTo>
                  <a:pt x="620520" y="37938"/>
                  <a:pt x="627257" y="29687"/>
                  <a:pt x="638539" y="29687"/>
                </a:cubicBezTo>
                <a:cubicBezTo>
                  <a:pt x="659925" y="29687"/>
                  <a:pt x="662954" y="49390"/>
                  <a:pt x="663627" y="54778"/>
                </a:cubicBezTo>
                <a:cubicBezTo>
                  <a:pt x="663967" y="55957"/>
                  <a:pt x="663967" y="56967"/>
                  <a:pt x="665817" y="56967"/>
                </a:cubicBezTo>
                <a:cubicBezTo>
                  <a:pt x="668006" y="56967"/>
                  <a:pt x="668006" y="56124"/>
                  <a:pt x="668006" y="52925"/>
                </a:cubicBezTo>
                <a:lnTo>
                  <a:pt x="668006" y="30024"/>
                </a:lnTo>
                <a:close/>
                <a:moveTo>
                  <a:pt x="771399" y="29461"/>
                </a:moveTo>
                <a:lnTo>
                  <a:pt x="688717" y="29461"/>
                </a:lnTo>
                <a:lnTo>
                  <a:pt x="686361" y="57900"/>
                </a:lnTo>
                <a:lnTo>
                  <a:pt x="690570" y="57900"/>
                </a:lnTo>
                <a:cubicBezTo>
                  <a:pt x="692086" y="36699"/>
                  <a:pt x="695454" y="33670"/>
                  <a:pt x="714145" y="33670"/>
                </a:cubicBezTo>
                <a:cubicBezTo>
                  <a:pt x="723574" y="33670"/>
                  <a:pt x="724081" y="33670"/>
                  <a:pt x="724081" y="40905"/>
                </a:cubicBezTo>
                <a:lnTo>
                  <a:pt x="724081" y="102156"/>
                </a:lnTo>
                <a:cubicBezTo>
                  <a:pt x="724081" y="108888"/>
                  <a:pt x="723407" y="110738"/>
                  <a:pt x="710439" y="110738"/>
                </a:cubicBezTo>
                <a:lnTo>
                  <a:pt x="706904" y="110738"/>
                </a:lnTo>
                <a:lnTo>
                  <a:pt x="706904" y="114946"/>
                </a:lnTo>
                <a:cubicBezTo>
                  <a:pt x="713471" y="114443"/>
                  <a:pt x="723407" y="114443"/>
                  <a:pt x="730142" y="114443"/>
                </a:cubicBezTo>
                <a:cubicBezTo>
                  <a:pt x="736879" y="114443"/>
                  <a:pt x="746812" y="114443"/>
                  <a:pt x="753380" y="114946"/>
                </a:cubicBezTo>
                <a:lnTo>
                  <a:pt x="753380" y="110738"/>
                </a:lnTo>
                <a:lnTo>
                  <a:pt x="749844" y="110738"/>
                </a:lnTo>
                <a:cubicBezTo>
                  <a:pt x="736879" y="110738"/>
                  <a:pt x="736203" y="108888"/>
                  <a:pt x="736203" y="102156"/>
                </a:cubicBezTo>
                <a:lnTo>
                  <a:pt x="736203" y="40905"/>
                </a:lnTo>
                <a:cubicBezTo>
                  <a:pt x="736203" y="33670"/>
                  <a:pt x="736709" y="33670"/>
                  <a:pt x="746139" y="33670"/>
                </a:cubicBezTo>
                <a:cubicBezTo>
                  <a:pt x="764326" y="33670"/>
                  <a:pt x="768031" y="36530"/>
                  <a:pt x="769547" y="57900"/>
                </a:cubicBezTo>
                <a:lnTo>
                  <a:pt x="773756" y="57900"/>
                </a:lnTo>
                <a:lnTo>
                  <a:pt x="771399" y="29461"/>
                </a:lnTo>
                <a:close/>
                <a:moveTo>
                  <a:pt x="983104" y="13138"/>
                </a:moveTo>
                <a:cubicBezTo>
                  <a:pt x="983104" y="7074"/>
                  <a:pt x="983441" y="5221"/>
                  <a:pt x="996406" y="5221"/>
                </a:cubicBezTo>
                <a:lnTo>
                  <a:pt x="1000448" y="5221"/>
                </a:lnTo>
                <a:lnTo>
                  <a:pt x="1000448" y="0"/>
                </a:lnTo>
                <a:cubicBezTo>
                  <a:pt x="994554" y="506"/>
                  <a:pt x="982094" y="506"/>
                  <a:pt x="975694" y="506"/>
                </a:cubicBezTo>
                <a:cubicBezTo>
                  <a:pt x="969296" y="506"/>
                  <a:pt x="956667" y="506"/>
                  <a:pt x="950773" y="0"/>
                </a:cubicBezTo>
                <a:lnTo>
                  <a:pt x="950773" y="5221"/>
                </a:lnTo>
                <a:lnTo>
                  <a:pt x="954815" y="5221"/>
                </a:lnTo>
                <a:cubicBezTo>
                  <a:pt x="967780" y="5221"/>
                  <a:pt x="968117" y="7074"/>
                  <a:pt x="968117" y="13138"/>
                </a:cubicBezTo>
                <a:lnTo>
                  <a:pt x="968117" y="76459"/>
                </a:lnTo>
                <a:cubicBezTo>
                  <a:pt x="968117" y="100373"/>
                  <a:pt x="988492" y="118729"/>
                  <a:pt x="1012236" y="118729"/>
                </a:cubicBezTo>
                <a:cubicBezTo>
                  <a:pt x="1037494" y="118729"/>
                  <a:pt x="1051808" y="95491"/>
                  <a:pt x="1051808" y="78818"/>
                </a:cubicBezTo>
                <a:lnTo>
                  <a:pt x="1051808" y="18189"/>
                </a:lnTo>
                <a:cubicBezTo>
                  <a:pt x="1051808" y="12968"/>
                  <a:pt x="1051808" y="5221"/>
                  <a:pt x="1069152" y="5221"/>
                </a:cubicBezTo>
                <a:lnTo>
                  <a:pt x="1069152" y="0"/>
                </a:lnTo>
                <a:cubicBezTo>
                  <a:pt x="1063091" y="170"/>
                  <a:pt x="1055007" y="506"/>
                  <a:pt x="1049283" y="506"/>
                </a:cubicBezTo>
                <a:cubicBezTo>
                  <a:pt x="1043388" y="506"/>
                  <a:pt x="1035305" y="170"/>
                  <a:pt x="1029244" y="0"/>
                </a:cubicBezTo>
                <a:lnTo>
                  <a:pt x="1029244" y="5221"/>
                </a:lnTo>
                <a:cubicBezTo>
                  <a:pt x="1046587" y="5221"/>
                  <a:pt x="1046587" y="13138"/>
                  <a:pt x="1046587" y="17683"/>
                </a:cubicBezTo>
                <a:lnTo>
                  <a:pt x="1046587" y="76122"/>
                </a:lnTo>
                <a:cubicBezTo>
                  <a:pt x="1046587" y="99869"/>
                  <a:pt x="1029580" y="113510"/>
                  <a:pt x="1012573" y="113510"/>
                </a:cubicBezTo>
                <a:cubicBezTo>
                  <a:pt x="1003480" y="113510"/>
                  <a:pt x="983104" y="108626"/>
                  <a:pt x="983104" y="76965"/>
                </a:cubicBezTo>
                <a:lnTo>
                  <a:pt x="983104" y="13138"/>
                </a:lnTo>
                <a:close/>
                <a:moveTo>
                  <a:pt x="1198644" y="1012"/>
                </a:moveTo>
                <a:lnTo>
                  <a:pt x="1090370" y="1012"/>
                </a:lnTo>
                <a:lnTo>
                  <a:pt x="1087169" y="38878"/>
                </a:lnTo>
                <a:lnTo>
                  <a:pt x="1091380" y="38878"/>
                </a:lnTo>
                <a:cubicBezTo>
                  <a:pt x="1093736" y="10607"/>
                  <a:pt x="1097105" y="6231"/>
                  <a:pt x="1123542" y="6231"/>
                </a:cubicBezTo>
                <a:cubicBezTo>
                  <a:pt x="1126741" y="6231"/>
                  <a:pt x="1131625" y="6231"/>
                  <a:pt x="1133308" y="6567"/>
                </a:cubicBezTo>
                <a:cubicBezTo>
                  <a:pt x="1137013" y="7074"/>
                  <a:pt x="1137013" y="9093"/>
                  <a:pt x="1137013" y="12963"/>
                </a:cubicBezTo>
                <a:lnTo>
                  <a:pt x="1137013" y="101650"/>
                </a:lnTo>
                <a:cubicBezTo>
                  <a:pt x="1137013" y="107372"/>
                  <a:pt x="1137013" y="109728"/>
                  <a:pt x="1119333" y="109728"/>
                </a:cubicBezTo>
                <a:lnTo>
                  <a:pt x="1112596" y="109728"/>
                </a:lnTo>
                <a:lnTo>
                  <a:pt x="1112596" y="114946"/>
                </a:lnTo>
                <a:cubicBezTo>
                  <a:pt x="1119500" y="114443"/>
                  <a:pt x="1136677" y="114443"/>
                  <a:pt x="1144423" y="114443"/>
                </a:cubicBezTo>
                <a:cubicBezTo>
                  <a:pt x="1152168" y="114443"/>
                  <a:pt x="1169514" y="114443"/>
                  <a:pt x="1176418" y="114946"/>
                </a:cubicBezTo>
                <a:lnTo>
                  <a:pt x="1176418" y="109728"/>
                </a:lnTo>
                <a:lnTo>
                  <a:pt x="1169681" y="109728"/>
                </a:lnTo>
                <a:cubicBezTo>
                  <a:pt x="1152001" y="109728"/>
                  <a:pt x="1152001" y="107372"/>
                  <a:pt x="1152001" y="101650"/>
                </a:cubicBezTo>
                <a:lnTo>
                  <a:pt x="1152001" y="12963"/>
                </a:lnTo>
                <a:cubicBezTo>
                  <a:pt x="1152001" y="9093"/>
                  <a:pt x="1152001" y="7074"/>
                  <a:pt x="1155706" y="6567"/>
                </a:cubicBezTo>
                <a:cubicBezTo>
                  <a:pt x="1157389" y="6231"/>
                  <a:pt x="1162271" y="6231"/>
                  <a:pt x="1165472" y="6231"/>
                </a:cubicBezTo>
                <a:cubicBezTo>
                  <a:pt x="1191740" y="6231"/>
                  <a:pt x="1195278" y="10607"/>
                  <a:pt x="1197634" y="38878"/>
                </a:cubicBezTo>
                <a:lnTo>
                  <a:pt x="1201843" y="38878"/>
                </a:lnTo>
                <a:lnTo>
                  <a:pt x="1198644" y="1012"/>
                </a:lnTo>
                <a:close/>
                <a:moveTo>
                  <a:pt x="1294459" y="54706"/>
                </a:moveTo>
                <a:cubicBezTo>
                  <a:pt x="1310287" y="51844"/>
                  <a:pt x="1323422" y="41409"/>
                  <a:pt x="1323422" y="28449"/>
                </a:cubicBezTo>
                <a:cubicBezTo>
                  <a:pt x="1323422" y="13469"/>
                  <a:pt x="1306751" y="0"/>
                  <a:pt x="1284186" y="0"/>
                </a:cubicBezTo>
                <a:lnTo>
                  <a:pt x="1220536" y="0"/>
                </a:lnTo>
                <a:lnTo>
                  <a:pt x="1220536" y="5221"/>
                </a:lnTo>
                <a:lnTo>
                  <a:pt x="1224575" y="5221"/>
                </a:lnTo>
                <a:cubicBezTo>
                  <a:pt x="1237543" y="5221"/>
                  <a:pt x="1237880" y="7074"/>
                  <a:pt x="1237880" y="13132"/>
                </a:cubicBezTo>
                <a:lnTo>
                  <a:pt x="1237880" y="101819"/>
                </a:lnTo>
                <a:cubicBezTo>
                  <a:pt x="1237880" y="107878"/>
                  <a:pt x="1237543" y="109728"/>
                  <a:pt x="1224575" y="109728"/>
                </a:cubicBezTo>
                <a:lnTo>
                  <a:pt x="1220536" y="109728"/>
                </a:lnTo>
                <a:lnTo>
                  <a:pt x="1220536" y="114946"/>
                </a:lnTo>
                <a:lnTo>
                  <a:pt x="1288901" y="114946"/>
                </a:lnTo>
                <a:cubicBezTo>
                  <a:pt x="1312139" y="114946"/>
                  <a:pt x="1328306" y="99969"/>
                  <a:pt x="1328306" y="84152"/>
                </a:cubicBezTo>
                <a:cubicBezTo>
                  <a:pt x="1328306" y="70020"/>
                  <a:pt x="1314665" y="57062"/>
                  <a:pt x="1294459" y="54876"/>
                </a:cubicBezTo>
                <a:lnTo>
                  <a:pt x="1294459" y="54706"/>
                </a:lnTo>
                <a:moveTo>
                  <a:pt x="1251855" y="11953"/>
                </a:moveTo>
                <a:cubicBezTo>
                  <a:pt x="1251855" y="6400"/>
                  <a:pt x="1252192" y="5221"/>
                  <a:pt x="1260108" y="5221"/>
                </a:cubicBezTo>
                <a:lnTo>
                  <a:pt x="1283009" y="5221"/>
                </a:lnTo>
                <a:cubicBezTo>
                  <a:pt x="1300184" y="5221"/>
                  <a:pt x="1307088" y="19024"/>
                  <a:pt x="1307088" y="28449"/>
                </a:cubicBezTo>
                <a:cubicBezTo>
                  <a:pt x="1307088" y="40230"/>
                  <a:pt x="1297154" y="53360"/>
                  <a:pt x="1278125" y="53360"/>
                </a:cubicBezTo>
                <a:lnTo>
                  <a:pt x="1251855" y="53360"/>
                </a:lnTo>
                <a:lnTo>
                  <a:pt x="1251855" y="11953"/>
                </a:lnTo>
                <a:moveTo>
                  <a:pt x="1285702" y="57062"/>
                </a:moveTo>
                <a:cubicBezTo>
                  <a:pt x="1303046" y="57062"/>
                  <a:pt x="1311466" y="72039"/>
                  <a:pt x="1311466" y="83985"/>
                </a:cubicBezTo>
                <a:cubicBezTo>
                  <a:pt x="1311466" y="96436"/>
                  <a:pt x="1301363" y="109728"/>
                  <a:pt x="1283346" y="109728"/>
                </a:cubicBezTo>
                <a:lnTo>
                  <a:pt x="1260108" y="109728"/>
                </a:lnTo>
                <a:cubicBezTo>
                  <a:pt x="1252192" y="109728"/>
                  <a:pt x="1251855" y="108549"/>
                  <a:pt x="1251855" y="102999"/>
                </a:cubicBezTo>
                <a:lnTo>
                  <a:pt x="1251855" y="57062"/>
                </a:lnTo>
                <a:lnTo>
                  <a:pt x="1285702" y="57062"/>
                </a:lnTo>
                <a:close/>
                <a:moveTo>
                  <a:pt x="1438938" y="71955"/>
                </a:moveTo>
                <a:cubicBezTo>
                  <a:pt x="1438938" y="46864"/>
                  <a:pt x="1418899" y="25982"/>
                  <a:pt x="1393978" y="25982"/>
                </a:cubicBezTo>
                <a:cubicBezTo>
                  <a:pt x="1368887" y="25982"/>
                  <a:pt x="1349018" y="46864"/>
                  <a:pt x="1349018" y="71955"/>
                </a:cubicBezTo>
                <a:cubicBezTo>
                  <a:pt x="1349018" y="97379"/>
                  <a:pt x="1369393" y="117249"/>
                  <a:pt x="1393978" y="117249"/>
                </a:cubicBezTo>
                <a:cubicBezTo>
                  <a:pt x="1418562" y="117249"/>
                  <a:pt x="1438938" y="97379"/>
                  <a:pt x="1438938" y="71955"/>
                </a:cubicBezTo>
                <a:moveTo>
                  <a:pt x="1393978" y="112873"/>
                </a:moveTo>
                <a:cubicBezTo>
                  <a:pt x="1382022" y="112873"/>
                  <a:pt x="1363499" y="103273"/>
                  <a:pt x="1363499" y="70102"/>
                </a:cubicBezTo>
                <a:cubicBezTo>
                  <a:pt x="1363499" y="38444"/>
                  <a:pt x="1382695" y="30193"/>
                  <a:pt x="1393978" y="30193"/>
                </a:cubicBezTo>
                <a:cubicBezTo>
                  <a:pt x="1405427" y="30193"/>
                  <a:pt x="1424457" y="38614"/>
                  <a:pt x="1424457" y="70102"/>
                </a:cubicBezTo>
                <a:cubicBezTo>
                  <a:pt x="1424457" y="103273"/>
                  <a:pt x="1405933" y="112873"/>
                  <a:pt x="1393978" y="112873"/>
                </a:cubicBezTo>
                <a:close/>
                <a:moveTo>
                  <a:pt x="1538458" y="29461"/>
                </a:moveTo>
                <a:lnTo>
                  <a:pt x="1455776" y="29461"/>
                </a:lnTo>
                <a:lnTo>
                  <a:pt x="1453420" y="57900"/>
                </a:lnTo>
                <a:lnTo>
                  <a:pt x="1457629" y="57900"/>
                </a:lnTo>
                <a:cubicBezTo>
                  <a:pt x="1459145" y="36699"/>
                  <a:pt x="1462513" y="33670"/>
                  <a:pt x="1481204" y="33670"/>
                </a:cubicBezTo>
                <a:cubicBezTo>
                  <a:pt x="1490633" y="33670"/>
                  <a:pt x="1491140" y="33670"/>
                  <a:pt x="1491140" y="40905"/>
                </a:cubicBezTo>
                <a:lnTo>
                  <a:pt x="1491140" y="102156"/>
                </a:lnTo>
                <a:cubicBezTo>
                  <a:pt x="1491140" y="108888"/>
                  <a:pt x="1490466" y="110738"/>
                  <a:pt x="1477498" y="110738"/>
                </a:cubicBezTo>
                <a:lnTo>
                  <a:pt x="1473963" y="110738"/>
                </a:lnTo>
                <a:lnTo>
                  <a:pt x="1473963" y="114946"/>
                </a:lnTo>
                <a:cubicBezTo>
                  <a:pt x="1480530" y="114443"/>
                  <a:pt x="1490466" y="114443"/>
                  <a:pt x="1497201" y="114443"/>
                </a:cubicBezTo>
                <a:cubicBezTo>
                  <a:pt x="1503938" y="114443"/>
                  <a:pt x="1513871" y="114443"/>
                  <a:pt x="1520439" y="114946"/>
                </a:cubicBezTo>
                <a:lnTo>
                  <a:pt x="1520439" y="110738"/>
                </a:lnTo>
                <a:lnTo>
                  <a:pt x="1516903" y="110738"/>
                </a:lnTo>
                <a:cubicBezTo>
                  <a:pt x="1503938" y="110738"/>
                  <a:pt x="1503262" y="108888"/>
                  <a:pt x="1503262" y="102156"/>
                </a:cubicBezTo>
                <a:lnTo>
                  <a:pt x="1503262" y="40905"/>
                </a:lnTo>
                <a:cubicBezTo>
                  <a:pt x="1503262" y="33670"/>
                  <a:pt x="1503768" y="33670"/>
                  <a:pt x="1513198" y="33670"/>
                </a:cubicBezTo>
                <a:cubicBezTo>
                  <a:pt x="1531385" y="33670"/>
                  <a:pt x="1535090" y="36530"/>
                  <a:pt x="1536606" y="57900"/>
                </a:cubicBezTo>
                <a:lnTo>
                  <a:pt x="1540815" y="57900"/>
                </a:lnTo>
                <a:lnTo>
                  <a:pt x="1538458" y="29461"/>
                </a:lnTo>
                <a:close/>
                <a:moveTo>
                  <a:pt x="1767422" y="55582"/>
                </a:moveTo>
                <a:lnTo>
                  <a:pt x="1767422" y="11958"/>
                </a:lnTo>
                <a:cubicBezTo>
                  <a:pt x="1767422" y="7410"/>
                  <a:pt x="1767759" y="5894"/>
                  <a:pt x="1771800" y="5391"/>
                </a:cubicBezTo>
                <a:cubicBezTo>
                  <a:pt x="1773316" y="5221"/>
                  <a:pt x="1778537" y="5221"/>
                  <a:pt x="1781903" y="5221"/>
                </a:cubicBezTo>
                <a:cubicBezTo>
                  <a:pt x="1796554" y="5221"/>
                  <a:pt x="1818783" y="5221"/>
                  <a:pt x="1818783" y="30319"/>
                </a:cubicBezTo>
                <a:cubicBezTo>
                  <a:pt x="1818783" y="48341"/>
                  <a:pt x="1806827" y="55582"/>
                  <a:pt x="1787798" y="55582"/>
                </a:cubicBezTo>
                <a:lnTo>
                  <a:pt x="1767422" y="55582"/>
                </a:lnTo>
                <a:moveTo>
                  <a:pt x="1805141" y="57771"/>
                </a:moveTo>
                <a:cubicBezTo>
                  <a:pt x="1825350" y="52889"/>
                  <a:pt x="1836126" y="41771"/>
                  <a:pt x="1836126" y="30319"/>
                </a:cubicBezTo>
                <a:cubicBezTo>
                  <a:pt x="1836126" y="13980"/>
                  <a:pt x="1815584" y="0"/>
                  <a:pt x="1790156" y="0"/>
                </a:cubicBezTo>
                <a:lnTo>
                  <a:pt x="1735597" y="0"/>
                </a:lnTo>
                <a:lnTo>
                  <a:pt x="1735597" y="5221"/>
                </a:lnTo>
                <a:lnTo>
                  <a:pt x="1739639" y="5221"/>
                </a:lnTo>
                <a:cubicBezTo>
                  <a:pt x="1752604" y="5221"/>
                  <a:pt x="1752941" y="7074"/>
                  <a:pt x="1752941" y="13138"/>
                </a:cubicBezTo>
                <a:lnTo>
                  <a:pt x="1752941" y="101891"/>
                </a:lnTo>
                <a:cubicBezTo>
                  <a:pt x="1752941" y="107952"/>
                  <a:pt x="1752604" y="109805"/>
                  <a:pt x="1739639" y="109805"/>
                </a:cubicBezTo>
                <a:lnTo>
                  <a:pt x="1735597" y="109805"/>
                </a:lnTo>
                <a:lnTo>
                  <a:pt x="1735597" y="115026"/>
                </a:lnTo>
                <a:cubicBezTo>
                  <a:pt x="1741658" y="114520"/>
                  <a:pt x="1753614" y="114520"/>
                  <a:pt x="1760181" y="114520"/>
                </a:cubicBezTo>
                <a:cubicBezTo>
                  <a:pt x="1766749" y="114520"/>
                  <a:pt x="1778704" y="114520"/>
                  <a:pt x="1784768" y="115026"/>
                </a:cubicBezTo>
                <a:lnTo>
                  <a:pt x="1784768" y="109805"/>
                </a:lnTo>
                <a:lnTo>
                  <a:pt x="1780727" y="109805"/>
                </a:lnTo>
                <a:cubicBezTo>
                  <a:pt x="1767759" y="109805"/>
                  <a:pt x="1767422" y="107952"/>
                  <a:pt x="1767422" y="101891"/>
                </a:cubicBezTo>
                <a:lnTo>
                  <a:pt x="1767422" y="59287"/>
                </a:lnTo>
                <a:lnTo>
                  <a:pt x="1788471" y="59287"/>
                </a:lnTo>
                <a:cubicBezTo>
                  <a:pt x="1797564" y="59287"/>
                  <a:pt x="1802955" y="62656"/>
                  <a:pt x="1805817" y="65351"/>
                </a:cubicBezTo>
                <a:cubicBezTo>
                  <a:pt x="1812215" y="71579"/>
                  <a:pt x="1812215" y="75791"/>
                  <a:pt x="1812215" y="87577"/>
                </a:cubicBezTo>
                <a:cubicBezTo>
                  <a:pt x="1812215" y="99196"/>
                  <a:pt x="1812215" y="105260"/>
                  <a:pt x="1819456" y="111827"/>
                </a:cubicBezTo>
                <a:cubicBezTo>
                  <a:pt x="1825687" y="117215"/>
                  <a:pt x="1835116" y="118729"/>
                  <a:pt x="1841011" y="118729"/>
                </a:cubicBezTo>
                <a:cubicBezTo>
                  <a:pt x="1854482" y="118729"/>
                  <a:pt x="1857681" y="104923"/>
                  <a:pt x="1857681" y="100208"/>
                </a:cubicBezTo>
                <a:cubicBezTo>
                  <a:pt x="1857681" y="99196"/>
                  <a:pt x="1857681" y="97343"/>
                  <a:pt x="1855492" y="97343"/>
                </a:cubicBezTo>
                <a:cubicBezTo>
                  <a:pt x="1853640" y="97343"/>
                  <a:pt x="1853640" y="98859"/>
                  <a:pt x="1853470" y="100039"/>
                </a:cubicBezTo>
                <a:cubicBezTo>
                  <a:pt x="1852124" y="113174"/>
                  <a:pt x="1845219" y="115026"/>
                  <a:pt x="1841684" y="115026"/>
                </a:cubicBezTo>
                <a:cubicBezTo>
                  <a:pt x="1832758" y="115026"/>
                  <a:pt x="1831581" y="107449"/>
                  <a:pt x="1828549" y="87913"/>
                </a:cubicBezTo>
                <a:cubicBezTo>
                  <a:pt x="1826696" y="76127"/>
                  <a:pt x="1826023" y="71916"/>
                  <a:pt x="1820635" y="66528"/>
                </a:cubicBezTo>
                <a:cubicBezTo>
                  <a:pt x="1817100" y="62825"/>
                  <a:pt x="1811709" y="59624"/>
                  <a:pt x="1805141" y="57771"/>
                </a:cubicBezTo>
                <a:close/>
                <a:moveTo>
                  <a:pt x="1915944" y="29197"/>
                </a:moveTo>
                <a:cubicBezTo>
                  <a:pt x="1914934" y="26501"/>
                  <a:pt x="1914091" y="25489"/>
                  <a:pt x="1912239" y="25489"/>
                </a:cubicBezTo>
                <a:cubicBezTo>
                  <a:pt x="1909882" y="25489"/>
                  <a:pt x="1909546" y="26501"/>
                  <a:pt x="1908703" y="28690"/>
                </a:cubicBezTo>
                <a:lnTo>
                  <a:pt x="1881593" y="98281"/>
                </a:lnTo>
                <a:cubicBezTo>
                  <a:pt x="1879740" y="102826"/>
                  <a:pt x="1876878" y="110401"/>
                  <a:pt x="1866269" y="110738"/>
                </a:cubicBezTo>
                <a:lnTo>
                  <a:pt x="1866269" y="114946"/>
                </a:lnTo>
                <a:cubicBezTo>
                  <a:pt x="1869974" y="114610"/>
                  <a:pt x="1874856" y="114443"/>
                  <a:pt x="1878561" y="114443"/>
                </a:cubicBezTo>
                <a:cubicBezTo>
                  <a:pt x="1881423" y="114443"/>
                  <a:pt x="1889170" y="114779"/>
                  <a:pt x="1892536" y="114946"/>
                </a:cubicBezTo>
                <a:lnTo>
                  <a:pt x="1892536" y="110738"/>
                </a:lnTo>
                <a:cubicBezTo>
                  <a:pt x="1885465" y="110401"/>
                  <a:pt x="1884959" y="104679"/>
                  <a:pt x="1884959" y="103163"/>
                </a:cubicBezTo>
                <a:cubicBezTo>
                  <a:pt x="1884959" y="101817"/>
                  <a:pt x="1884959" y="101480"/>
                  <a:pt x="1890684" y="86498"/>
                </a:cubicBezTo>
                <a:lnTo>
                  <a:pt x="1925541" y="86498"/>
                </a:lnTo>
                <a:lnTo>
                  <a:pt x="1929246" y="95925"/>
                </a:lnTo>
                <a:cubicBezTo>
                  <a:pt x="1930595" y="99291"/>
                  <a:pt x="1932784" y="105016"/>
                  <a:pt x="1932784" y="106025"/>
                </a:cubicBezTo>
                <a:cubicBezTo>
                  <a:pt x="1932784" y="110738"/>
                  <a:pt x="1926720" y="110738"/>
                  <a:pt x="1923858" y="110738"/>
                </a:cubicBezTo>
                <a:lnTo>
                  <a:pt x="1923858" y="114946"/>
                </a:lnTo>
                <a:cubicBezTo>
                  <a:pt x="1928405" y="114779"/>
                  <a:pt x="1938339" y="114443"/>
                  <a:pt x="1941707" y="114443"/>
                </a:cubicBezTo>
                <a:cubicBezTo>
                  <a:pt x="1947432" y="114443"/>
                  <a:pt x="1954000" y="114779"/>
                  <a:pt x="1958041" y="114946"/>
                </a:cubicBezTo>
                <a:lnTo>
                  <a:pt x="1958041" y="110738"/>
                </a:lnTo>
                <a:cubicBezTo>
                  <a:pt x="1948612" y="110738"/>
                  <a:pt x="1947096" y="109898"/>
                  <a:pt x="1944906" y="104006"/>
                </a:cubicBezTo>
                <a:lnTo>
                  <a:pt x="1915944" y="29197"/>
                </a:lnTo>
                <a:moveTo>
                  <a:pt x="1923858" y="82289"/>
                </a:moveTo>
                <a:lnTo>
                  <a:pt x="1892369" y="82289"/>
                </a:lnTo>
                <a:lnTo>
                  <a:pt x="1908197" y="41669"/>
                </a:lnTo>
                <a:lnTo>
                  <a:pt x="1923858" y="82289"/>
                </a:lnTo>
                <a:close/>
                <a:moveTo>
                  <a:pt x="1996266" y="30638"/>
                </a:moveTo>
                <a:cubicBezTo>
                  <a:pt x="1994750" y="28449"/>
                  <a:pt x="1994413" y="28449"/>
                  <a:pt x="1991215" y="28449"/>
                </a:cubicBezTo>
                <a:lnTo>
                  <a:pt x="1971008" y="28449"/>
                </a:lnTo>
                <a:lnTo>
                  <a:pt x="1971008" y="32660"/>
                </a:lnTo>
                <a:cubicBezTo>
                  <a:pt x="1975048" y="32660"/>
                  <a:pt x="1979763" y="32660"/>
                  <a:pt x="1983131" y="33840"/>
                </a:cubicBezTo>
                <a:lnTo>
                  <a:pt x="1983131" y="97950"/>
                </a:lnTo>
                <a:cubicBezTo>
                  <a:pt x="1983131" y="101819"/>
                  <a:pt x="1983131" y="110738"/>
                  <a:pt x="1971008" y="110738"/>
                </a:cubicBezTo>
                <a:lnTo>
                  <a:pt x="1971008" y="114946"/>
                </a:lnTo>
                <a:cubicBezTo>
                  <a:pt x="1974544" y="114779"/>
                  <a:pt x="1982121" y="114443"/>
                  <a:pt x="1985490" y="114443"/>
                </a:cubicBezTo>
                <a:cubicBezTo>
                  <a:pt x="1988016" y="114443"/>
                  <a:pt x="1995760" y="114610"/>
                  <a:pt x="1999971" y="114946"/>
                </a:cubicBezTo>
                <a:lnTo>
                  <a:pt x="1999971" y="110738"/>
                </a:lnTo>
                <a:cubicBezTo>
                  <a:pt x="1987846" y="110738"/>
                  <a:pt x="1987846" y="101819"/>
                  <a:pt x="1987846" y="97950"/>
                </a:cubicBezTo>
                <a:lnTo>
                  <a:pt x="1987846" y="37709"/>
                </a:lnTo>
                <a:lnTo>
                  <a:pt x="1989532" y="39729"/>
                </a:lnTo>
                <a:lnTo>
                  <a:pt x="2042405" y="113096"/>
                </a:lnTo>
                <a:cubicBezTo>
                  <a:pt x="2043752" y="114946"/>
                  <a:pt x="2044258" y="114946"/>
                  <a:pt x="2045268" y="114946"/>
                </a:cubicBezTo>
                <a:cubicBezTo>
                  <a:pt x="2047624" y="114946"/>
                  <a:pt x="2047624" y="113770"/>
                  <a:pt x="2047624" y="110571"/>
                </a:cubicBezTo>
                <a:lnTo>
                  <a:pt x="2047624" y="45448"/>
                </a:lnTo>
                <a:cubicBezTo>
                  <a:pt x="2047624" y="41579"/>
                  <a:pt x="2047624" y="32660"/>
                  <a:pt x="2059749" y="32660"/>
                </a:cubicBezTo>
                <a:lnTo>
                  <a:pt x="2059749" y="28449"/>
                </a:lnTo>
                <a:cubicBezTo>
                  <a:pt x="2056214" y="28618"/>
                  <a:pt x="2048636" y="28955"/>
                  <a:pt x="2045268" y="28955"/>
                </a:cubicBezTo>
                <a:cubicBezTo>
                  <a:pt x="2042742" y="28955"/>
                  <a:pt x="2034995" y="28788"/>
                  <a:pt x="2030786" y="28449"/>
                </a:cubicBezTo>
                <a:lnTo>
                  <a:pt x="2030786" y="32660"/>
                </a:lnTo>
                <a:cubicBezTo>
                  <a:pt x="2042909" y="32660"/>
                  <a:pt x="2042909" y="41579"/>
                  <a:pt x="2042909" y="45448"/>
                </a:cubicBezTo>
                <a:lnTo>
                  <a:pt x="2042909" y="95426"/>
                </a:lnTo>
                <a:lnTo>
                  <a:pt x="1996266" y="30638"/>
                </a:lnTo>
                <a:close/>
                <a:moveTo>
                  <a:pt x="2086691" y="102829"/>
                </a:moveTo>
                <a:cubicBezTo>
                  <a:pt x="2086691" y="109728"/>
                  <a:pt x="2085851" y="110738"/>
                  <a:pt x="2074569" y="110738"/>
                </a:cubicBezTo>
                <a:lnTo>
                  <a:pt x="2074569" y="114946"/>
                </a:lnTo>
                <a:lnTo>
                  <a:pt x="2121885" y="114946"/>
                </a:lnTo>
                <a:cubicBezTo>
                  <a:pt x="2145629" y="114946"/>
                  <a:pt x="2163479" y="95426"/>
                  <a:pt x="2163479" y="72373"/>
                </a:cubicBezTo>
                <a:cubicBezTo>
                  <a:pt x="2163479" y="49151"/>
                  <a:pt x="2146133" y="28449"/>
                  <a:pt x="2121885" y="28449"/>
                </a:cubicBezTo>
                <a:lnTo>
                  <a:pt x="2074569" y="28449"/>
                </a:lnTo>
                <a:lnTo>
                  <a:pt x="2074569" y="32660"/>
                </a:lnTo>
                <a:cubicBezTo>
                  <a:pt x="2085851" y="32660"/>
                  <a:pt x="2086691" y="33670"/>
                  <a:pt x="2086691" y="40569"/>
                </a:cubicBezTo>
                <a:lnTo>
                  <a:pt x="2086691" y="102829"/>
                </a:lnTo>
                <a:moveTo>
                  <a:pt x="2105047" y="110738"/>
                </a:moveTo>
                <a:cubicBezTo>
                  <a:pt x="2099153" y="110738"/>
                  <a:pt x="2098310" y="110234"/>
                  <a:pt x="2098310" y="103502"/>
                </a:cubicBezTo>
                <a:lnTo>
                  <a:pt x="2098310" y="39896"/>
                </a:lnTo>
                <a:cubicBezTo>
                  <a:pt x="2098310" y="33166"/>
                  <a:pt x="2099153" y="32660"/>
                  <a:pt x="2105047" y="32660"/>
                </a:cubicBezTo>
                <a:lnTo>
                  <a:pt x="2118013" y="32660"/>
                </a:lnTo>
                <a:cubicBezTo>
                  <a:pt x="2132494" y="32660"/>
                  <a:pt x="2139735" y="40569"/>
                  <a:pt x="2142093" y="43598"/>
                </a:cubicBezTo>
                <a:cubicBezTo>
                  <a:pt x="2145796" y="48311"/>
                  <a:pt x="2149501" y="55377"/>
                  <a:pt x="2149501" y="72373"/>
                </a:cubicBezTo>
                <a:cubicBezTo>
                  <a:pt x="2149501" y="86171"/>
                  <a:pt x="2146975" y="93237"/>
                  <a:pt x="2143440" y="98623"/>
                </a:cubicBezTo>
                <a:cubicBezTo>
                  <a:pt x="2140744" y="102325"/>
                  <a:pt x="2133504" y="110738"/>
                  <a:pt x="2118013" y="110738"/>
                </a:cubicBezTo>
                <a:lnTo>
                  <a:pt x="2105047" y="110738"/>
                </a:lnTo>
                <a:close/>
                <a:moveTo>
                  <a:pt x="2270574" y="71955"/>
                </a:moveTo>
                <a:cubicBezTo>
                  <a:pt x="2270574" y="46864"/>
                  <a:pt x="2250535" y="25982"/>
                  <a:pt x="2225614" y="25982"/>
                </a:cubicBezTo>
                <a:cubicBezTo>
                  <a:pt x="2200524" y="25982"/>
                  <a:pt x="2180654" y="46864"/>
                  <a:pt x="2180654" y="71955"/>
                </a:cubicBezTo>
                <a:cubicBezTo>
                  <a:pt x="2180654" y="97379"/>
                  <a:pt x="2201030" y="117249"/>
                  <a:pt x="2225614" y="117249"/>
                </a:cubicBezTo>
                <a:cubicBezTo>
                  <a:pt x="2250199" y="117249"/>
                  <a:pt x="2270574" y="97379"/>
                  <a:pt x="2270574" y="71955"/>
                </a:cubicBezTo>
                <a:moveTo>
                  <a:pt x="2225614" y="112873"/>
                </a:moveTo>
                <a:cubicBezTo>
                  <a:pt x="2213659" y="112873"/>
                  <a:pt x="2195136" y="103273"/>
                  <a:pt x="2195136" y="70102"/>
                </a:cubicBezTo>
                <a:cubicBezTo>
                  <a:pt x="2195136" y="38444"/>
                  <a:pt x="2214332" y="30193"/>
                  <a:pt x="2225614" y="30193"/>
                </a:cubicBezTo>
                <a:cubicBezTo>
                  <a:pt x="2237064" y="30193"/>
                  <a:pt x="2256093" y="38614"/>
                  <a:pt x="2256093" y="70102"/>
                </a:cubicBezTo>
                <a:cubicBezTo>
                  <a:pt x="2256093" y="103273"/>
                  <a:pt x="2237570" y="112873"/>
                  <a:pt x="2225614" y="112873"/>
                </a:cubicBezTo>
                <a:close/>
                <a:moveTo>
                  <a:pt x="2377503" y="71955"/>
                </a:moveTo>
                <a:cubicBezTo>
                  <a:pt x="2377503" y="46864"/>
                  <a:pt x="2357464" y="25982"/>
                  <a:pt x="2332543" y="25982"/>
                </a:cubicBezTo>
                <a:cubicBezTo>
                  <a:pt x="2307452" y="25982"/>
                  <a:pt x="2287583" y="46864"/>
                  <a:pt x="2287583" y="71955"/>
                </a:cubicBezTo>
                <a:cubicBezTo>
                  <a:pt x="2287583" y="97379"/>
                  <a:pt x="2307958" y="117249"/>
                  <a:pt x="2332543" y="117249"/>
                </a:cubicBezTo>
                <a:cubicBezTo>
                  <a:pt x="2357127" y="117249"/>
                  <a:pt x="2377503" y="97379"/>
                  <a:pt x="2377503" y="71955"/>
                </a:cubicBezTo>
                <a:moveTo>
                  <a:pt x="2332543" y="112873"/>
                </a:moveTo>
                <a:cubicBezTo>
                  <a:pt x="2320587" y="112873"/>
                  <a:pt x="2302064" y="103273"/>
                  <a:pt x="2302064" y="70102"/>
                </a:cubicBezTo>
                <a:cubicBezTo>
                  <a:pt x="2302064" y="38444"/>
                  <a:pt x="2321260" y="30193"/>
                  <a:pt x="2332543" y="30193"/>
                </a:cubicBezTo>
                <a:cubicBezTo>
                  <a:pt x="2343992" y="30193"/>
                  <a:pt x="2363022" y="38614"/>
                  <a:pt x="2363022" y="70102"/>
                </a:cubicBezTo>
                <a:cubicBezTo>
                  <a:pt x="2363022" y="103273"/>
                  <a:pt x="2344498" y="112873"/>
                  <a:pt x="2332543" y="112873"/>
                </a:cubicBezTo>
                <a:close/>
                <a:moveTo>
                  <a:pt x="2440314" y="75572"/>
                </a:moveTo>
                <a:cubicBezTo>
                  <a:pt x="2457152" y="75572"/>
                  <a:pt x="2471297" y="64968"/>
                  <a:pt x="2471297" y="52180"/>
                </a:cubicBezTo>
                <a:cubicBezTo>
                  <a:pt x="2471297" y="40065"/>
                  <a:pt x="2458501" y="28449"/>
                  <a:pt x="2439135" y="28449"/>
                </a:cubicBezTo>
                <a:lnTo>
                  <a:pt x="2393502" y="28449"/>
                </a:lnTo>
                <a:lnTo>
                  <a:pt x="2393502" y="32660"/>
                </a:lnTo>
                <a:cubicBezTo>
                  <a:pt x="2404784" y="32660"/>
                  <a:pt x="2405624" y="33670"/>
                  <a:pt x="2405624" y="40569"/>
                </a:cubicBezTo>
                <a:lnTo>
                  <a:pt x="2405624" y="102829"/>
                </a:lnTo>
                <a:cubicBezTo>
                  <a:pt x="2405624" y="109728"/>
                  <a:pt x="2404784" y="110738"/>
                  <a:pt x="2393502" y="110738"/>
                </a:cubicBezTo>
                <a:lnTo>
                  <a:pt x="2393502" y="114946"/>
                </a:lnTo>
                <a:cubicBezTo>
                  <a:pt x="2398384" y="114779"/>
                  <a:pt x="2407983" y="114443"/>
                  <a:pt x="2411688" y="114443"/>
                </a:cubicBezTo>
                <a:cubicBezTo>
                  <a:pt x="2415391" y="114443"/>
                  <a:pt x="2424821" y="114779"/>
                  <a:pt x="2429872" y="114946"/>
                </a:cubicBezTo>
                <a:lnTo>
                  <a:pt x="2429872" y="110738"/>
                </a:lnTo>
                <a:cubicBezTo>
                  <a:pt x="2418592" y="110738"/>
                  <a:pt x="2417750" y="109728"/>
                  <a:pt x="2417750" y="102829"/>
                </a:cubicBezTo>
                <a:lnTo>
                  <a:pt x="2417750" y="75572"/>
                </a:lnTo>
                <a:lnTo>
                  <a:pt x="2440314" y="75572"/>
                </a:lnTo>
                <a:moveTo>
                  <a:pt x="2417243" y="39896"/>
                </a:moveTo>
                <a:cubicBezTo>
                  <a:pt x="2417243" y="33164"/>
                  <a:pt x="2418086" y="32660"/>
                  <a:pt x="2423981" y="32660"/>
                </a:cubicBezTo>
                <a:lnTo>
                  <a:pt x="2435600" y="32660"/>
                </a:lnTo>
                <a:cubicBezTo>
                  <a:pt x="2456815" y="32660"/>
                  <a:pt x="2456815" y="45448"/>
                  <a:pt x="2456815" y="52180"/>
                </a:cubicBezTo>
                <a:cubicBezTo>
                  <a:pt x="2456815" y="58743"/>
                  <a:pt x="2456815" y="71698"/>
                  <a:pt x="2435600" y="71698"/>
                </a:cubicBezTo>
                <a:lnTo>
                  <a:pt x="2417243" y="71698"/>
                </a:lnTo>
                <a:lnTo>
                  <a:pt x="2417243" y="39896"/>
                </a:lnTo>
                <a:close/>
              </a:path>
            </a:pathLst>
          </a:custGeom>
          <a:solidFill xmlns:a="http://schemas.openxmlformats.org/drawingml/2006/main">
            <a:srgbClr val="000000"/>
          </a:solidFill>
          <a:ln xmlns:a="http://schemas.openxmlformats.org/drawingml/2006/main" w="0" cap="flat">
            <a:noFill/>
            <a:miter/>
          </a:ln>
        </p:spPr>
      </p:sp>
      <p:sp>
        <p:nvSpPr>
          <p:cNvPr id="16" name="Vector element">
            <a:extLst xmlns:a="http://schemas.openxmlformats.org/drawingml/2006/main">
              <a:ext uri="{FF2B5EF4-FFF2-40B4-BE49-F238E27FC236}">
                <a16:creationId xmlns:a16="http://schemas.microsoft.com/office/drawing/2014/main" id="{5BBF1ACE-215A-4564-8939-253A11506FC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82434" y="3861308"/>
            <a:ext cx="36974" cy="10"/>
          </a:xfrm>
          <a:custGeom xmlns:a="http://schemas.openxmlformats.org/drawingml/2006/main">
            <a:pathLst>
              <a:path w="36974" h="1">
                <a:moveTo>
                  <a:pt x="36974" y="0"/>
                </a:moveTo>
                <a:lnTo>
                  <a:pt x="0" y="0"/>
                </a:lnTo>
              </a:path>
            </a:pathLst>
          </a:custGeom>
          <a:solidFill xmlns:a="http://schemas.openxmlformats.org/drawingml/2006/main">
            <a:srgbClr val="000000"/>
          </a:solidFill>
          <a:ln xmlns:a="http://schemas.openxmlformats.org/drawingml/2006/main" w="0" cap="flat">
            <a:noFill/>
            <a:miter/>
          </a:ln>
        </p:spPr>
      </p:sp>
      <p:sp>
        <p:nvSpPr>
          <p:cNvPr id="17" name="Vector element">
            <a:extLst xmlns:a="http://schemas.openxmlformats.org/drawingml/2006/main">
              <a:ext uri="{FF2B5EF4-FFF2-40B4-BE49-F238E27FC236}">
                <a16:creationId xmlns:a16="http://schemas.microsoft.com/office/drawing/2014/main" id="{A7E5973C-3ADC-45D9-9CAE-74C4F6FE9B9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82434" y="3861308"/>
            <a:ext cx="36974" cy="10"/>
          </a:xfrm>
          <a:custGeom xmlns:a="http://schemas.openxmlformats.org/drawingml/2006/main">
            <a:pathLst>
              <a:path w="36974" h="1" fill="none">
                <a:moveTo>
                  <a:pt x="36974" y="0"/>
                </a:moveTo>
                <a:lnTo>
                  <a:pt x="0" y="0"/>
                </a:lnTo>
              </a:path>
            </a:pathLst>
          </a:custGeom>
          <a:noFill xmlns:a="http://schemas.openxmlformats.org/drawingml/2006/main"/>
          <a:ln xmlns:a="http://schemas.openxmlformats.org/drawingml/2006/main" w="8451" cap="flat">
            <a:solidFill>
              <a:srgbClr val="000000"/>
            </a:solidFill>
            <a:round/>
          </a:ln>
        </p:spPr>
      </p:sp>
      <p:sp>
        <p:nvSpPr>
          <p:cNvPr id="18" name="Text 0">
            <a:extLst xmlns:a="http://schemas.openxmlformats.org/drawingml/2006/main">
              <a:ext uri="{FF2B5EF4-FFF2-40B4-BE49-F238E27FC236}">
                <a16:creationId xmlns:a16="http://schemas.microsoft.com/office/drawing/2014/main" id="{991CFADF-7F4F-4CFB-B2CA-9BC0F0412A9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63585" y="3799805"/>
            <a:ext cx="74451" cy="130240"/>
          </a:xfrm>
          <a:custGeom xmlns:a="http://schemas.openxmlformats.org/drawingml/2006/main">
            <a:pathLst>
              <a:path w="74451" h="130240">
                <a:moveTo>
                  <a:pt x="74451" y="65311"/>
                </a:moveTo>
                <a:cubicBezTo>
                  <a:pt x="74451" y="54523"/>
                  <a:pt x="74260" y="34459"/>
                  <a:pt x="66493" y="18939"/>
                </a:cubicBezTo>
                <a:cubicBezTo>
                  <a:pt x="58726" y="3980"/>
                  <a:pt x="46224" y="0"/>
                  <a:pt x="37318" y="0"/>
                </a:cubicBezTo>
                <a:cubicBezTo>
                  <a:pt x="24437" y="0"/>
                  <a:pt x="13450" y="7579"/>
                  <a:pt x="7767" y="19697"/>
                </a:cubicBezTo>
                <a:cubicBezTo>
                  <a:pt x="1705" y="32378"/>
                  <a:pt x="0" y="45438"/>
                  <a:pt x="0" y="65311"/>
                </a:cubicBezTo>
                <a:cubicBezTo>
                  <a:pt x="0" y="78937"/>
                  <a:pt x="567" y="95593"/>
                  <a:pt x="7388" y="110167"/>
                </a:cubicBezTo>
                <a:cubicBezTo>
                  <a:pt x="15156" y="126262"/>
                  <a:pt x="28227" y="130240"/>
                  <a:pt x="37130" y="130240"/>
                </a:cubicBezTo>
                <a:cubicBezTo>
                  <a:pt x="48875" y="130240"/>
                  <a:pt x="60241" y="123990"/>
                  <a:pt x="66684" y="110925"/>
                </a:cubicBezTo>
                <a:cubicBezTo>
                  <a:pt x="73312" y="97298"/>
                  <a:pt x="74451" y="82345"/>
                  <a:pt x="74451" y="65311"/>
                </a:cubicBezTo>
                <a:moveTo>
                  <a:pt x="37130" y="118686"/>
                </a:moveTo>
                <a:cubicBezTo>
                  <a:pt x="22732" y="118686"/>
                  <a:pt x="18376" y="102218"/>
                  <a:pt x="17049" y="96729"/>
                </a:cubicBezTo>
                <a:cubicBezTo>
                  <a:pt x="14777" y="87265"/>
                  <a:pt x="14398" y="78180"/>
                  <a:pt x="14398" y="63229"/>
                </a:cubicBezTo>
                <a:cubicBezTo>
                  <a:pt x="14398" y="51494"/>
                  <a:pt x="14398" y="38243"/>
                  <a:pt x="17997" y="27834"/>
                </a:cubicBezTo>
                <a:cubicBezTo>
                  <a:pt x="22353" y="15719"/>
                  <a:pt x="29932" y="11557"/>
                  <a:pt x="37130" y="11557"/>
                </a:cubicBezTo>
                <a:cubicBezTo>
                  <a:pt x="51150" y="11557"/>
                  <a:pt x="55694" y="25562"/>
                  <a:pt x="57211" y="30484"/>
                </a:cubicBezTo>
                <a:cubicBezTo>
                  <a:pt x="60053" y="40515"/>
                  <a:pt x="60053" y="52251"/>
                  <a:pt x="60053" y="63229"/>
                </a:cubicBezTo>
                <a:cubicBezTo>
                  <a:pt x="60053" y="80830"/>
                  <a:pt x="60053" y="118686"/>
                  <a:pt x="37130" y="118686"/>
                </a:cubicBezTo>
                <a:close/>
              </a:path>
            </a:pathLst>
          </a:custGeom>
          <a:solidFill xmlns:a="http://schemas.openxmlformats.org/drawingml/2006/main">
            <a:srgbClr val="000000"/>
          </a:solidFill>
          <a:ln xmlns:a="http://schemas.openxmlformats.org/drawingml/2006/main" w="0" cap="flat">
            <a:noFill/>
            <a:miter/>
          </a:ln>
        </p:spPr>
      </p:sp>
      <p:sp>
        <p:nvSpPr>
          <p:cNvPr id="19" name="Vector element">
            <a:extLst xmlns:a="http://schemas.openxmlformats.org/drawingml/2006/main">
              <a:ext uri="{FF2B5EF4-FFF2-40B4-BE49-F238E27FC236}">
                <a16:creationId xmlns:a16="http://schemas.microsoft.com/office/drawing/2014/main" id="{C50BA758-C47C-48FE-AE92-9F356294A3E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82434" y="2955022"/>
            <a:ext cx="36974" cy="10"/>
          </a:xfrm>
          <a:custGeom xmlns:a="http://schemas.openxmlformats.org/drawingml/2006/main">
            <a:pathLst>
              <a:path w="36974" h="1">
                <a:moveTo>
                  <a:pt x="36974" y="0"/>
                </a:moveTo>
                <a:lnTo>
                  <a:pt x="0" y="0"/>
                </a:lnTo>
              </a:path>
            </a:pathLst>
          </a:custGeom>
          <a:solidFill xmlns:a="http://schemas.openxmlformats.org/drawingml/2006/main">
            <a:srgbClr val="000000"/>
          </a:solidFill>
          <a:ln xmlns:a="http://schemas.openxmlformats.org/drawingml/2006/main" w="0" cap="flat">
            <a:noFill/>
            <a:miter/>
          </a:ln>
        </p:spPr>
      </p:sp>
      <p:sp>
        <p:nvSpPr>
          <p:cNvPr id="20" name="Vector element">
            <a:extLst xmlns:a="http://schemas.openxmlformats.org/drawingml/2006/main">
              <a:ext uri="{FF2B5EF4-FFF2-40B4-BE49-F238E27FC236}">
                <a16:creationId xmlns:a16="http://schemas.microsoft.com/office/drawing/2014/main" id="{EA124750-D469-4D38-AEFA-3BD2E76299A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82434" y="2955022"/>
            <a:ext cx="36974" cy="10"/>
          </a:xfrm>
          <a:custGeom xmlns:a="http://schemas.openxmlformats.org/drawingml/2006/main">
            <a:pathLst>
              <a:path w="36974" h="1" fill="none">
                <a:moveTo>
                  <a:pt x="36974" y="0"/>
                </a:moveTo>
                <a:lnTo>
                  <a:pt x="0" y="0"/>
                </a:lnTo>
              </a:path>
            </a:pathLst>
          </a:custGeom>
          <a:noFill xmlns:a="http://schemas.openxmlformats.org/drawingml/2006/main"/>
          <a:ln xmlns:a="http://schemas.openxmlformats.org/drawingml/2006/main" w="8451" cap="flat">
            <a:solidFill>
              <a:srgbClr val="000000"/>
            </a:solidFill>
            <a:round/>
          </a:ln>
        </p:spPr>
      </p:sp>
      <p:sp>
        <p:nvSpPr>
          <p:cNvPr id="21" name="Text 30">
            <a:extLst xmlns:a="http://schemas.openxmlformats.org/drawingml/2006/main">
              <a:ext uri="{FF2B5EF4-FFF2-40B4-BE49-F238E27FC236}">
                <a16:creationId xmlns:a16="http://schemas.microsoft.com/office/drawing/2014/main" id="{4B0FA44D-C2E0-4B80-9898-B0C71F68C38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74700" y="2893520"/>
            <a:ext cx="163300" cy="130240"/>
          </a:xfrm>
          <a:custGeom xmlns:a="http://schemas.openxmlformats.org/drawingml/2006/main">
            <a:pathLst>
              <a:path w="163300" h="130240">
                <a:moveTo>
                  <a:pt x="22356" y="65860"/>
                </a:moveTo>
                <a:lnTo>
                  <a:pt x="35237" y="65860"/>
                </a:lnTo>
                <a:cubicBezTo>
                  <a:pt x="53046" y="65860"/>
                  <a:pt x="58159" y="81385"/>
                  <a:pt x="58159" y="92179"/>
                </a:cubicBezTo>
                <a:cubicBezTo>
                  <a:pt x="58159" y="106947"/>
                  <a:pt x="49823" y="118495"/>
                  <a:pt x="36185" y="118495"/>
                </a:cubicBezTo>
                <a:cubicBezTo>
                  <a:pt x="25576" y="118495"/>
                  <a:pt x="10609" y="113194"/>
                  <a:pt x="2084" y="99183"/>
                </a:cubicBezTo>
                <a:cubicBezTo>
                  <a:pt x="760" y="105811"/>
                  <a:pt x="760" y="106190"/>
                  <a:pt x="0" y="110734"/>
                </a:cubicBezTo>
                <a:cubicBezTo>
                  <a:pt x="8906" y="123799"/>
                  <a:pt x="23301" y="130240"/>
                  <a:pt x="36563" y="130240"/>
                </a:cubicBezTo>
                <a:cubicBezTo>
                  <a:pt x="58159" y="130240"/>
                  <a:pt x="74072" y="112249"/>
                  <a:pt x="74072" y="92367"/>
                </a:cubicBezTo>
                <a:cubicBezTo>
                  <a:pt x="74072" y="77411"/>
                  <a:pt x="63654" y="64915"/>
                  <a:pt x="49444" y="60177"/>
                </a:cubicBezTo>
                <a:cubicBezTo>
                  <a:pt x="60813" y="53927"/>
                  <a:pt x="69147" y="42197"/>
                  <a:pt x="69147" y="28580"/>
                </a:cubicBezTo>
                <a:cubicBezTo>
                  <a:pt x="69147" y="12693"/>
                  <a:pt x="54560" y="0"/>
                  <a:pt x="36751" y="0"/>
                </a:cubicBezTo>
                <a:cubicBezTo>
                  <a:pt x="20460" y="0"/>
                  <a:pt x="7767" y="10042"/>
                  <a:pt x="2463" y="20824"/>
                </a:cubicBezTo>
                <a:cubicBezTo>
                  <a:pt x="3790" y="22717"/>
                  <a:pt x="7201" y="28201"/>
                  <a:pt x="8906" y="31039"/>
                </a:cubicBezTo>
                <a:cubicBezTo>
                  <a:pt x="13071" y="19879"/>
                  <a:pt x="23871" y="11557"/>
                  <a:pt x="36563" y="11557"/>
                </a:cubicBezTo>
                <a:cubicBezTo>
                  <a:pt x="47172" y="11557"/>
                  <a:pt x="54182" y="18555"/>
                  <a:pt x="54182" y="28580"/>
                </a:cubicBezTo>
                <a:cubicBezTo>
                  <a:pt x="54182" y="38983"/>
                  <a:pt x="47551" y="50331"/>
                  <a:pt x="36373" y="52979"/>
                </a:cubicBezTo>
                <a:cubicBezTo>
                  <a:pt x="35615" y="52979"/>
                  <a:pt x="23871" y="54115"/>
                  <a:pt x="22356" y="54306"/>
                </a:cubicBezTo>
                <a:lnTo>
                  <a:pt x="22356" y="65860"/>
                </a:lnTo>
                <a:close/>
                <a:moveTo>
                  <a:pt x="163300" y="65311"/>
                </a:moveTo>
                <a:cubicBezTo>
                  <a:pt x="163300" y="54523"/>
                  <a:pt x="163109" y="34459"/>
                  <a:pt x="155342" y="18939"/>
                </a:cubicBezTo>
                <a:cubicBezTo>
                  <a:pt x="147575" y="3980"/>
                  <a:pt x="135073" y="0"/>
                  <a:pt x="126167" y="0"/>
                </a:cubicBezTo>
                <a:cubicBezTo>
                  <a:pt x="113286" y="0"/>
                  <a:pt x="102299" y="7579"/>
                  <a:pt x="96616" y="19697"/>
                </a:cubicBezTo>
                <a:cubicBezTo>
                  <a:pt x="90554" y="32378"/>
                  <a:pt x="88849" y="45438"/>
                  <a:pt x="88849" y="65311"/>
                </a:cubicBezTo>
                <a:cubicBezTo>
                  <a:pt x="88849" y="78937"/>
                  <a:pt x="89415" y="95593"/>
                  <a:pt x="96237" y="110167"/>
                </a:cubicBezTo>
                <a:cubicBezTo>
                  <a:pt x="104004" y="126262"/>
                  <a:pt x="117076" y="130240"/>
                  <a:pt x="125979" y="130240"/>
                </a:cubicBezTo>
                <a:cubicBezTo>
                  <a:pt x="137723" y="130240"/>
                  <a:pt x="149089" y="123990"/>
                  <a:pt x="155532" y="110925"/>
                </a:cubicBezTo>
                <a:cubicBezTo>
                  <a:pt x="162161" y="97298"/>
                  <a:pt x="163300" y="82345"/>
                  <a:pt x="163300" y="65311"/>
                </a:cubicBezTo>
                <a:moveTo>
                  <a:pt x="125979" y="118686"/>
                </a:moveTo>
                <a:cubicBezTo>
                  <a:pt x="111581" y="118686"/>
                  <a:pt x="107224" y="102218"/>
                  <a:pt x="105898" y="96729"/>
                </a:cubicBezTo>
                <a:cubicBezTo>
                  <a:pt x="103626" y="87265"/>
                  <a:pt x="103247" y="78180"/>
                  <a:pt x="103247" y="63229"/>
                </a:cubicBezTo>
                <a:cubicBezTo>
                  <a:pt x="103247" y="51494"/>
                  <a:pt x="103247" y="38243"/>
                  <a:pt x="106846" y="27834"/>
                </a:cubicBezTo>
                <a:cubicBezTo>
                  <a:pt x="111202" y="15719"/>
                  <a:pt x="118781" y="11557"/>
                  <a:pt x="125979" y="11557"/>
                </a:cubicBezTo>
                <a:cubicBezTo>
                  <a:pt x="139998" y="11557"/>
                  <a:pt x="144542" y="25562"/>
                  <a:pt x="146060" y="30484"/>
                </a:cubicBezTo>
                <a:cubicBezTo>
                  <a:pt x="148901" y="40515"/>
                  <a:pt x="148901" y="52251"/>
                  <a:pt x="148901" y="63229"/>
                </a:cubicBezTo>
                <a:cubicBezTo>
                  <a:pt x="148901" y="80830"/>
                  <a:pt x="148901" y="118686"/>
                  <a:pt x="125979" y="118686"/>
                </a:cubicBezTo>
                <a:close/>
              </a:path>
            </a:pathLst>
          </a:custGeom>
          <a:solidFill xmlns:a="http://schemas.openxmlformats.org/drawingml/2006/main">
            <a:srgbClr val="000000"/>
          </a:solidFill>
          <a:ln xmlns:a="http://schemas.openxmlformats.org/drawingml/2006/main" w="0" cap="flat">
            <a:noFill/>
            <a:miter/>
          </a:ln>
        </p:spPr>
      </p:sp>
      <p:sp>
        <p:nvSpPr>
          <p:cNvPr id="22" name="Vector element">
            <a:extLst xmlns:a="http://schemas.openxmlformats.org/drawingml/2006/main">
              <a:ext uri="{FF2B5EF4-FFF2-40B4-BE49-F238E27FC236}">
                <a16:creationId xmlns:a16="http://schemas.microsoft.com/office/drawing/2014/main" id="{E107E5B4-93EE-4BE1-9674-E08F420ACFE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82434" y="2048737"/>
            <a:ext cx="36974" cy="10"/>
          </a:xfrm>
          <a:custGeom xmlns:a="http://schemas.openxmlformats.org/drawingml/2006/main">
            <a:pathLst>
              <a:path w="36974" h="1">
                <a:moveTo>
                  <a:pt x="36974" y="0"/>
                </a:moveTo>
                <a:lnTo>
                  <a:pt x="0" y="0"/>
                </a:lnTo>
              </a:path>
            </a:pathLst>
          </a:custGeom>
          <a:solidFill xmlns:a="http://schemas.openxmlformats.org/drawingml/2006/main">
            <a:srgbClr val="000000"/>
          </a:solidFill>
          <a:ln xmlns:a="http://schemas.openxmlformats.org/drawingml/2006/main" w="0" cap="flat">
            <a:noFill/>
            <a:miter/>
          </a:ln>
        </p:spPr>
      </p:sp>
      <p:sp>
        <p:nvSpPr>
          <p:cNvPr id="23" name="Vector element">
            <a:extLst xmlns:a="http://schemas.openxmlformats.org/drawingml/2006/main">
              <a:ext uri="{FF2B5EF4-FFF2-40B4-BE49-F238E27FC236}">
                <a16:creationId xmlns:a16="http://schemas.microsoft.com/office/drawing/2014/main" id="{0B01D299-B7F2-41F6-957A-FEECBCF4907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82434" y="2048737"/>
            <a:ext cx="36974" cy="10"/>
          </a:xfrm>
          <a:custGeom xmlns:a="http://schemas.openxmlformats.org/drawingml/2006/main">
            <a:pathLst>
              <a:path w="36974" h="1" fill="none">
                <a:moveTo>
                  <a:pt x="36974" y="0"/>
                </a:moveTo>
                <a:lnTo>
                  <a:pt x="0" y="0"/>
                </a:lnTo>
              </a:path>
            </a:pathLst>
          </a:custGeom>
          <a:noFill xmlns:a="http://schemas.openxmlformats.org/drawingml/2006/main"/>
          <a:ln xmlns:a="http://schemas.openxmlformats.org/drawingml/2006/main" w="8451" cap="flat">
            <a:solidFill>
              <a:srgbClr val="000000"/>
            </a:solidFill>
            <a:round/>
          </a:ln>
        </p:spPr>
      </p:sp>
      <p:sp>
        <p:nvSpPr>
          <p:cNvPr id="24" name="Text 60">
            <a:extLst xmlns:a="http://schemas.openxmlformats.org/drawingml/2006/main">
              <a:ext uri="{FF2B5EF4-FFF2-40B4-BE49-F238E27FC236}">
                <a16:creationId xmlns:a16="http://schemas.microsoft.com/office/drawing/2014/main" id="{1B92CA9A-2466-4F36-A018-C08B335FAAB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74700" y="1987235"/>
            <a:ext cx="163300" cy="130240"/>
          </a:xfrm>
          <a:custGeom xmlns:a="http://schemas.openxmlformats.org/drawingml/2006/main">
            <a:pathLst>
              <a:path w="163300" h="130240">
                <a:moveTo>
                  <a:pt x="66496" y="3790"/>
                </a:moveTo>
                <a:cubicBezTo>
                  <a:pt x="58538" y="569"/>
                  <a:pt x="52855" y="0"/>
                  <a:pt x="47551" y="0"/>
                </a:cubicBezTo>
                <a:cubicBezTo>
                  <a:pt x="22923" y="0"/>
                  <a:pt x="0" y="25750"/>
                  <a:pt x="0" y="66447"/>
                </a:cubicBezTo>
                <a:cubicBezTo>
                  <a:pt x="0" y="118495"/>
                  <a:pt x="21787" y="130240"/>
                  <a:pt x="37321" y="130240"/>
                </a:cubicBezTo>
                <a:cubicBezTo>
                  <a:pt x="45845" y="130240"/>
                  <a:pt x="54370" y="127589"/>
                  <a:pt x="62515" y="118117"/>
                </a:cubicBezTo>
                <a:cubicBezTo>
                  <a:pt x="70852" y="108086"/>
                  <a:pt x="74072" y="99758"/>
                  <a:pt x="74072" y="85187"/>
                </a:cubicBezTo>
                <a:cubicBezTo>
                  <a:pt x="74072" y="61718"/>
                  <a:pt x="62515" y="40885"/>
                  <a:pt x="45279" y="40885"/>
                </a:cubicBezTo>
                <a:cubicBezTo>
                  <a:pt x="32774" y="40885"/>
                  <a:pt x="21977" y="47516"/>
                  <a:pt x="15346" y="55850"/>
                </a:cubicBezTo>
                <a:cubicBezTo>
                  <a:pt x="17240" y="29155"/>
                  <a:pt x="29744" y="11557"/>
                  <a:pt x="47741" y="11557"/>
                </a:cubicBezTo>
                <a:cubicBezTo>
                  <a:pt x="52664" y="11557"/>
                  <a:pt x="59107" y="12314"/>
                  <a:pt x="66496" y="15531"/>
                </a:cubicBezTo>
                <a:lnTo>
                  <a:pt x="66496" y="3790"/>
                </a:lnTo>
                <a:moveTo>
                  <a:pt x="15534" y="85753"/>
                </a:moveTo>
                <a:cubicBezTo>
                  <a:pt x="15534" y="84238"/>
                  <a:pt x="15534" y="83293"/>
                  <a:pt x="15725" y="80455"/>
                </a:cubicBezTo>
                <a:cubicBezTo>
                  <a:pt x="15725" y="65692"/>
                  <a:pt x="24249" y="52442"/>
                  <a:pt x="38078" y="52442"/>
                </a:cubicBezTo>
                <a:cubicBezTo>
                  <a:pt x="46981" y="52442"/>
                  <a:pt x="51528" y="57174"/>
                  <a:pt x="54939" y="63042"/>
                </a:cubicBezTo>
                <a:cubicBezTo>
                  <a:pt x="58917" y="70421"/>
                  <a:pt x="59107" y="77425"/>
                  <a:pt x="59107" y="85187"/>
                </a:cubicBezTo>
                <a:cubicBezTo>
                  <a:pt x="59107" y="92566"/>
                  <a:pt x="59107" y="99949"/>
                  <a:pt x="54748" y="107519"/>
                </a:cubicBezTo>
                <a:cubicBezTo>
                  <a:pt x="51150" y="113385"/>
                  <a:pt x="46415" y="118495"/>
                  <a:pt x="37321" y="118495"/>
                </a:cubicBezTo>
                <a:cubicBezTo>
                  <a:pt x="19324" y="118495"/>
                  <a:pt x="16294" y="93324"/>
                  <a:pt x="15534" y="85753"/>
                </a:cubicBezTo>
                <a:close/>
                <a:moveTo>
                  <a:pt x="163300" y="65311"/>
                </a:moveTo>
                <a:cubicBezTo>
                  <a:pt x="163300" y="54523"/>
                  <a:pt x="163109" y="34459"/>
                  <a:pt x="155342" y="18939"/>
                </a:cubicBezTo>
                <a:cubicBezTo>
                  <a:pt x="147575" y="3980"/>
                  <a:pt x="135073" y="0"/>
                  <a:pt x="126167" y="0"/>
                </a:cubicBezTo>
                <a:cubicBezTo>
                  <a:pt x="113286" y="0"/>
                  <a:pt x="102299" y="7579"/>
                  <a:pt x="96616" y="19697"/>
                </a:cubicBezTo>
                <a:cubicBezTo>
                  <a:pt x="90554" y="32378"/>
                  <a:pt x="88849" y="45438"/>
                  <a:pt x="88849" y="65311"/>
                </a:cubicBezTo>
                <a:cubicBezTo>
                  <a:pt x="88849" y="78937"/>
                  <a:pt x="89415" y="95593"/>
                  <a:pt x="96237" y="110167"/>
                </a:cubicBezTo>
                <a:cubicBezTo>
                  <a:pt x="104004" y="126262"/>
                  <a:pt x="117076" y="130240"/>
                  <a:pt x="125979" y="130240"/>
                </a:cubicBezTo>
                <a:cubicBezTo>
                  <a:pt x="137723" y="130240"/>
                  <a:pt x="149089" y="123990"/>
                  <a:pt x="155532" y="110925"/>
                </a:cubicBezTo>
                <a:cubicBezTo>
                  <a:pt x="162161" y="97298"/>
                  <a:pt x="163300" y="82345"/>
                  <a:pt x="163300" y="65311"/>
                </a:cubicBezTo>
                <a:moveTo>
                  <a:pt x="125979" y="118686"/>
                </a:moveTo>
                <a:cubicBezTo>
                  <a:pt x="111581" y="118686"/>
                  <a:pt x="107224" y="102218"/>
                  <a:pt x="105898" y="96729"/>
                </a:cubicBezTo>
                <a:cubicBezTo>
                  <a:pt x="103626" y="87265"/>
                  <a:pt x="103247" y="78180"/>
                  <a:pt x="103247" y="63229"/>
                </a:cubicBezTo>
                <a:cubicBezTo>
                  <a:pt x="103247" y="51494"/>
                  <a:pt x="103247" y="38243"/>
                  <a:pt x="106846" y="27834"/>
                </a:cubicBezTo>
                <a:cubicBezTo>
                  <a:pt x="111202" y="15719"/>
                  <a:pt x="118781" y="11557"/>
                  <a:pt x="125979" y="11557"/>
                </a:cubicBezTo>
                <a:cubicBezTo>
                  <a:pt x="139998" y="11557"/>
                  <a:pt x="144542" y="25562"/>
                  <a:pt x="146060" y="30484"/>
                </a:cubicBezTo>
                <a:cubicBezTo>
                  <a:pt x="148901" y="40515"/>
                  <a:pt x="148901" y="52251"/>
                  <a:pt x="148901" y="63229"/>
                </a:cubicBezTo>
                <a:cubicBezTo>
                  <a:pt x="148901" y="80830"/>
                  <a:pt x="148901" y="118686"/>
                  <a:pt x="125979" y="118686"/>
                </a:cubicBezTo>
                <a:close/>
              </a:path>
            </a:pathLst>
          </a:custGeom>
          <a:solidFill xmlns:a="http://schemas.openxmlformats.org/drawingml/2006/main">
            <a:srgbClr val="000000"/>
          </a:solidFill>
          <a:ln xmlns:a="http://schemas.openxmlformats.org/drawingml/2006/main" w="0" cap="flat">
            <a:noFill/>
            <a:miter/>
          </a:ln>
        </p:spPr>
      </p:sp>
      <p:sp>
        <p:nvSpPr>
          <p:cNvPr id="25" name="Vector element">
            <a:extLst xmlns:a="http://schemas.openxmlformats.org/drawingml/2006/main">
              <a:ext uri="{FF2B5EF4-FFF2-40B4-BE49-F238E27FC236}">
                <a16:creationId xmlns:a16="http://schemas.microsoft.com/office/drawing/2014/main" id="{9B0373FF-B650-4B49-BF6F-25D27424104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82434" y="1142451"/>
            <a:ext cx="36974" cy="10"/>
          </a:xfrm>
          <a:custGeom xmlns:a="http://schemas.openxmlformats.org/drawingml/2006/main">
            <a:pathLst>
              <a:path w="36974" h="1">
                <a:moveTo>
                  <a:pt x="36974" y="0"/>
                </a:moveTo>
                <a:lnTo>
                  <a:pt x="0" y="0"/>
                </a:lnTo>
              </a:path>
            </a:pathLst>
          </a:custGeom>
          <a:solidFill xmlns:a="http://schemas.openxmlformats.org/drawingml/2006/main">
            <a:srgbClr val="000000"/>
          </a:solidFill>
          <a:ln xmlns:a="http://schemas.openxmlformats.org/drawingml/2006/main" w="0" cap="flat">
            <a:noFill/>
            <a:miter/>
          </a:ln>
        </p:spPr>
      </p:sp>
      <p:sp>
        <p:nvSpPr>
          <p:cNvPr id="26" name="Vector element">
            <a:extLst xmlns:a="http://schemas.openxmlformats.org/drawingml/2006/main">
              <a:ext uri="{FF2B5EF4-FFF2-40B4-BE49-F238E27FC236}">
                <a16:creationId xmlns:a16="http://schemas.microsoft.com/office/drawing/2014/main" id="{A185A313-AEB3-441B-9450-0DB85C3ADCD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82434" y="1142451"/>
            <a:ext cx="36974" cy="10"/>
          </a:xfrm>
          <a:custGeom xmlns:a="http://schemas.openxmlformats.org/drawingml/2006/main">
            <a:pathLst>
              <a:path w="36974" h="1" fill="none">
                <a:moveTo>
                  <a:pt x="36974" y="0"/>
                </a:moveTo>
                <a:lnTo>
                  <a:pt x="0" y="0"/>
                </a:lnTo>
              </a:path>
            </a:pathLst>
          </a:custGeom>
          <a:noFill xmlns:a="http://schemas.openxmlformats.org/drawingml/2006/main"/>
          <a:ln xmlns:a="http://schemas.openxmlformats.org/drawingml/2006/main" w="8451" cap="flat">
            <a:solidFill>
              <a:srgbClr val="000000"/>
            </a:solidFill>
            <a:round/>
          </a:ln>
        </p:spPr>
      </p:sp>
      <p:sp>
        <p:nvSpPr>
          <p:cNvPr id="27" name="Text 90">
            <a:extLst xmlns:a="http://schemas.openxmlformats.org/drawingml/2006/main">
              <a:ext uri="{FF2B5EF4-FFF2-40B4-BE49-F238E27FC236}">
                <a16:creationId xmlns:a16="http://schemas.microsoft.com/office/drawing/2014/main" id="{8B0051F2-BCAF-41CA-BAA9-6F7CDB0A987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74700" y="1080949"/>
            <a:ext cx="163300" cy="130240"/>
          </a:xfrm>
          <a:custGeom xmlns:a="http://schemas.openxmlformats.org/drawingml/2006/main">
            <a:pathLst>
              <a:path w="163300" h="130240">
                <a:moveTo>
                  <a:pt x="5495" y="121337"/>
                </a:moveTo>
                <a:cubicBezTo>
                  <a:pt x="10799" y="125884"/>
                  <a:pt x="17618" y="130240"/>
                  <a:pt x="29175" y="130240"/>
                </a:cubicBezTo>
                <a:cubicBezTo>
                  <a:pt x="52098" y="130240"/>
                  <a:pt x="74072" y="104872"/>
                  <a:pt x="74072" y="63796"/>
                </a:cubicBezTo>
                <a:cubicBezTo>
                  <a:pt x="74072" y="8906"/>
                  <a:pt x="50392" y="0"/>
                  <a:pt x="37699" y="0"/>
                </a:cubicBezTo>
                <a:cubicBezTo>
                  <a:pt x="25007" y="0"/>
                  <a:pt x="16861" y="5686"/>
                  <a:pt x="9851" y="14774"/>
                </a:cubicBezTo>
                <a:cubicBezTo>
                  <a:pt x="1518" y="25186"/>
                  <a:pt x="0" y="34459"/>
                  <a:pt x="0" y="45247"/>
                </a:cubicBezTo>
                <a:cubicBezTo>
                  <a:pt x="0" y="58116"/>
                  <a:pt x="2275" y="66065"/>
                  <a:pt x="7579" y="75150"/>
                </a:cubicBezTo>
                <a:cubicBezTo>
                  <a:pt x="14777" y="86895"/>
                  <a:pt x="21408" y="89355"/>
                  <a:pt x="28796" y="89355"/>
                </a:cubicBezTo>
                <a:cubicBezTo>
                  <a:pt x="39974" y="89355"/>
                  <a:pt x="51150" y="83863"/>
                  <a:pt x="58729" y="74393"/>
                </a:cubicBezTo>
                <a:cubicBezTo>
                  <a:pt x="57402" y="99952"/>
                  <a:pt x="45845" y="118495"/>
                  <a:pt x="29175" y="118495"/>
                </a:cubicBezTo>
                <a:cubicBezTo>
                  <a:pt x="22356" y="118495"/>
                  <a:pt x="16861" y="116414"/>
                  <a:pt x="11369" y="111306"/>
                </a:cubicBezTo>
                <a:lnTo>
                  <a:pt x="5495" y="121337"/>
                </a:lnTo>
                <a:moveTo>
                  <a:pt x="58159" y="44868"/>
                </a:moveTo>
                <a:cubicBezTo>
                  <a:pt x="58350" y="46192"/>
                  <a:pt x="58350" y="48655"/>
                  <a:pt x="58350" y="49409"/>
                </a:cubicBezTo>
                <a:cubicBezTo>
                  <a:pt x="58350" y="65308"/>
                  <a:pt x="49256" y="77801"/>
                  <a:pt x="35994" y="77801"/>
                </a:cubicBezTo>
                <a:cubicBezTo>
                  <a:pt x="27282" y="77801"/>
                  <a:pt x="22735" y="73257"/>
                  <a:pt x="19324" y="67392"/>
                </a:cubicBezTo>
                <a:cubicBezTo>
                  <a:pt x="15156" y="60009"/>
                  <a:pt x="14968" y="52817"/>
                  <a:pt x="14968" y="45247"/>
                </a:cubicBezTo>
                <a:cubicBezTo>
                  <a:pt x="14968" y="37864"/>
                  <a:pt x="14968" y="29727"/>
                  <a:pt x="20272" y="21590"/>
                </a:cubicBezTo>
                <a:cubicBezTo>
                  <a:pt x="24249" y="15722"/>
                  <a:pt x="29175" y="11557"/>
                  <a:pt x="37699" y="11557"/>
                </a:cubicBezTo>
                <a:cubicBezTo>
                  <a:pt x="55127" y="11557"/>
                  <a:pt x="57968" y="37110"/>
                  <a:pt x="58159" y="44868"/>
                </a:cubicBezTo>
                <a:close/>
                <a:moveTo>
                  <a:pt x="163300" y="65311"/>
                </a:moveTo>
                <a:cubicBezTo>
                  <a:pt x="163300" y="54523"/>
                  <a:pt x="163109" y="34459"/>
                  <a:pt x="155342" y="18939"/>
                </a:cubicBezTo>
                <a:cubicBezTo>
                  <a:pt x="147575" y="3980"/>
                  <a:pt x="135073" y="0"/>
                  <a:pt x="126167" y="0"/>
                </a:cubicBezTo>
                <a:cubicBezTo>
                  <a:pt x="113286" y="0"/>
                  <a:pt x="102299" y="7579"/>
                  <a:pt x="96616" y="19697"/>
                </a:cubicBezTo>
                <a:cubicBezTo>
                  <a:pt x="90554" y="32378"/>
                  <a:pt x="88849" y="45438"/>
                  <a:pt x="88849" y="65311"/>
                </a:cubicBezTo>
                <a:cubicBezTo>
                  <a:pt x="88849" y="78937"/>
                  <a:pt x="89415" y="95593"/>
                  <a:pt x="96237" y="110167"/>
                </a:cubicBezTo>
                <a:cubicBezTo>
                  <a:pt x="104004" y="126262"/>
                  <a:pt x="117076" y="130240"/>
                  <a:pt x="125979" y="130240"/>
                </a:cubicBezTo>
                <a:cubicBezTo>
                  <a:pt x="137723" y="130240"/>
                  <a:pt x="149089" y="123990"/>
                  <a:pt x="155532" y="110925"/>
                </a:cubicBezTo>
                <a:cubicBezTo>
                  <a:pt x="162161" y="97298"/>
                  <a:pt x="163300" y="82345"/>
                  <a:pt x="163300" y="65311"/>
                </a:cubicBezTo>
                <a:moveTo>
                  <a:pt x="125979" y="118686"/>
                </a:moveTo>
                <a:cubicBezTo>
                  <a:pt x="111581" y="118686"/>
                  <a:pt x="107224" y="102218"/>
                  <a:pt x="105898" y="96729"/>
                </a:cubicBezTo>
                <a:cubicBezTo>
                  <a:pt x="103626" y="87265"/>
                  <a:pt x="103247" y="78180"/>
                  <a:pt x="103247" y="63229"/>
                </a:cubicBezTo>
                <a:cubicBezTo>
                  <a:pt x="103247" y="51494"/>
                  <a:pt x="103247" y="38243"/>
                  <a:pt x="106846" y="27834"/>
                </a:cubicBezTo>
                <a:cubicBezTo>
                  <a:pt x="111202" y="15719"/>
                  <a:pt x="118781" y="11557"/>
                  <a:pt x="125979" y="11557"/>
                </a:cubicBezTo>
                <a:cubicBezTo>
                  <a:pt x="139998" y="11557"/>
                  <a:pt x="144542" y="25562"/>
                  <a:pt x="146060" y="30484"/>
                </a:cubicBezTo>
                <a:cubicBezTo>
                  <a:pt x="148901" y="40515"/>
                  <a:pt x="148901" y="52251"/>
                  <a:pt x="148901" y="63229"/>
                </a:cubicBezTo>
                <a:cubicBezTo>
                  <a:pt x="148901" y="80830"/>
                  <a:pt x="148901" y="118686"/>
                  <a:pt x="125979" y="118686"/>
                </a:cubicBezTo>
                <a:close/>
              </a:path>
            </a:pathLst>
          </a:custGeom>
          <a:solidFill xmlns:a="http://schemas.openxmlformats.org/drawingml/2006/main">
            <a:srgbClr val="000000"/>
          </a:solidFill>
          <a:ln xmlns:a="http://schemas.openxmlformats.org/drawingml/2006/main" w="0" cap="flat">
            <a:noFill/>
            <a:miter/>
          </a:ln>
        </p:spPr>
      </p:sp>
      <p:sp>
        <p:nvSpPr>
          <p:cNvPr id="28" name="Vector element">
            <a:extLst xmlns:a="http://schemas.openxmlformats.org/drawingml/2006/main">
              <a:ext uri="{FF2B5EF4-FFF2-40B4-BE49-F238E27FC236}">
                <a16:creationId xmlns:a16="http://schemas.microsoft.com/office/drawing/2014/main" id="{8C1D012A-D309-4988-82BD-B848A73BA61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82434" y="719518"/>
            <a:ext cx="36974" cy="10"/>
          </a:xfrm>
          <a:custGeom xmlns:a="http://schemas.openxmlformats.org/drawingml/2006/main">
            <a:pathLst>
              <a:path w="36974" h="1">
                <a:moveTo>
                  <a:pt x="36974" y="0"/>
                </a:moveTo>
                <a:lnTo>
                  <a:pt x="0" y="0"/>
                </a:lnTo>
              </a:path>
            </a:pathLst>
          </a:custGeom>
          <a:solidFill xmlns:a="http://schemas.openxmlformats.org/drawingml/2006/main">
            <a:srgbClr val="000000"/>
          </a:solidFill>
          <a:ln xmlns:a="http://schemas.openxmlformats.org/drawingml/2006/main" w="0" cap="flat">
            <a:noFill/>
            <a:miter/>
          </a:ln>
        </p:spPr>
      </p:sp>
      <p:sp>
        <p:nvSpPr>
          <p:cNvPr id="29" name="Vector element">
            <a:extLst xmlns:a="http://schemas.openxmlformats.org/drawingml/2006/main">
              <a:ext uri="{FF2B5EF4-FFF2-40B4-BE49-F238E27FC236}">
                <a16:creationId xmlns:a16="http://schemas.microsoft.com/office/drawing/2014/main" id="{0BB82D9D-38A6-485A-A86B-D809234B78C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82434" y="719518"/>
            <a:ext cx="36974" cy="10"/>
          </a:xfrm>
          <a:custGeom xmlns:a="http://schemas.openxmlformats.org/drawingml/2006/main">
            <a:pathLst>
              <a:path w="36974" h="1" fill="none">
                <a:moveTo>
                  <a:pt x="36974" y="0"/>
                </a:moveTo>
                <a:lnTo>
                  <a:pt x="0" y="0"/>
                </a:lnTo>
              </a:path>
            </a:pathLst>
          </a:custGeom>
          <a:noFill xmlns:a="http://schemas.openxmlformats.org/drawingml/2006/main"/>
          <a:ln xmlns:a="http://schemas.openxmlformats.org/drawingml/2006/main" w="8451" cap="flat">
            <a:solidFill>
              <a:srgbClr val="000000"/>
            </a:solidFill>
            <a:round/>
          </a:ln>
        </p:spPr>
      </p:sp>
      <p:sp>
        <p:nvSpPr>
          <p:cNvPr id="30" name="Text 104">
            <a:extLst xmlns:a="http://schemas.openxmlformats.org/drawingml/2006/main">
              <a:ext uri="{FF2B5EF4-FFF2-40B4-BE49-F238E27FC236}">
                <a16:creationId xmlns:a16="http://schemas.microsoft.com/office/drawing/2014/main" id="{2A3743DB-1C26-4E45-A972-10ED00C4BB3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94154" y="658016"/>
            <a:ext cx="246081" cy="130240"/>
          </a:xfrm>
          <a:custGeom xmlns:a="http://schemas.openxmlformats.org/drawingml/2006/main">
            <a:pathLst>
              <a:path w="246081" h="130240">
                <a:moveTo>
                  <a:pt x="37887" y="0"/>
                </a:moveTo>
                <a:lnTo>
                  <a:pt x="34289" y="0"/>
                </a:lnTo>
                <a:cubicBezTo>
                  <a:pt x="24059" y="10614"/>
                  <a:pt x="12123" y="12129"/>
                  <a:pt x="0" y="12508"/>
                </a:cubicBezTo>
                <a:lnTo>
                  <a:pt x="0" y="23495"/>
                </a:lnTo>
                <a:cubicBezTo>
                  <a:pt x="5492" y="23307"/>
                  <a:pt x="14395" y="22928"/>
                  <a:pt x="23298" y="18951"/>
                </a:cubicBezTo>
                <a:lnTo>
                  <a:pt x="23298" y="116293"/>
                </a:lnTo>
                <a:lnTo>
                  <a:pt x="945" y="116293"/>
                </a:lnTo>
                <a:lnTo>
                  <a:pt x="945" y="127280"/>
                </a:lnTo>
                <a:lnTo>
                  <a:pt x="60241" y="127280"/>
                </a:lnTo>
                <a:lnTo>
                  <a:pt x="60241" y="116293"/>
                </a:lnTo>
                <a:lnTo>
                  <a:pt x="37887" y="116293"/>
                </a:lnTo>
                <a:lnTo>
                  <a:pt x="37887" y="0"/>
                </a:lnTo>
                <a:close/>
                <a:moveTo>
                  <a:pt x="154772" y="65311"/>
                </a:moveTo>
                <a:cubicBezTo>
                  <a:pt x="154772" y="54523"/>
                  <a:pt x="154581" y="34459"/>
                  <a:pt x="146814" y="18939"/>
                </a:cubicBezTo>
                <a:cubicBezTo>
                  <a:pt x="139047" y="3980"/>
                  <a:pt x="126545" y="0"/>
                  <a:pt x="117639" y="0"/>
                </a:cubicBezTo>
                <a:cubicBezTo>
                  <a:pt x="104759" y="0"/>
                  <a:pt x="93771" y="7579"/>
                  <a:pt x="88089" y="19697"/>
                </a:cubicBezTo>
                <a:cubicBezTo>
                  <a:pt x="82027" y="32378"/>
                  <a:pt x="80321" y="45438"/>
                  <a:pt x="80321" y="65311"/>
                </a:cubicBezTo>
                <a:cubicBezTo>
                  <a:pt x="80321" y="78937"/>
                  <a:pt x="80888" y="95593"/>
                  <a:pt x="87710" y="110167"/>
                </a:cubicBezTo>
                <a:cubicBezTo>
                  <a:pt x="95477" y="126262"/>
                  <a:pt x="108548" y="130240"/>
                  <a:pt x="117451" y="130240"/>
                </a:cubicBezTo>
                <a:cubicBezTo>
                  <a:pt x="129196" y="130240"/>
                  <a:pt x="140562" y="123990"/>
                  <a:pt x="147005" y="110925"/>
                </a:cubicBezTo>
                <a:cubicBezTo>
                  <a:pt x="153633" y="97298"/>
                  <a:pt x="154772" y="82345"/>
                  <a:pt x="154772" y="65311"/>
                </a:cubicBezTo>
                <a:moveTo>
                  <a:pt x="117451" y="118686"/>
                </a:moveTo>
                <a:cubicBezTo>
                  <a:pt x="103053" y="118686"/>
                  <a:pt x="98697" y="102218"/>
                  <a:pt x="97370" y="96729"/>
                </a:cubicBezTo>
                <a:cubicBezTo>
                  <a:pt x="95098" y="87265"/>
                  <a:pt x="94720" y="78180"/>
                  <a:pt x="94720" y="63229"/>
                </a:cubicBezTo>
                <a:cubicBezTo>
                  <a:pt x="94720" y="51494"/>
                  <a:pt x="94720" y="38243"/>
                  <a:pt x="98318" y="27834"/>
                </a:cubicBezTo>
                <a:cubicBezTo>
                  <a:pt x="102675" y="15719"/>
                  <a:pt x="110254" y="11557"/>
                  <a:pt x="117451" y="11557"/>
                </a:cubicBezTo>
                <a:cubicBezTo>
                  <a:pt x="131471" y="11557"/>
                  <a:pt x="136015" y="25562"/>
                  <a:pt x="137533" y="30484"/>
                </a:cubicBezTo>
                <a:cubicBezTo>
                  <a:pt x="140374" y="40515"/>
                  <a:pt x="140374" y="52251"/>
                  <a:pt x="140374" y="63229"/>
                </a:cubicBezTo>
                <a:cubicBezTo>
                  <a:pt x="140374" y="80830"/>
                  <a:pt x="140374" y="118686"/>
                  <a:pt x="117451" y="118686"/>
                </a:cubicBezTo>
                <a:close/>
                <a:moveTo>
                  <a:pt x="228841" y="94905"/>
                </a:moveTo>
                <a:lnTo>
                  <a:pt x="246081" y="94905"/>
                </a:lnTo>
                <a:lnTo>
                  <a:pt x="246081" y="83351"/>
                </a:lnTo>
                <a:lnTo>
                  <a:pt x="228841" y="83351"/>
                </a:lnTo>
                <a:lnTo>
                  <a:pt x="228841" y="2960"/>
                </a:lnTo>
                <a:lnTo>
                  <a:pt x="212171" y="2960"/>
                </a:lnTo>
                <a:lnTo>
                  <a:pt x="167083" y="83351"/>
                </a:lnTo>
                <a:lnTo>
                  <a:pt x="167083" y="94905"/>
                </a:lnTo>
                <a:lnTo>
                  <a:pt x="213877" y="94905"/>
                </a:lnTo>
                <a:lnTo>
                  <a:pt x="213877" y="127280"/>
                </a:lnTo>
                <a:lnTo>
                  <a:pt x="228841" y="127280"/>
                </a:lnTo>
                <a:lnTo>
                  <a:pt x="228841" y="94905"/>
                </a:lnTo>
                <a:moveTo>
                  <a:pt x="181672" y="83351"/>
                </a:moveTo>
                <a:cubicBezTo>
                  <a:pt x="192659" y="64010"/>
                  <a:pt x="214443" y="24952"/>
                  <a:pt x="214443" y="11681"/>
                </a:cubicBezTo>
                <a:lnTo>
                  <a:pt x="214443" y="83351"/>
                </a:lnTo>
                <a:lnTo>
                  <a:pt x="181672" y="83351"/>
                </a:lnTo>
                <a:close/>
              </a:path>
            </a:pathLst>
          </a:custGeom>
          <a:solidFill xmlns:a="http://schemas.openxmlformats.org/drawingml/2006/main">
            <a:srgbClr val="000000"/>
          </a:solidFill>
          <a:ln xmlns:a="http://schemas.openxmlformats.org/drawingml/2006/main" w="0" cap="flat">
            <a:noFill/>
            <a:miter/>
          </a:ln>
        </p:spPr>
      </p:sp>
      <p:sp>
        <p:nvSpPr>
          <p:cNvPr id="31" name="Vector element">
            <a:extLst xmlns:a="http://schemas.openxmlformats.org/drawingml/2006/main">
              <a:ext uri="{FF2B5EF4-FFF2-40B4-BE49-F238E27FC236}">
                <a16:creationId xmlns:a16="http://schemas.microsoft.com/office/drawing/2014/main" id="{2CC333B0-C45A-422B-9594-6DEFEBE509C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483779" y="1233080"/>
            <a:ext cx="10" cy="241676"/>
          </a:xfrm>
          <a:custGeom xmlns:a="http://schemas.openxmlformats.org/drawingml/2006/main">
            <a:pathLst>
              <a:path w="1" h="241676" fill="none">
                <a:moveTo>
                  <a:pt x="0" y="241676"/>
                </a:moveTo>
                <a:lnTo>
                  <a:pt x="0" y="0"/>
                </a:lnTo>
              </a:path>
            </a:pathLst>
          </a:custGeom>
          <a:noFill xmlns:a="http://schemas.openxmlformats.org/drawingml/2006/main"/>
          <a:ln xmlns:a="http://schemas.openxmlformats.org/drawingml/2006/main" w="15846" cap="flat">
            <a:solidFill>
              <a:srgbClr val="000000"/>
            </a:solidFill>
            <a:round/>
          </a:ln>
        </p:spPr>
      </p:sp>
      <p:sp>
        <p:nvSpPr>
          <p:cNvPr id="32" name="Vector element">
            <a:extLst xmlns:a="http://schemas.openxmlformats.org/drawingml/2006/main">
              <a:ext uri="{FF2B5EF4-FFF2-40B4-BE49-F238E27FC236}">
                <a16:creationId xmlns:a16="http://schemas.microsoft.com/office/drawing/2014/main" id="{0A877909-94D5-484A-8BB2-B9F02D1997E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430959" y="1474756"/>
            <a:ext cx="105639" cy="10"/>
          </a:xfrm>
          <a:custGeom xmlns:a="http://schemas.openxmlformats.org/drawingml/2006/main">
            <a:pathLst>
              <a:path w="105639" h="1">
                <a:moveTo>
                  <a:pt x="105639" y="0"/>
                </a:moveTo>
                <a:lnTo>
                  <a:pt x="0" y="0"/>
                </a:lnTo>
              </a:path>
            </a:pathLst>
          </a:custGeom>
          <a:solidFill xmlns:a="http://schemas.openxmlformats.org/drawingml/2006/main">
            <a:srgbClr val="000000"/>
          </a:solidFill>
          <a:ln xmlns:a="http://schemas.openxmlformats.org/drawingml/2006/main" w="0" cap="flat">
            <a:noFill/>
            <a:miter/>
          </a:ln>
        </p:spPr>
      </p:sp>
      <p:sp>
        <p:nvSpPr>
          <p:cNvPr id="33" name="Vector element">
            <a:extLst xmlns:a="http://schemas.openxmlformats.org/drawingml/2006/main">
              <a:ext uri="{FF2B5EF4-FFF2-40B4-BE49-F238E27FC236}">
                <a16:creationId xmlns:a16="http://schemas.microsoft.com/office/drawing/2014/main" id="{F9875766-F262-4D8A-B377-4AE04EF0019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430959" y="1474756"/>
            <a:ext cx="105639" cy="10"/>
          </a:xfrm>
          <a:custGeom xmlns:a="http://schemas.openxmlformats.org/drawingml/2006/main">
            <a:pathLst>
              <a:path w="105639" h="1" fill="none">
                <a:moveTo>
                  <a:pt x="105639" y="0"/>
                </a:moveTo>
                <a:lnTo>
                  <a:pt x="0" y="0"/>
                </a:lnTo>
              </a:path>
            </a:pathLst>
          </a:custGeom>
          <a:noFill xmlns:a="http://schemas.openxmlformats.org/drawingml/2006/main"/>
          <a:ln xmlns:a="http://schemas.openxmlformats.org/drawingml/2006/main" w="10564" cap="flat">
            <a:solidFill>
              <a:srgbClr val="000000"/>
            </a:solidFill>
            <a:round/>
          </a:ln>
        </p:spPr>
      </p:sp>
      <p:sp>
        <p:nvSpPr>
          <p:cNvPr id="34" name="Vector element">
            <a:extLst xmlns:a="http://schemas.openxmlformats.org/drawingml/2006/main">
              <a:ext uri="{FF2B5EF4-FFF2-40B4-BE49-F238E27FC236}">
                <a16:creationId xmlns:a16="http://schemas.microsoft.com/office/drawing/2014/main" id="{2AB5F633-0B37-4037-B254-1A1450FEC69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430959" y="1233080"/>
            <a:ext cx="105639" cy="10"/>
          </a:xfrm>
          <a:custGeom xmlns:a="http://schemas.openxmlformats.org/drawingml/2006/main">
            <a:pathLst>
              <a:path w="105639" h="1">
                <a:moveTo>
                  <a:pt x="105639" y="0"/>
                </a:moveTo>
                <a:lnTo>
                  <a:pt x="0" y="0"/>
                </a:lnTo>
              </a:path>
            </a:pathLst>
          </a:custGeom>
          <a:solidFill xmlns:a="http://schemas.openxmlformats.org/drawingml/2006/main">
            <a:srgbClr val="000000"/>
          </a:solidFill>
          <a:ln xmlns:a="http://schemas.openxmlformats.org/drawingml/2006/main" w="0" cap="flat">
            <a:noFill/>
            <a:miter/>
          </a:ln>
        </p:spPr>
      </p:sp>
      <p:sp>
        <p:nvSpPr>
          <p:cNvPr id="35" name="Vector element">
            <a:extLst xmlns:a="http://schemas.openxmlformats.org/drawingml/2006/main">
              <a:ext uri="{FF2B5EF4-FFF2-40B4-BE49-F238E27FC236}">
                <a16:creationId xmlns:a16="http://schemas.microsoft.com/office/drawing/2014/main" id="{71300553-005D-47A4-B245-EC2C706990E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430959" y="1233080"/>
            <a:ext cx="105639" cy="10"/>
          </a:xfrm>
          <a:custGeom xmlns:a="http://schemas.openxmlformats.org/drawingml/2006/main">
            <a:pathLst>
              <a:path w="105639" h="1" fill="none">
                <a:moveTo>
                  <a:pt x="105639" y="0"/>
                </a:moveTo>
                <a:lnTo>
                  <a:pt x="0" y="0"/>
                </a:lnTo>
              </a:path>
            </a:pathLst>
          </a:custGeom>
          <a:noFill xmlns:a="http://schemas.openxmlformats.org/drawingml/2006/main"/>
          <a:ln xmlns:a="http://schemas.openxmlformats.org/drawingml/2006/main" w="10564" cap="flat">
            <a:solidFill>
              <a:srgbClr val="000000"/>
            </a:solidFill>
            <a:round/>
          </a:ln>
        </p:spPr>
      </p:sp>
      <p:sp>
        <p:nvSpPr>
          <p:cNvPr id="36" name="Vector element">
            <a:extLst xmlns:a="http://schemas.openxmlformats.org/drawingml/2006/main">
              <a:ext uri="{FF2B5EF4-FFF2-40B4-BE49-F238E27FC236}">
                <a16:creationId xmlns:a16="http://schemas.microsoft.com/office/drawing/2014/main" id="{DBD09915-2B6A-4C35-96D6-4A530AE2C1B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887915" y="2018527"/>
            <a:ext cx="10" cy="241676"/>
          </a:xfrm>
          <a:custGeom xmlns:a="http://schemas.openxmlformats.org/drawingml/2006/main">
            <a:pathLst>
              <a:path w="1" h="241676" fill="none">
                <a:moveTo>
                  <a:pt x="0" y="241676"/>
                </a:moveTo>
                <a:lnTo>
                  <a:pt x="0" y="0"/>
                </a:lnTo>
              </a:path>
            </a:pathLst>
          </a:custGeom>
          <a:noFill xmlns:a="http://schemas.openxmlformats.org/drawingml/2006/main"/>
          <a:ln xmlns:a="http://schemas.openxmlformats.org/drawingml/2006/main" w="15846" cap="flat">
            <a:solidFill>
              <a:srgbClr val="000000"/>
            </a:solidFill>
            <a:round/>
          </a:ln>
        </p:spPr>
      </p:sp>
      <p:sp>
        <p:nvSpPr>
          <p:cNvPr id="37" name="Vector element">
            <a:extLst xmlns:a="http://schemas.openxmlformats.org/drawingml/2006/main">
              <a:ext uri="{FF2B5EF4-FFF2-40B4-BE49-F238E27FC236}">
                <a16:creationId xmlns:a16="http://schemas.microsoft.com/office/drawing/2014/main" id="{054ED750-CCC9-444E-A2BA-755A0DF0FE4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835096" y="2260203"/>
            <a:ext cx="105639" cy="10"/>
          </a:xfrm>
          <a:custGeom xmlns:a="http://schemas.openxmlformats.org/drawingml/2006/main">
            <a:pathLst>
              <a:path w="105639" h="1">
                <a:moveTo>
                  <a:pt x="105639" y="0"/>
                </a:moveTo>
                <a:lnTo>
                  <a:pt x="0" y="0"/>
                </a:lnTo>
              </a:path>
            </a:pathLst>
          </a:custGeom>
          <a:solidFill xmlns:a="http://schemas.openxmlformats.org/drawingml/2006/main">
            <a:srgbClr val="000000"/>
          </a:solidFill>
          <a:ln xmlns:a="http://schemas.openxmlformats.org/drawingml/2006/main" w="0" cap="flat">
            <a:noFill/>
            <a:miter/>
          </a:ln>
        </p:spPr>
      </p:sp>
      <p:sp>
        <p:nvSpPr>
          <p:cNvPr id="38" name="Vector element">
            <a:extLst xmlns:a="http://schemas.openxmlformats.org/drawingml/2006/main">
              <a:ext uri="{FF2B5EF4-FFF2-40B4-BE49-F238E27FC236}">
                <a16:creationId xmlns:a16="http://schemas.microsoft.com/office/drawing/2014/main" id="{8C13FB43-533F-4160-94F5-6DE140475EB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835096" y="2260203"/>
            <a:ext cx="105639" cy="10"/>
          </a:xfrm>
          <a:custGeom xmlns:a="http://schemas.openxmlformats.org/drawingml/2006/main">
            <a:pathLst>
              <a:path w="105639" h="1" fill="none">
                <a:moveTo>
                  <a:pt x="105639" y="0"/>
                </a:moveTo>
                <a:lnTo>
                  <a:pt x="0" y="0"/>
                </a:lnTo>
              </a:path>
            </a:pathLst>
          </a:custGeom>
          <a:noFill xmlns:a="http://schemas.openxmlformats.org/drawingml/2006/main"/>
          <a:ln xmlns:a="http://schemas.openxmlformats.org/drawingml/2006/main" w="10564" cap="flat">
            <a:solidFill>
              <a:srgbClr val="000000"/>
            </a:solidFill>
            <a:round/>
          </a:ln>
        </p:spPr>
      </p:sp>
      <p:sp>
        <p:nvSpPr>
          <p:cNvPr id="39" name="Vector element">
            <a:extLst xmlns:a="http://schemas.openxmlformats.org/drawingml/2006/main">
              <a:ext uri="{FF2B5EF4-FFF2-40B4-BE49-F238E27FC236}">
                <a16:creationId xmlns:a16="http://schemas.microsoft.com/office/drawing/2014/main" id="{8ABB478C-0555-4E4A-8CE9-520EA25DE34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835096" y="2018527"/>
            <a:ext cx="105639" cy="10"/>
          </a:xfrm>
          <a:custGeom xmlns:a="http://schemas.openxmlformats.org/drawingml/2006/main">
            <a:pathLst>
              <a:path w="105639" h="1">
                <a:moveTo>
                  <a:pt x="105639" y="0"/>
                </a:moveTo>
                <a:lnTo>
                  <a:pt x="0" y="0"/>
                </a:lnTo>
              </a:path>
            </a:pathLst>
          </a:custGeom>
          <a:solidFill xmlns:a="http://schemas.openxmlformats.org/drawingml/2006/main">
            <a:srgbClr val="000000"/>
          </a:solidFill>
          <a:ln xmlns:a="http://schemas.openxmlformats.org/drawingml/2006/main" w="0" cap="flat">
            <a:noFill/>
            <a:miter/>
          </a:ln>
        </p:spPr>
      </p:sp>
      <p:sp>
        <p:nvSpPr>
          <p:cNvPr id="40" name="Vector element">
            <a:extLst xmlns:a="http://schemas.openxmlformats.org/drawingml/2006/main">
              <a:ext uri="{FF2B5EF4-FFF2-40B4-BE49-F238E27FC236}">
                <a16:creationId xmlns:a16="http://schemas.microsoft.com/office/drawing/2014/main" id="{018E2717-BB26-4693-BC30-E227391A487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835096" y="2018527"/>
            <a:ext cx="105639" cy="10"/>
          </a:xfrm>
          <a:custGeom xmlns:a="http://schemas.openxmlformats.org/drawingml/2006/main">
            <a:pathLst>
              <a:path w="105639" h="1" fill="none">
                <a:moveTo>
                  <a:pt x="105639" y="0"/>
                </a:moveTo>
                <a:lnTo>
                  <a:pt x="0" y="0"/>
                </a:lnTo>
              </a:path>
            </a:pathLst>
          </a:custGeom>
          <a:noFill xmlns:a="http://schemas.openxmlformats.org/drawingml/2006/main"/>
          <a:ln xmlns:a="http://schemas.openxmlformats.org/drawingml/2006/main" w="10564" cap="flat">
            <a:solidFill>
              <a:srgbClr val="000000"/>
            </a:solidFill>
            <a:round/>
          </a:ln>
        </p:spPr>
      </p:sp>
      <p:sp>
        <p:nvSpPr>
          <p:cNvPr id="41" name="Vector element">
            <a:extLst xmlns:a="http://schemas.openxmlformats.org/drawingml/2006/main">
              <a:ext uri="{FF2B5EF4-FFF2-40B4-BE49-F238E27FC236}">
                <a16:creationId xmlns:a16="http://schemas.microsoft.com/office/drawing/2014/main" id="{76F2EECA-C4CF-41DA-88B1-DF94BB62237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544637" y="1051823"/>
            <a:ext cx="10" cy="271886"/>
          </a:xfrm>
          <a:custGeom xmlns:a="http://schemas.openxmlformats.org/drawingml/2006/main">
            <a:pathLst>
              <a:path w="1" h="271886" fill="none">
                <a:moveTo>
                  <a:pt x="0" y="271886"/>
                </a:moveTo>
                <a:lnTo>
                  <a:pt x="0" y="0"/>
                </a:lnTo>
              </a:path>
            </a:pathLst>
          </a:custGeom>
          <a:noFill xmlns:a="http://schemas.openxmlformats.org/drawingml/2006/main"/>
          <a:ln xmlns:a="http://schemas.openxmlformats.org/drawingml/2006/main" w="15846" cap="flat">
            <a:solidFill>
              <a:srgbClr val="000000"/>
            </a:solidFill>
            <a:round/>
          </a:ln>
        </p:spPr>
      </p:sp>
      <p:sp>
        <p:nvSpPr>
          <p:cNvPr id="42" name="Vector element">
            <a:extLst xmlns:a="http://schemas.openxmlformats.org/drawingml/2006/main">
              <a:ext uri="{FF2B5EF4-FFF2-40B4-BE49-F238E27FC236}">
                <a16:creationId xmlns:a16="http://schemas.microsoft.com/office/drawing/2014/main" id="{D340EEAC-50FF-4EE1-B621-D98ED76C88C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491818" y="1323708"/>
            <a:ext cx="105639" cy="10"/>
          </a:xfrm>
          <a:custGeom xmlns:a="http://schemas.openxmlformats.org/drawingml/2006/main">
            <a:pathLst>
              <a:path w="105639" h="1">
                <a:moveTo>
                  <a:pt x="105639" y="0"/>
                </a:moveTo>
                <a:lnTo>
                  <a:pt x="0" y="0"/>
                </a:lnTo>
              </a:path>
            </a:pathLst>
          </a:custGeom>
          <a:solidFill xmlns:a="http://schemas.openxmlformats.org/drawingml/2006/main">
            <a:srgbClr val="000000"/>
          </a:solidFill>
          <a:ln xmlns:a="http://schemas.openxmlformats.org/drawingml/2006/main" w="0" cap="flat">
            <a:noFill/>
            <a:miter/>
          </a:ln>
        </p:spPr>
      </p:sp>
      <p:sp>
        <p:nvSpPr>
          <p:cNvPr id="43" name="Vector element">
            <a:extLst xmlns:a="http://schemas.openxmlformats.org/drawingml/2006/main">
              <a:ext uri="{FF2B5EF4-FFF2-40B4-BE49-F238E27FC236}">
                <a16:creationId xmlns:a16="http://schemas.microsoft.com/office/drawing/2014/main" id="{F04D932C-E81C-4AE4-A8CE-0ADF8FB5DEA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491818" y="1323708"/>
            <a:ext cx="105639" cy="10"/>
          </a:xfrm>
          <a:custGeom xmlns:a="http://schemas.openxmlformats.org/drawingml/2006/main">
            <a:pathLst>
              <a:path w="105639" h="1" fill="none">
                <a:moveTo>
                  <a:pt x="105639" y="0"/>
                </a:moveTo>
                <a:lnTo>
                  <a:pt x="0" y="0"/>
                </a:lnTo>
              </a:path>
            </a:pathLst>
          </a:custGeom>
          <a:noFill xmlns:a="http://schemas.openxmlformats.org/drawingml/2006/main"/>
          <a:ln xmlns:a="http://schemas.openxmlformats.org/drawingml/2006/main" w="10564" cap="flat">
            <a:solidFill>
              <a:srgbClr val="000000"/>
            </a:solidFill>
            <a:round/>
          </a:ln>
        </p:spPr>
      </p:sp>
      <p:sp>
        <p:nvSpPr>
          <p:cNvPr id="44" name="Vector element">
            <a:extLst xmlns:a="http://schemas.openxmlformats.org/drawingml/2006/main">
              <a:ext uri="{FF2B5EF4-FFF2-40B4-BE49-F238E27FC236}">
                <a16:creationId xmlns:a16="http://schemas.microsoft.com/office/drawing/2014/main" id="{78941C42-5570-48C4-AF00-4E36EA09513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491818" y="1051823"/>
            <a:ext cx="105639" cy="10"/>
          </a:xfrm>
          <a:custGeom xmlns:a="http://schemas.openxmlformats.org/drawingml/2006/main">
            <a:pathLst>
              <a:path w="105639" h="1">
                <a:moveTo>
                  <a:pt x="105639" y="0"/>
                </a:moveTo>
                <a:lnTo>
                  <a:pt x="0" y="0"/>
                </a:lnTo>
              </a:path>
            </a:pathLst>
          </a:custGeom>
          <a:solidFill xmlns:a="http://schemas.openxmlformats.org/drawingml/2006/main">
            <a:srgbClr val="000000"/>
          </a:solidFill>
          <a:ln xmlns:a="http://schemas.openxmlformats.org/drawingml/2006/main" w="0" cap="flat">
            <a:noFill/>
            <a:miter/>
          </a:ln>
        </p:spPr>
      </p:sp>
      <p:sp>
        <p:nvSpPr>
          <p:cNvPr id="45" name="Vector element">
            <a:extLst xmlns:a="http://schemas.openxmlformats.org/drawingml/2006/main">
              <a:ext uri="{FF2B5EF4-FFF2-40B4-BE49-F238E27FC236}">
                <a16:creationId xmlns:a16="http://schemas.microsoft.com/office/drawing/2014/main" id="{D37EC717-5011-498D-96F2-30F3F4D0EE0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491818" y="1051823"/>
            <a:ext cx="105639" cy="10"/>
          </a:xfrm>
          <a:custGeom xmlns:a="http://schemas.openxmlformats.org/drawingml/2006/main">
            <a:pathLst>
              <a:path w="105639" h="1" fill="none">
                <a:moveTo>
                  <a:pt x="105639" y="0"/>
                </a:moveTo>
                <a:lnTo>
                  <a:pt x="0" y="0"/>
                </a:lnTo>
              </a:path>
            </a:pathLst>
          </a:custGeom>
          <a:noFill xmlns:a="http://schemas.openxmlformats.org/drawingml/2006/main"/>
          <a:ln xmlns:a="http://schemas.openxmlformats.org/drawingml/2006/main" w="10564" cap="flat">
            <a:solidFill>
              <a:srgbClr val="000000"/>
            </a:solidFill>
            <a:round/>
          </a:ln>
        </p:spPr>
      </p:sp>
      <p:sp>
        <p:nvSpPr>
          <p:cNvPr id="46" name="Vector element">
            <a:extLst xmlns:a="http://schemas.openxmlformats.org/drawingml/2006/main">
              <a:ext uri="{FF2B5EF4-FFF2-40B4-BE49-F238E27FC236}">
                <a16:creationId xmlns:a16="http://schemas.microsoft.com/office/drawing/2014/main" id="{95BA269D-0632-4581-A13C-47ADC611BBF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948774" y="3649841"/>
            <a:ext cx="10" cy="30209"/>
          </a:xfrm>
          <a:custGeom xmlns:a="http://schemas.openxmlformats.org/drawingml/2006/main">
            <a:pathLst>
              <a:path w="1" h="30209" fill="none">
                <a:moveTo>
                  <a:pt x="0" y="30209"/>
                </a:moveTo>
                <a:lnTo>
                  <a:pt x="0" y="0"/>
                </a:lnTo>
              </a:path>
            </a:pathLst>
          </a:custGeom>
          <a:noFill xmlns:a="http://schemas.openxmlformats.org/drawingml/2006/main"/>
          <a:ln xmlns:a="http://schemas.openxmlformats.org/drawingml/2006/main" w="15846" cap="flat">
            <a:solidFill>
              <a:srgbClr val="000000"/>
            </a:solidFill>
            <a:round/>
          </a:ln>
        </p:spPr>
      </p:sp>
      <p:sp>
        <p:nvSpPr>
          <p:cNvPr id="47" name="Vector element">
            <a:extLst xmlns:a="http://schemas.openxmlformats.org/drawingml/2006/main">
              <a:ext uri="{FF2B5EF4-FFF2-40B4-BE49-F238E27FC236}">
                <a16:creationId xmlns:a16="http://schemas.microsoft.com/office/drawing/2014/main" id="{545344FE-2161-4922-94CB-844C989AD80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895955" y="3680050"/>
            <a:ext cx="105639" cy="10"/>
          </a:xfrm>
          <a:custGeom xmlns:a="http://schemas.openxmlformats.org/drawingml/2006/main">
            <a:pathLst>
              <a:path w="105639" h="1">
                <a:moveTo>
                  <a:pt x="105639" y="0"/>
                </a:moveTo>
                <a:lnTo>
                  <a:pt x="0" y="0"/>
                </a:lnTo>
              </a:path>
            </a:pathLst>
          </a:custGeom>
          <a:solidFill xmlns:a="http://schemas.openxmlformats.org/drawingml/2006/main">
            <a:srgbClr val="000000"/>
          </a:solidFill>
          <a:ln xmlns:a="http://schemas.openxmlformats.org/drawingml/2006/main" w="0" cap="flat">
            <a:noFill/>
            <a:miter/>
          </a:ln>
        </p:spPr>
      </p:sp>
      <p:sp>
        <p:nvSpPr>
          <p:cNvPr id="48" name="Vector element">
            <a:extLst xmlns:a="http://schemas.openxmlformats.org/drawingml/2006/main">
              <a:ext uri="{FF2B5EF4-FFF2-40B4-BE49-F238E27FC236}">
                <a16:creationId xmlns:a16="http://schemas.microsoft.com/office/drawing/2014/main" id="{4395D09A-5B14-4E38-AFD4-1FAA4FF4FCC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895955" y="3680050"/>
            <a:ext cx="105639" cy="10"/>
          </a:xfrm>
          <a:custGeom xmlns:a="http://schemas.openxmlformats.org/drawingml/2006/main">
            <a:pathLst>
              <a:path w="105639" h="1" fill="none">
                <a:moveTo>
                  <a:pt x="105639" y="0"/>
                </a:moveTo>
                <a:lnTo>
                  <a:pt x="0" y="0"/>
                </a:lnTo>
              </a:path>
            </a:pathLst>
          </a:custGeom>
          <a:noFill xmlns:a="http://schemas.openxmlformats.org/drawingml/2006/main"/>
          <a:ln xmlns:a="http://schemas.openxmlformats.org/drawingml/2006/main" w="10564" cap="flat">
            <a:solidFill>
              <a:srgbClr val="000000"/>
            </a:solidFill>
            <a:round/>
          </a:ln>
        </p:spPr>
      </p:sp>
      <p:sp>
        <p:nvSpPr>
          <p:cNvPr id="49" name="Vector element">
            <a:extLst xmlns:a="http://schemas.openxmlformats.org/drawingml/2006/main">
              <a:ext uri="{FF2B5EF4-FFF2-40B4-BE49-F238E27FC236}">
                <a16:creationId xmlns:a16="http://schemas.microsoft.com/office/drawing/2014/main" id="{B7CE5B86-5E42-4FCC-BAF0-080BD783987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895955" y="3649841"/>
            <a:ext cx="105639" cy="10"/>
          </a:xfrm>
          <a:custGeom xmlns:a="http://schemas.openxmlformats.org/drawingml/2006/main">
            <a:pathLst>
              <a:path w="105639" h="1">
                <a:moveTo>
                  <a:pt x="105639" y="0"/>
                </a:moveTo>
                <a:lnTo>
                  <a:pt x="0" y="0"/>
                </a:lnTo>
              </a:path>
            </a:pathLst>
          </a:custGeom>
          <a:solidFill xmlns:a="http://schemas.openxmlformats.org/drawingml/2006/main">
            <a:srgbClr val="000000"/>
          </a:solidFill>
          <a:ln xmlns:a="http://schemas.openxmlformats.org/drawingml/2006/main" w="0" cap="flat">
            <a:noFill/>
            <a:miter/>
          </a:ln>
        </p:spPr>
      </p:sp>
      <p:sp>
        <p:nvSpPr>
          <p:cNvPr id="50" name="Vector element">
            <a:extLst xmlns:a="http://schemas.openxmlformats.org/drawingml/2006/main">
              <a:ext uri="{FF2B5EF4-FFF2-40B4-BE49-F238E27FC236}">
                <a16:creationId xmlns:a16="http://schemas.microsoft.com/office/drawing/2014/main" id="{463837AB-0DF4-4481-BDA1-F588357B463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895955" y="3649841"/>
            <a:ext cx="105639" cy="10"/>
          </a:xfrm>
          <a:custGeom xmlns:a="http://schemas.openxmlformats.org/drawingml/2006/main">
            <a:pathLst>
              <a:path w="105639" h="1" fill="none">
                <a:moveTo>
                  <a:pt x="105639" y="0"/>
                </a:moveTo>
                <a:lnTo>
                  <a:pt x="0" y="0"/>
                </a:lnTo>
              </a:path>
            </a:pathLst>
          </a:custGeom>
          <a:noFill xmlns:a="http://schemas.openxmlformats.org/drawingml/2006/main"/>
          <a:ln xmlns:a="http://schemas.openxmlformats.org/drawingml/2006/main" w="10564" cap="flat">
            <a:solidFill>
              <a:srgbClr val="000000"/>
            </a:solidFill>
            <a:round/>
          </a:ln>
        </p:spPr>
      </p:sp>
      <p:sp>
        <p:nvSpPr>
          <p:cNvPr id="51" name="Vector element">
            <a:extLst xmlns:a="http://schemas.openxmlformats.org/drawingml/2006/main">
              <a:ext uri="{FF2B5EF4-FFF2-40B4-BE49-F238E27FC236}">
                <a16:creationId xmlns:a16="http://schemas.microsoft.com/office/drawing/2014/main" id="{FF193C77-8777-409A-8754-E0380056956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605496" y="1353918"/>
            <a:ext cx="10" cy="211466"/>
          </a:xfrm>
          <a:custGeom xmlns:a="http://schemas.openxmlformats.org/drawingml/2006/main">
            <a:pathLst>
              <a:path w="1" h="211466" fill="none">
                <a:moveTo>
                  <a:pt x="0" y="211466"/>
                </a:moveTo>
                <a:lnTo>
                  <a:pt x="0" y="0"/>
                </a:lnTo>
              </a:path>
            </a:pathLst>
          </a:custGeom>
          <a:noFill xmlns:a="http://schemas.openxmlformats.org/drawingml/2006/main"/>
          <a:ln xmlns:a="http://schemas.openxmlformats.org/drawingml/2006/main" w="15846" cap="flat">
            <a:solidFill>
              <a:srgbClr val="000000"/>
            </a:solidFill>
            <a:round/>
          </a:ln>
        </p:spPr>
      </p:sp>
      <p:sp>
        <p:nvSpPr>
          <p:cNvPr id="52" name="Vector element">
            <a:extLst xmlns:a="http://schemas.openxmlformats.org/drawingml/2006/main">
              <a:ext uri="{FF2B5EF4-FFF2-40B4-BE49-F238E27FC236}">
                <a16:creationId xmlns:a16="http://schemas.microsoft.com/office/drawing/2014/main" id="{EA980593-603E-4FEB-9903-F265F198891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552676" y="1565384"/>
            <a:ext cx="105639" cy="10"/>
          </a:xfrm>
          <a:custGeom xmlns:a="http://schemas.openxmlformats.org/drawingml/2006/main">
            <a:pathLst>
              <a:path w="105639" h="1">
                <a:moveTo>
                  <a:pt x="105639" y="0"/>
                </a:moveTo>
                <a:lnTo>
                  <a:pt x="0" y="0"/>
                </a:lnTo>
              </a:path>
            </a:pathLst>
          </a:custGeom>
          <a:solidFill xmlns:a="http://schemas.openxmlformats.org/drawingml/2006/main">
            <a:srgbClr val="000000"/>
          </a:solidFill>
          <a:ln xmlns:a="http://schemas.openxmlformats.org/drawingml/2006/main" w="0" cap="flat">
            <a:noFill/>
            <a:miter/>
          </a:ln>
        </p:spPr>
      </p:sp>
      <p:sp>
        <p:nvSpPr>
          <p:cNvPr id="53" name="Vector element">
            <a:extLst xmlns:a="http://schemas.openxmlformats.org/drawingml/2006/main">
              <a:ext uri="{FF2B5EF4-FFF2-40B4-BE49-F238E27FC236}">
                <a16:creationId xmlns:a16="http://schemas.microsoft.com/office/drawing/2014/main" id="{B6E37C13-56D9-4011-9AB6-6EE4348311F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552676" y="1565384"/>
            <a:ext cx="105639" cy="10"/>
          </a:xfrm>
          <a:custGeom xmlns:a="http://schemas.openxmlformats.org/drawingml/2006/main">
            <a:pathLst>
              <a:path w="105639" h="1" fill="none">
                <a:moveTo>
                  <a:pt x="105639" y="0"/>
                </a:moveTo>
                <a:lnTo>
                  <a:pt x="0" y="0"/>
                </a:lnTo>
              </a:path>
            </a:pathLst>
          </a:custGeom>
          <a:noFill xmlns:a="http://schemas.openxmlformats.org/drawingml/2006/main"/>
          <a:ln xmlns:a="http://schemas.openxmlformats.org/drawingml/2006/main" w="10564" cap="flat">
            <a:solidFill>
              <a:srgbClr val="000000"/>
            </a:solidFill>
            <a:round/>
          </a:ln>
        </p:spPr>
      </p:sp>
      <p:sp>
        <p:nvSpPr>
          <p:cNvPr id="54" name="Vector element">
            <a:extLst xmlns:a="http://schemas.openxmlformats.org/drawingml/2006/main">
              <a:ext uri="{FF2B5EF4-FFF2-40B4-BE49-F238E27FC236}">
                <a16:creationId xmlns:a16="http://schemas.microsoft.com/office/drawing/2014/main" id="{E2EB5E7A-7B50-4080-8FC9-7544ADFAFEB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552676" y="1353918"/>
            <a:ext cx="105639" cy="10"/>
          </a:xfrm>
          <a:custGeom xmlns:a="http://schemas.openxmlformats.org/drawingml/2006/main">
            <a:pathLst>
              <a:path w="105639" h="1">
                <a:moveTo>
                  <a:pt x="105639" y="0"/>
                </a:moveTo>
                <a:lnTo>
                  <a:pt x="0" y="0"/>
                </a:lnTo>
              </a:path>
            </a:pathLst>
          </a:custGeom>
          <a:solidFill xmlns:a="http://schemas.openxmlformats.org/drawingml/2006/main">
            <a:srgbClr val="000000"/>
          </a:solidFill>
          <a:ln xmlns:a="http://schemas.openxmlformats.org/drawingml/2006/main" w="0" cap="flat">
            <a:noFill/>
            <a:miter/>
          </a:ln>
        </p:spPr>
      </p:sp>
      <p:sp>
        <p:nvSpPr>
          <p:cNvPr id="55" name="Vector element">
            <a:extLst xmlns:a="http://schemas.openxmlformats.org/drawingml/2006/main">
              <a:ext uri="{FF2B5EF4-FFF2-40B4-BE49-F238E27FC236}">
                <a16:creationId xmlns:a16="http://schemas.microsoft.com/office/drawing/2014/main" id="{1978EE18-4506-4F31-891D-59EB3C0E6F4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552676" y="1353918"/>
            <a:ext cx="105639" cy="10"/>
          </a:xfrm>
          <a:custGeom xmlns:a="http://schemas.openxmlformats.org/drawingml/2006/main">
            <a:pathLst>
              <a:path w="105639" h="1" fill="none">
                <a:moveTo>
                  <a:pt x="105639" y="0"/>
                </a:moveTo>
                <a:lnTo>
                  <a:pt x="0" y="0"/>
                </a:lnTo>
              </a:path>
            </a:pathLst>
          </a:custGeom>
          <a:noFill xmlns:a="http://schemas.openxmlformats.org/drawingml/2006/main"/>
          <a:ln xmlns:a="http://schemas.openxmlformats.org/drawingml/2006/main" w="10564" cap="flat">
            <a:solidFill>
              <a:srgbClr val="000000"/>
            </a:solidFill>
            <a:round/>
          </a:ln>
        </p:spPr>
      </p:sp>
      <p:sp>
        <p:nvSpPr>
          <p:cNvPr id="56" name="Vector element">
            <a:extLst xmlns:a="http://schemas.openxmlformats.org/drawingml/2006/main">
              <a:ext uri="{FF2B5EF4-FFF2-40B4-BE49-F238E27FC236}">
                <a16:creationId xmlns:a16="http://schemas.microsoft.com/office/drawing/2014/main" id="{650AC9CE-17EC-4465-BD1E-FF12065A67F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09633" y="1595594"/>
            <a:ext cx="10" cy="302095"/>
          </a:xfrm>
          <a:custGeom xmlns:a="http://schemas.openxmlformats.org/drawingml/2006/main">
            <a:pathLst>
              <a:path w="1" h="302095" fill="none">
                <a:moveTo>
                  <a:pt x="0" y="302095"/>
                </a:moveTo>
                <a:lnTo>
                  <a:pt x="0" y="0"/>
                </a:lnTo>
              </a:path>
            </a:pathLst>
          </a:custGeom>
          <a:noFill xmlns:a="http://schemas.openxmlformats.org/drawingml/2006/main"/>
          <a:ln xmlns:a="http://schemas.openxmlformats.org/drawingml/2006/main" w="15846" cap="flat">
            <a:solidFill>
              <a:srgbClr val="000000"/>
            </a:solidFill>
            <a:round/>
          </a:ln>
        </p:spPr>
      </p:sp>
      <p:sp>
        <p:nvSpPr>
          <p:cNvPr id="57" name="Vector element">
            <a:extLst xmlns:a="http://schemas.openxmlformats.org/drawingml/2006/main">
              <a:ext uri="{FF2B5EF4-FFF2-40B4-BE49-F238E27FC236}">
                <a16:creationId xmlns:a16="http://schemas.microsoft.com/office/drawing/2014/main" id="{068EE4FF-31B7-4764-8F4B-BCB16971F47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956813" y="1897689"/>
            <a:ext cx="105639" cy="10"/>
          </a:xfrm>
          <a:custGeom xmlns:a="http://schemas.openxmlformats.org/drawingml/2006/main">
            <a:pathLst>
              <a:path w="105639" h="1">
                <a:moveTo>
                  <a:pt x="105639" y="0"/>
                </a:moveTo>
                <a:lnTo>
                  <a:pt x="0" y="0"/>
                </a:lnTo>
              </a:path>
            </a:pathLst>
          </a:custGeom>
          <a:solidFill xmlns:a="http://schemas.openxmlformats.org/drawingml/2006/main">
            <a:srgbClr val="000000"/>
          </a:solidFill>
          <a:ln xmlns:a="http://schemas.openxmlformats.org/drawingml/2006/main" w="0" cap="flat">
            <a:noFill/>
            <a:miter/>
          </a:ln>
        </p:spPr>
      </p:sp>
      <p:sp>
        <p:nvSpPr>
          <p:cNvPr id="58" name="Vector element">
            <a:extLst xmlns:a="http://schemas.openxmlformats.org/drawingml/2006/main">
              <a:ext uri="{FF2B5EF4-FFF2-40B4-BE49-F238E27FC236}">
                <a16:creationId xmlns:a16="http://schemas.microsoft.com/office/drawing/2014/main" id="{34B4F0D9-57C9-46C6-AA3E-63E4A7606BE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956813" y="1897689"/>
            <a:ext cx="105639" cy="10"/>
          </a:xfrm>
          <a:custGeom xmlns:a="http://schemas.openxmlformats.org/drawingml/2006/main">
            <a:pathLst>
              <a:path w="105639" h="1" fill="none">
                <a:moveTo>
                  <a:pt x="105639" y="0"/>
                </a:moveTo>
                <a:lnTo>
                  <a:pt x="0" y="0"/>
                </a:lnTo>
              </a:path>
            </a:pathLst>
          </a:custGeom>
          <a:noFill xmlns:a="http://schemas.openxmlformats.org/drawingml/2006/main"/>
          <a:ln xmlns:a="http://schemas.openxmlformats.org/drawingml/2006/main" w="10564" cap="flat">
            <a:solidFill>
              <a:srgbClr val="000000"/>
            </a:solidFill>
            <a:round/>
          </a:ln>
        </p:spPr>
      </p:sp>
      <p:sp>
        <p:nvSpPr>
          <p:cNvPr id="59" name="Vector element">
            <a:extLst xmlns:a="http://schemas.openxmlformats.org/drawingml/2006/main">
              <a:ext uri="{FF2B5EF4-FFF2-40B4-BE49-F238E27FC236}">
                <a16:creationId xmlns:a16="http://schemas.microsoft.com/office/drawing/2014/main" id="{6DC1282B-023A-49C6-A82F-13C2A2C05A5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956813" y="1595594"/>
            <a:ext cx="105639" cy="10"/>
          </a:xfrm>
          <a:custGeom xmlns:a="http://schemas.openxmlformats.org/drawingml/2006/main">
            <a:pathLst>
              <a:path w="105639" h="1">
                <a:moveTo>
                  <a:pt x="105639" y="0"/>
                </a:moveTo>
                <a:lnTo>
                  <a:pt x="0" y="0"/>
                </a:lnTo>
              </a:path>
            </a:pathLst>
          </a:custGeom>
          <a:solidFill xmlns:a="http://schemas.openxmlformats.org/drawingml/2006/main">
            <a:srgbClr val="000000"/>
          </a:solidFill>
          <a:ln xmlns:a="http://schemas.openxmlformats.org/drawingml/2006/main" w="0" cap="flat">
            <a:noFill/>
            <a:miter/>
          </a:ln>
        </p:spPr>
      </p:sp>
      <p:sp>
        <p:nvSpPr>
          <p:cNvPr id="60" name="Vector element">
            <a:extLst xmlns:a="http://schemas.openxmlformats.org/drawingml/2006/main">
              <a:ext uri="{FF2B5EF4-FFF2-40B4-BE49-F238E27FC236}">
                <a16:creationId xmlns:a16="http://schemas.microsoft.com/office/drawing/2014/main" id="{0A8EA97E-0BB7-4975-A012-96FB9843D76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956813" y="1595594"/>
            <a:ext cx="105639" cy="10"/>
          </a:xfrm>
          <a:custGeom xmlns:a="http://schemas.openxmlformats.org/drawingml/2006/main">
            <a:pathLst>
              <a:path w="105639" h="1" fill="none">
                <a:moveTo>
                  <a:pt x="105639" y="0"/>
                </a:moveTo>
                <a:lnTo>
                  <a:pt x="0" y="0"/>
                </a:lnTo>
              </a:path>
            </a:pathLst>
          </a:custGeom>
          <a:noFill xmlns:a="http://schemas.openxmlformats.org/drawingml/2006/main"/>
          <a:ln xmlns:a="http://schemas.openxmlformats.org/drawingml/2006/main" w="10564" cap="flat">
            <a:solidFill>
              <a:srgbClr val="000000"/>
            </a:solidFill>
            <a:round/>
          </a:ln>
        </p:spPr>
      </p:sp>
      <p:sp>
        <p:nvSpPr>
          <p:cNvPr id="61" name="Vector element">
            <a:extLst xmlns:a="http://schemas.openxmlformats.org/drawingml/2006/main">
              <a:ext uri="{FF2B5EF4-FFF2-40B4-BE49-F238E27FC236}">
                <a16:creationId xmlns:a16="http://schemas.microsoft.com/office/drawing/2014/main" id="{66D5B279-8CD1-49BD-AF70-E380313121D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666355" y="2683136"/>
            <a:ext cx="10" cy="151048"/>
          </a:xfrm>
          <a:custGeom xmlns:a="http://schemas.openxmlformats.org/drawingml/2006/main">
            <a:pathLst>
              <a:path w="1" h="151048" fill="none">
                <a:moveTo>
                  <a:pt x="0" y="151048"/>
                </a:moveTo>
                <a:lnTo>
                  <a:pt x="0" y="0"/>
                </a:lnTo>
              </a:path>
            </a:pathLst>
          </a:custGeom>
          <a:noFill xmlns:a="http://schemas.openxmlformats.org/drawingml/2006/main"/>
          <a:ln xmlns:a="http://schemas.openxmlformats.org/drawingml/2006/main" w="15846" cap="flat">
            <a:solidFill>
              <a:srgbClr val="000000"/>
            </a:solidFill>
            <a:round/>
          </a:ln>
        </p:spPr>
      </p:sp>
      <p:sp>
        <p:nvSpPr>
          <p:cNvPr id="62" name="Vector element">
            <a:extLst xmlns:a="http://schemas.openxmlformats.org/drawingml/2006/main">
              <a:ext uri="{FF2B5EF4-FFF2-40B4-BE49-F238E27FC236}">
                <a16:creationId xmlns:a16="http://schemas.microsoft.com/office/drawing/2014/main" id="{BD801A1E-E410-4FF9-8EA0-28C9A9AE31F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613535" y="2834184"/>
            <a:ext cx="105639" cy="10"/>
          </a:xfrm>
          <a:custGeom xmlns:a="http://schemas.openxmlformats.org/drawingml/2006/main">
            <a:pathLst>
              <a:path w="105639" h="1">
                <a:moveTo>
                  <a:pt x="105639" y="0"/>
                </a:moveTo>
                <a:lnTo>
                  <a:pt x="0" y="0"/>
                </a:lnTo>
              </a:path>
            </a:pathLst>
          </a:custGeom>
          <a:solidFill xmlns:a="http://schemas.openxmlformats.org/drawingml/2006/main">
            <a:srgbClr val="000000"/>
          </a:solidFill>
          <a:ln xmlns:a="http://schemas.openxmlformats.org/drawingml/2006/main" w="0" cap="flat">
            <a:noFill/>
            <a:miter/>
          </a:ln>
        </p:spPr>
      </p:sp>
      <p:sp>
        <p:nvSpPr>
          <p:cNvPr id="63" name="Vector element">
            <a:extLst xmlns:a="http://schemas.openxmlformats.org/drawingml/2006/main">
              <a:ext uri="{FF2B5EF4-FFF2-40B4-BE49-F238E27FC236}">
                <a16:creationId xmlns:a16="http://schemas.microsoft.com/office/drawing/2014/main" id="{5681F02B-ABDD-49B7-8F33-D25BF1A5971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613535" y="2834184"/>
            <a:ext cx="105639" cy="10"/>
          </a:xfrm>
          <a:custGeom xmlns:a="http://schemas.openxmlformats.org/drawingml/2006/main">
            <a:pathLst>
              <a:path w="105639" h="1" fill="none">
                <a:moveTo>
                  <a:pt x="105639" y="0"/>
                </a:moveTo>
                <a:lnTo>
                  <a:pt x="0" y="0"/>
                </a:lnTo>
              </a:path>
            </a:pathLst>
          </a:custGeom>
          <a:noFill xmlns:a="http://schemas.openxmlformats.org/drawingml/2006/main"/>
          <a:ln xmlns:a="http://schemas.openxmlformats.org/drawingml/2006/main" w="10564" cap="flat">
            <a:solidFill>
              <a:srgbClr val="000000"/>
            </a:solidFill>
            <a:round/>
          </a:ln>
        </p:spPr>
      </p:sp>
      <p:sp>
        <p:nvSpPr>
          <p:cNvPr id="64" name="Vector element">
            <a:extLst xmlns:a="http://schemas.openxmlformats.org/drawingml/2006/main">
              <a:ext uri="{FF2B5EF4-FFF2-40B4-BE49-F238E27FC236}">
                <a16:creationId xmlns:a16="http://schemas.microsoft.com/office/drawing/2014/main" id="{A3B670D3-FA46-4708-9EF5-43FC499628E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613535" y="2683136"/>
            <a:ext cx="105639" cy="10"/>
          </a:xfrm>
          <a:custGeom xmlns:a="http://schemas.openxmlformats.org/drawingml/2006/main">
            <a:pathLst>
              <a:path w="105639" h="1">
                <a:moveTo>
                  <a:pt x="105639" y="0"/>
                </a:moveTo>
                <a:lnTo>
                  <a:pt x="0" y="0"/>
                </a:lnTo>
              </a:path>
            </a:pathLst>
          </a:custGeom>
          <a:solidFill xmlns:a="http://schemas.openxmlformats.org/drawingml/2006/main">
            <a:srgbClr val="000000"/>
          </a:solidFill>
          <a:ln xmlns:a="http://schemas.openxmlformats.org/drawingml/2006/main" w="0" cap="flat">
            <a:noFill/>
            <a:miter/>
          </a:ln>
        </p:spPr>
      </p:sp>
      <p:sp>
        <p:nvSpPr>
          <p:cNvPr id="65" name="Vector element">
            <a:extLst xmlns:a="http://schemas.openxmlformats.org/drawingml/2006/main">
              <a:ext uri="{FF2B5EF4-FFF2-40B4-BE49-F238E27FC236}">
                <a16:creationId xmlns:a16="http://schemas.microsoft.com/office/drawing/2014/main" id="{05EB7741-1CB6-40B1-A369-CED333F6304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613535" y="2683136"/>
            <a:ext cx="105639" cy="10"/>
          </a:xfrm>
          <a:custGeom xmlns:a="http://schemas.openxmlformats.org/drawingml/2006/main">
            <a:pathLst>
              <a:path w="105639" h="1" fill="none">
                <a:moveTo>
                  <a:pt x="105639" y="0"/>
                </a:moveTo>
                <a:lnTo>
                  <a:pt x="0" y="0"/>
                </a:lnTo>
              </a:path>
            </a:pathLst>
          </a:custGeom>
          <a:noFill xmlns:a="http://schemas.openxmlformats.org/drawingml/2006/main"/>
          <a:ln xmlns:a="http://schemas.openxmlformats.org/drawingml/2006/main" w="10564" cap="flat">
            <a:solidFill>
              <a:srgbClr val="000000"/>
            </a:solidFill>
            <a:round/>
          </a:ln>
        </p:spPr>
      </p:sp>
      <p:sp>
        <p:nvSpPr>
          <p:cNvPr id="66" name="Vector element">
            <a:extLst xmlns:a="http://schemas.openxmlformats.org/drawingml/2006/main">
              <a:ext uri="{FF2B5EF4-FFF2-40B4-BE49-F238E27FC236}">
                <a16:creationId xmlns:a16="http://schemas.microsoft.com/office/drawing/2014/main" id="{0C34B82A-277D-4F4B-8305-6A08B5E2C8E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323077" y="2955022"/>
            <a:ext cx="10" cy="60419"/>
          </a:xfrm>
          <a:custGeom xmlns:a="http://schemas.openxmlformats.org/drawingml/2006/main">
            <a:pathLst>
              <a:path w="1" h="60419" fill="none">
                <a:moveTo>
                  <a:pt x="0" y="60419"/>
                </a:moveTo>
                <a:lnTo>
                  <a:pt x="0" y="0"/>
                </a:lnTo>
              </a:path>
            </a:pathLst>
          </a:custGeom>
          <a:noFill xmlns:a="http://schemas.openxmlformats.org/drawingml/2006/main"/>
          <a:ln xmlns:a="http://schemas.openxmlformats.org/drawingml/2006/main" w="15846" cap="flat">
            <a:solidFill>
              <a:srgbClr val="000000"/>
            </a:solidFill>
            <a:round/>
          </a:ln>
        </p:spPr>
      </p:sp>
      <p:sp>
        <p:nvSpPr>
          <p:cNvPr id="67" name="Vector element">
            <a:extLst xmlns:a="http://schemas.openxmlformats.org/drawingml/2006/main">
              <a:ext uri="{FF2B5EF4-FFF2-40B4-BE49-F238E27FC236}">
                <a16:creationId xmlns:a16="http://schemas.microsoft.com/office/drawing/2014/main" id="{01CC6FBD-AA14-413A-87CC-1611DA60E87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270257" y="3015441"/>
            <a:ext cx="105639" cy="10"/>
          </a:xfrm>
          <a:custGeom xmlns:a="http://schemas.openxmlformats.org/drawingml/2006/main">
            <a:pathLst>
              <a:path w="105639" h="1">
                <a:moveTo>
                  <a:pt x="105639" y="0"/>
                </a:moveTo>
                <a:lnTo>
                  <a:pt x="0" y="0"/>
                </a:lnTo>
              </a:path>
            </a:pathLst>
          </a:custGeom>
          <a:solidFill xmlns:a="http://schemas.openxmlformats.org/drawingml/2006/main">
            <a:srgbClr val="000000"/>
          </a:solidFill>
          <a:ln xmlns:a="http://schemas.openxmlformats.org/drawingml/2006/main" w="0" cap="flat">
            <a:noFill/>
            <a:miter/>
          </a:ln>
        </p:spPr>
      </p:sp>
      <p:sp>
        <p:nvSpPr>
          <p:cNvPr id="68" name="Vector element">
            <a:extLst xmlns:a="http://schemas.openxmlformats.org/drawingml/2006/main">
              <a:ext uri="{FF2B5EF4-FFF2-40B4-BE49-F238E27FC236}">
                <a16:creationId xmlns:a16="http://schemas.microsoft.com/office/drawing/2014/main" id="{6D8F5249-80A5-4577-90CF-94D86DADF7C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270257" y="3015441"/>
            <a:ext cx="105639" cy="10"/>
          </a:xfrm>
          <a:custGeom xmlns:a="http://schemas.openxmlformats.org/drawingml/2006/main">
            <a:pathLst>
              <a:path w="105639" h="1" fill="none">
                <a:moveTo>
                  <a:pt x="105639" y="0"/>
                </a:moveTo>
                <a:lnTo>
                  <a:pt x="0" y="0"/>
                </a:lnTo>
              </a:path>
            </a:pathLst>
          </a:custGeom>
          <a:noFill xmlns:a="http://schemas.openxmlformats.org/drawingml/2006/main"/>
          <a:ln xmlns:a="http://schemas.openxmlformats.org/drawingml/2006/main" w="10564" cap="flat">
            <a:solidFill>
              <a:srgbClr val="000000"/>
            </a:solidFill>
            <a:round/>
          </a:ln>
        </p:spPr>
      </p:sp>
      <p:sp>
        <p:nvSpPr>
          <p:cNvPr id="69" name="Vector element">
            <a:extLst xmlns:a="http://schemas.openxmlformats.org/drawingml/2006/main">
              <a:ext uri="{FF2B5EF4-FFF2-40B4-BE49-F238E27FC236}">
                <a16:creationId xmlns:a16="http://schemas.microsoft.com/office/drawing/2014/main" id="{1C8224A3-4C98-458F-A776-FC342F2DFF9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270257" y="2955022"/>
            <a:ext cx="105639" cy="10"/>
          </a:xfrm>
          <a:custGeom xmlns:a="http://schemas.openxmlformats.org/drawingml/2006/main">
            <a:pathLst>
              <a:path w="105639" h="1">
                <a:moveTo>
                  <a:pt x="105639" y="0"/>
                </a:moveTo>
                <a:lnTo>
                  <a:pt x="0" y="0"/>
                </a:lnTo>
              </a:path>
            </a:pathLst>
          </a:custGeom>
          <a:solidFill xmlns:a="http://schemas.openxmlformats.org/drawingml/2006/main">
            <a:srgbClr val="000000"/>
          </a:solidFill>
          <a:ln xmlns:a="http://schemas.openxmlformats.org/drawingml/2006/main" w="0" cap="flat">
            <a:noFill/>
            <a:miter/>
          </a:ln>
        </p:spPr>
      </p:sp>
      <p:sp>
        <p:nvSpPr>
          <p:cNvPr id="70" name="Vector element">
            <a:extLst xmlns:a="http://schemas.openxmlformats.org/drawingml/2006/main">
              <a:ext uri="{FF2B5EF4-FFF2-40B4-BE49-F238E27FC236}">
                <a16:creationId xmlns:a16="http://schemas.microsoft.com/office/drawing/2014/main" id="{42722B4A-1824-43E7-A072-60441A4536E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270257" y="2955022"/>
            <a:ext cx="105639" cy="10"/>
          </a:xfrm>
          <a:custGeom xmlns:a="http://schemas.openxmlformats.org/drawingml/2006/main">
            <a:pathLst>
              <a:path w="105639" h="1" fill="none">
                <a:moveTo>
                  <a:pt x="105639" y="0"/>
                </a:moveTo>
                <a:lnTo>
                  <a:pt x="0" y="0"/>
                </a:lnTo>
              </a:path>
            </a:pathLst>
          </a:custGeom>
          <a:noFill xmlns:a="http://schemas.openxmlformats.org/drawingml/2006/main"/>
          <a:ln xmlns:a="http://schemas.openxmlformats.org/drawingml/2006/main" w="10564" cap="flat">
            <a:solidFill>
              <a:srgbClr val="000000"/>
            </a:solidFill>
            <a:round/>
          </a:ln>
        </p:spPr>
      </p:sp>
      <p:sp>
        <p:nvSpPr>
          <p:cNvPr id="71" name="Vector element">
            <a:extLst xmlns:a="http://schemas.openxmlformats.org/drawingml/2006/main">
              <a:ext uri="{FF2B5EF4-FFF2-40B4-BE49-F238E27FC236}">
                <a16:creationId xmlns:a16="http://schemas.microsoft.com/office/drawing/2014/main" id="{33400FA0-FE9C-4468-97D6-58A4613506F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727214" y="3015441"/>
            <a:ext cx="10" cy="60419"/>
          </a:xfrm>
          <a:custGeom xmlns:a="http://schemas.openxmlformats.org/drawingml/2006/main">
            <a:pathLst>
              <a:path w="1" h="60419" fill="none">
                <a:moveTo>
                  <a:pt x="0" y="60419"/>
                </a:moveTo>
                <a:lnTo>
                  <a:pt x="0" y="0"/>
                </a:lnTo>
              </a:path>
            </a:pathLst>
          </a:custGeom>
          <a:noFill xmlns:a="http://schemas.openxmlformats.org/drawingml/2006/main"/>
          <a:ln xmlns:a="http://schemas.openxmlformats.org/drawingml/2006/main" w="15846" cap="flat">
            <a:solidFill>
              <a:srgbClr val="000000"/>
            </a:solidFill>
            <a:round/>
          </a:ln>
        </p:spPr>
      </p:sp>
      <p:sp>
        <p:nvSpPr>
          <p:cNvPr id="72" name="Vector element">
            <a:extLst xmlns:a="http://schemas.openxmlformats.org/drawingml/2006/main">
              <a:ext uri="{FF2B5EF4-FFF2-40B4-BE49-F238E27FC236}">
                <a16:creationId xmlns:a16="http://schemas.microsoft.com/office/drawing/2014/main" id="{D72B9F6B-E0F2-4733-A5B0-5043A70BA5A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674395" y="3075860"/>
            <a:ext cx="105639" cy="10"/>
          </a:xfrm>
          <a:custGeom xmlns:a="http://schemas.openxmlformats.org/drawingml/2006/main">
            <a:pathLst>
              <a:path w="105639" h="1">
                <a:moveTo>
                  <a:pt x="105639" y="0"/>
                </a:moveTo>
                <a:lnTo>
                  <a:pt x="0" y="0"/>
                </a:lnTo>
              </a:path>
            </a:pathLst>
          </a:custGeom>
          <a:solidFill xmlns:a="http://schemas.openxmlformats.org/drawingml/2006/main">
            <a:srgbClr val="000000"/>
          </a:solidFill>
          <a:ln xmlns:a="http://schemas.openxmlformats.org/drawingml/2006/main" w="0" cap="flat">
            <a:noFill/>
            <a:miter/>
          </a:ln>
        </p:spPr>
      </p:sp>
      <p:sp>
        <p:nvSpPr>
          <p:cNvPr id="73" name="Vector element">
            <a:extLst xmlns:a="http://schemas.openxmlformats.org/drawingml/2006/main">
              <a:ext uri="{FF2B5EF4-FFF2-40B4-BE49-F238E27FC236}">
                <a16:creationId xmlns:a16="http://schemas.microsoft.com/office/drawing/2014/main" id="{AB114768-1170-4B07-9AC0-ED4C7B01C5B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674395" y="3075860"/>
            <a:ext cx="105639" cy="10"/>
          </a:xfrm>
          <a:custGeom xmlns:a="http://schemas.openxmlformats.org/drawingml/2006/main">
            <a:pathLst>
              <a:path w="105639" h="1" fill="none">
                <a:moveTo>
                  <a:pt x="105639" y="0"/>
                </a:moveTo>
                <a:lnTo>
                  <a:pt x="0" y="0"/>
                </a:lnTo>
              </a:path>
            </a:pathLst>
          </a:custGeom>
          <a:noFill xmlns:a="http://schemas.openxmlformats.org/drawingml/2006/main"/>
          <a:ln xmlns:a="http://schemas.openxmlformats.org/drawingml/2006/main" w="10564" cap="flat">
            <a:solidFill>
              <a:srgbClr val="000000"/>
            </a:solidFill>
            <a:round/>
          </a:ln>
        </p:spPr>
      </p:sp>
      <p:sp>
        <p:nvSpPr>
          <p:cNvPr id="74" name="Vector element">
            <a:extLst xmlns:a="http://schemas.openxmlformats.org/drawingml/2006/main">
              <a:ext uri="{FF2B5EF4-FFF2-40B4-BE49-F238E27FC236}">
                <a16:creationId xmlns:a16="http://schemas.microsoft.com/office/drawing/2014/main" id="{75F3E9DC-843E-4F06-ACC0-EC045B377C4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674395" y="3015441"/>
            <a:ext cx="105639" cy="10"/>
          </a:xfrm>
          <a:custGeom xmlns:a="http://schemas.openxmlformats.org/drawingml/2006/main">
            <a:pathLst>
              <a:path w="105639" h="1">
                <a:moveTo>
                  <a:pt x="105639" y="0"/>
                </a:moveTo>
                <a:lnTo>
                  <a:pt x="0" y="0"/>
                </a:lnTo>
              </a:path>
            </a:pathLst>
          </a:custGeom>
          <a:solidFill xmlns:a="http://schemas.openxmlformats.org/drawingml/2006/main">
            <a:srgbClr val="000000"/>
          </a:solidFill>
          <a:ln xmlns:a="http://schemas.openxmlformats.org/drawingml/2006/main" w="0" cap="flat">
            <a:noFill/>
            <a:miter/>
          </a:ln>
        </p:spPr>
      </p:sp>
      <p:sp>
        <p:nvSpPr>
          <p:cNvPr id="75" name="Vector element">
            <a:extLst xmlns:a="http://schemas.openxmlformats.org/drawingml/2006/main">
              <a:ext uri="{FF2B5EF4-FFF2-40B4-BE49-F238E27FC236}">
                <a16:creationId xmlns:a16="http://schemas.microsoft.com/office/drawing/2014/main" id="{C5ABD357-044C-4E43-9FA9-3C2DB168E6E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674395" y="3015441"/>
            <a:ext cx="105639" cy="10"/>
          </a:xfrm>
          <a:custGeom xmlns:a="http://schemas.openxmlformats.org/drawingml/2006/main">
            <a:pathLst>
              <a:path w="105639" h="1" fill="none">
                <a:moveTo>
                  <a:pt x="105639" y="0"/>
                </a:moveTo>
                <a:lnTo>
                  <a:pt x="0" y="0"/>
                </a:lnTo>
              </a:path>
            </a:pathLst>
          </a:custGeom>
          <a:noFill xmlns:a="http://schemas.openxmlformats.org/drawingml/2006/main"/>
          <a:ln xmlns:a="http://schemas.openxmlformats.org/drawingml/2006/main" w="10564" cap="flat">
            <a:solidFill>
              <a:srgbClr val="000000"/>
            </a:solidFill>
            <a:round/>
          </a:ln>
        </p:spPr>
      </p:sp>
      <p:sp>
        <p:nvSpPr>
          <p:cNvPr id="76" name="Vector element">
            <a:extLst xmlns:a="http://schemas.openxmlformats.org/drawingml/2006/main">
              <a:ext uri="{FF2B5EF4-FFF2-40B4-BE49-F238E27FC236}">
                <a16:creationId xmlns:a16="http://schemas.microsoft.com/office/drawing/2014/main" id="{ED0B163F-C702-4088-AC06-293A379B66E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19408" y="719518"/>
            <a:ext cx="5515455" cy="10"/>
          </a:xfrm>
          <a:custGeom xmlns:a="http://schemas.openxmlformats.org/drawingml/2006/main">
            <a:pathLst>
              <a:path w="5515455" h="1" fill="none">
                <a:moveTo>
                  <a:pt x="0" y="0"/>
                </a:moveTo>
                <a:lnTo>
                  <a:pt x="5515455" y="0"/>
                </a:lnTo>
              </a:path>
            </a:pathLst>
          </a:custGeom>
          <a:noFill xmlns:a="http://schemas.openxmlformats.org/drawingml/2006/main"/>
          <a:ln xmlns:a="http://schemas.openxmlformats.org/drawingml/2006/main" w="15846" cap="flat">
            <a:solidFill>
              <a:srgbClr val="1F77B4"/>
            </a:solidFill>
            <a:custDash>
              <a:ds d="370000" sp="160000"/>
            </a:custDash>
            <a:round/>
          </a:ln>
        </p:spPr>
      </p:sp>
      <p:sp>
        <p:nvSpPr>
          <p:cNvPr id="77" name="Vector element">
            <a:extLst xmlns:a="http://schemas.openxmlformats.org/drawingml/2006/main">
              <a:ext uri="{FF2B5EF4-FFF2-40B4-BE49-F238E27FC236}">
                <a16:creationId xmlns:a16="http://schemas.microsoft.com/office/drawing/2014/main" id="{B6FDA472-3D4F-4D89-93F6-C4A56850937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19408" y="282991"/>
            <a:ext cx="10" cy="3578317"/>
          </a:xfrm>
          <a:custGeom xmlns:a="http://schemas.openxmlformats.org/drawingml/2006/main">
            <a:pathLst>
              <a:path w="1" h="3578317" fill="none">
                <a:moveTo>
                  <a:pt x="0" y="3578317"/>
                </a:moveTo>
                <a:lnTo>
                  <a:pt x="0" y="0"/>
                </a:lnTo>
              </a:path>
            </a:pathLst>
          </a:custGeom>
          <a:noFill xmlns:a="http://schemas.openxmlformats.org/drawingml/2006/main"/>
          <a:ln xmlns:a="http://schemas.openxmlformats.org/drawingml/2006/main" w="8451" cap="sq">
            <a:solidFill>
              <a:srgbClr val="000000"/>
            </a:solidFill>
            <a:miter/>
          </a:ln>
        </p:spPr>
      </p:sp>
      <p:sp>
        <p:nvSpPr>
          <p:cNvPr id="78" name="Vector element">
            <a:extLst xmlns:a="http://schemas.openxmlformats.org/drawingml/2006/main">
              <a:ext uri="{FF2B5EF4-FFF2-40B4-BE49-F238E27FC236}">
                <a16:creationId xmlns:a16="http://schemas.microsoft.com/office/drawing/2014/main" id="{DD4DEB9C-06FD-4297-99ED-31F4BA9CE57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34862" y="282991"/>
            <a:ext cx="10" cy="3578317"/>
          </a:xfrm>
          <a:custGeom xmlns:a="http://schemas.openxmlformats.org/drawingml/2006/main">
            <a:pathLst>
              <a:path w="1" h="3578317" fill="none">
                <a:moveTo>
                  <a:pt x="0" y="3578317"/>
                </a:moveTo>
                <a:lnTo>
                  <a:pt x="0" y="0"/>
                </a:lnTo>
              </a:path>
            </a:pathLst>
          </a:custGeom>
          <a:noFill xmlns:a="http://schemas.openxmlformats.org/drawingml/2006/main"/>
          <a:ln xmlns:a="http://schemas.openxmlformats.org/drawingml/2006/main" w="8451" cap="sq">
            <a:solidFill>
              <a:srgbClr val="000000"/>
            </a:solidFill>
            <a:miter/>
          </a:ln>
        </p:spPr>
      </p:sp>
      <p:sp>
        <p:nvSpPr>
          <p:cNvPr id="79" name="Vector element">
            <a:extLst xmlns:a="http://schemas.openxmlformats.org/drawingml/2006/main">
              <a:ext uri="{FF2B5EF4-FFF2-40B4-BE49-F238E27FC236}">
                <a16:creationId xmlns:a16="http://schemas.microsoft.com/office/drawing/2014/main" id="{3336FF36-EBAA-450C-8C18-1187A2EDDA1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19408" y="3861308"/>
            <a:ext cx="5515455" cy="10"/>
          </a:xfrm>
          <a:custGeom xmlns:a="http://schemas.openxmlformats.org/drawingml/2006/main">
            <a:pathLst>
              <a:path w="5515455" h="1" fill="none">
                <a:moveTo>
                  <a:pt x="0" y="0"/>
                </a:moveTo>
                <a:lnTo>
                  <a:pt x="5515455" y="0"/>
                </a:lnTo>
              </a:path>
            </a:pathLst>
          </a:custGeom>
          <a:noFill xmlns:a="http://schemas.openxmlformats.org/drawingml/2006/main"/>
          <a:ln xmlns:a="http://schemas.openxmlformats.org/drawingml/2006/main" w="8451" cap="sq">
            <a:solidFill>
              <a:srgbClr val="000000"/>
            </a:solidFill>
            <a:miter/>
          </a:ln>
        </p:spPr>
      </p:sp>
      <p:sp>
        <p:nvSpPr>
          <p:cNvPr id="80" name="Vector element">
            <a:extLst xmlns:a="http://schemas.openxmlformats.org/drawingml/2006/main">
              <a:ext uri="{FF2B5EF4-FFF2-40B4-BE49-F238E27FC236}">
                <a16:creationId xmlns:a16="http://schemas.microsoft.com/office/drawing/2014/main" id="{4707CF9A-15B3-450F-B08B-2039CF76CEF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19408" y="282991"/>
            <a:ext cx="5515455" cy="10"/>
          </a:xfrm>
          <a:custGeom xmlns:a="http://schemas.openxmlformats.org/drawingml/2006/main">
            <a:pathLst>
              <a:path w="5515455" h="1" fill="none">
                <a:moveTo>
                  <a:pt x="0" y="0"/>
                </a:moveTo>
                <a:lnTo>
                  <a:pt x="5515455" y="0"/>
                </a:lnTo>
              </a:path>
            </a:pathLst>
          </a:custGeom>
          <a:noFill xmlns:a="http://schemas.openxmlformats.org/drawingml/2006/main"/>
          <a:ln xmlns:a="http://schemas.openxmlformats.org/drawingml/2006/main" w="8451" cap="sq">
            <a:solidFill>
              <a:srgbClr val="000000"/>
            </a:solidFill>
            <a:miter/>
          </a:ln>
        </p:spPr>
      </p:sp>
      <p:sp>
        <p:nvSpPr>
          <p:cNvPr id="81" name="Text classmethod">
            <a:extLst xmlns:a="http://schemas.openxmlformats.org/drawingml/2006/main">
              <a:ext uri="{FF2B5EF4-FFF2-40B4-BE49-F238E27FC236}">
                <a16:creationId xmlns:a16="http://schemas.microsoft.com/office/drawing/2014/main" id="{6CA15948-9FAE-4B0C-85D7-E8D8C0C3023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330652" y="3935148"/>
            <a:ext cx="749891" cy="77947"/>
          </a:xfrm>
          <a:custGeom xmlns:a="http://schemas.openxmlformats.org/drawingml/2006/main">
            <a:pathLst>
              <a:path w="749891" h="77947">
                <a:moveTo>
                  <a:pt x="48244" y="63418"/>
                </a:moveTo>
                <a:cubicBezTo>
                  <a:pt x="48244" y="60131"/>
                  <a:pt x="45088" y="60131"/>
                  <a:pt x="44076" y="60131"/>
                </a:cubicBezTo>
                <a:cubicBezTo>
                  <a:pt x="41172" y="60131"/>
                  <a:pt x="40667" y="61142"/>
                  <a:pt x="40035" y="62911"/>
                </a:cubicBezTo>
                <a:cubicBezTo>
                  <a:pt x="37256" y="69864"/>
                  <a:pt x="31068" y="70622"/>
                  <a:pt x="28037" y="70622"/>
                </a:cubicBezTo>
                <a:cubicBezTo>
                  <a:pt x="17303" y="70622"/>
                  <a:pt x="8209" y="61647"/>
                  <a:pt x="8209" y="49892"/>
                </a:cubicBezTo>
                <a:cubicBezTo>
                  <a:pt x="8209" y="43446"/>
                  <a:pt x="11873" y="28910"/>
                  <a:pt x="28417" y="28910"/>
                </a:cubicBezTo>
                <a:cubicBezTo>
                  <a:pt x="31826" y="28910"/>
                  <a:pt x="34479" y="29162"/>
                  <a:pt x="35614" y="29288"/>
                </a:cubicBezTo>
                <a:cubicBezTo>
                  <a:pt x="36499" y="29540"/>
                  <a:pt x="36626" y="29667"/>
                  <a:pt x="36626" y="30299"/>
                </a:cubicBezTo>
                <a:cubicBezTo>
                  <a:pt x="37004" y="35481"/>
                  <a:pt x="40920" y="35609"/>
                  <a:pt x="41677" y="35609"/>
                </a:cubicBezTo>
                <a:cubicBezTo>
                  <a:pt x="44456" y="35609"/>
                  <a:pt x="46855" y="33712"/>
                  <a:pt x="46855" y="30299"/>
                </a:cubicBezTo>
                <a:cubicBezTo>
                  <a:pt x="46855" y="21583"/>
                  <a:pt x="34100" y="21583"/>
                  <a:pt x="28542" y="21583"/>
                </a:cubicBezTo>
                <a:cubicBezTo>
                  <a:pt x="6947" y="21583"/>
                  <a:pt x="0" y="39274"/>
                  <a:pt x="0" y="49892"/>
                </a:cubicBezTo>
                <a:cubicBezTo>
                  <a:pt x="0" y="65313"/>
                  <a:pt x="11746" y="77947"/>
                  <a:pt x="26900" y="77947"/>
                </a:cubicBezTo>
                <a:cubicBezTo>
                  <a:pt x="43824" y="77947"/>
                  <a:pt x="48244" y="65440"/>
                  <a:pt x="48244" y="63418"/>
                </a:cubicBezTo>
                <a:close/>
                <a:moveTo>
                  <a:pt x="92194" y="5178"/>
                </a:moveTo>
                <a:cubicBezTo>
                  <a:pt x="92194" y="1264"/>
                  <a:pt x="91437" y="0"/>
                  <a:pt x="87144" y="0"/>
                </a:cubicBezTo>
                <a:lnTo>
                  <a:pt x="68578" y="0"/>
                </a:lnTo>
                <a:cubicBezTo>
                  <a:pt x="66809" y="0"/>
                  <a:pt x="63525" y="0"/>
                  <a:pt x="63525" y="3663"/>
                </a:cubicBezTo>
                <a:cubicBezTo>
                  <a:pt x="63525" y="7327"/>
                  <a:pt x="66809" y="7327"/>
                  <a:pt x="68578" y="7327"/>
                </a:cubicBezTo>
                <a:lnTo>
                  <a:pt x="83985" y="7327"/>
                </a:lnTo>
                <a:lnTo>
                  <a:pt x="83985" y="69882"/>
                </a:lnTo>
                <a:lnTo>
                  <a:pt x="68578" y="69882"/>
                </a:lnTo>
                <a:cubicBezTo>
                  <a:pt x="66809" y="69882"/>
                  <a:pt x="63525" y="69882"/>
                  <a:pt x="63525" y="73545"/>
                </a:cubicBezTo>
                <a:cubicBezTo>
                  <a:pt x="63525" y="77207"/>
                  <a:pt x="66809" y="77207"/>
                  <a:pt x="68578" y="77207"/>
                </a:cubicBezTo>
                <a:lnTo>
                  <a:pt x="107601" y="77207"/>
                </a:lnTo>
                <a:cubicBezTo>
                  <a:pt x="109370" y="77207"/>
                  <a:pt x="112654" y="77207"/>
                  <a:pt x="112654" y="73545"/>
                </a:cubicBezTo>
                <a:cubicBezTo>
                  <a:pt x="112654" y="69882"/>
                  <a:pt x="109370" y="69882"/>
                  <a:pt x="107601" y="69882"/>
                </a:cubicBezTo>
                <a:lnTo>
                  <a:pt x="92194" y="69882"/>
                </a:lnTo>
                <a:lnTo>
                  <a:pt x="92194" y="5178"/>
                </a:lnTo>
                <a:close/>
                <a:moveTo>
                  <a:pt x="172768" y="41293"/>
                </a:moveTo>
                <a:cubicBezTo>
                  <a:pt x="172768" y="31689"/>
                  <a:pt x="165571" y="21583"/>
                  <a:pt x="148522" y="21583"/>
                </a:cubicBezTo>
                <a:cubicBezTo>
                  <a:pt x="143217" y="21583"/>
                  <a:pt x="130966" y="21583"/>
                  <a:pt x="130966" y="30299"/>
                </a:cubicBezTo>
                <a:cubicBezTo>
                  <a:pt x="130966" y="33710"/>
                  <a:pt x="133365" y="35607"/>
                  <a:pt x="136144" y="35607"/>
                </a:cubicBezTo>
                <a:cubicBezTo>
                  <a:pt x="136902" y="35607"/>
                  <a:pt x="141070" y="35354"/>
                  <a:pt x="141195" y="30047"/>
                </a:cubicBezTo>
                <a:cubicBezTo>
                  <a:pt x="141195" y="29415"/>
                  <a:pt x="141322" y="29288"/>
                  <a:pt x="143974" y="29035"/>
                </a:cubicBezTo>
                <a:cubicBezTo>
                  <a:pt x="145491" y="28910"/>
                  <a:pt x="147132" y="28910"/>
                  <a:pt x="148647" y="28910"/>
                </a:cubicBezTo>
                <a:cubicBezTo>
                  <a:pt x="151551" y="28910"/>
                  <a:pt x="155847" y="28910"/>
                  <a:pt x="160013" y="32069"/>
                </a:cubicBezTo>
                <a:cubicBezTo>
                  <a:pt x="164561" y="35607"/>
                  <a:pt x="164561" y="39145"/>
                  <a:pt x="164561" y="42810"/>
                </a:cubicBezTo>
                <a:cubicBezTo>
                  <a:pt x="157109" y="43063"/>
                  <a:pt x="149784" y="43567"/>
                  <a:pt x="141954" y="46094"/>
                </a:cubicBezTo>
                <a:cubicBezTo>
                  <a:pt x="135639" y="48241"/>
                  <a:pt x="127557" y="52790"/>
                  <a:pt x="127557" y="61391"/>
                </a:cubicBezTo>
                <a:cubicBezTo>
                  <a:pt x="127557" y="70369"/>
                  <a:pt x="135512" y="77947"/>
                  <a:pt x="147258" y="77947"/>
                </a:cubicBezTo>
                <a:cubicBezTo>
                  <a:pt x="151299" y="77947"/>
                  <a:pt x="159130" y="77316"/>
                  <a:pt x="165696" y="72770"/>
                </a:cubicBezTo>
                <a:cubicBezTo>
                  <a:pt x="168222" y="76937"/>
                  <a:pt x="174537" y="77189"/>
                  <a:pt x="179336" y="77189"/>
                </a:cubicBezTo>
                <a:cubicBezTo>
                  <a:pt x="182367" y="77189"/>
                  <a:pt x="185398" y="77189"/>
                  <a:pt x="185398" y="73528"/>
                </a:cubicBezTo>
                <a:cubicBezTo>
                  <a:pt x="185398" y="69864"/>
                  <a:pt x="182115" y="69864"/>
                  <a:pt x="180348" y="69864"/>
                </a:cubicBezTo>
                <a:cubicBezTo>
                  <a:pt x="177064" y="69864"/>
                  <a:pt x="174537" y="69610"/>
                  <a:pt x="172768" y="68853"/>
                </a:cubicBezTo>
                <a:lnTo>
                  <a:pt x="172768" y="41293"/>
                </a:lnTo>
                <a:moveTo>
                  <a:pt x="164561" y="60505"/>
                </a:moveTo>
                <a:cubicBezTo>
                  <a:pt x="164561" y="63414"/>
                  <a:pt x="164561" y="66070"/>
                  <a:pt x="159383" y="68473"/>
                </a:cubicBezTo>
                <a:cubicBezTo>
                  <a:pt x="154962" y="70622"/>
                  <a:pt x="149027" y="70622"/>
                  <a:pt x="148647" y="70622"/>
                </a:cubicBezTo>
                <a:cubicBezTo>
                  <a:pt x="141195" y="70622"/>
                  <a:pt x="135765" y="66575"/>
                  <a:pt x="135765" y="61391"/>
                </a:cubicBezTo>
                <a:cubicBezTo>
                  <a:pt x="135765" y="53929"/>
                  <a:pt x="149279" y="49630"/>
                  <a:pt x="164561" y="49630"/>
                </a:cubicBezTo>
                <a:lnTo>
                  <a:pt x="164561" y="60505"/>
                </a:lnTo>
                <a:close/>
                <a:moveTo>
                  <a:pt x="238443" y="26384"/>
                </a:moveTo>
                <a:cubicBezTo>
                  <a:pt x="238443" y="24362"/>
                  <a:pt x="238443" y="21583"/>
                  <a:pt x="234906" y="21583"/>
                </a:cubicBezTo>
                <a:cubicBezTo>
                  <a:pt x="231875" y="21583"/>
                  <a:pt x="231118" y="24489"/>
                  <a:pt x="231118" y="24615"/>
                </a:cubicBezTo>
                <a:cubicBezTo>
                  <a:pt x="226065" y="21583"/>
                  <a:pt x="220255" y="21583"/>
                  <a:pt x="217730" y="21583"/>
                </a:cubicBezTo>
                <a:cubicBezTo>
                  <a:pt x="197143" y="21583"/>
                  <a:pt x="194366" y="32069"/>
                  <a:pt x="194366" y="36366"/>
                </a:cubicBezTo>
                <a:cubicBezTo>
                  <a:pt x="194366" y="41550"/>
                  <a:pt x="197396" y="45088"/>
                  <a:pt x="201691" y="47491"/>
                </a:cubicBezTo>
                <a:cubicBezTo>
                  <a:pt x="205732" y="49765"/>
                  <a:pt x="209394" y="50397"/>
                  <a:pt x="219750" y="52041"/>
                </a:cubicBezTo>
                <a:cubicBezTo>
                  <a:pt x="224675" y="52925"/>
                  <a:pt x="234779" y="54569"/>
                  <a:pt x="234779" y="61522"/>
                </a:cubicBezTo>
                <a:cubicBezTo>
                  <a:pt x="234779" y="66199"/>
                  <a:pt x="230486" y="70622"/>
                  <a:pt x="218740" y="70622"/>
                </a:cubicBezTo>
                <a:cubicBezTo>
                  <a:pt x="210658" y="70622"/>
                  <a:pt x="205353" y="67463"/>
                  <a:pt x="202701" y="58362"/>
                </a:cubicBezTo>
                <a:cubicBezTo>
                  <a:pt x="202069" y="56591"/>
                  <a:pt x="201691" y="55201"/>
                  <a:pt x="198533" y="55201"/>
                </a:cubicBezTo>
                <a:cubicBezTo>
                  <a:pt x="194366" y="55201"/>
                  <a:pt x="194366" y="57602"/>
                  <a:pt x="194366" y="60131"/>
                </a:cubicBezTo>
                <a:lnTo>
                  <a:pt x="194366" y="73148"/>
                </a:lnTo>
                <a:cubicBezTo>
                  <a:pt x="194366" y="75170"/>
                  <a:pt x="194366" y="77947"/>
                  <a:pt x="197903" y="77947"/>
                </a:cubicBezTo>
                <a:cubicBezTo>
                  <a:pt x="199417" y="77947"/>
                  <a:pt x="200554" y="77947"/>
                  <a:pt x="202449" y="72770"/>
                </a:cubicBezTo>
                <a:cubicBezTo>
                  <a:pt x="208259" y="77569"/>
                  <a:pt x="214824" y="77947"/>
                  <a:pt x="218740" y="77947"/>
                </a:cubicBezTo>
                <a:cubicBezTo>
                  <a:pt x="242104" y="77947"/>
                  <a:pt x="242104" y="62786"/>
                  <a:pt x="242104" y="61522"/>
                </a:cubicBezTo>
                <a:cubicBezTo>
                  <a:pt x="242104" y="48375"/>
                  <a:pt x="226445" y="45720"/>
                  <a:pt x="220382" y="44835"/>
                </a:cubicBezTo>
                <a:cubicBezTo>
                  <a:pt x="209268" y="42939"/>
                  <a:pt x="201691" y="41675"/>
                  <a:pt x="201691" y="36366"/>
                </a:cubicBezTo>
                <a:cubicBezTo>
                  <a:pt x="201691" y="32953"/>
                  <a:pt x="205605" y="28910"/>
                  <a:pt x="217478" y="28910"/>
                </a:cubicBezTo>
                <a:cubicBezTo>
                  <a:pt x="229476" y="28910"/>
                  <a:pt x="229981" y="34597"/>
                  <a:pt x="230233" y="37884"/>
                </a:cubicBezTo>
                <a:cubicBezTo>
                  <a:pt x="230486" y="40411"/>
                  <a:pt x="232760" y="40790"/>
                  <a:pt x="234274" y="40790"/>
                </a:cubicBezTo>
                <a:cubicBezTo>
                  <a:pt x="238443" y="40790"/>
                  <a:pt x="238443" y="38517"/>
                  <a:pt x="238443" y="35988"/>
                </a:cubicBezTo>
                <a:lnTo>
                  <a:pt x="238443" y="26384"/>
                </a:lnTo>
                <a:close/>
                <a:moveTo>
                  <a:pt x="303357" y="26384"/>
                </a:moveTo>
                <a:cubicBezTo>
                  <a:pt x="303357" y="24362"/>
                  <a:pt x="303357" y="21583"/>
                  <a:pt x="299821" y="21583"/>
                </a:cubicBezTo>
                <a:cubicBezTo>
                  <a:pt x="296790" y="21583"/>
                  <a:pt x="296032" y="24489"/>
                  <a:pt x="296032" y="24615"/>
                </a:cubicBezTo>
                <a:cubicBezTo>
                  <a:pt x="290980" y="21583"/>
                  <a:pt x="285169" y="21583"/>
                  <a:pt x="282645" y="21583"/>
                </a:cubicBezTo>
                <a:cubicBezTo>
                  <a:pt x="262058" y="21583"/>
                  <a:pt x="259281" y="32069"/>
                  <a:pt x="259281" y="36366"/>
                </a:cubicBezTo>
                <a:cubicBezTo>
                  <a:pt x="259281" y="41550"/>
                  <a:pt x="262310" y="45088"/>
                  <a:pt x="266606" y="47491"/>
                </a:cubicBezTo>
                <a:cubicBezTo>
                  <a:pt x="270647" y="49765"/>
                  <a:pt x="274308" y="50397"/>
                  <a:pt x="284664" y="52041"/>
                </a:cubicBezTo>
                <a:cubicBezTo>
                  <a:pt x="289590" y="52925"/>
                  <a:pt x="299694" y="54569"/>
                  <a:pt x="299694" y="61522"/>
                </a:cubicBezTo>
                <a:cubicBezTo>
                  <a:pt x="299694" y="66199"/>
                  <a:pt x="295400" y="70622"/>
                  <a:pt x="283655" y="70622"/>
                </a:cubicBezTo>
                <a:cubicBezTo>
                  <a:pt x="275573" y="70622"/>
                  <a:pt x="270267" y="67463"/>
                  <a:pt x="267616" y="58362"/>
                </a:cubicBezTo>
                <a:cubicBezTo>
                  <a:pt x="266984" y="56591"/>
                  <a:pt x="266606" y="55201"/>
                  <a:pt x="263447" y="55201"/>
                </a:cubicBezTo>
                <a:cubicBezTo>
                  <a:pt x="259281" y="55201"/>
                  <a:pt x="259281" y="57602"/>
                  <a:pt x="259281" y="60131"/>
                </a:cubicBezTo>
                <a:lnTo>
                  <a:pt x="259281" y="73148"/>
                </a:lnTo>
                <a:cubicBezTo>
                  <a:pt x="259281" y="75170"/>
                  <a:pt x="259281" y="77947"/>
                  <a:pt x="262817" y="77947"/>
                </a:cubicBezTo>
                <a:cubicBezTo>
                  <a:pt x="264332" y="77947"/>
                  <a:pt x="265469" y="77947"/>
                  <a:pt x="267363" y="72770"/>
                </a:cubicBezTo>
                <a:cubicBezTo>
                  <a:pt x="273173" y="77569"/>
                  <a:pt x="279739" y="77947"/>
                  <a:pt x="283655" y="77947"/>
                </a:cubicBezTo>
                <a:cubicBezTo>
                  <a:pt x="307019" y="77947"/>
                  <a:pt x="307019" y="62786"/>
                  <a:pt x="307019" y="61522"/>
                </a:cubicBezTo>
                <a:cubicBezTo>
                  <a:pt x="307019" y="48375"/>
                  <a:pt x="291359" y="45720"/>
                  <a:pt x="285297" y="44835"/>
                </a:cubicBezTo>
                <a:cubicBezTo>
                  <a:pt x="274183" y="42939"/>
                  <a:pt x="266606" y="41675"/>
                  <a:pt x="266606" y="36366"/>
                </a:cubicBezTo>
                <a:cubicBezTo>
                  <a:pt x="266606" y="32953"/>
                  <a:pt x="270520" y="28910"/>
                  <a:pt x="282392" y="28910"/>
                </a:cubicBezTo>
                <a:cubicBezTo>
                  <a:pt x="294390" y="28910"/>
                  <a:pt x="294895" y="34597"/>
                  <a:pt x="295148" y="37884"/>
                </a:cubicBezTo>
                <a:cubicBezTo>
                  <a:pt x="295400" y="40411"/>
                  <a:pt x="297674" y="40790"/>
                  <a:pt x="299189" y="40790"/>
                </a:cubicBezTo>
                <a:cubicBezTo>
                  <a:pt x="303357" y="40790"/>
                  <a:pt x="303357" y="38517"/>
                  <a:pt x="303357" y="35988"/>
                </a:cubicBezTo>
                <a:lnTo>
                  <a:pt x="303357" y="26384"/>
                </a:lnTo>
                <a:close/>
                <a:moveTo>
                  <a:pt x="419507" y="38987"/>
                </a:moveTo>
                <a:cubicBezTo>
                  <a:pt x="419507" y="36212"/>
                  <a:pt x="419507" y="22077"/>
                  <a:pt x="408394" y="22077"/>
                </a:cubicBezTo>
                <a:cubicBezTo>
                  <a:pt x="403973" y="22077"/>
                  <a:pt x="399680" y="24098"/>
                  <a:pt x="396271" y="28771"/>
                </a:cubicBezTo>
                <a:cubicBezTo>
                  <a:pt x="395513" y="26877"/>
                  <a:pt x="392734" y="22077"/>
                  <a:pt x="386672" y="22077"/>
                </a:cubicBezTo>
                <a:cubicBezTo>
                  <a:pt x="380989" y="22077"/>
                  <a:pt x="377073" y="25740"/>
                  <a:pt x="376063" y="26877"/>
                </a:cubicBezTo>
                <a:cubicBezTo>
                  <a:pt x="375936" y="22836"/>
                  <a:pt x="373284" y="22836"/>
                  <a:pt x="371010" y="22836"/>
                </a:cubicBezTo>
                <a:lnTo>
                  <a:pt x="367222" y="22836"/>
                </a:lnTo>
                <a:cubicBezTo>
                  <a:pt x="365455" y="22836"/>
                  <a:pt x="362171" y="22836"/>
                  <a:pt x="362171" y="26497"/>
                </a:cubicBezTo>
                <a:cubicBezTo>
                  <a:pt x="362171" y="30159"/>
                  <a:pt x="365075" y="30159"/>
                  <a:pt x="368991" y="30159"/>
                </a:cubicBezTo>
                <a:lnTo>
                  <a:pt x="368991" y="69882"/>
                </a:lnTo>
                <a:cubicBezTo>
                  <a:pt x="364950" y="69882"/>
                  <a:pt x="362171" y="69882"/>
                  <a:pt x="362171" y="73545"/>
                </a:cubicBezTo>
                <a:cubicBezTo>
                  <a:pt x="362171" y="77207"/>
                  <a:pt x="365455" y="77207"/>
                  <a:pt x="367222" y="77207"/>
                </a:cubicBezTo>
                <a:lnTo>
                  <a:pt x="377830" y="77207"/>
                </a:lnTo>
                <a:cubicBezTo>
                  <a:pt x="379599" y="77207"/>
                  <a:pt x="382883" y="77207"/>
                  <a:pt x="382883" y="73545"/>
                </a:cubicBezTo>
                <a:cubicBezTo>
                  <a:pt x="382883" y="69882"/>
                  <a:pt x="379979" y="69882"/>
                  <a:pt x="376063" y="69882"/>
                </a:cubicBezTo>
                <a:lnTo>
                  <a:pt x="376063" y="46680"/>
                </a:lnTo>
                <a:cubicBezTo>
                  <a:pt x="376063" y="36086"/>
                  <a:pt x="380609" y="29403"/>
                  <a:pt x="386167" y="29403"/>
                </a:cubicBezTo>
                <a:cubicBezTo>
                  <a:pt x="389703" y="29403"/>
                  <a:pt x="390713" y="33816"/>
                  <a:pt x="390713" y="39744"/>
                </a:cubicBezTo>
                <a:lnTo>
                  <a:pt x="390713" y="69882"/>
                </a:lnTo>
                <a:cubicBezTo>
                  <a:pt x="388566" y="69882"/>
                  <a:pt x="385157" y="69882"/>
                  <a:pt x="385157" y="73545"/>
                </a:cubicBezTo>
                <a:cubicBezTo>
                  <a:pt x="385157" y="77207"/>
                  <a:pt x="388566" y="77207"/>
                  <a:pt x="390335" y="77207"/>
                </a:cubicBezTo>
                <a:lnTo>
                  <a:pt x="399554" y="77207"/>
                </a:lnTo>
                <a:cubicBezTo>
                  <a:pt x="401321" y="77207"/>
                  <a:pt x="404605" y="77207"/>
                  <a:pt x="404605" y="73545"/>
                </a:cubicBezTo>
                <a:cubicBezTo>
                  <a:pt x="404605" y="69882"/>
                  <a:pt x="401701" y="69882"/>
                  <a:pt x="397785" y="69882"/>
                </a:cubicBezTo>
                <a:lnTo>
                  <a:pt x="397785" y="46680"/>
                </a:lnTo>
                <a:cubicBezTo>
                  <a:pt x="397785" y="36086"/>
                  <a:pt x="402331" y="29403"/>
                  <a:pt x="407889" y="29403"/>
                </a:cubicBezTo>
                <a:cubicBezTo>
                  <a:pt x="411425" y="29403"/>
                  <a:pt x="412435" y="33816"/>
                  <a:pt x="412435" y="39744"/>
                </a:cubicBezTo>
                <a:lnTo>
                  <a:pt x="412435" y="69882"/>
                </a:lnTo>
                <a:cubicBezTo>
                  <a:pt x="410288" y="69882"/>
                  <a:pt x="406879" y="69882"/>
                  <a:pt x="406879" y="73545"/>
                </a:cubicBezTo>
                <a:cubicBezTo>
                  <a:pt x="406879" y="77207"/>
                  <a:pt x="410288" y="77207"/>
                  <a:pt x="412057" y="77207"/>
                </a:cubicBezTo>
                <a:lnTo>
                  <a:pt x="421276" y="77207"/>
                </a:lnTo>
                <a:cubicBezTo>
                  <a:pt x="423043" y="77207"/>
                  <a:pt x="426327" y="77207"/>
                  <a:pt x="426327" y="73545"/>
                </a:cubicBezTo>
                <a:cubicBezTo>
                  <a:pt x="426327" y="69882"/>
                  <a:pt x="423423" y="69882"/>
                  <a:pt x="419507" y="69882"/>
                </a:cubicBezTo>
                <a:lnTo>
                  <a:pt x="419507" y="38987"/>
                </a:lnTo>
                <a:close/>
                <a:moveTo>
                  <a:pt x="479751" y="52910"/>
                </a:moveTo>
                <a:cubicBezTo>
                  <a:pt x="482402" y="52910"/>
                  <a:pt x="484802" y="52910"/>
                  <a:pt x="484802" y="48239"/>
                </a:cubicBezTo>
                <a:cubicBezTo>
                  <a:pt x="484802" y="33458"/>
                  <a:pt x="476467" y="21583"/>
                  <a:pt x="460680" y="21583"/>
                </a:cubicBezTo>
                <a:cubicBezTo>
                  <a:pt x="446029" y="21583"/>
                  <a:pt x="434285" y="34215"/>
                  <a:pt x="434285" y="49628"/>
                </a:cubicBezTo>
                <a:cubicBezTo>
                  <a:pt x="434285" y="65561"/>
                  <a:pt x="447040" y="77947"/>
                  <a:pt x="462575" y="77947"/>
                </a:cubicBezTo>
                <a:cubicBezTo>
                  <a:pt x="478866" y="77947"/>
                  <a:pt x="484802" y="66700"/>
                  <a:pt x="484802" y="63411"/>
                </a:cubicBezTo>
                <a:cubicBezTo>
                  <a:pt x="484802" y="62651"/>
                  <a:pt x="484549" y="59869"/>
                  <a:pt x="480633" y="59869"/>
                </a:cubicBezTo>
                <a:cubicBezTo>
                  <a:pt x="478234" y="59869"/>
                  <a:pt x="477477" y="60755"/>
                  <a:pt x="476719" y="62651"/>
                </a:cubicBezTo>
                <a:cubicBezTo>
                  <a:pt x="473561" y="69990"/>
                  <a:pt x="465352" y="70622"/>
                  <a:pt x="462952" y="70622"/>
                </a:cubicBezTo>
                <a:cubicBezTo>
                  <a:pt x="452471" y="70622"/>
                  <a:pt x="444134" y="62651"/>
                  <a:pt x="442745" y="52910"/>
                </a:cubicBezTo>
                <a:lnTo>
                  <a:pt x="479751" y="52910"/>
                </a:lnTo>
                <a:moveTo>
                  <a:pt x="442872" y="45965"/>
                </a:moveTo>
                <a:cubicBezTo>
                  <a:pt x="444514" y="35227"/>
                  <a:pt x="452723" y="28910"/>
                  <a:pt x="460680" y="28910"/>
                </a:cubicBezTo>
                <a:cubicBezTo>
                  <a:pt x="473308" y="28910"/>
                  <a:pt x="475960" y="39648"/>
                  <a:pt x="476467" y="45965"/>
                </a:cubicBezTo>
                <a:lnTo>
                  <a:pt x="442872" y="45965"/>
                </a:lnTo>
                <a:close/>
                <a:moveTo>
                  <a:pt x="519405" y="30143"/>
                </a:moveTo>
                <a:lnTo>
                  <a:pt x="539865" y="30143"/>
                </a:lnTo>
                <a:cubicBezTo>
                  <a:pt x="541634" y="30143"/>
                  <a:pt x="544918" y="30143"/>
                  <a:pt x="544918" y="26480"/>
                </a:cubicBezTo>
                <a:cubicBezTo>
                  <a:pt x="544918" y="22817"/>
                  <a:pt x="541634" y="22817"/>
                  <a:pt x="539865" y="22817"/>
                </a:cubicBezTo>
                <a:lnTo>
                  <a:pt x="519405" y="22817"/>
                </a:lnTo>
                <a:lnTo>
                  <a:pt x="519405" y="12457"/>
                </a:lnTo>
                <a:cubicBezTo>
                  <a:pt x="519405" y="10183"/>
                  <a:pt x="519405" y="7277"/>
                  <a:pt x="515364" y="7277"/>
                </a:cubicBezTo>
                <a:cubicBezTo>
                  <a:pt x="511196" y="7277"/>
                  <a:pt x="511196" y="10183"/>
                  <a:pt x="511196" y="12457"/>
                </a:cubicBezTo>
                <a:lnTo>
                  <a:pt x="511196" y="22817"/>
                </a:lnTo>
                <a:lnTo>
                  <a:pt x="500462" y="22817"/>
                </a:lnTo>
                <a:cubicBezTo>
                  <a:pt x="498693" y="22817"/>
                  <a:pt x="495284" y="22817"/>
                  <a:pt x="495284" y="26480"/>
                </a:cubicBezTo>
                <a:cubicBezTo>
                  <a:pt x="495284" y="30143"/>
                  <a:pt x="498568" y="30143"/>
                  <a:pt x="500335" y="30143"/>
                </a:cubicBezTo>
                <a:lnTo>
                  <a:pt x="511196" y="30143"/>
                </a:lnTo>
                <a:lnTo>
                  <a:pt x="511196" y="61921"/>
                </a:lnTo>
                <a:cubicBezTo>
                  <a:pt x="511196" y="73653"/>
                  <a:pt x="519280" y="77947"/>
                  <a:pt x="528372" y="77947"/>
                </a:cubicBezTo>
                <a:cubicBezTo>
                  <a:pt x="535192" y="77947"/>
                  <a:pt x="547695" y="74538"/>
                  <a:pt x="547695" y="61668"/>
                </a:cubicBezTo>
                <a:cubicBezTo>
                  <a:pt x="547695" y="59148"/>
                  <a:pt x="547695" y="56373"/>
                  <a:pt x="543528" y="56373"/>
                </a:cubicBezTo>
                <a:cubicBezTo>
                  <a:pt x="539487" y="56373"/>
                  <a:pt x="539487" y="59148"/>
                  <a:pt x="539487" y="61796"/>
                </a:cubicBezTo>
                <a:cubicBezTo>
                  <a:pt x="539360" y="69361"/>
                  <a:pt x="532161" y="70622"/>
                  <a:pt x="529256" y="70622"/>
                </a:cubicBezTo>
                <a:cubicBezTo>
                  <a:pt x="519405" y="70622"/>
                  <a:pt x="519405" y="64316"/>
                  <a:pt x="519405" y="61291"/>
                </a:cubicBezTo>
                <a:lnTo>
                  <a:pt x="519405" y="30143"/>
                </a:lnTo>
                <a:close/>
                <a:moveTo>
                  <a:pt x="609832" y="40247"/>
                </a:moveTo>
                <a:cubicBezTo>
                  <a:pt x="609832" y="27887"/>
                  <a:pt x="604022" y="22077"/>
                  <a:pt x="593666" y="22077"/>
                </a:cubicBezTo>
                <a:cubicBezTo>
                  <a:pt x="585079" y="22077"/>
                  <a:pt x="579521" y="26877"/>
                  <a:pt x="577375" y="29276"/>
                </a:cubicBezTo>
                <a:lnTo>
                  <a:pt x="577375" y="5178"/>
                </a:lnTo>
                <a:cubicBezTo>
                  <a:pt x="577375" y="1264"/>
                  <a:pt x="576617" y="0"/>
                  <a:pt x="572322" y="0"/>
                </a:cubicBezTo>
                <a:lnTo>
                  <a:pt x="563987" y="0"/>
                </a:lnTo>
                <a:cubicBezTo>
                  <a:pt x="562218" y="0"/>
                  <a:pt x="558936" y="0"/>
                  <a:pt x="558936" y="3663"/>
                </a:cubicBezTo>
                <a:cubicBezTo>
                  <a:pt x="558936" y="7327"/>
                  <a:pt x="562218" y="7327"/>
                  <a:pt x="563987" y="7327"/>
                </a:cubicBezTo>
                <a:lnTo>
                  <a:pt x="569165" y="7327"/>
                </a:lnTo>
                <a:lnTo>
                  <a:pt x="569165" y="69882"/>
                </a:lnTo>
                <a:lnTo>
                  <a:pt x="563987" y="69882"/>
                </a:lnTo>
                <a:cubicBezTo>
                  <a:pt x="562218" y="69882"/>
                  <a:pt x="558936" y="69882"/>
                  <a:pt x="558936" y="73545"/>
                </a:cubicBezTo>
                <a:cubicBezTo>
                  <a:pt x="558936" y="77207"/>
                  <a:pt x="562218" y="77207"/>
                  <a:pt x="563987" y="77207"/>
                </a:cubicBezTo>
                <a:lnTo>
                  <a:pt x="582553" y="77207"/>
                </a:lnTo>
                <a:cubicBezTo>
                  <a:pt x="584320" y="77207"/>
                  <a:pt x="587604" y="77207"/>
                  <a:pt x="587604" y="73545"/>
                </a:cubicBezTo>
                <a:cubicBezTo>
                  <a:pt x="587604" y="69882"/>
                  <a:pt x="584320" y="69882"/>
                  <a:pt x="582553" y="69882"/>
                </a:cubicBezTo>
                <a:lnTo>
                  <a:pt x="577375" y="69882"/>
                </a:lnTo>
                <a:lnTo>
                  <a:pt x="577375" y="47057"/>
                </a:lnTo>
                <a:cubicBezTo>
                  <a:pt x="577375" y="34826"/>
                  <a:pt x="585962" y="29403"/>
                  <a:pt x="592782" y="29403"/>
                </a:cubicBezTo>
                <a:cubicBezTo>
                  <a:pt x="600106" y="29403"/>
                  <a:pt x="601623" y="33564"/>
                  <a:pt x="601623" y="40752"/>
                </a:cubicBezTo>
                <a:lnTo>
                  <a:pt x="601623" y="69882"/>
                </a:lnTo>
                <a:lnTo>
                  <a:pt x="596445" y="69882"/>
                </a:lnTo>
                <a:cubicBezTo>
                  <a:pt x="594676" y="69882"/>
                  <a:pt x="591392" y="69882"/>
                  <a:pt x="591392" y="73545"/>
                </a:cubicBezTo>
                <a:cubicBezTo>
                  <a:pt x="591392" y="77207"/>
                  <a:pt x="594676" y="77207"/>
                  <a:pt x="596445" y="77207"/>
                </a:cubicBezTo>
                <a:lnTo>
                  <a:pt x="615010" y="77207"/>
                </a:lnTo>
                <a:cubicBezTo>
                  <a:pt x="616778" y="77207"/>
                  <a:pt x="620061" y="77207"/>
                  <a:pt x="620061" y="73545"/>
                </a:cubicBezTo>
                <a:cubicBezTo>
                  <a:pt x="620061" y="69882"/>
                  <a:pt x="616778" y="69882"/>
                  <a:pt x="615010" y="69882"/>
                </a:cubicBezTo>
                <a:lnTo>
                  <a:pt x="609832" y="69882"/>
                </a:lnTo>
                <a:lnTo>
                  <a:pt x="609832" y="40247"/>
                </a:lnTo>
                <a:close/>
                <a:moveTo>
                  <a:pt x="679546" y="49892"/>
                </a:moveTo>
                <a:cubicBezTo>
                  <a:pt x="679546" y="34092"/>
                  <a:pt x="668053" y="21583"/>
                  <a:pt x="654413" y="21583"/>
                </a:cubicBezTo>
                <a:cubicBezTo>
                  <a:pt x="640773" y="21583"/>
                  <a:pt x="629282" y="34092"/>
                  <a:pt x="629282" y="49892"/>
                </a:cubicBezTo>
                <a:cubicBezTo>
                  <a:pt x="629282" y="65819"/>
                  <a:pt x="640900" y="77947"/>
                  <a:pt x="654413" y="77947"/>
                </a:cubicBezTo>
                <a:cubicBezTo>
                  <a:pt x="667927" y="77947"/>
                  <a:pt x="679546" y="65819"/>
                  <a:pt x="679546" y="49892"/>
                </a:cubicBezTo>
                <a:moveTo>
                  <a:pt x="654413" y="70622"/>
                </a:moveTo>
                <a:cubicBezTo>
                  <a:pt x="645321" y="70622"/>
                  <a:pt x="637489" y="61015"/>
                  <a:pt x="637489" y="49008"/>
                </a:cubicBezTo>
                <a:cubicBezTo>
                  <a:pt x="637489" y="37252"/>
                  <a:pt x="645573" y="28910"/>
                  <a:pt x="654413" y="28910"/>
                </a:cubicBezTo>
                <a:cubicBezTo>
                  <a:pt x="663254" y="28910"/>
                  <a:pt x="671336" y="37252"/>
                  <a:pt x="671336" y="49008"/>
                </a:cubicBezTo>
                <a:cubicBezTo>
                  <a:pt x="671336" y="61142"/>
                  <a:pt x="663507" y="70622"/>
                  <a:pt x="654413" y="70622"/>
                </a:cubicBezTo>
                <a:close/>
                <a:moveTo>
                  <a:pt x="739662" y="5178"/>
                </a:moveTo>
                <a:cubicBezTo>
                  <a:pt x="739662" y="1264"/>
                  <a:pt x="738903" y="0"/>
                  <a:pt x="734609" y="0"/>
                </a:cubicBezTo>
                <a:lnTo>
                  <a:pt x="726275" y="0"/>
                </a:lnTo>
                <a:cubicBezTo>
                  <a:pt x="724506" y="0"/>
                  <a:pt x="721222" y="0"/>
                  <a:pt x="721222" y="3663"/>
                </a:cubicBezTo>
                <a:cubicBezTo>
                  <a:pt x="721222" y="7327"/>
                  <a:pt x="724506" y="7327"/>
                  <a:pt x="726275" y="7327"/>
                </a:cubicBezTo>
                <a:lnTo>
                  <a:pt x="731453" y="7327"/>
                </a:lnTo>
                <a:lnTo>
                  <a:pt x="731453" y="28392"/>
                </a:lnTo>
                <a:cubicBezTo>
                  <a:pt x="729431" y="26372"/>
                  <a:pt x="724253" y="22077"/>
                  <a:pt x="716549" y="22077"/>
                </a:cubicBezTo>
                <a:cubicBezTo>
                  <a:pt x="703163" y="22077"/>
                  <a:pt x="691543" y="34192"/>
                  <a:pt x="691543" y="50075"/>
                </a:cubicBezTo>
                <a:cubicBezTo>
                  <a:pt x="691543" y="65580"/>
                  <a:pt x="702404" y="77947"/>
                  <a:pt x="715414" y="77947"/>
                </a:cubicBezTo>
                <a:cubicBezTo>
                  <a:pt x="723623" y="77947"/>
                  <a:pt x="729053" y="73023"/>
                  <a:pt x="731453" y="70244"/>
                </a:cubicBezTo>
                <a:cubicBezTo>
                  <a:pt x="731453" y="75547"/>
                  <a:pt x="731453" y="77189"/>
                  <a:pt x="736504" y="77189"/>
                </a:cubicBezTo>
                <a:lnTo>
                  <a:pt x="744840" y="77189"/>
                </a:lnTo>
                <a:cubicBezTo>
                  <a:pt x="746607" y="77189"/>
                  <a:pt x="749891" y="77189"/>
                  <a:pt x="749891" y="73528"/>
                </a:cubicBezTo>
                <a:cubicBezTo>
                  <a:pt x="749891" y="69866"/>
                  <a:pt x="746607" y="69866"/>
                  <a:pt x="744840" y="69866"/>
                </a:cubicBezTo>
                <a:lnTo>
                  <a:pt x="739662" y="69866"/>
                </a:lnTo>
                <a:lnTo>
                  <a:pt x="739662" y="5178"/>
                </a:lnTo>
                <a:moveTo>
                  <a:pt x="731453" y="53228"/>
                </a:moveTo>
                <a:cubicBezTo>
                  <a:pt x="731453" y="60287"/>
                  <a:pt x="725643" y="70622"/>
                  <a:pt x="716171" y="70622"/>
                </a:cubicBezTo>
                <a:cubicBezTo>
                  <a:pt x="707077" y="70622"/>
                  <a:pt x="699752" y="61420"/>
                  <a:pt x="699752" y="50075"/>
                </a:cubicBezTo>
                <a:cubicBezTo>
                  <a:pt x="699752" y="37975"/>
                  <a:pt x="708341" y="29403"/>
                  <a:pt x="717308" y="29403"/>
                </a:cubicBezTo>
                <a:cubicBezTo>
                  <a:pt x="725517" y="29403"/>
                  <a:pt x="731453" y="36840"/>
                  <a:pt x="731453" y="43394"/>
                </a:cubicBezTo>
                <a:lnTo>
                  <a:pt x="731453" y="53228"/>
                </a:lnTo>
                <a:close/>
              </a:path>
            </a:pathLst>
          </a:custGeom>
          <a:solidFill xmlns:a="http://schemas.openxmlformats.org/drawingml/2006/main">
            <a:srgbClr val="000000"/>
          </a:solidFill>
          <a:ln xmlns:a="http://schemas.openxmlformats.org/drawingml/2006/main" w="0" cap="flat">
            <a:noFill/>
            <a:miter/>
          </a:ln>
        </p:spPr>
      </p:sp>
      <p:sp>
        <p:nvSpPr>
          <p:cNvPr id="82" name="Text classmethod">
            <a:extLst xmlns:a="http://schemas.openxmlformats.org/drawingml/2006/main">
              <a:ext uri="{FF2B5EF4-FFF2-40B4-BE49-F238E27FC236}">
                <a16:creationId xmlns:a16="http://schemas.microsoft.com/office/drawing/2014/main" id="{CA6F619C-75D3-43A1-B00A-D7DE9576700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391511" y="3935148"/>
            <a:ext cx="749891" cy="77947"/>
          </a:xfrm>
          <a:custGeom xmlns:a="http://schemas.openxmlformats.org/drawingml/2006/main">
            <a:pathLst>
              <a:path w="749891" h="77947">
                <a:moveTo>
                  <a:pt x="48244" y="63418"/>
                </a:moveTo>
                <a:cubicBezTo>
                  <a:pt x="48244" y="60131"/>
                  <a:pt x="45088" y="60131"/>
                  <a:pt x="44076" y="60131"/>
                </a:cubicBezTo>
                <a:cubicBezTo>
                  <a:pt x="41172" y="60131"/>
                  <a:pt x="40667" y="61142"/>
                  <a:pt x="40035" y="62911"/>
                </a:cubicBezTo>
                <a:cubicBezTo>
                  <a:pt x="37256" y="69864"/>
                  <a:pt x="31068" y="70622"/>
                  <a:pt x="28037" y="70622"/>
                </a:cubicBezTo>
                <a:cubicBezTo>
                  <a:pt x="17303" y="70622"/>
                  <a:pt x="8209" y="61647"/>
                  <a:pt x="8209" y="49892"/>
                </a:cubicBezTo>
                <a:cubicBezTo>
                  <a:pt x="8209" y="43446"/>
                  <a:pt x="11873" y="28910"/>
                  <a:pt x="28417" y="28910"/>
                </a:cubicBezTo>
                <a:cubicBezTo>
                  <a:pt x="31826" y="28910"/>
                  <a:pt x="34479" y="29162"/>
                  <a:pt x="35614" y="29288"/>
                </a:cubicBezTo>
                <a:cubicBezTo>
                  <a:pt x="36499" y="29540"/>
                  <a:pt x="36626" y="29667"/>
                  <a:pt x="36626" y="30299"/>
                </a:cubicBezTo>
                <a:cubicBezTo>
                  <a:pt x="37004" y="35481"/>
                  <a:pt x="40920" y="35609"/>
                  <a:pt x="41677" y="35609"/>
                </a:cubicBezTo>
                <a:cubicBezTo>
                  <a:pt x="44456" y="35609"/>
                  <a:pt x="46855" y="33712"/>
                  <a:pt x="46855" y="30299"/>
                </a:cubicBezTo>
                <a:cubicBezTo>
                  <a:pt x="46855" y="21583"/>
                  <a:pt x="34100" y="21583"/>
                  <a:pt x="28542" y="21583"/>
                </a:cubicBezTo>
                <a:cubicBezTo>
                  <a:pt x="6947" y="21583"/>
                  <a:pt x="0" y="39274"/>
                  <a:pt x="0" y="49892"/>
                </a:cubicBezTo>
                <a:cubicBezTo>
                  <a:pt x="0" y="65313"/>
                  <a:pt x="11746" y="77947"/>
                  <a:pt x="26900" y="77947"/>
                </a:cubicBezTo>
                <a:cubicBezTo>
                  <a:pt x="43824" y="77947"/>
                  <a:pt x="48244" y="65440"/>
                  <a:pt x="48244" y="63418"/>
                </a:cubicBezTo>
                <a:close/>
                <a:moveTo>
                  <a:pt x="92194" y="5178"/>
                </a:moveTo>
                <a:cubicBezTo>
                  <a:pt x="92194" y="1264"/>
                  <a:pt x="91437" y="0"/>
                  <a:pt x="87144" y="0"/>
                </a:cubicBezTo>
                <a:lnTo>
                  <a:pt x="68578" y="0"/>
                </a:lnTo>
                <a:cubicBezTo>
                  <a:pt x="66809" y="0"/>
                  <a:pt x="63525" y="0"/>
                  <a:pt x="63525" y="3663"/>
                </a:cubicBezTo>
                <a:cubicBezTo>
                  <a:pt x="63525" y="7327"/>
                  <a:pt x="66809" y="7327"/>
                  <a:pt x="68578" y="7327"/>
                </a:cubicBezTo>
                <a:lnTo>
                  <a:pt x="83985" y="7327"/>
                </a:lnTo>
                <a:lnTo>
                  <a:pt x="83985" y="69882"/>
                </a:lnTo>
                <a:lnTo>
                  <a:pt x="68578" y="69882"/>
                </a:lnTo>
                <a:cubicBezTo>
                  <a:pt x="66809" y="69882"/>
                  <a:pt x="63525" y="69882"/>
                  <a:pt x="63525" y="73545"/>
                </a:cubicBezTo>
                <a:cubicBezTo>
                  <a:pt x="63525" y="77207"/>
                  <a:pt x="66809" y="77207"/>
                  <a:pt x="68578" y="77207"/>
                </a:cubicBezTo>
                <a:lnTo>
                  <a:pt x="107601" y="77207"/>
                </a:lnTo>
                <a:cubicBezTo>
                  <a:pt x="109370" y="77207"/>
                  <a:pt x="112654" y="77207"/>
                  <a:pt x="112654" y="73545"/>
                </a:cubicBezTo>
                <a:cubicBezTo>
                  <a:pt x="112654" y="69882"/>
                  <a:pt x="109370" y="69882"/>
                  <a:pt x="107601" y="69882"/>
                </a:cubicBezTo>
                <a:lnTo>
                  <a:pt x="92194" y="69882"/>
                </a:lnTo>
                <a:lnTo>
                  <a:pt x="92194" y="5178"/>
                </a:lnTo>
                <a:close/>
                <a:moveTo>
                  <a:pt x="172769" y="41293"/>
                </a:moveTo>
                <a:cubicBezTo>
                  <a:pt x="172769" y="31689"/>
                  <a:pt x="165571" y="21583"/>
                  <a:pt x="148523" y="21583"/>
                </a:cubicBezTo>
                <a:cubicBezTo>
                  <a:pt x="143217" y="21583"/>
                  <a:pt x="130967" y="21583"/>
                  <a:pt x="130967" y="30299"/>
                </a:cubicBezTo>
                <a:cubicBezTo>
                  <a:pt x="130967" y="33710"/>
                  <a:pt x="133366" y="35607"/>
                  <a:pt x="136145" y="35607"/>
                </a:cubicBezTo>
                <a:cubicBezTo>
                  <a:pt x="136902" y="35607"/>
                  <a:pt x="141071" y="35354"/>
                  <a:pt x="141196" y="30047"/>
                </a:cubicBezTo>
                <a:cubicBezTo>
                  <a:pt x="141196" y="29415"/>
                  <a:pt x="141323" y="29288"/>
                  <a:pt x="143975" y="29035"/>
                </a:cubicBezTo>
                <a:cubicBezTo>
                  <a:pt x="145491" y="28910"/>
                  <a:pt x="147133" y="28910"/>
                  <a:pt x="148648" y="28910"/>
                </a:cubicBezTo>
                <a:cubicBezTo>
                  <a:pt x="151552" y="28910"/>
                  <a:pt x="155847" y="28910"/>
                  <a:pt x="160014" y="32069"/>
                </a:cubicBezTo>
                <a:cubicBezTo>
                  <a:pt x="164562" y="35607"/>
                  <a:pt x="164562" y="39145"/>
                  <a:pt x="164562" y="42810"/>
                </a:cubicBezTo>
                <a:cubicBezTo>
                  <a:pt x="157110" y="43063"/>
                  <a:pt x="149785" y="43567"/>
                  <a:pt x="141955" y="46094"/>
                </a:cubicBezTo>
                <a:cubicBezTo>
                  <a:pt x="135640" y="48241"/>
                  <a:pt x="127558" y="52790"/>
                  <a:pt x="127558" y="61391"/>
                </a:cubicBezTo>
                <a:cubicBezTo>
                  <a:pt x="127558" y="70369"/>
                  <a:pt x="135513" y="77947"/>
                  <a:pt x="147258" y="77947"/>
                </a:cubicBezTo>
                <a:cubicBezTo>
                  <a:pt x="151299" y="77947"/>
                  <a:pt x="159131" y="77316"/>
                  <a:pt x="165697" y="72770"/>
                </a:cubicBezTo>
                <a:cubicBezTo>
                  <a:pt x="168223" y="76937"/>
                  <a:pt x="174538" y="77189"/>
                  <a:pt x="179337" y="77189"/>
                </a:cubicBezTo>
                <a:cubicBezTo>
                  <a:pt x="182368" y="77189"/>
                  <a:pt x="185399" y="77189"/>
                  <a:pt x="185399" y="73528"/>
                </a:cubicBezTo>
                <a:cubicBezTo>
                  <a:pt x="185399" y="69864"/>
                  <a:pt x="182115" y="69864"/>
                  <a:pt x="180348" y="69864"/>
                </a:cubicBezTo>
                <a:cubicBezTo>
                  <a:pt x="177065" y="69864"/>
                  <a:pt x="174538" y="69610"/>
                  <a:pt x="172769" y="68853"/>
                </a:cubicBezTo>
                <a:lnTo>
                  <a:pt x="172769" y="41293"/>
                </a:lnTo>
                <a:moveTo>
                  <a:pt x="164562" y="60505"/>
                </a:moveTo>
                <a:cubicBezTo>
                  <a:pt x="164562" y="63414"/>
                  <a:pt x="164562" y="66070"/>
                  <a:pt x="159384" y="68473"/>
                </a:cubicBezTo>
                <a:cubicBezTo>
                  <a:pt x="154963" y="70622"/>
                  <a:pt x="149027" y="70622"/>
                  <a:pt x="148648" y="70622"/>
                </a:cubicBezTo>
                <a:cubicBezTo>
                  <a:pt x="141196" y="70622"/>
                  <a:pt x="135765" y="66575"/>
                  <a:pt x="135765" y="61391"/>
                </a:cubicBezTo>
                <a:cubicBezTo>
                  <a:pt x="135765" y="53929"/>
                  <a:pt x="149280" y="49630"/>
                  <a:pt x="164562" y="49630"/>
                </a:cubicBezTo>
                <a:lnTo>
                  <a:pt x="164562" y="60505"/>
                </a:lnTo>
                <a:close/>
                <a:moveTo>
                  <a:pt x="238443" y="26384"/>
                </a:moveTo>
                <a:cubicBezTo>
                  <a:pt x="238443" y="24362"/>
                  <a:pt x="238443" y="21583"/>
                  <a:pt x="234907" y="21583"/>
                </a:cubicBezTo>
                <a:cubicBezTo>
                  <a:pt x="231875" y="21583"/>
                  <a:pt x="231118" y="24489"/>
                  <a:pt x="231118" y="24615"/>
                </a:cubicBezTo>
                <a:cubicBezTo>
                  <a:pt x="226065" y="21583"/>
                  <a:pt x="220255" y="21583"/>
                  <a:pt x="217731" y="21583"/>
                </a:cubicBezTo>
                <a:cubicBezTo>
                  <a:pt x="197144" y="21583"/>
                  <a:pt x="194367" y="32069"/>
                  <a:pt x="194367" y="36366"/>
                </a:cubicBezTo>
                <a:cubicBezTo>
                  <a:pt x="194367" y="41550"/>
                  <a:pt x="197396" y="45088"/>
                  <a:pt x="201691" y="47491"/>
                </a:cubicBezTo>
                <a:cubicBezTo>
                  <a:pt x="205733" y="49765"/>
                  <a:pt x="209394" y="50397"/>
                  <a:pt x="219750" y="52041"/>
                </a:cubicBezTo>
                <a:cubicBezTo>
                  <a:pt x="224676" y="52925"/>
                  <a:pt x="234779" y="54569"/>
                  <a:pt x="234779" y="61522"/>
                </a:cubicBezTo>
                <a:cubicBezTo>
                  <a:pt x="234779" y="66199"/>
                  <a:pt x="230486" y="70622"/>
                  <a:pt x="218740" y="70622"/>
                </a:cubicBezTo>
                <a:cubicBezTo>
                  <a:pt x="210658" y="70622"/>
                  <a:pt x="205353" y="67463"/>
                  <a:pt x="202701" y="58362"/>
                </a:cubicBezTo>
                <a:cubicBezTo>
                  <a:pt x="202069" y="56591"/>
                  <a:pt x="201691" y="55201"/>
                  <a:pt x="198533" y="55201"/>
                </a:cubicBezTo>
                <a:cubicBezTo>
                  <a:pt x="194367" y="55201"/>
                  <a:pt x="194367" y="57602"/>
                  <a:pt x="194367" y="60131"/>
                </a:cubicBezTo>
                <a:lnTo>
                  <a:pt x="194367" y="73148"/>
                </a:lnTo>
                <a:cubicBezTo>
                  <a:pt x="194367" y="75170"/>
                  <a:pt x="194367" y="77947"/>
                  <a:pt x="197903" y="77947"/>
                </a:cubicBezTo>
                <a:cubicBezTo>
                  <a:pt x="199418" y="77947"/>
                  <a:pt x="200554" y="77947"/>
                  <a:pt x="202449" y="72770"/>
                </a:cubicBezTo>
                <a:cubicBezTo>
                  <a:pt x="208259" y="77569"/>
                  <a:pt x="214825" y="77947"/>
                  <a:pt x="218740" y="77947"/>
                </a:cubicBezTo>
                <a:cubicBezTo>
                  <a:pt x="242104" y="77947"/>
                  <a:pt x="242104" y="62786"/>
                  <a:pt x="242104" y="61522"/>
                </a:cubicBezTo>
                <a:cubicBezTo>
                  <a:pt x="242104" y="48375"/>
                  <a:pt x="226445" y="45720"/>
                  <a:pt x="220382" y="44835"/>
                </a:cubicBezTo>
                <a:cubicBezTo>
                  <a:pt x="209269" y="42939"/>
                  <a:pt x="201691" y="41675"/>
                  <a:pt x="201691" y="36366"/>
                </a:cubicBezTo>
                <a:cubicBezTo>
                  <a:pt x="201691" y="32953"/>
                  <a:pt x="205605" y="28910"/>
                  <a:pt x="217478" y="28910"/>
                </a:cubicBezTo>
                <a:cubicBezTo>
                  <a:pt x="229476" y="28910"/>
                  <a:pt x="229981" y="34597"/>
                  <a:pt x="230233" y="37884"/>
                </a:cubicBezTo>
                <a:cubicBezTo>
                  <a:pt x="230486" y="40411"/>
                  <a:pt x="232760" y="40790"/>
                  <a:pt x="234275" y="40790"/>
                </a:cubicBezTo>
                <a:cubicBezTo>
                  <a:pt x="238443" y="40790"/>
                  <a:pt x="238443" y="38517"/>
                  <a:pt x="238443" y="35988"/>
                </a:cubicBezTo>
                <a:lnTo>
                  <a:pt x="238443" y="26384"/>
                </a:lnTo>
                <a:close/>
                <a:moveTo>
                  <a:pt x="303357" y="26384"/>
                </a:moveTo>
                <a:cubicBezTo>
                  <a:pt x="303357" y="24362"/>
                  <a:pt x="303357" y="21583"/>
                  <a:pt x="299821" y="21583"/>
                </a:cubicBezTo>
                <a:cubicBezTo>
                  <a:pt x="296790" y="21583"/>
                  <a:pt x="296033" y="24489"/>
                  <a:pt x="296033" y="24615"/>
                </a:cubicBezTo>
                <a:cubicBezTo>
                  <a:pt x="290980" y="21583"/>
                  <a:pt x="285170" y="21583"/>
                  <a:pt x="282645" y="21583"/>
                </a:cubicBezTo>
                <a:cubicBezTo>
                  <a:pt x="262058" y="21583"/>
                  <a:pt x="259281" y="32069"/>
                  <a:pt x="259281" y="36366"/>
                </a:cubicBezTo>
                <a:cubicBezTo>
                  <a:pt x="259281" y="41550"/>
                  <a:pt x="262311" y="45088"/>
                  <a:pt x="266606" y="47491"/>
                </a:cubicBezTo>
                <a:cubicBezTo>
                  <a:pt x="270647" y="49765"/>
                  <a:pt x="274309" y="50397"/>
                  <a:pt x="284665" y="52041"/>
                </a:cubicBezTo>
                <a:cubicBezTo>
                  <a:pt x="289590" y="52925"/>
                  <a:pt x="299694" y="54569"/>
                  <a:pt x="299694" y="61522"/>
                </a:cubicBezTo>
                <a:cubicBezTo>
                  <a:pt x="299694" y="66199"/>
                  <a:pt x="295401" y="70622"/>
                  <a:pt x="283655" y="70622"/>
                </a:cubicBezTo>
                <a:cubicBezTo>
                  <a:pt x="275573" y="70622"/>
                  <a:pt x="270268" y="67463"/>
                  <a:pt x="267616" y="58362"/>
                </a:cubicBezTo>
                <a:cubicBezTo>
                  <a:pt x="266984" y="56591"/>
                  <a:pt x="266606" y="55201"/>
                  <a:pt x="263448" y="55201"/>
                </a:cubicBezTo>
                <a:cubicBezTo>
                  <a:pt x="259281" y="55201"/>
                  <a:pt x="259281" y="57602"/>
                  <a:pt x="259281" y="60131"/>
                </a:cubicBezTo>
                <a:lnTo>
                  <a:pt x="259281" y="73148"/>
                </a:lnTo>
                <a:cubicBezTo>
                  <a:pt x="259281" y="75170"/>
                  <a:pt x="259281" y="77947"/>
                  <a:pt x="262818" y="77947"/>
                </a:cubicBezTo>
                <a:cubicBezTo>
                  <a:pt x="264332" y="77947"/>
                  <a:pt x="265469" y="77947"/>
                  <a:pt x="267363" y="72770"/>
                </a:cubicBezTo>
                <a:cubicBezTo>
                  <a:pt x="273174" y="77569"/>
                  <a:pt x="279739" y="77947"/>
                  <a:pt x="283655" y="77947"/>
                </a:cubicBezTo>
                <a:cubicBezTo>
                  <a:pt x="307019" y="77947"/>
                  <a:pt x="307019" y="62786"/>
                  <a:pt x="307019" y="61522"/>
                </a:cubicBezTo>
                <a:cubicBezTo>
                  <a:pt x="307019" y="48375"/>
                  <a:pt x="291359" y="45720"/>
                  <a:pt x="285297" y="44835"/>
                </a:cubicBezTo>
                <a:cubicBezTo>
                  <a:pt x="274183" y="42939"/>
                  <a:pt x="266606" y="41675"/>
                  <a:pt x="266606" y="36366"/>
                </a:cubicBezTo>
                <a:cubicBezTo>
                  <a:pt x="266606" y="32953"/>
                  <a:pt x="270520" y="28910"/>
                  <a:pt x="282393" y="28910"/>
                </a:cubicBezTo>
                <a:cubicBezTo>
                  <a:pt x="294391" y="28910"/>
                  <a:pt x="294896" y="34597"/>
                  <a:pt x="295148" y="37884"/>
                </a:cubicBezTo>
                <a:cubicBezTo>
                  <a:pt x="295401" y="40411"/>
                  <a:pt x="297675" y="40790"/>
                  <a:pt x="299189" y="40790"/>
                </a:cubicBezTo>
                <a:cubicBezTo>
                  <a:pt x="303357" y="40790"/>
                  <a:pt x="303357" y="38517"/>
                  <a:pt x="303357" y="35988"/>
                </a:cubicBezTo>
                <a:lnTo>
                  <a:pt x="303357" y="26384"/>
                </a:lnTo>
                <a:close/>
                <a:moveTo>
                  <a:pt x="419507" y="38987"/>
                </a:moveTo>
                <a:cubicBezTo>
                  <a:pt x="419507" y="36212"/>
                  <a:pt x="419507" y="22077"/>
                  <a:pt x="408394" y="22077"/>
                </a:cubicBezTo>
                <a:cubicBezTo>
                  <a:pt x="403973" y="22077"/>
                  <a:pt x="399680" y="24098"/>
                  <a:pt x="396271" y="28771"/>
                </a:cubicBezTo>
                <a:cubicBezTo>
                  <a:pt x="395513" y="26877"/>
                  <a:pt x="392734" y="22077"/>
                  <a:pt x="386672" y="22077"/>
                </a:cubicBezTo>
                <a:cubicBezTo>
                  <a:pt x="380989" y="22077"/>
                  <a:pt x="377073" y="25740"/>
                  <a:pt x="376063" y="26877"/>
                </a:cubicBezTo>
                <a:cubicBezTo>
                  <a:pt x="375936" y="22836"/>
                  <a:pt x="373284" y="22836"/>
                  <a:pt x="371010" y="22836"/>
                </a:cubicBezTo>
                <a:lnTo>
                  <a:pt x="367222" y="22836"/>
                </a:lnTo>
                <a:cubicBezTo>
                  <a:pt x="365455" y="22836"/>
                  <a:pt x="362171" y="22836"/>
                  <a:pt x="362171" y="26497"/>
                </a:cubicBezTo>
                <a:cubicBezTo>
                  <a:pt x="362171" y="30159"/>
                  <a:pt x="365075" y="30159"/>
                  <a:pt x="368991" y="30159"/>
                </a:cubicBezTo>
                <a:lnTo>
                  <a:pt x="368991" y="69882"/>
                </a:lnTo>
                <a:cubicBezTo>
                  <a:pt x="364950" y="69882"/>
                  <a:pt x="362171" y="69882"/>
                  <a:pt x="362171" y="73545"/>
                </a:cubicBezTo>
                <a:cubicBezTo>
                  <a:pt x="362171" y="77207"/>
                  <a:pt x="365455" y="77207"/>
                  <a:pt x="367222" y="77207"/>
                </a:cubicBezTo>
                <a:lnTo>
                  <a:pt x="377830" y="77207"/>
                </a:lnTo>
                <a:cubicBezTo>
                  <a:pt x="379599" y="77207"/>
                  <a:pt x="382883" y="77207"/>
                  <a:pt x="382883" y="73545"/>
                </a:cubicBezTo>
                <a:cubicBezTo>
                  <a:pt x="382883" y="69882"/>
                  <a:pt x="379979" y="69882"/>
                  <a:pt x="376063" y="69882"/>
                </a:cubicBezTo>
                <a:lnTo>
                  <a:pt x="376063" y="46680"/>
                </a:lnTo>
                <a:cubicBezTo>
                  <a:pt x="376063" y="36086"/>
                  <a:pt x="380609" y="29403"/>
                  <a:pt x="386167" y="29403"/>
                </a:cubicBezTo>
                <a:cubicBezTo>
                  <a:pt x="389703" y="29403"/>
                  <a:pt x="390713" y="33816"/>
                  <a:pt x="390713" y="39744"/>
                </a:cubicBezTo>
                <a:lnTo>
                  <a:pt x="390713" y="69882"/>
                </a:lnTo>
                <a:cubicBezTo>
                  <a:pt x="388566" y="69882"/>
                  <a:pt x="385157" y="69882"/>
                  <a:pt x="385157" y="73545"/>
                </a:cubicBezTo>
                <a:cubicBezTo>
                  <a:pt x="385157" y="77207"/>
                  <a:pt x="388566" y="77207"/>
                  <a:pt x="390335" y="77207"/>
                </a:cubicBezTo>
                <a:lnTo>
                  <a:pt x="399554" y="77207"/>
                </a:lnTo>
                <a:cubicBezTo>
                  <a:pt x="401321" y="77207"/>
                  <a:pt x="404605" y="77207"/>
                  <a:pt x="404605" y="73545"/>
                </a:cubicBezTo>
                <a:cubicBezTo>
                  <a:pt x="404605" y="69882"/>
                  <a:pt x="401701" y="69882"/>
                  <a:pt x="397785" y="69882"/>
                </a:cubicBezTo>
                <a:lnTo>
                  <a:pt x="397785" y="46680"/>
                </a:lnTo>
                <a:cubicBezTo>
                  <a:pt x="397785" y="36086"/>
                  <a:pt x="402331" y="29403"/>
                  <a:pt x="407889" y="29403"/>
                </a:cubicBezTo>
                <a:cubicBezTo>
                  <a:pt x="411425" y="29403"/>
                  <a:pt x="412435" y="33816"/>
                  <a:pt x="412435" y="39744"/>
                </a:cubicBezTo>
                <a:lnTo>
                  <a:pt x="412435" y="69882"/>
                </a:lnTo>
                <a:cubicBezTo>
                  <a:pt x="410288" y="69882"/>
                  <a:pt x="406879" y="69882"/>
                  <a:pt x="406879" y="73545"/>
                </a:cubicBezTo>
                <a:cubicBezTo>
                  <a:pt x="406879" y="77207"/>
                  <a:pt x="410288" y="77207"/>
                  <a:pt x="412057" y="77207"/>
                </a:cubicBezTo>
                <a:lnTo>
                  <a:pt x="421276" y="77207"/>
                </a:lnTo>
                <a:cubicBezTo>
                  <a:pt x="423043" y="77207"/>
                  <a:pt x="426327" y="77207"/>
                  <a:pt x="426327" y="73545"/>
                </a:cubicBezTo>
                <a:cubicBezTo>
                  <a:pt x="426327" y="69882"/>
                  <a:pt x="423423" y="69882"/>
                  <a:pt x="419507" y="69882"/>
                </a:cubicBezTo>
                <a:lnTo>
                  <a:pt x="419507" y="38987"/>
                </a:lnTo>
                <a:close/>
                <a:moveTo>
                  <a:pt x="479751" y="52910"/>
                </a:moveTo>
                <a:cubicBezTo>
                  <a:pt x="482403" y="52910"/>
                  <a:pt x="484802" y="52910"/>
                  <a:pt x="484802" y="48239"/>
                </a:cubicBezTo>
                <a:cubicBezTo>
                  <a:pt x="484802" y="33458"/>
                  <a:pt x="476468" y="21583"/>
                  <a:pt x="460681" y="21583"/>
                </a:cubicBezTo>
                <a:cubicBezTo>
                  <a:pt x="446029" y="21583"/>
                  <a:pt x="434286" y="34215"/>
                  <a:pt x="434286" y="49628"/>
                </a:cubicBezTo>
                <a:cubicBezTo>
                  <a:pt x="434286" y="65561"/>
                  <a:pt x="447041" y="77947"/>
                  <a:pt x="462575" y="77947"/>
                </a:cubicBezTo>
                <a:cubicBezTo>
                  <a:pt x="478867" y="77947"/>
                  <a:pt x="484802" y="66700"/>
                  <a:pt x="484802" y="63411"/>
                </a:cubicBezTo>
                <a:cubicBezTo>
                  <a:pt x="484802" y="62651"/>
                  <a:pt x="484550" y="59869"/>
                  <a:pt x="480634" y="59869"/>
                </a:cubicBezTo>
                <a:cubicBezTo>
                  <a:pt x="478235" y="59869"/>
                  <a:pt x="477477" y="60755"/>
                  <a:pt x="476720" y="62651"/>
                </a:cubicBezTo>
                <a:cubicBezTo>
                  <a:pt x="473561" y="69990"/>
                  <a:pt x="465352" y="70622"/>
                  <a:pt x="462953" y="70622"/>
                </a:cubicBezTo>
                <a:cubicBezTo>
                  <a:pt x="452472" y="70622"/>
                  <a:pt x="444135" y="62651"/>
                  <a:pt x="442746" y="52910"/>
                </a:cubicBezTo>
                <a:lnTo>
                  <a:pt x="479751" y="52910"/>
                </a:lnTo>
                <a:moveTo>
                  <a:pt x="442873" y="45965"/>
                </a:moveTo>
                <a:cubicBezTo>
                  <a:pt x="444515" y="35227"/>
                  <a:pt x="452724" y="28910"/>
                  <a:pt x="460681" y="28910"/>
                </a:cubicBezTo>
                <a:cubicBezTo>
                  <a:pt x="473309" y="28910"/>
                  <a:pt x="475961" y="39648"/>
                  <a:pt x="476468" y="45965"/>
                </a:cubicBezTo>
                <a:lnTo>
                  <a:pt x="442873" y="45965"/>
                </a:lnTo>
                <a:close/>
                <a:moveTo>
                  <a:pt x="519406" y="30143"/>
                </a:moveTo>
                <a:lnTo>
                  <a:pt x="539866" y="30143"/>
                </a:lnTo>
                <a:cubicBezTo>
                  <a:pt x="541635" y="30143"/>
                  <a:pt x="544918" y="30143"/>
                  <a:pt x="544918" y="26480"/>
                </a:cubicBezTo>
                <a:cubicBezTo>
                  <a:pt x="544918" y="22817"/>
                  <a:pt x="541635" y="22817"/>
                  <a:pt x="539866" y="22817"/>
                </a:cubicBezTo>
                <a:lnTo>
                  <a:pt x="519406" y="22817"/>
                </a:lnTo>
                <a:lnTo>
                  <a:pt x="519406" y="12457"/>
                </a:lnTo>
                <a:cubicBezTo>
                  <a:pt x="519406" y="10183"/>
                  <a:pt x="519406" y="7277"/>
                  <a:pt x="515365" y="7277"/>
                </a:cubicBezTo>
                <a:cubicBezTo>
                  <a:pt x="511196" y="7277"/>
                  <a:pt x="511196" y="10183"/>
                  <a:pt x="511196" y="12457"/>
                </a:cubicBezTo>
                <a:lnTo>
                  <a:pt x="511196" y="22817"/>
                </a:lnTo>
                <a:lnTo>
                  <a:pt x="500463" y="22817"/>
                </a:lnTo>
                <a:cubicBezTo>
                  <a:pt x="498693" y="22817"/>
                  <a:pt x="495284" y="22817"/>
                  <a:pt x="495284" y="26480"/>
                </a:cubicBezTo>
                <a:cubicBezTo>
                  <a:pt x="495284" y="30143"/>
                  <a:pt x="498568" y="30143"/>
                  <a:pt x="500335" y="30143"/>
                </a:cubicBezTo>
                <a:lnTo>
                  <a:pt x="511196" y="30143"/>
                </a:lnTo>
                <a:lnTo>
                  <a:pt x="511196" y="61921"/>
                </a:lnTo>
                <a:cubicBezTo>
                  <a:pt x="511196" y="73653"/>
                  <a:pt x="519280" y="77947"/>
                  <a:pt x="528372" y="77947"/>
                </a:cubicBezTo>
                <a:cubicBezTo>
                  <a:pt x="535192" y="77947"/>
                  <a:pt x="547695" y="74538"/>
                  <a:pt x="547695" y="61668"/>
                </a:cubicBezTo>
                <a:cubicBezTo>
                  <a:pt x="547695" y="59148"/>
                  <a:pt x="547695" y="56373"/>
                  <a:pt x="543529" y="56373"/>
                </a:cubicBezTo>
                <a:cubicBezTo>
                  <a:pt x="539488" y="56373"/>
                  <a:pt x="539488" y="59148"/>
                  <a:pt x="539488" y="61796"/>
                </a:cubicBezTo>
                <a:cubicBezTo>
                  <a:pt x="539361" y="69361"/>
                  <a:pt x="532161" y="70622"/>
                  <a:pt x="529257" y="70622"/>
                </a:cubicBezTo>
                <a:cubicBezTo>
                  <a:pt x="519406" y="70622"/>
                  <a:pt x="519406" y="64316"/>
                  <a:pt x="519406" y="61291"/>
                </a:cubicBezTo>
                <a:lnTo>
                  <a:pt x="519406" y="30143"/>
                </a:lnTo>
                <a:close/>
                <a:moveTo>
                  <a:pt x="609833" y="40247"/>
                </a:moveTo>
                <a:cubicBezTo>
                  <a:pt x="609833" y="27887"/>
                  <a:pt x="604023" y="22077"/>
                  <a:pt x="593667" y="22077"/>
                </a:cubicBezTo>
                <a:cubicBezTo>
                  <a:pt x="585079" y="22077"/>
                  <a:pt x="579522" y="26877"/>
                  <a:pt x="577375" y="29276"/>
                </a:cubicBezTo>
                <a:lnTo>
                  <a:pt x="577375" y="5178"/>
                </a:lnTo>
                <a:cubicBezTo>
                  <a:pt x="577375" y="1264"/>
                  <a:pt x="576618" y="0"/>
                  <a:pt x="572322" y="0"/>
                </a:cubicBezTo>
                <a:lnTo>
                  <a:pt x="563988" y="0"/>
                </a:lnTo>
                <a:cubicBezTo>
                  <a:pt x="562219" y="0"/>
                  <a:pt x="558937" y="0"/>
                  <a:pt x="558937" y="3663"/>
                </a:cubicBezTo>
                <a:cubicBezTo>
                  <a:pt x="558937" y="7327"/>
                  <a:pt x="562219" y="7327"/>
                  <a:pt x="563988" y="7327"/>
                </a:cubicBezTo>
                <a:lnTo>
                  <a:pt x="569166" y="7327"/>
                </a:lnTo>
                <a:lnTo>
                  <a:pt x="569166" y="69882"/>
                </a:lnTo>
                <a:lnTo>
                  <a:pt x="563988" y="69882"/>
                </a:lnTo>
                <a:cubicBezTo>
                  <a:pt x="562219" y="69882"/>
                  <a:pt x="558937" y="69882"/>
                  <a:pt x="558937" y="73545"/>
                </a:cubicBezTo>
                <a:cubicBezTo>
                  <a:pt x="558937" y="77207"/>
                  <a:pt x="562219" y="77207"/>
                  <a:pt x="563988" y="77207"/>
                </a:cubicBezTo>
                <a:lnTo>
                  <a:pt x="582553" y="77207"/>
                </a:lnTo>
                <a:cubicBezTo>
                  <a:pt x="584320" y="77207"/>
                  <a:pt x="587604" y="77207"/>
                  <a:pt x="587604" y="73545"/>
                </a:cubicBezTo>
                <a:cubicBezTo>
                  <a:pt x="587604" y="69882"/>
                  <a:pt x="584320" y="69882"/>
                  <a:pt x="582553" y="69882"/>
                </a:cubicBezTo>
                <a:lnTo>
                  <a:pt x="577375" y="69882"/>
                </a:lnTo>
                <a:lnTo>
                  <a:pt x="577375" y="47057"/>
                </a:lnTo>
                <a:cubicBezTo>
                  <a:pt x="577375" y="34826"/>
                  <a:pt x="585962" y="29403"/>
                  <a:pt x="592782" y="29403"/>
                </a:cubicBezTo>
                <a:cubicBezTo>
                  <a:pt x="600107" y="29403"/>
                  <a:pt x="601623" y="33564"/>
                  <a:pt x="601623" y="40752"/>
                </a:cubicBezTo>
                <a:lnTo>
                  <a:pt x="601623" y="69882"/>
                </a:lnTo>
                <a:lnTo>
                  <a:pt x="596445" y="69882"/>
                </a:lnTo>
                <a:cubicBezTo>
                  <a:pt x="594676" y="69882"/>
                  <a:pt x="591393" y="69882"/>
                  <a:pt x="591393" y="73545"/>
                </a:cubicBezTo>
                <a:cubicBezTo>
                  <a:pt x="591393" y="77207"/>
                  <a:pt x="594676" y="77207"/>
                  <a:pt x="596445" y="77207"/>
                </a:cubicBezTo>
                <a:lnTo>
                  <a:pt x="615011" y="77207"/>
                </a:lnTo>
                <a:cubicBezTo>
                  <a:pt x="616778" y="77207"/>
                  <a:pt x="620062" y="77207"/>
                  <a:pt x="620062" y="73545"/>
                </a:cubicBezTo>
                <a:cubicBezTo>
                  <a:pt x="620062" y="69882"/>
                  <a:pt x="616778" y="69882"/>
                  <a:pt x="615011" y="69882"/>
                </a:cubicBezTo>
                <a:lnTo>
                  <a:pt x="609833" y="69882"/>
                </a:lnTo>
                <a:lnTo>
                  <a:pt x="609833" y="40247"/>
                </a:lnTo>
                <a:close/>
                <a:moveTo>
                  <a:pt x="679546" y="49892"/>
                </a:moveTo>
                <a:cubicBezTo>
                  <a:pt x="679546" y="34092"/>
                  <a:pt x="668053" y="21583"/>
                  <a:pt x="654413" y="21583"/>
                </a:cubicBezTo>
                <a:cubicBezTo>
                  <a:pt x="640773" y="21583"/>
                  <a:pt x="629282" y="34092"/>
                  <a:pt x="629282" y="49892"/>
                </a:cubicBezTo>
                <a:cubicBezTo>
                  <a:pt x="629282" y="65819"/>
                  <a:pt x="640900" y="77947"/>
                  <a:pt x="654413" y="77947"/>
                </a:cubicBezTo>
                <a:cubicBezTo>
                  <a:pt x="667928" y="77947"/>
                  <a:pt x="679546" y="65819"/>
                  <a:pt x="679546" y="49892"/>
                </a:cubicBezTo>
                <a:moveTo>
                  <a:pt x="654413" y="70622"/>
                </a:moveTo>
                <a:cubicBezTo>
                  <a:pt x="645321" y="70622"/>
                  <a:pt x="637489" y="61015"/>
                  <a:pt x="637489" y="49008"/>
                </a:cubicBezTo>
                <a:cubicBezTo>
                  <a:pt x="637489" y="37252"/>
                  <a:pt x="645573" y="28910"/>
                  <a:pt x="654413" y="28910"/>
                </a:cubicBezTo>
                <a:cubicBezTo>
                  <a:pt x="663254" y="28910"/>
                  <a:pt x="671337" y="37252"/>
                  <a:pt x="671337" y="49008"/>
                </a:cubicBezTo>
                <a:cubicBezTo>
                  <a:pt x="671337" y="61142"/>
                  <a:pt x="663507" y="70622"/>
                  <a:pt x="654413" y="70622"/>
                </a:cubicBezTo>
                <a:close/>
                <a:moveTo>
                  <a:pt x="739662" y="5178"/>
                </a:moveTo>
                <a:cubicBezTo>
                  <a:pt x="739662" y="1264"/>
                  <a:pt x="738903" y="0"/>
                  <a:pt x="734609" y="0"/>
                </a:cubicBezTo>
                <a:lnTo>
                  <a:pt x="726275" y="0"/>
                </a:lnTo>
                <a:cubicBezTo>
                  <a:pt x="724506" y="0"/>
                  <a:pt x="721222" y="0"/>
                  <a:pt x="721222" y="3663"/>
                </a:cubicBezTo>
                <a:cubicBezTo>
                  <a:pt x="721222" y="7327"/>
                  <a:pt x="724506" y="7327"/>
                  <a:pt x="726275" y="7327"/>
                </a:cubicBezTo>
                <a:lnTo>
                  <a:pt x="731453" y="7327"/>
                </a:lnTo>
                <a:lnTo>
                  <a:pt x="731453" y="28392"/>
                </a:lnTo>
                <a:cubicBezTo>
                  <a:pt x="729431" y="26372"/>
                  <a:pt x="724253" y="22077"/>
                  <a:pt x="716549" y="22077"/>
                </a:cubicBezTo>
                <a:cubicBezTo>
                  <a:pt x="703163" y="22077"/>
                  <a:pt x="691543" y="34192"/>
                  <a:pt x="691543" y="50075"/>
                </a:cubicBezTo>
                <a:cubicBezTo>
                  <a:pt x="691543" y="65580"/>
                  <a:pt x="702404" y="77947"/>
                  <a:pt x="715414" y="77947"/>
                </a:cubicBezTo>
                <a:cubicBezTo>
                  <a:pt x="723623" y="77947"/>
                  <a:pt x="729054" y="73023"/>
                  <a:pt x="731453" y="70244"/>
                </a:cubicBezTo>
                <a:cubicBezTo>
                  <a:pt x="731453" y="75547"/>
                  <a:pt x="731453" y="77189"/>
                  <a:pt x="736504" y="77189"/>
                </a:cubicBezTo>
                <a:lnTo>
                  <a:pt x="744840" y="77189"/>
                </a:lnTo>
                <a:cubicBezTo>
                  <a:pt x="746607" y="77189"/>
                  <a:pt x="749891" y="77189"/>
                  <a:pt x="749891" y="73528"/>
                </a:cubicBezTo>
                <a:cubicBezTo>
                  <a:pt x="749891" y="69866"/>
                  <a:pt x="746607" y="69866"/>
                  <a:pt x="744840" y="69866"/>
                </a:cubicBezTo>
                <a:lnTo>
                  <a:pt x="739662" y="69866"/>
                </a:lnTo>
                <a:lnTo>
                  <a:pt x="739662" y="5178"/>
                </a:lnTo>
                <a:moveTo>
                  <a:pt x="731453" y="53228"/>
                </a:moveTo>
                <a:cubicBezTo>
                  <a:pt x="731453" y="60287"/>
                  <a:pt x="725643" y="70622"/>
                  <a:pt x="716171" y="70622"/>
                </a:cubicBezTo>
                <a:cubicBezTo>
                  <a:pt x="707077" y="70622"/>
                  <a:pt x="699752" y="61420"/>
                  <a:pt x="699752" y="50075"/>
                </a:cubicBezTo>
                <a:cubicBezTo>
                  <a:pt x="699752" y="37975"/>
                  <a:pt x="708341" y="29403"/>
                  <a:pt x="717308" y="29403"/>
                </a:cubicBezTo>
                <a:cubicBezTo>
                  <a:pt x="725517" y="29403"/>
                  <a:pt x="731453" y="36840"/>
                  <a:pt x="731453" y="43394"/>
                </a:cubicBezTo>
                <a:lnTo>
                  <a:pt x="731453" y="53228"/>
                </a:lnTo>
                <a:close/>
              </a:path>
            </a:pathLst>
          </a:custGeom>
          <a:solidFill xmlns:a="http://schemas.openxmlformats.org/drawingml/2006/main">
            <a:srgbClr val="000000"/>
          </a:solidFill>
          <a:ln xmlns:a="http://schemas.openxmlformats.org/drawingml/2006/main" w="0" cap="flat">
            <a:noFill/>
            <a:miter/>
          </a:ln>
        </p:spPr>
      </p:sp>
      <p:sp>
        <p:nvSpPr>
          <p:cNvPr id="83" name="Text classmethod">
            <a:extLst xmlns:a="http://schemas.openxmlformats.org/drawingml/2006/main">
              <a:ext uri="{FF2B5EF4-FFF2-40B4-BE49-F238E27FC236}">
                <a16:creationId xmlns:a16="http://schemas.microsoft.com/office/drawing/2014/main" id="{B548BDD9-83F8-4C20-AC46-E387A898300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452370" y="3935148"/>
            <a:ext cx="749891" cy="77947"/>
          </a:xfrm>
          <a:custGeom xmlns:a="http://schemas.openxmlformats.org/drawingml/2006/main">
            <a:pathLst>
              <a:path w="749891" h="77947">
                <a:moveTo>
                  <a:pt x="48244" y="63418"/>
                </a:moveTo>
                <a:cubicBezTo>
                  <a:pt x="48244" y="60131"/>
                  <a:pt x="45088" y="60131"/>
                  <a:pt x="44076" y="60131"/>
                </a:cubicBezTo>
                <a:cubicBezTo>
                  <a:pt x="41172" y="60131"/>
                  <a:pt x="40667" y="61142"/>
                  <a:pt x="40035" y="62911"/>
                </a:cubicBezTo>
                <a:cubicBezTo>
                  <a:pt x="37256" y="69864"/>
                  <a:pt x="31068" y="70622"/>
                  <a:pt x="28037" y="70622"/>
                </a:cubicBezTo>
                <a:cubicBezTo>
                  <a:pt x="17303" y="70622"/>
                  <a:pt x="8209" y="61647"/>
                  <a:pt x="8209" y="49892"/>
                </a:cubicBezTo>
                <a:cubicBezTo>
                  <a:pt x="8209" y="43446"/>
                  <a:pt x="11873" y="28910"/>
                  <a:pt x="28417" y="28910"/>
                </a:cubicBezTo>
                <a:cubicBezTo>
                  <a:pt x="31826" y="28910"/>
                  <a:pt x="34479" y="29162"/>
                  <a:pt x="35614" y="29288"/>
                </a:cubicBezTo>
                <a:cubicBezTo>
                  <a:pt x="36499" y="29540"/>
                  <a:pt x="36626" y="29667"/>
                  <a:pt x="36626" y="30299"/>
                </a:cubicBezTo>
                <a:cubicBezTo>
                  <a:pt x="37004" y="35481"/>
                  <a:pt x="40920" y="35609"/>
                  <a:pt x="41677" y="35609"/>
                </a:cubicBezTo>
                <a:cubicBezTo>
                  <a:pt x="44456" y="35609"/>
                  <a:pt x="46855" y="33712"/>
                  <a:pt x="46855" y="30299"/>
                </a:cubicBezTo>
                <a:cubicBezTo>
                  <a:pt x="46855" y="21583"/>
                  <a:pt x="34100" y="21583"/>
                  <a:pt x="28542" y="21583"/>
                </a:cubicBezTo>
                <a:cubicBezTo>
                  <a:pt x="6947" y="21583"/>
                  <a:pt x="0" y="39274"/>
                  <a:pt x="0" y="49892"/>
                </a:cubicBezTo>
                <a:cubicBezTo>
                  <a:pt x="0" y="65313"/>
                  <a:pt x="11746" y="77947"/>
                  <a:pt x="26900" y="77947"/>
                </a:cubicBezTo>
                <a:cubicBezTo>
                  <a:pt x="43824" y="77947"/>
                  <a:pt x="48244" y="65440"/>
                  <a:pt x="48244" y="63418"/>
                </a:cubicBezTo>
                <a:close/>
                <a:moveTo>
                  <a:pt x="92194" y="5178"/>
                </a:moveTo>
                <a:cubicBezTo>
                  <a:pt x="92194" y="1264"/>
                  <a:pt x="91437" y="0"/>
                  <a:pt x="87144" y="0"/>
                </a:cubicBezTo>
                <a:lnTo>
                  <a:pt x="68578" y="0"/>
                </a:lnTo>
                <a:cubicBezTo>
                  <a:pt x="66809" y="0"/>
                  <a:pt x="63525" y="0"/>
                  <a:pt x="63525" y="3663"/>
                </a:cubicBezTo>
                <a:cubicBezTo>
                  <a:pt x="63525" y="7327"/>
                  <a:pt x="66809" y="7327"/>
                  <a:pt x="68578" y="7327"/>
                </a:cubicBezTo>
                <a:lnTo>
                  <a:pt x="83985" y="7327"/>
                </a:lnTo>
                <a:lnTo>
                  <a:pt x="83985" y="69882"/>
                </a:lnTo>
                <a:lnTo>
                  <a:pt x="68578" y="69882"/>
                </a:lnTo>
                <a:cubicBezTo>
                  <a:pt x="66809" y="69882"/>
                  <a:pt x="63525" y="69882"/>
                  <a:pt x="63525" y="73545"/>
                </a:cubicBezTo>
                <a:cubicBezTo>
                  <a:pt x="63525" y="77207"/>
                  <a:pt x="66809" y="77207"/>
                  <a:pt x="68578" y="77207"/>
                </a:cubicBezTo>
                <a:lnTo>
                  <a:pt x="107601" y="77207"/>
                </a:lnTo>
                <a:cubicBezTo>
                  <a:pt x="109370" y="77207"/>
                  <a:pt x="112654" y="77207"/>
                  <a:pt x="112654" y="73545"/>
                </a:cubicBezTo>
                <a:cubicBezTo>
                  <a:pt x="112654" y="69882"/>
                  <a:pt x="109370" y="69882"/>
                  <a:pt x="107601" y="69882"/>
                </a:cubicBezTo>
                <a:lnTo>
                  <a:pt x="92194" y="69882"/>
                </a:lnTo>
                <a:lnTo>
                  <a:pt x="92194" y="5178"/>
                </a:lnTo>
                <a:close/>
                <a:moveTo>
                  <a:pt x="172769" y="41293"/>
                </a:moveTo>
                <a:cubicBezTo>
                  <a:pt x="172769" y="31689"/>
                  <a:pt x="165571" y="21583"/>
                  <a:pt x="148522" y="21583"/>
                </a:cubicBezTo>
                <a:cubicBezTo>
                  <a:pt x="143217" y="21583"/>
                  <a:pt x="130966" y="21583"/>
                  <a:pt x="130966" y="30299"/>
                </a:cubicBezTo>
                <a:cubicBezTo>
                  <a:pt x="130966" y="33710"/>
                  <a:pt x="133366" y="35607"/>
                  <a:pt x="136144" y="35607"/>
                </a:cubicBezTo>
                <a:cubicBezTo>
                  <a:pt x="136902" y="35607"/>
                  <a:pt x="141070" y="35354"/>
                  <a:pt x="141195" y="30047"/>
                </a:cubicBezTo>
                <a:cubicBezTo>
                  <a:pt x="141195" y="29415"/>
                  <a:pt x="141322" y="29288"/>
                  <a:pt x="143974" y="29035"/>
                </a:cubicBezTo>
                <a:cubicBezTo>
                  <a:pt x="145491" y="28910"/>
                  <a:pt x="147133" y="28910"/>
                  <a:pt x="148647" y="28910"/>
                </a:cubicBezTo>
                <a:cubicBezTo>
                  <a:pt x="151551" y="28910"/>
                  <a:pt x="155847" y="28910"/>
                  <a:pt x="160013" y="32069"/>
                </a:cubicBezTo>
                <a:cubicBezTo>
                  <a:pt x="164561" y="35607"/>
                  <a:pt x="164561" y="39145"/>
                  <a:pt x="164561" y="42810"/>
                </a:cubicBezTo>
                <a:cubicBezTo>
                  <a:pt x="157109" y="43063"/>
                  <a:pt x="149784" y="43567"/>
                  <a:pt x="141955" y="46094"/>
                </a:cubicBezTo>
                <a:cubicBezTo>
                  <a:pt x="135640" y="48241"/>
                  <a:pt x="127557" y="52790"/>
                  <a:pt x="127557" y="61391"/>
                </a:cubicBezTo>
                <a:cubicBezTo>
                  <a:pt x="127557" y="70369"/>
                  <a:pt x="135512" y="77947"/>
                  <a:pt x="147258" y="77947"/>
                </a:cubicBezTo>
                <a:cubicBezTo>
                  <a:pt x="151299" y="77947"/>
                  <a:pt x="159131" y="77316"/>
                  <a:pt x="165696" y="72770"/>
                </a:cubicBezTo>
                <a:cubicBezTo>
                  <a:pt x="168223" y="76937"/>
                  <a:pt x="174538" y="77189"/>
                  <a:pt x="179336" y="77189"/>
                </a:cubicBezTo>
                <a:cubicBezTo>
                  <a:pt x="182367" y="77189"/>
                  <a:pt x="185399" y="77189"/>
                  <a:pt x="185399" y="73528"/>
                </a:cubicBezTo>
                <a:cubicBezTo>
                  <a:pt x="185399" y="69864"/>
                  <a:pt x="182115" y="69864"/>
                  <a:pt x="180348" y="69864"/>
                </a:cubicBezTo>
                <a:cubicBezTo>
                  <a:pt x="177064" y="69864"/>
                  <a:pt x="174538" y="69610"/>
                  <a:pt x="172769" y="68853"/>
                </a:cubicBezTo>
                <a:lnTo>
                  <a:pt x="172769" y="41293"/>
                </a:lnTo>
                <a:moveTo>
                  <a:pt x="164561" y="60505"/>
                </a:moveTo>
                <a:cubicBezTo>
                  <a:pt x="164561" y="63414"/>
                  <a:pt x="164561" y="66070"/>
                  <a:pt x="159383" y="68473"/>
                </a:cubicBezTo>
                <a:cubicBezTo>
                  <a:pt x="154962" y="70622"/>
                  <a:pt x="149027" y="70622"/>
                  <a:pt x="148647" y="70622"/>
                </a:cubicBezTo>
                <a:cubicBezTo>
                  <a:pt x="141195" y="70622"/>
                  <a:pt x="135765" y="66575"/>
                  <a:pt x="135765" y="61391"/>
                </a:cubicBezTo>
                <a:cubicBezTo>
                  <a:pt x="135765" y="53929"/>
                  <a:pt x="149279" y="49630"/>
                  <a:pt x="164561" y="49630"/>
                </a:cubicBezTo>
                <a:lnTo>
                  <a:pt x="164561" y="60505"/>
                </a:lnTo>
                <a:close/>
                <a:moveTo>
                  <a:pt x="238442" y="26384"/>
                </a:moveTo>
                <a:cubicBezTo>
                  <a:pt x="238442" y="24362"/>
                  <a:pt x="238442" y="21583"/>
                  <a:pt x="234906" y="21583"/>
                </a:cubicBezTo>
                <a:cubicBezTo>
                  <a:pt x="231875" y="21583"/>
                  <a:pt x="231118" y="24489"/>
                  <a:pt x="231118" y="24615"/>
                </a:cubicBezTo>
                <a:cubicBezTo>
                  <a:pt x="226065" y="21583"/>
                  <a:pt x="220255" y="21583"/>
                  <a:pt x="217730" y="21583"/>
                </a:cubicBezTo>
                <a:cubicBezTo>
                  <a:pt x="197143" y="21583"/>
                  <a:pt x="194366" y="32069"/>
                  <a:pt x="194366" y="36366"/>
                </a:cubicBezTo>
                <a:cubicBezTo>
                  <a:pt x="194366" y="41550"/>
                  <a:pt x="197396" y="45088"/>
                  <a:pt x="201691" y="47491"/>
                </a:cubicBezTo>
                <a:cubicBezTo>
                  <a:pt x="205732" y="49765"/>
                  <a:pt x="209394" y="50397"/>
                  <a:pt x="219750" y="52041"/>
                </a:cubicBezTo>
                <a:cubicBezTo>
                  <a:pt x="224675" y="52925"/>
                  <a:pt x="234779" y="54569"/>
                  <a:pt x="234779" y="61522"/>
                </a:cubicBezTo>
                <a:cubicBezTo>
                  <a:pt x="234779" y="66199"/>
                  <a:pt x="230486" y="70622"/>
                  <a:pt x="218740" y="70622"/>
                </a:cubicBezTo>
                <a:cubicBezTo>
                  <a:pt x="210658" y="70622"/>
                  <a:pt x="205353" y="67463"/>
                  <a:pt x="202701" y="58362"/>
                </a:cubicBezTo>
                <a:cubicBezTo>
                  <a:pt x="202069" y="56591"/>
                  <a:pt x="201691" y="55201"/>
                  <a:pt x="198533" y="55201"/>
                </a:cubicBezTo>
                <a:cubicBezTo>
                  <a:pt x="194366" y="55201"/>
                  <a:pt x="194366" y="57602"/>
                  <a:pt x="194366" y="60131"/>
                </a:cubicBezTo>
                <a:lnTo>
                  <a:pt x="194366" y="73148"/>
                </a:lnTo>
                <a:cubicBezTo>
                  <a:pt x="194366" y="75170"/>
                  <a:pt x="194366" y="77947"/>
                  <a:pt x="197902" y="77947"/>
                </a:cubicBezTo>
                <a:cubicBezTo>
                  <a:pt x="199417" y="77947"/>
                  <a:pt x="200554" y="77947"/>
                  <a:pt x="202448" y="72770"/>
                </a:cubicBezTo>
                <a:cubicBezTo>
                  <a:pt x="208259" y="77569"/>
                  <a:pt x="214824" y="77947"/>
                  <a:pt x="218740" y="77947"/>
                </a:cubicBezTo>
                <a:cubicBezTo>
                  <a:pt x="242104" y="77947"/>
                  <a:pt x="242104" y="62786"/>
                  <a:pt x="242104" y="61522"/>
                </a:cubicBezTo>
                <a:cubicBezTo>
                  <a:pt x="242104" y="48375"/>
                  <a:pt x="226444" y="45720"/>
                  <a:pt x="220382" y="44835"/>
                </a:cubicBezTo>
                <a:cubicBezTo>
                  <a:pt x="209268" y="42939"/>
                  <a:pt x="201691" y="41675"/>
                  <a:pt x="201691" y="36366"/>
                </a:cubicBezTo>
                <a:cubicBezTo>
                  <a:pt x="201691" y="32953"/>
                  <a:pt x="205605" y="28910"/>
                  <a:pt x="217478" y="28910"/>
                </a:cubicBezTo>
                <a:cubicBezTo>
                  <a:pt x="229476" y="28910"/>
                  <a:pt x="229981" y="34597"/>
                  <a:pt x="230233" y="37884"/>
                </a:cubicBezTo>
                <a:cubicBezTo>
                  <a:pt x="230486" y="40411"/>
                  <a:pt x="232759" y="40790"/>
                  <a:pt x="234274" y="40790"/>
                </a:cubicBezTo>
                <a:cubicBezTo>
                  <a:pt x="238442" y="40790"/>
                  <a:pt x="238442" y="38517"/>
                  <a:pt x="238442" y="35988"/>
                </a:cubicBezTo>
                <a:lnTo>
                  <a:pt x="238442" y="26384"/>
                </a:lnTo>
                <a:close/>
                <a:moveTo>
                  <a:pt x="303357" y="26384"/>
                </a:moveTo>
                <a:cubicBezTo>
                  <a:pt x="303357" y="24362"/>
                  <a:pt x="303357" y="21583"/>
                  <a:pt x="299821" y="21583"/>
                </a:cubicBezTo>
                <a:cubicBezTo>
                  <a:pt x="296790" y="21583"/>
                  <a:pt x="296032" y="24489"/>
                  <a:pt x="296032" y="24615"/>
                </a:cubicBezTo>
                <a:cubicBezTo>
                  <a:pt x="290980" y="21583"/>
                  <a:pt x="285169" y="21583"/>
                  <a:pt x="282645" y="21583"/>
                </a:cubicBezTo>
                <a:cubicBezTo>
                  <a:pt x="262058" y="21583"/>
                  <a:pt x="259281" y="32069"/>
                  <a:pt x="259281" y="36366"/>
                </a:cubicBezTo>
                <a:cubicBezTo>
                  <a:pt x="259281" y="41550"/>
                  <a:pt x="262310" y="45088"/>
                  <a:pt x="266606" y="47491"/>
                </a:cubicBezTo>
                <a:cubicBezTo>
                  <a:pt x="270647" y="49765"/>
                  <a:pt x="274308" y="50397"/>
                  <a:pt x="284665" y="52041"/>
                </a:cubicBezTo>
                <a:cubicBezTo>
                  <a:pt x="289590" y="52925"/>
                  <a:pt x="299694" y="54569"/>
                  <a:pt x="299694" y="61522"/>
                </a:cubicBezTo>
                <a:cubicBezTo>
                  <a:pt x="299694" y="66199"/>
                  <a:pt x="295400" y="70622"/>
                  <a:pt x="283655" y="70622"/>
                </a:cubicBezTo>
                <a:cubicBezTo>
                  <a:pt x="275573" y="70622"/>
                  <a:pt x="270267" y="67463"/>
                  <a:pt x="267616" y="58362"/>
                </a:cubicBezTo>
                <a:cubicBezTo>
                  <a:pt x="266984" y="56591"/>
                  <a:pt x="266606" y="55201"/>
                  <a:pt x="263447" y="55201"/>
                </a:cubicBezTo>
                <a:cubicBezTo>
                  <a:pt x="259281" y="55201"/>
                  <a:pt x="259281" y="57602"/>
                  <a:pt x="259281" y="60131"/>
                </a:cubicBezTo>
                <a:lnTo>
                  <a:pt x="259281" y="73148"/>
                </a:lnTo>
                <a:cubicBezTo>
                  <a:pt x="259281" y="75170"/>
                  <a:pt x="259281" y="77947"/>
                  <a:pt x="262817" y="77947"/>
                </a:cubicBezTo>
                <a:cubicBezTo>
                  <a:pt x="264332" y="77947"/>
                  <a:pt x="265469" y="77947"/>
                  <a:pt x="267363" y="72770"/>
                </a:cubicBezTo>
                <a:cubicBezTo>
                  <a:pt x="273173" y="77569"/>
                  <a:pt x="279739" y="77947"/>
                  <a:pt x="283655" y="77947"/>
                </a:cubicBezTo>
                <a:cubicBezTo>
                  <a:pt x="307019" y="77947"/>
                  <a:pt x="307019" y="62786"/>
                  <a:pt x="307019" y="61522"/>
                </a:cubicBezTo>
                <a:cubicBezTo>
                  <a:pt x="307019" y="48375"/>
                  <a:pt x="291359" y="45720"/>
                  <a:pt x="285297" y="44835"/>
                </a:cubicBezTo>
                <a:cubicBezTo>
                  <a:pt x="274183" y="42939"/>
                  <a:pt x="266606" y="41675"/>
                  <a:pt x="266606" y="36366"/>
                </a:cubicBezTo>
                <a:cubicBezTo>
                  <a:pt x="266606" y="32953"/>
                  <a:pt x="270520" y="28910"/>
                  <a:pt x="282392" y="28910"/>
                </a:cubicBezTo>
                <a:cubicBezTo>
                  <a:pt x="294390" y="28910"/>
                  <a:pt x="294895" y="34597"/>
                  <a:pt x="295148" y="37884"/>
                </a:cubicBezTo>
                <a:cubicBezTo>
                  <a:pt x="295400" y="40411"/>
                  <a:pt x="297674" y="40790"/>
                  <a:pt x="299189" y="40790"/>
                </a:cubicBezTo>
                <a:cubicBezTo>
                  <a:pt x="303357" y="40790"/>
                  <a:pt x="303357" y="38517"/>
                  <a:pt x="303357" y="35988"/>
                </a:cubicBezTo>
                <a:lnTo>
                  <a:pt x="303357" y="26384"/>
                </a:lnTo>
                <a:close/>
                <a:moveTo>
                  <a:pt x="419507" y="38987"/>
                </a:moveTo>
                <a:cubicBezTo>
                  <a:pt x="419507" y="36212"/>
                  <a:pt x="419507" y="22077"/>
                  <a:pt x="408394" y="22077"/>
                </a:cubicBezTo>
                <a:cubicBezTo>
                  <a:pt x="403973" y="22077"/>
                  <a:pt x="399679" y="24098"/>
                  <a:pt x="396270" y="28771"/>
                </a:cubicBezTo>
                <a:cubicBezTo>
                  <a:pt x="395513" y="26877"/>
                  <a:pt x="392734" y="22077"/>
                  <a:pt x="386671" y="22077"/>
                </a:cubicBezTo>
                <a:cubicBezTo>
                  <a:pt x="380989" y="22077"/>
                  <a:pt x="377073" y="25740"/>
                  <a:pt x="376063" y="26877"/>
                </a:cubicBezTo>
                <a:cubicBezTo>
                  <a:pt x="375936" y="22836"/>
                  <a:pt x="373284" y="22836"/>
                  <a:pt x="371010" y="22836"/>
                </a:cubicBezTo>
                <a:lnTo>
                  <a:pt x="367221" y="22836"/>
                </a:lnTo>
                <a:cubicBezTo>
                  <a:pt x="365454" y="22836"/>
                  <a:pt x="362171" y="22836"/>
                  <a:pt x="362171" y="26497"/>
                </a:cubicBezTo>
                <a:cubicBezTo>
                  <a:pt x="362171" y="30159"/>
                  <a:pt x="365075" y="30159"/>
                  <a:pt x="368991" y="30159"/>
                </a:cubicBezTo>
                <a:lnTo>
                  <a:pt x="368991" y="69882"/>
                </a:lnTo>
                <a:cubicBezTo>
                  <a:pt x="364949" y="69882"/>
                  <a:pt x="362171" y="69882"/>
                  <a:pt x="362171" y="73545"/>
                </a:cubicBezTo>
                <a:cubicBezTo>
                  <a:pt x="362171" y="77207"/>
                  <a:pt x="365454" y="77207"/>
                  <a:pt x="367221" y="77207"/>
                </a:cubicBezTo>
                <a:lnTo>
                  <a:pt x="377830" y="77207"/>
                </a:lnTo>
                <a:cubicBezTo>
                  <a:pt x="379599" y="77207"/>
                  <a:pt x="382883" y="77207"/>
                  <a:pt x="382883" y="73545"/>
                </a:cubicBezTo>
                <a:cubicBezTo>
                  <a:pt x="382883" y="69882"/>
                  <a:pt x="379979" y="69882"/>
                  <a:pt x="376063" y="69882"/>
                </a:cubicBezTo>
                <a:lnTo>
                  <a:pt x="376063" y="46680"/>
                </a:lnTo>
                <a:cubicBezTo>
                  <a:pt x="376063" y="36086"/>
                  <a:pt x="380609" y="29403"/>
                  <a:pt x="386167" y="29403"/>
                </a:cubicBezTo>
                <a:cubicBezTo>
                  <a:pt x="389703" y="29403"/>
                  <a:pt x="390713" y="33816"/>
                  <a:pt x="390713" y="39744"/>
                </a:cubicBezTo>
                <a:lnTo>
                  <a:pt x="390713" y="69882"/>
                </a:lnTo>
                <a:cubicBezTo>
                  <a:pt x="388566" y="69882"/>
                  <a:pt x="385157" y="69882"/>
                  <a:pt x="385157" y="73545"/>
                </a:cubicBezTo>
                <a:cubicBezTo>
                  <a:pt x="385157" y="77207"/>
                  <a:pt x="388566" y="77207"/>
                  <a:pt x="390335" y="77207"/>
                </a:cubicBezTo>
                <a:lnTo>
                  <a:pt x="399554" y="77207"/>
                </a:lnTo>
                <a:cubicBezTo>
                  <a:pt x="401321" y="77207"/>
                  <a:pt x="404605" y="77207"/>
                  <a:pt x="404605" y="73545"/>
                </a:cubicBezTo>
                <a:cubicBezTo>
                  <a:pt x="404605" y="69882"/>
                  <a:pt x="401701" y="69882"/>
                  <a:pt x="397785" y="69882"/>
                </a:cubicBezTo>
                <a:lnTo>
                  <a:pt x="397785" y="46680"/>
                </a:lnTo>
                <a:cubicBezTo>
                  <a:pt x="397785" y="36086"/>
                  <a:pt x="402331" y="29403"/>
                  <a:pt x="407889" y="29403"/>
                </a:cubicBezTo>
                <a:cubicBezTo>
                  <a:pt x="411425" y="29403"/>
                  <a:pt x="412435" y="33816"/>
                  <a:pt x="412435" y="39744"/>
                </a:cubicBezTo>
                <a:lnTo>
                  <a:pt x="412435" y="69882"/>
                </a:lnTo>
                <a:cubicBezTo>
                  <a:pt x="410288" y="69882"/>
                  <a:pt x="406879" y="69882"/>
                  <a:pt x="406879" y="73545"/>
                </a:cubicBezTo>
                <a:cubicBezTo>
                  <a:pt x="406879" y="77207"/>
                  <a:pt x="410288" y="77207"/>
                  <a:pt x="412057" y="77207"/>
                </a:cubicBezTo>
                <a:lnTo>
                  <a:pt x="421276" y="77207"/>
                </a:lnTo>
                <a:cubicBezTo>
                  <a:pt x="423043" y="77207"/>
                  <a:pt x="426327" y="77207"/>
                  <a:pt x="426327" y="73545"/>
                </a:cubicBezTo>
                <a:cubicBezTo>
                  <a:pt x="426327" y="69882"/>
                  <a:pt x="423423" y="69882"/>
                  <a:pt x="419507" y="69882"/>
                </a:cubicBezTo>
                <a:lnTo>
                  <a:pt x="419507" y="38987"/>
                </a:lnTo>
                <a:close/>
                <a:moveTo>
                  <a:pt x="479750" y="52910"/>
                </a:moveTo>
                <a:cubicBezTo>
                  <a:pt x="482402" y="52910"/>
                  <a:pt x="484801" y="52910"/>
                  <a:pt x="484801" y="48239"/>
                </a:cubicBezTo>
                <a:cubicBezTo>
                  <a:pt x="484801" y="33458"/>
                  <a:pt x="476466" y="21583"/>
                  <a:pt x="460680" y="21583"/>
                </a:cubicBezTo>
                <a:cubicBezTo>
                  <a:pt x="446028" y="21583"/>
                  <a:pt x="434285" y="34215"/>
                  <a:pt x="434285" y="49628"/>
                </a:cubicBezTo>
                <a:cubicBezTo>
                  <a:pt x="434285" y="65561"/>
                  <a:pt x="447040" y="77947"/>
                  <a:pt x="462574" y="77947"/>
                </a:cubicBezTo>
                <a:cubicBezTo>
                  <a:pt x="478866" y="77947"/>
                  <a:pt x="484801" y="66700"/>
                  <a:pt x="484801" y="63411"/>
                </a:cubicBezTo>
                <a:cubicBezTo>
                  <a:pt x="484801" y="62651"/>
                  <a:pt x="484549" y="59869"/>
                  <a:pt x="480633" y="59869"/>
                </a:cubicBezTo>
                <a:cubicBezTo>
                  <a:pt x="478234" y="59869"/>
                  <a:pt x="477476" y="60755"/>
                  <a:pt x="476719" y="62651"/>
                </a:cubicBezTo>
                <a:cubicBezTo>
                  <a:pt x="473560" y="69990"/>
                  <a:pt x="465351" y="70622"/>
                  <a:pt x="462952" y="70622"/>
                </a:cubicBezTo>
                <a:cubicBezTo>
                  <a:pt x="452470" y="70622"/>
                  <a:pt x="444134" y="62651"/>
                  <a:pt x="442744" y="52910"/>
                </a:cubicBezTo>
                <a:lnTo>
                  <a:pt x="479750" y="52910"/>
                </a:lnTo>
                <a:moveTo>
                  <a:pt x="442872" y="45965"/>
                </a:moveTo>
                <a:cubicBezTo>
                  <a:pt x="444513" y="35227"/>
                  <a:pt x="452723" y="28910"/>
                  <a:pt x="460680" y="28910"/>
                </a:cubicBezTo>
                <a:cubicBezTo>
                  <a:pt x="473308" y="28910"/>
                  <a:pt x="475960" y="39648"/>
                  <a:pt x="476466" y="45965"/>
                </a:cubicBezTo>
                <a:lnTo>
                  <a:pt x="442872" y="45965"/>
                </a:lnTo>
                <a:close/>
                <a:moveTo>
                  <a:pt x="519405" y="30143"/>
                </a:moveTo>
                <a:lnTo>
                  <a:pt x="539864" y="30143"/>
                </a:lnTo>
                <a:cubicBezTo>
                  <a:pt x="541634" y="30143"/>
                  <a:pt x="544917" y="30143"/>
                  <a:pt x="544917" y="26480"/>
                </a:cubicBezTo>
                <a:cubicBezTo>
                  <a:pt x="544917" y="22817"/>
                  <a:pt x="541634" y="22817"/>
                  <a:pt x="539864" y="22817"/>
                </a:cubicBezTo>
                <a:lnTo>
                  <a:pt x="519405" y="22817"/>
                </a:lnTo>
                <a:lnTo>
                  <a:pt x="519405" y="12457"/>
                </a:lnTo>
                <a:cubicBezTo>
                  <a:pt x="519405" y="10183"/>
                  <a:pt x="519405" y="7277"/>
                  <a:pt x="515364" y="7277"/>
                </a:cubicBezTo>
                <a:cubicBezTo>
                  <a:pt x="511195" y="7277"/>
                  <a:pt x="511195" y="10183"/>
                  <a:pt x="511195" y="12457"/>
                </a:cubicBezTo>
                <a:lnTo>
                  <a:pt x="511195" y="22817"/>
                </a:lnTo>
                <a:lnTo>
                  <a:pt x="500461" y="22817"/>
                </a:lnTo>
                <a:cubicBezTo>
                  <a:pt x="498692" y="22817"/>
                  <a:pt x="495283" y="22817"/>
                  <a:pt x="495283" y="26480"/>
                </a:cubicBezTo>
                <a:cubicBezTo>
                  <a:pt x="495283" y="30143"/>
                  <a:pt x="498567" y="30143"/>
                  <a:pt x="500334" y="30143"/>
                </a:cubicBezTo>
                <a:lnTo>
                  <a:pt x="511195" y="30143"/>
                </a:lnTo>
                <a:lnTo>
                  <a:pt x="511195" y="61921"/>
                </a:lnTo>
                <a:cubicBezTo>
                  <a:pt x="511195" y="73653"/>
                  <a:pt x="519279" y="77947"/>
                  <a:pt x="528371" y="77947"/>
                </a:cubicBezTo>
                <a:cubicBezTo>
                  <a:pt x="535191" y="77947"/>
                  <a:pt x="547694" y="74538"/>
                  <a:pt x="547694" y="61668"/>
                </a:cubicBezTo>
                <a:cubicBezTo>
                  <a:pt x="547694" y="59148"/>
                  <a:pt x="547694" y="56373"/>
                  <a:pt x="543528" y="56373"/>
                </a:cubicBezTo>
                <a:cubicBezTo>
                  <a:pt x="539487" y="56373"/>
                  <a:pt x="539487" y="59148"/>
                  <a:pt x="539487" y="61796"/>
                </a:cubicBezTo>
                <a:cubicBezTo>
                  <a:pt x="539360" y="69361"/>
                  <a:pt x="532160" y="70622"/>
                  <a:pt x="529256" y="70622"/>
                </a:cubicBezTo>
                <a:cubicBezTo>
                  <a:pt x="519405" y="70622"/>
                  <a:pt x="519405" y="64316"/>
                  <a:pt x="519405" y="61291"/>
                </a:cubicBezTo>
                <a:lnTo>
                  <a:pt x="519405" y="30143"/>
                </a:lnTo>
                <a:close/>
                <a:moveTo>
                  <a:pt x="609833" y="40247"/>
                </a:moveTo>
                <a:cubicBezTo>
                  <a:pt x="609833" y="27887"/>
                  <a:pt x="604022" y="22077"/>
                  <a:pt x="593666" y="22077"/>
                </a:cubicBezTo>
                <a:cubicBezTo>
                  <a:pt x="585079" y="22077"/>
                  <a:pt x="579521" y="26877"/>
                  <a:pt x="577375" y="29276"/>
                </a:cubicBezTo>
                <a:lnTo>
                  <a:pt x="577375" y="5178"/>
                </a:lnTo>
                <a:cubicBezTo>
                  <a:pt x="577375" y="1264"/>
                  <a:pt x="576617" y="0"/>
                  <a:pt x="572322" y="0"/>
                </a:cubicBezTo>
                <a:lnTo>
                  <a:pt x="563987" y="0"/>
                </a:lnTo>
                <a:cubicBezTo>
                  <a:pt x="562218" y="0"/>
                  <a:pt x="558936" y="0"/>
                  <a:pt x="558936" y="3663"/>
                </a:cubicBezTo>
                <a:cubicBezTo>
                  <a:pt x="558936" y="7327"/>
                  <a:pt x="562218" y="7327"/>
                  <a:pt x="563987" y="7327"/>
                </a:cubicBezTo>
                <a:lnTo>
                  <a:pt x="569165" y="7327"/>
                </a:lnTo>
                <a:lnTo>
                  <a:pt x="569165" y="69882"/>
                </a:lnTo>
                <a:lnTo>
                  <a:pt x="563987" y="69882"/>
                </a:lnTo>
                <a:cubicBezTo>
                  <a:pt x="562218" y="69882"/>
                  <a:pt x="558936" y="69882"/>
                  <a:pt x="558936" y="73545"/>
                </a:cubicBezTo>
                <a:cubicBezTo>
                  <a:pt x="558936" y="77207"/>
                  <a:pt x="562218" y="77207"/>
                  <a:pt x="563987" y="77207"/>
                </a:cubicBezTo>
                <a:lnTo>
                  <a:pt x="582553" y="77207"/>
                </a:lnTo>
                <a:cubicBezTo>
                  <a:pt x="584320" y="77207"/>
                  <a:pt x="587604" y="77207"/>
                  <a:pt x="587604" y="73545"/>
                </a:cubicBezTo>
                <a:cubicBezTo>
                  <a:pt x="587604" y="69882"/>
                  <a:pt x="584320" y="69882"/>
                  <a:pt x="582553" y="69882"/>
                </a:cubicBezTo>
                <a:lnTo>
                  <a:pt x="577375" y="69882"/>
                </a:lnTo>
                <a:lnTo>
                  <a:pt x="577375" y="47057"/>
                </a:lnTo>
                <a:cubicBezTo>
                  <a:pt x="577375" y="34826"/>
                  <a:pt x="585962" y="29403"/>
                  <a:pt x="592782" y="29403"/>
                </a:cubicBezTo>
                <a:cubicBezTo>
                  <a:pt x="600107" y="29403"/>
                  <a:pt x="601623" y="33564"/>
                  <a:pt x="601623" y="40752"/>
                </a:cubicBezTo>
                <a:lnTo>
                  <a:pt x="601623" y="69882"/>
                </a:lnTo>
                <a:lnTo>
                  <a:pt x="596445" y="69882"/>
                </a:lnTo>
                <a:cubicBezTo>
                  <a:pt x="594676" y="69882"/>
                  <a:pt x="591392" y="69882"/>
                  <a:pt x="591392" y="73545"/>
                </a:cubicBezTo>
                <a:cubicBezTo>
                  <a:pt x="591392" y="77207"/>
                  <a:pt x="594676" y="77207"/>
                  <a:pt x="596445" y="77207"/>
                </a:cubicBezTo>
                <a:lnTo>
                  <a:pt x="615011" y="77207"/>
                </a:lnTo>
                <a:cubicBezTo>
                  <a:pt x="616778" y="77207"/>
                  <a:pt x="620061" y="77207"/>
                  <a:pt x="620061" y="73545"/>
                </a:cubicBezTo>
                <a:cubicBezTo>
                  <a:pt x="620061" y="69882"/>
                  <a:pt x="616778" y="69882"/>
                  <a:pt x="615011" y="69882"/>
                </a:cubicBezTo>
                <a:lnTo>
                  <a:pt x="609833" y="69882"/>
                </a:lnTo>
                <a:lnTo>
                  <a:pt x="609833" y="40247"/>
                </a:lnTo>
                <a:close/>
                <a:moveTo>
                  <a:pt x="679545" y="49892"/>
                </a:moveTo>
                <a:cubicBezTo>
                  <a:pt x="679545" y="34092"/>
                  <a:pt x="668052" y="21583"/>
                  <a:pt x="654412" y="21583"/>
                </a:cubicBezTo>
                <a:cubicBezTo>
                  <a:pt x="640772" y="21583"/>
                  <a:pt x="629281" y="34092"/>
                  <a:pt x="629281" y="49892"/>
                </a:cubicBezTo>
                <a:cubicBezTo>
                  <a:pt x="629281" y="65819"/>
                  <a:pt x="640900" y="77947"/>
                  <a:pt x="654412" y="77947"/>
                </a:cubicBezTo>
                <a:cubicBezTo>
                  <a:pt x="667927" y="77947"/>
                  <a:pt x="679545" y="65819"/>
                  <a:pt x="679545" y="49892"/>
                </a:cubicBezTo>
                <a:moveTo>
                  <a:pt x="654412" y="70622"/>
                </a:moveTo>
                <a:cubicBezTo>
                  <a:pt x="645320" y="70622"/>
                  <a:pt x="637489" y="61015"/>
                  <a:pt x="637489" y="49008"/>
                </a:cubicBezTo>
                <a:cubicBezTo>
                  <a:pt x="637489" y="37252"/>
                  <a:pt x="645573" y="28910"/>
                  <a:pt x="654412" y="28910"/>
                </a:cubicBezTo>
                <a:cubicBezTo>
                  <a:pt x="663254" y="28910"/>
                  <a:pt x="671336" y="37252"/>
                  <a:pt x="671336" y="49008"/>
                </a:cubicBezTo>
                <a:cubicBezTo>
                  <a:pt x="671336" y="61142"/>
                  <a:pt x="663506" y="70622"/>
                  <a:pt x="654412" y="70622"/>
                </a:cubicBezTo>
                <a:close/>
                <a:moveTo>
                  <a:pt x="739662" y="5178"/>
                </a:moveTo>
                <a:cubicBezTo>
                  <a:pt x="739662" y="1264"/>
                  <a:pt x="738902" y="0"/>
                  <a:pt x="734609" y="0"/>
                </a:cubicBezTo>
                <a:lnTo>
                  <a:pt x="726274" y="0"/>
                </a:lnTo>
                <a:cubicBezTo>
                  <a:pt x="724505" y="0"/>
                  <a:pt x="721221" y="0"/>
                  <a:pt x="721221" y="3663"/>
                </a:cubicBezTo>
                <a:cubicBezTo>
                  <a:pt x="721221" y="7327"/>
                  <a:pt x="724505" y="7327"/>
                  <a:pt x="726274" y="7327"/>
                </a:cubicBezTo>
                <a:lnTo>
                  <a:pt x="731452" y="7327"/>
                </a:lnTo>
                <a:lnTo>
                  <a:pt x="731452" y="28392"/>
                </a:lnTo>
                <a:cubicBezTo>
                  <a:pt x="729431" y="26372"/>
                  <a:pt x="724253" y="22077"/>
                  <a:pt x="716548" y="22077"/>
                </a:cubicBezTo>
                <a:cubicBezTo>
                  <a:pt x="703163" y="22077"/>
                  <a:pt x="691542" y="34192"/>
                  <a:pt x="691542" y="50075"/>
                </a:cubicBezTo>
                <a:cubicBezTo>
                  <a:pt x="691542" y="65580"/>
                  <a:pt x="702403" y="77947"/>
                  <a:pt x="715413" y="77947"/>
                </a:cubicBezTo>
                <a:cubicBezTo>
                  <a:pt x="723623" y="77947"/>
                  <a:pt x="729053" y="73023"/>
                  <a:pt x="731452" y="70244"/>
                </a:cubicBezTo>
                <a:cubicBezTo>
                  <a:pt x="731452" y="75547"/>
                  <a:pt x="731452" y="77189"/>
                  <a:pt x="736503" y="77189"/>
                </a:cubicBezTo>
                <a:lnTo>
                  <a:pt x="744840" y="77189"/>
                </a:lnTo>
                <a:cubicBezTo>
                  <a:pt x="746607" y="77189"/>
                  <a:pt x="749891" y="77189"/>
                  <a:pt x="749891" y="73528"/>
                </a:cubicBezTo>
                <a:cubicBezTo>
                  <a:pt x="749891" y="69866"/>
                  <a:pt x="746607" y="69866"/>
                  <a:pt x="744840" y="69866"/>
                </a:cubicBezTo>
                <a:lnTo>
                  <a:pt x="739662" y="69866"/>
                </a:lnTo>
                <a:lnTo>
                  <a:pt x="739662" y="5178"/>
                </a:lnTo>
                <a:moveTo>
                  <a:pt x="731452" y="53228"/>
                </a:moveTo>
                <a:cubicBezTo>
                  <a:pt x="731452" y="60287"/>
                  <a:pt x="725642" y="70622"/>
                  <a:pt x="716170" y="70622"/>
                </a:cubicBezTo>
                <a:cubicBezTo>
                  <a:pt x="707077" y="70622"/>
                  <a:pt x="699752" y="61420"/>
                  <a:pt x="699752" y="50075"/>
                </a:cubicBezTo>
                <a:cubicBezTo>
                  <a:pt x="699752" y="37975"/>
                  <a:pt x="708341" y="29403"/>
                  <a:pt x="717307" y="29403"/>
                </a:cubicBezTo>
                <a:cubicBezTo>
                  <a:pt x="725517" y="29403"/>
                  <a:pt x="731452" y="36840"/>
                  <a:pt x="731452" y="43394"/>
                </a:cubicBezTo>
                <a:lnTo>
                  <a:pt x="731452" y="53228"/>
                </a:lnTo>
                <a:close/>
              </a:path>
            </a:pathLst>
          </a:custGeom>
          <a:solidFill xmlns:a="http://schemas.openxmlformats.org/drawingml/2006/main">
            <a:srgbClr val="000000"/>
          </a:solidFill>
          <a:ln xmlns:a="http://schemas.openxmlformats.org/drawingml/2006/main" w="0" cap="flat">
            <a:noFill/>
            <a:miter/>
          </a:ln>
        </p:spPr>
      </p:sp>
      <p:sp>
        <p:nvSpPr>
          <p:cNvPr id="84" name="Text classmethod">
            <a:extLst xmlns:a="http://schemas.openxmlformats.org/drawingml/2006/main">
              <a:ext uri="{FF2B5EF4-FFF2-40B4-BE49-F238E27FC236}">
                <a16:creationId xmlns:a16="http://schemas.microsoft.com/office/drawing/2014/main" id="{5BB2BE67-9025-41A6-8262-D5620A2940C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169950" y="3935148"/>
            <a:ext cx="749891" cy="77947"/>
          </a:xfrm>
          <a:custGeom xmlns:a="http://schemas.openxmlformats.org/drawingml/2006/main">
            <a:pathLst>
              <a:path w="749891" h="77947">
                <a:moveTo>
                  <a:pt x="48244" y="63418"/>
                </a:moveTo>
                <a:cubicBezTo>
                  <a:pt x="48244" y="60131"/>
                  <a:pt x="45088" y="60131"/>
                  <a:pt x="44076" y="60131"/>
                </a:cubicBezTo>
                <a:cubicBezTo>
                  <a:pt x="41172" y="60131"/>
                  <a:pt x="40667" y="61142"/>
                  <a:pt x="40035" y="62911"/>
                </a:cubicBezTo>
                <a:cubicBezTo>
                  <a:pt x="37256" y="69864"/>
                  <a:pt x="31068" y="70622"/>
                  <a:pt x="28037" y="70622"/>
                </a:cubicBezTo>
                <a:cubicBezTo>
                  <a:pt x="17303" y="70622"/>
                  <a:pt x="8209" y="61647"/>
                  <a:pt x="8209" y="49892"/>
                </a:cubicBezTo>
                <a:cubicBezTo>
                  <a:pt x="8209" y="43446"/>
                  <a:pt x="11873" y="28910"/>
                  <a:pt x="28417" y="28910"/>
                </a:cubicBezTo>
                <a:cubicBezTo>
                  <a:pt x="31826" y="28910"/>
                  <a:pt x="34479" y="29162"/>
                  <a:pt x="35614" y="29288"/>
                </a:cubicBezTo>
                <a:cubicBezTo>
                  <a:pt x="36499" y="29540"/>
                  <a:pt x="36626" y="29667"/>
                  <a:pt x="36626" y="30299"/>
                </a:cubicBezTo>
                <a:cubicBezTo>
                  <a:pt x="37004" y="35481"/>
                  <a:pt x="40920" y="35609"/>
                  <a:pt x="41677" y="35609"/>
                </a:cubicBezTo>
                <a:cubicBezTo>
                  <a:pt x="44456" y="35609"/>
                  <a:pt x="46855" y="33712"/>
                  <a:pt x="46855" y="30299"/>
                </a:cubicBezTo>
                <a:cubicBezTo>
                  <a:pt x="46855" y="21583"/>
                  <a:pt x="34100" y="21583"/>
                  <a:pt x="28542" y="21583"/>
                </a:cubicBezTo>
                <a:cubicBezTo>
                  <a:pt x="6947" y="21583"/>
                  <a:pt x="0" y="39274"/>
                  <a:pt x="0" y="49892"/>
                </a:cubicBezTo>
                <a:cubicBezTo>
                  <a:pt x="0" y="65313"/>
                  <a:pt x="11746" y="77947"/>
                  <a:pt x="26900" y="77947"/>
                </a:cubicBezTo>
                <a:cubicBezTo>
                  <a:pt x="43824" y="77947"/>
                  <a:pt x="48244" y="65440"/>
                  <a:pt x="48244" y="63418"/>
                </a:cubicBezTo>
                <a:close/>
                <a:moveTo>
                  <a:pt x="92194" y="5178"/>
                </a:moveTo>
                <a:cubicBezTo>
                  <a:pt x="92194" y="1264"/>
                  <a:pt x="91437" y="0"/>
                  <a:pt x="87144" y="0"/>
                </a:cubicBezTo>
                <a:lnTo>
                  <a:pt x="68578" y="0"/>
                </a:lnTo>
                <a:cubicBezTo>
                  <a:pt x="66809" y="0"/>
                  <a:pt x="63525" y="0"/>
                  <a:pt x="63525" y="3663"/>
                </a:cubicBezTo>
                <a:cubicBezTo>
                  <a:pt x="63525" y="7327"/>
                  <a:pt x="66809" y="7327"/>
                  <a:pt x="68578" y="7327"/>
                </a:cubicBezTo>
                <a:lnTo>
                  <a:pt x="83985" y="7327"/>
                </a:lnTo>
                <a:lnTo>
                  <a:pt x="83985" y="69882"/>
                </a:lnTo>
                <a:lnTo>
                  <a:pt x="68578" y="69882"/>
                </a:lnTo>
                <a:cubicBezTo>
                  <a:pt x="66809" y="69882"/>
                  <a:pt x="63525" y="69882"/>
                  <a:pt x="63525" y="73545"/>
                </a:cubicBezTo>
                <a:cubicBezTo>
                  <a:pt x="63525" y="77207"/>
                  <a:pt x="66809" y="77207"/>
                  <a:pt x="68578" y="77207"/>
                </a:cubicBezTo>
                <a:lnTo>
                  <a:pt x="107601" y="77207"/>
                </a:lnTo>
                <a:cubicBezTo>
                  <a:pt x="109370" y="77207"/>
                  <a:pt x="112654" y="77207"/>
                  <a:pt x="112654" y="73545"/>
                </a:cubicBezTo>
                <a:cubicBezTo>
                  <a:pt x="112654" y="69882"/>
                  <a:pt x="109370" y="69882"/>
                  <a:pt x="107601" y="69882"/>
                </a:cubicBezTo>
                <a:lnTo>
                  <a:pt x="92194" y="69882"/>
                </a:lnTo>
                <a:lnTo>
                  <a:pt x="92194" y="5178"/>
                </a:lnTo>
                <a:close/>
                <a:moveTo>
                  <a:pt x="172769" y="41293"/>
                </a:moveTo>
                <a:cubicBezTo>
                  <a:pt x="172769" y="31689"/>
                  <a:pt x="165571" y="21583"/>
                  <a:pt x="148522" y="21583"/>
                </a:cubicBezTo>
                <a:cubicBezTo>
                  <a:pt x="143217" y="21583"/>
                  <a:pt x="130967" y="21583"/>
                  <a:pt x="130967" y="30299"/>
                </a:cubicBezTo>
                <a:cubicBezTo>
                  <a:pt x="130967" y="33710"/>
                  <a:pt x="133366" y="35607"/>
                  <a:pt x="136145" y="35607"/>
                </a:cubicBezTo>
                <a:cubicBezTo>
                  <a:pt x="136902" y="35607"/>
                  <a:pt x="141070" y="35354"/>
                  <a:pt x="141196" y="30047"/>
                </a:cubicBezTo>
                <a:cubicBezTo>
                  <a:pt x="141196" y="29415"/>
                  <a:pt x="141323" y="29288"/>
                  <a:pt x="143974" y="29035"/>
                </a:cubicBezTo>
                <a:cubicBezTo>
                  <a:pt x="145491" y="28910"/>
                  <a:pt x="147133" y="28910"/>
                  <a:pt x="148648" y="28910"/>
                </a:cubicBezTo>
                <a:cubicBezTo>
                  <a:pt x="151552" y="28910"/>
                  <a:pt x="155847" y="28910"/>
                  <a:pt x="160014" y="32069"/>
                </a:cubicBezTo>
                <a:cubicBezTo>
                  <a:pt x="164561" y="35607"/>
                  <a:pt x="164561" y="39145"/>
                  <a:pt x="164561" y="42810"/>
                </a:cubicBezTo>
                <a:cubicBezTo>
                  <a:pt x="157109" y="43063"/>
                  <a:pt x="149785" y="43567"/>
                  <a:pt x="141955" y="46094"/>
                </a:cubicBezTo>
                <a:cubicBezTo>
                  <a:pt x="135640" y="48241"/>
                  <a:pt x="127558" y="52790"/>
                  <a:pt x="127558" y="61391"/>
                </a:cubicBezTo>
                <a:cubicBezTo>
                  <a:pt x="127558" y="70369"/>
                  <a:pt x="135513" y="77947"/>
                  <a:pt x="147258" y="77947"/>
                </a:cubicBezTo>
                <a:cubicBezTo>
                  <a:pt x="151299" y="77947"/>
                  <a:pt x="159131" y="77316"/>
                  <a:pt x="165696" y="72770"/>
                </a:cubicBezTo>
                <a:cubicBezTo>
                  <a:pt x="168223" y="76937"/>
                  <a:pt x="174538" y="77189"/>
                  <a:pt x="179336" y="77189"/>
                </a:cubicBezTo>
                <a:cubicBezTo>
                  <a:pt x="182368" y="77189"/>
                  <a:pt x="185399" y="77189"/>
                  <a:pt x="185399" y="73528"/>
                </a:cubicBezTo>
                <a:cubicBezTo>
                  <a:pt x="185399" y="69864"/>
                  <a:pt x="182115" y="69864"/>
                  <a:pt x="180348" y="69864"/>
                </a:cubicBezTo>
                <a:cubicBezTo>
                  <a:pt x="177064" y="69864"/>
                  <a:pt x="174538" y="69610"/>
                  <a:pt x="172769" y="68853"/>
                </a:cubicBezTo>
                <a:lnTo>
                  <a:pt x="172769" y="41293"/>
                </a:lnTo>
                <a:moveTo>
                  <a:pt x="164561" y="60505"/>
                </a:moveTo>
                <a:cubicBezTo>
                  <a:pt x="164561" y="63414"/>
                  <a:pt x="164561" y="66070"/>
                  <a:pt x="159383" y="68473"/>
                </a:cubicBezTo>
                <a:cubicBezTo>
                  <a:pt x="154963" y="70622"/>
                  <a:pt x="149027" y="70622"/>
                  <a:pt x="148648" y="70622"/>
                </a:cubicBezTo>
                <a:cubicBezTo>
                  <a:pt x="141196" y="70622"/>
                  <a:pt x="135765" y="66575"/>
                  <a:pt x="135765" y="61391"/>
                </a:cubicBezTo>
                <a:cubicBezTo>
                  <a:pt x="135765" y="53929"/>
                  <a:pt x="149280" y="49630"/>
                  <a:pt x="164561" y="49630"/>
                </a:cubicBezTo>
                <a:lnTo>
                  <a:pt x="164561" y="60505"/>
                </a:lnTo>
                <a:close/>
                <a:moveTo>
                  <a:pt x="238443" y="26384"/>
                </a:moveTo>
                <a:cubicBezTo>
                  <a:pt x="238443" y="24362"/>
                  <a:pt x="238443" y="21583"/>
                  <a:pt x="234907" y="21583"/>
                </a:cubicBezTo>
                <a:cubicBezTo>
                  <a:pt x="231875" y="21583"/>
                  <a:pt x="231118" y="24489"/>
                  <a:pt x="231118" y="24615"/>
                </a:cubicBezTo>
                <a:cubicBezTo>
                  <a:pt x="226065" y="21583"/>
                  <a:pt x="220255" y="21583"/>
                  <a:pt x="217731" y="21583"/>
                </a:cubicBezTo>
                <a:cubicBezTo>
                  <a:pt x="197144" y="21583"/>
                  <a:pt x="194367" y="32069"/>
                  <a:pt x="194367" y="36366"/>
                </a:cubicBezTo>
                <a:cubicBezTo>
                  <a:pt x="194367" y="41550"/>
                  <a:pt x="197396" y="45088"/>
                  <a:pt x="201691" y="47491"/>
                </a:cubicBezTo>
                <a:cubicBezTo>
                  <a:pt x="205733" y="49765"/>
                  <a:pt x="209394" y="50397"/>
                  <a:pt x="219750" y="52041"/>
                </a:cubicBezTo>
                <a:cubicBezTo>
                  <a:pt x="224676" y="52925"/>
                  <a:pt x="234779" y="54569"/>
                  <a:pt x="234779" y="61522"/>
                </a:cubicBezTo>
                <a:cubicBezTo>
                  <a:pt x="234779" y="66199"/>
                  <a:pt x="230486" y="70622"/>
                  <a:pt x="218740" y="70622"/>
                </a:cubicBezTo>
                <a:cubicBezTo>
                  <a:pt x="210658" y="70622"/>
                  <a:pt x="205353" y="67463"/>
                  <a:pt x="202701" y="58362"/>
                </a:cubicBezTo>
                <a:cubicBezTo>
                  <a:pt x="202069" y="56591"/>
                  <a:pt x="201691" y="55201"/>
                  <a:pt x="198533" y="55201"/>
                </a:cubicBezTo>
                <a:cubicBezTo>
                  <a:pt x="194367" y="55201"/>
                  <a:pt x="194367" y="57602"/>
                  <a:pt x="194367" y="60131"/>
                </a:cubicBezTo>
                <a:lnTo>
                  <a:pt x="194367" y="73148"/>
                </a:lnTo>
                <a:cubicBezTo>
                  <a:pt x="194367" y="75170"/>
                  <a:pt x="194367" y="77947"/>
                  <a:pt x="197903" y="77947"/>
                </a:cubicBezTo>
                <a:cubicBezTo>
                  <a:pt x="199418" y="77947"/>
                  <a:pt x="200554" y="77947"/>
                  <a:pt x="202449" y="72770"/>
                </a:cubicBezTo>
                <a:cubicBezTo>
                  <a:pt x="208259" y="77569"/>
                  <a:pt x="214825" y="77947"/>
                  <a:pt x="218740" y="77947"/>
                </a:cubicBezTo>
                <a:cubicBezTo>
                  <a:pt x="242104" y="77947"/>
                  <a:pt x="242104" y="62786"/>
                  <a:pt x="242104" y="61522"/>
                </a:cubicBezTo>
                <a:cubicBezTo>
                  <a:pt x="242104" y="48375"/>
                  <a:pt x="226445" y="45720"/>
                  <a:pt x="220382" y="44835"/>
                </a:cubicBezTo>
                <a:cubicBezTo>
                  <a:pt x="209269" y="42939"/>
                  <a:pt x="201691" y="41675"/>
                  <a:pt x="201691" y="36366"/>
                </a:cubicBezTo>
                <a:cubicBezTo>
                  <a:pt x="201691" y="32953"/>
                  <a:pt x="205605" y="28910"/>
                  <a:pt x="217478" y="28910"/>
                </a:cubicBezTo>
                <a:cubicBezTo>
                  <a:pt x="229476" y="28910"/>
                  <a:pt x="229981" y="34597"/>
                  <a:pt x="230233" y="37884"/>
                </a:cubicBezTo>
                <a:cubicBezTo>
                  <a:pt x="230486" y="40411"/>
                  <a:pt x="232760" y="40790"/>
                  <a:pt x="234275" y="40790"/>
                </a:cubicBezTo>
                <a:cubicBezTo>
                  <a:pt x="238443" y="40790"/>
                  <a:pt x="238443" y="38517"/>
                  <a:pt x="238443" y="35988"/>
                </a:cubicBezTo>
                <a:lnTo>
                  <a:pt x="238443" y="26384"/>
                </a:lnTo>
                <a:close/>
                <a:moveTo>
                  <a:pt x="303357" y="26384"/>
                </a:moveTo>
                <a:cubicBezTo>
                  <a:pt x="303357" y="24362"/>
                  <a:pt x="303357" y="21583"/>
                  <a:pt x="299821" y="21583"/>
                </a:cubicBezTo>
                <a:cubicBezTo>
                  <a:pt x="296790" y="21583"/>
                  <a:pt x="296033" y="24489"/>
                  <a:pt x="296033" y="24615"/>
                </a:cubicBezTo>
                <a:cubicBezTo>
                  <a:pt x="290980" y="21583"/>
                  <a:pt x="285170" y="21583"/>
                  <a:pt x="282645" y="21583"/>
                </a:cubicBezTo>
                <a:cubicBezTo>
                  <a:pt x="262058" y="21583"/>
                  <a:pt x="259281" y="32069"/>
                  <a:pt x="259281" y="36366"/>
                </a:cubicBezTo>
                <a:cubicBezTo>
                  <a:pt x="259281" y="41550"/>
                  <a:pt x="262311" y="45088"/>
                  <a:pt x="266606" y="47491"/>
                </a:cubicBezTo>
                <a:cubicBezTo>
                  <a:pt x="270647" y="49765"/>
                  <a:pt x="274309" y="50397"/>
                  <a:pt x="284665" y="52041"/>
                </a:cubicBezTo>
                <a:cubicBezTo>
                  <a:pt x="289590" y="52925"/>
                  <a:pt x="299694" y="54569"/>
                  <a:pt x="299694" y="61522"/>
                </a:cubicBezTo>
                <a:cubicBezTo>
                  <a:pt x="299694" y="66199"/>
                  <a:pt x="295401" y="70622"/>
                  <a:pt x="283655" y="70622"/>
                </a:cubicBezTo>
                <a:cubicBezTo>
                  <a:pt x="275573" y="70622"/>
                  <a:pt x="270268" y="67463"/>
                  <a:pt x="267616" y="58362"/>
                </a:cubicBezTo>
                <a:cubicBezTo>
                  <a:pt x="266984" y="56591"/>
                  <a:pt x="266606" y="55201"/>
                  <a:pt x="263448" y="55201"/>
                </a:cubicBezTo>
                <a:cubicBezTo>
                  <a:pt x="259281" y="55201"/>
                  <a:pt x="259281" y="57602"/>
                  <a:pt x="259281" y="60131"/>
                </a:cubicBezTo>
                <a:lnTo>
                  <a:pt x="259281" y="73148"/>
                </a:lnTo>
                <a:cubicBezTo>
                  <a:pt x="259281" y="75170"/>
                  <a:pt x="259281" y="77947"/>
                  <a:pt x="262818" y="77947"/>
                </a:cubicBezTo>
                <a:cubicBezTo>
                  <a:pt x="264332" y="77947"/>
                  <a:pt x="265469" y="77947"/>
                  <a:pt x="267363" y="72770"/>
                </a:cubicBezTo>
                <a:cubicBezTo>
                  <a:pt x="273174" y="77569"/>
                  <a:pt x="279739" y="77947"/>
                  <a:pt x="283655" y="77947"/>
                </a:cubicBezTo>
                <a:cubicBezTo>
                  <a:pt x="307019" y="77947"/>
                  <a:pt x="307019" y="62786"/>
                  <a:pt x="307019" y="61522"/>
                </a:cubicBezTo>
                <a:cubicBezTo>
                  <a:pt x="307019" y="48375"/>
                  <a:pt x="291359" y="45720"/>
                  <a:pt x="285297" y="44835"/>
                </a:cubicBezTo>
                <a:cubicBezTo>
                  <a:pt x="274183" y="42939"/>
                  <a:pt x="266606" y="41675"/>
                  <a:pt x="266606" y="36366"/>
                </a:cubicBezTo>
                <a:cubicBezTo>
                  <a:pt x="266606" y="32953"/>
                  <a:pt x="270520" y="28910"/>
                  <a:pt x="282393" y="28910"/>
                </a:cubicBezTo>
                <a:cubicBezTo>
                  <a:pt x="294391" y="28910"/>
                  <a:pt x="294896" y="34597"/>
                  <a:pt x="295148" y="37884"/>
                </a:cubicBezTo>
                <a:cubicBezTo>
                  <a:pt x="295401" y="40411"/>
                  <a:pt x="297675" y="40790"/>
                  <a:pt x="299189" y="40790"/>
                </a:cubicBezTo>
                <a:cubicBezTo>
                  <a:pt x="303357" y="40790"/>
                  <a:pt x="303357" y="38517"/>
                  <a:pt x="303357" y="35988"/>
                </a:cubicBezTo>
                <a:lnTo>
                  <a:pt x="303357" y="26384"/>
                </a:lnTo>
                <a:close/>
                <a:moveTo>
                  <a:pt x="419508" y="38987"/>
                </a:moveTo>
                <a:cubicBezTo>
                  <a:pt x="419508" y="36212"/>
                  <a:pt x="419508" y="22077"/>
                  <a:pt x="408394" y="22077"/>
                </a:cubicBezTo>
                <a:cubicBezTo>
                  <a:pt x="403973" y="22077"/>
                  <a:pt x="399680" y="24098"/>
                  <a:pt x="396271" y="28771"/>
                </a:cubicBezTo>
                <a:cubicBezTo>
                  <a:pt x="395513" y="26877"/>
                  <a:pt x="392735" y="22077"/>
                  <a:pt x="386672" y="22077"/>
                </a:cubicBezTo>
                <a:cubicBezTo>
                  <a:pt x="380989" y="22077"/>
                  <a:pt x="377073" y="25740"/>
                  <a:pt x="376063" y="26877"/>
                </a:cubicBezTo>
                <a:cubicBezTo>
                  <a:pt x="375936" y="22836"/>
                  <a:pt x="373285" y="22836"/>
                  <a:pt x="371011" y="22836"/>
                </a:cubicBezTo>
                <a:lnTo>
                  <a:pt x="367222" y="22836"/>
                </a:lnTo>
                <a:cubicBezTo>
                  <a:pt x="365455" y="22836"/>
                  <a:pt x="362171" y="22836"/>
                  <a:pt x="362171" y="26497"/>
                </a:cubicBezTo>
                <a:cubicBezTo>
                  <a:pt x="362171" y="30159"/>
                  <a:pt x="365075" y="30159"/>
                  <a:pt x="368991" y="30159"/>
                </a:cubicBezTo>
                <a:lnTo>
                  <a:pt x="368991" y="69882"/>
                </a:lnTo>
                <a:cubicBezTo>
                  <a:pt x="364950" y="69882"/>
                  <a:pt x="362171" y="69882"/>
                  <a:pt x="362171" y="73545"/>
                </a:cubicBezTo>
                <a:cubicBezTo>
                  <a:pt x="362171" y="77207"/>
                  <a:pt x="365455" y="77207"/>
                  <a:pt x="367222" y="77207"/>
                </a:cubicBezTo>
                <a:lnTo>
                  <a:pt x="377831" y="77207"/>
                </a:lnTo>
                <a:cubicBezTo>
                  <a:pt x="379600" y="77207"/>
                  <a:pt x="382883" y="77207"/>
                  <a:pt x="382883" y="73545"/>
                </a:cubicBezTo>
                <a:cubicBezTo>
                  <a:pt x="382883" y="69882"/>
                  <a:pt x="379979" y="69882"/>
                  <a:pt x="376063" y="69882"/>
                </a:cubicBezTo>
                <a:lnTo>
                  <a:pt x="376063" y="46680"/>
                </a:lnTo>
                <a:cubicBezTo>
                  <a:pt x="376063" y="36086"/>
                  <a:pt x="380609" y="29403"/>
                  <a:pt x="386167" y="29403"/>
                </a:cubicBezTo>
                <a:cubicBezTo>
                  <a:pt x="389703" y="29403"/>
                  <a:pt x="390713" y="33816"/>
                  <a:pt x="390713" y="39744"/>
                </a:cubicBezTo>
                <a:lnTo>
                  <a:pt x="390713" y="69882"/>
                </a:lnTo>
                <a:cubicBezTo>
                  <a:pt x="388566" y="69882"/>
                  <a:pt x="385157" y="69882"/>
                  <a:pt x="385157" y="73545"/>
                </a:cubicBezTo>
                <a:cubicBezTo>
                  <a:pt x="385157" y="77207"/>
                  <a:pt x="388566" y="77207"/>
                  <a:pt x="390335" y="77207"/>
                </a:cubicBezTo>
                <a:lnTo>
                  <a:pt x="399555" y="77207"/>
                </a:lnTo>
                <a:cubicBezTo>
                  <a:pt x="401322" y="77207"/>
                  <a:pt x="404605" y="77207"/>
                  <a:pt x="404605" y="73545"/>
                </a:cubicBezTo>
                <a:cubicBezTo>
                  <a:pt x="404605" y="69882"/>
                  <a:pt x="401701" y="69882"/>
                  <a:pt x="397785" y="69882"/>
                </a:cubicBezTo>
                <a:lnTo>
                  <a:pt x="397785" y="46680"/>
                </a:lnTo>
                <a:cubicBezTo>
                  <a:pt x="397785" y="36086"/>
                  <a:pt x="402331" y="29403"/>
                  <a:pt x="407889" y="29403"/>
                </a:cubicBezTo>
                <a:cubicBezTo>
                  <a:pt x="411425" y="29403"/>
                  <a:pt x="412435" y="33816"/>
                  <a:pt x="412435" y="39744"/>
                </a:cubicBezTo>
                <a:lnTo>
                  <a:pt x="412435" y="69882"/>
                </a:lnTo>
                <a:cubicBezTo>
                  <a:pt x="410288" y="69882"/>
                  <a:pt x="406879" y="69882"/>
                  <a:pt x="406879" y="73545"/>
                </a:cubicBezTo>
                <a:cubicBezTo>
                  <a:pt x="406879" y="77207"/>
                  <a:pt x="410288" y="77207"/>
                  <a:pt x="412057" y="77207"/>
                </a:cubicBezTo>
                <a:lnTo>
                  <a:pt x="421277" y="77207"/>
                </a:lnTo>
                <a:cubicBezTo>
                  <a:pt x="423044" y="77207"/>
                  <a:pt x="426327" y="77207"/>
                  <a:pt x="426327" y="73545"/>
                </a:cubicBezTo>
                <a:cubicBezTo>
                  <a:pt x="426327" y="69882"/>
                  <a:pt x="423423" y="69882"/>
                  <a:pt x="419508" y="69882"/>
                </a:cubicBezTo>
                <a:lnTo>
                  <a:pt x="419508" y="38987"/>
                </a:lnTo>
                <a:close/>
                <a:moveTo>
                  <a:pt x="479751" y="52910"/>
                </a:moveTo>
                <a:cubicBezTo>
                  <a:pt x="482403" y="52910"/>
                  <a:pt x="484802" y="52910"/>
                  <a:pt x="484802" y="48239"/>
                </a:cubicBezTo>
                <a:cubicBezTo>
                  <a:pt x="484802" y="33458"/>
                  <a:pt x="476467" y="21583"/>
                  <a:pt x="460681" y="21583"/>
                </a:cubicBezTo>
                <a:cubicBezTo>
                  <a:pt x="446029" y="21583"/>
                  <a:pt x="434285" y="34215"/>
                  <a:pt x="434285" y="49628"/>
                </a:cubicBezTo>
                <a:cubicBezTo>
                  <a:pt x="434285" y="65561"/>
                  <a:pt x="447041" y="77947"/>
                  <a:pt x="462575" y="77947"/>
                </a:cubicBezTo>
                <a:cubicBezTo>
                  <a:pt x="478866" y="77947"/>
                  <a:pt x="484802" y="66700"/>
                  <a:pt x="484802" y="63411"/>
                </a:cubicBezTo>
                <a:cubicBezTo>
                  <a:pt x="484802" y="62651"/>
                  <a:pt x="484549" y="59869"/>
                  <a:pt x="480634" y="59869"/>
                </a:cubicBezTo>
                <a:cubicBezTo>
                  <a:pt x="478234" y="59869"/>
                  <a:pt x="477477" y="60755"/>
                  <a:pt x="476720" y="62651"/>
                </a:cubicBezTo>
                <a:cubicBezTo>
                  <a:pt x="473561" y="69990"/>
                  <a:pt x="465352" y="70622"/>
                  <a:pt x="462953" y="70622"/>
                </a:cubicBezTo>
                <a:cubicBezTo>
                  <a:pt x="452471" y="70622"/>
                  <a:pt x="444135" y="62651"/>
                  <a:pt x="442745" y="52910"/>
                </a:cubicBezTo>
                <a:lnTo>
                  <a:pt x="479751" y="52910"/>
                </a:lnTo>
                <a:moveTo>
                  <a:pt x="442872" y="45965"/>
                </a:moveTo>
                <a:cubicBezTo>
                  <a:pt x="444514" y="35227"/>
                  <a:pt x="452724" y="28910"/>
                  <a:pt x="460681" y="28910"/>
                </a:cubicBezTo>
                <a:cubicBezTo>
                  <a:pt x="473309" y="28910"/>
                  <a:pt x="475960" y="39648"/>
                  <a:pt x="476467" y="45965"/>
                </a:cubicBezTo>
                <a:lnTo>
                  <a:pt x="442872" y="45965"/>
                </a:lnTo>
                <a:close/>
                <a:moveTo>
                  <a:pt x="519406" y="30143"/>
                </a:moveTo>
                <a:lnTo>
                  <a:pt x="539865" y="30143"/>
                </a:lnTo>
                <a:cubicBezTo>
                  <a:pt x="541634" y="30143"/>
                  <a:pt x="544918" y="30143"/>
                  <a:pt x="544918" y="26480"/>
                </a:cubicBezTo>
                <a:cubicBezTo>
                  <a:pt x="544918" y="22817"/>
                  <a:pt x="541634" y="22817"/>
                  <a:pt x="539865" y="22817"/>
                </a:cubicBezTo>
                <a:lnTo>
                  <a:pt x="519406" y="22817"/>
                </a:lnTo>
                <a:lnTo>
                  <a:pt x="519406" y="12457"/>
                </a:lnTo>
                <a:cubicBezTo>
                  <a:pt x="519406" y="10183"/>
                  <a:pt x="519406" y="7277"/>
                  <a:pt x="515364" y="7277"/>
                </a:cubicBezTo>
                <a:cubicBezTo>
                  <a:pt x="511196" y="7277"/>
                  <a:pt x="511196" y="10183"/>
                  <a:pt x="511196" y="12457"/>
                </a:cubicBezTo>
                <a:lnTo>
                  <a:pt x="511196" y="22817"/>
                </a:lnTo>
                <a:lnTo>
                  <a:pt x="500462" y="22817"/>
                </a:lnTo>
                <a:cubicBezTo>
                  <a:pt x="498693" y="22817"/>
                  <a:pt x="495284" y="22817"/>
                  <a:pt x="495284" y="26480"/>
                </a:cubicBezTo>
                <a:cubicBezTo>
                  <a:pt x="495284" y="30143"/>
                  <a:pt x="498568" y="30143"/>
                  <a:pt x="500335" y="30143"/>
                </a:cubicBezTo>
                <a:lnTo>
                  <a:pt x="511196" y="30143"/>
                </a:lnTo>
                <a:lnTo>
                  <a:pt x="511196" y="61921"/>
                </a:lnTo>
                <a:cubicBezTo>
                  <a:pt x="511196" y="73653"/>
                  <a:pt x="519280" y="77947"/>
                  <a:pt x="528372" y="77947"/>
                </a:cubicBezTo>
                <a:cubicBezTo>
                  <a:pt x="535192" y="77947"/>
                  <a:pt x="547695" y="74538"/>
                  <a:pt x="547695" y="61668"/>
                </a:cubicBezTo>
                <a:cubicBezTo>
                  <a:pt x="547695" y="59148"/>
                  <a:pt x="547695" y="56373"/>
                  <a:pt x="543529" y="56373"/>
                </a:cubicBezTo>
                <a:cubicBezTo>
                  <a:pt x="539488" y="56373"/>
                  <a:pt x="539488" y="59148"/>
                  <a:pt x="539488" y="61796"/>
                </a:cubicBezTo>
                <a:cubicBezTo>
                  <a:pt x="539360" y="69361"/>
                  <a:pt x="532161" y="70622"/>
                  <a:pt x="529257" y="70622"/>
                </a:cubicBezTo>
                <a:cubicBezTo>
                  <a:pt x="519406" y="70622"/>
                  <a:pt x="519406" y="64316"/>
                  <a:pt x="519406" y="61291"/>
                </a:cubicBezTo>
                <a:lnTo>
                  <a:pt x="519406" y="30143"/>
                </a:lnTo>
                <a:close/>
                <a:moveTo>
                  <a:pt x="609833" y="40247"/>
                </a:moveTo>
                <a:cubicBezTo>
                  <a:pt x="609833" y="27887"/>
                  <a:pt x="604023" y="22077"/>
                  <a:pt x="593667" y="22077"/>
                </a:cubicBezTo>
                <a:cubicBezTo>
                  <a:pt x="585079" y="22077"/>
                  <a:pt x="579522" y="26877"/>
                  <a:pt x="577375" y="29276"/>
                </a:cubicBezTo>
                <a:lnTo>
                  <a:pt x="577375" y="5178"/>
                </a:lnTo>
                <a:cubicBezTo>
                  <a:pt x="577375" y="1264"/>
                  <a:pt x="576618" y="0"/>
                  <a:pt x="572322" y="0"/>
                </a:cubicBezTo>
                <a:lnTo>
                  <a:pt x="563988" y="0"/>
                </a:lnTo>
                <a:cubicBezTo>
                  <a:pt x="562219" y="0"/>
                  <a:pt x="558937" y="0"/>
                  <a:pt x="558937" y="3663"/>
                </a:cubicBezTo>
                <a:cubicBezTo>
                  <a:pt x="558937" y="7327"/>
                  <a:pt x="562219" y="7327"/>
                  <a:pt x="563988" y="7327"/>
                </a:cubicBezTo>
                <a:lnTo>
                  <a:pt x="569166" y="7327"/>
                </a:lnTo>
                <a:lnTo>
                  <a:pt x="569166" y="69882"/>
                </a:lnTo>
                <a:lnTo>
                  <a:pt x="563988" y="69882"/>
                </a:lnTo>
                <a:cubicBezTo>
                  <a:pt x="562219" y="69882"/>
                  <a:pt x="558937" y="69882"/>
                  <a:pt x="558937" y="73545"/>
                </a:cubicBezTo>
                <a:cubicBezTo>
                  <a:pt x="558937" y="77207"/>
                  <a:pt x="562219" y="77207"/>
                  <a:pt x="563988" y="77207"/>
                </a:cubicBezTo>
                <a:lnTo>
                  <a:pt x="582553" y="77207"/>
                </a:lnTo>
                <a:cubicBezTo>
                  <a:pt x="584320" y="77207"/>
                  <a:pt x="587604" y="77207"/>
                  <a:pt x="587604" y="73545"/>
                </a:cubicBezTo>
                <a:cubicBezTo>
                  <a:pt x="587604" y="69882"/>
                  <a:pt x="584320" y="69882"/>
                  <a:pt x="582553" y="69882"/>
                </a:cubicBezTo>
                <a:lnTo>
                  <a:pt x="577375" y="69882"/>
                </a:lnTo>
                <a:lnTo>
                  <a:pt x="577375" y="47057"/>
                </a:lnTo>
                <a:cubicBezTo>
                  <a:pt x="577375" y="34826"/>
                  <a:pt x="585962" y="29403"/>
                  <a:pt x="592782" y="29403"/>
                </a:cubicBezTo>
                <a:cubicBezTo>
                  <a:pt x="600107" y="29403"/>
                  <a:pt x="601623" y="33564"/>
                  <a:pt x="601623" y="40752"/>
                </a:cubicBezTo>
                <a:lnTo>
                  <a:pt x="601623" y="69882"/>
                </a:lnTo>
                <a:lnTo>
                  <a:pt x="596445" y="69882"/>
                </a:lnTo>
                <a:cubicBezTo>
                  <a:pt x="594676" y="69882"/>
                  <a:pt x="591393" y="69882"/>
                  <a:pt x="591393" y="73545"/>
                </a:cubicBezTo>
                <a:cubicBezTo>
                  <a:pt x="591393" y="77207"/>
                  <a:pt x="594676" y="77207"/>
                  <a:pt x="596445" y="77207"/>
                </a:cubicBezTo>
                <a:lnTo>
                  <a:pt x="615011" y="77207"/>
                </a:lnTo>
                <a:cubicBezTo>
                  <a:pt x="616778" y="77207"/>
                  <a:pt x="620062" y="77207"/>
                  <a:pt x="620062" y="73545"/>
                </a:cubicBezTo>
                <a:cubicBezTo>
                  <a:pt x="620062" y="69882"/>
                  <a:pt x="616778" y="69882"/>
                  <a:pt x="615011" y="69882"/>
                </a:cubicBezTo>
                <a:lnTo>
                  <a:pt x="609833" y="69882"/>
                </a:lnTo>
                <a:lnTo>
                  <a:pt x="609833" y="40247"/>
                </a:lnTo>
                <a:close/>
                <a:moveTo>
                  <a:pt x="679546" y="49892"/>
                </a:moveTo>
                <a:cubicBezTo>
                  <a:pt x="679546" y="34092"/>
                  <a:pt x="668053" y="21583"/>
                  <a:pt x="654413" y="21583"/>
                </a:cubicBezTo>
                <a:cubicBezTo>
                  <a:pt x="640773" y="21583"/>
                  <a:pt x="629282" y="34092"/>
                  <a:pt x="629282" y="49892"/>
                </a:cubicBezTo>
                <a:cubicBezTo>
                  <a:pt x="629282" y="65819"/>
                  <a:pt x="640901" y="77947"/>
                  <a:pt x="654413" y="77947"/>
                </a:cubicBezTo>
                <a:cubicBezTo>
                  <a:pt x="667928" y="77947"/>
                  <a:pt x="679546" y="65819"/>
                  <a:pt x="679546" y="49892"/>
                </a:cubicBezTo>
                <a:moveTo>
                  <a:pt x="654413" y="70622"/>
                </a:moveTo>
                <a:cubicBezTo>
                  <a:pt x="645321" y="70622"/>
                  <a:pt x="637490" y="61015"/>
                  <a:pt x="637490" y="49008"/>
                </a:cubicBezTo>
                <a:cubicBezTo>
                  <a:pt x="637490" y="37252"/>
                  <a:pt x="645574" y="28910"/>
                  <a:pt x="654413" y="28910"/>
                </a:cubicBezTo>
                <a:cubicBezTo>
                  <a:pt x="663255" y="28910"/>
                  <a:pt x="671337" y="37252"/>
                  <a:pt x="671337" y="49008"/>
                </a:cubicBezTo>
                <a:cubicBezTo>
                  <a:pt x="671337" y="61142"/>
                  <a:pt x="663507" y="70622"/>
                  <a:pt x="654413" y="70622"/>
                </a:cubicBezTo>
                <a:close/>
                <a:moveTo>
                  <a:pt x="739662" y="5178"/>
                </a:moveTo>
                <a:cubicBezTo>
                  <a:pt x="739662" y="1264"/>
                  <a:pt x="738903" y="0"/>
                  <a:pt x="734610" y="0"/>
                </a:cubicBezTo>
                <a:lnTo>
                  <a:pt x="726275" y="0"/>
                </a:lnTo>
                <a:cubicBezTo>
                  <a:pt x="724506" y="0"/>
                  <a:pt x="721222" y="0"/>
                  <a:pt x="721222" y="3663"/>
                </a:cubicBezTo>
                <a:cubicBezTo>
                  <a:pt x="721222" y="7327"/>
                  <a:pt x="724506" y="7327"/>
                  <a:pt x="726275" y="7327"/>
                </a:cubicBezTo>
                <a:lnTo>
                  <a:pt x="731453" y="7327"/>
                </a:lnTo>
                <a:lnTo>
                  <a:pt x="731453" y="28392"/>
                </a:lnTo>
                <a:cubicBezTo>
                  <a:pt x="729432" y="26372"/>
                  <a:pt x="724254" y="22077"/>
                  <a:pt x="716549" y="22077"/>
                </a:cubicBezTo>
                <a:cubicBezTo>
                  <a:pt x="703164" y="22077"/>
                  <a:pt x="691543" y="34192"/>
                  <a:pt x="691543" y="50075"/>
                </a:cubicBezTo>
                <a:cubicBezTo>
                  <a:pt x="691543" y="65580"/>
                  <a:pt x="702404" y="77947"/>
                  <a:pt x="715414" y="77947"/>
                </a:cubicBezTo>
                <a:cubicBezTo>
                  <a:pt x="723623" y="77947"/>
                  <a:pt x="729054" y="73023"/>
                  <a:pt x="731453" y="70244"/>
                </a:cubicBezTo>
                <a:cubicBezTo>
                  <a:pt x="731453" y="75547"/>
                  <a:pt x="731453" y="77189"/>
                  <a:pt x="736504" y="77189"/>
                </a:cubicBezTo>
                <a:lnTo>
                  <a:pt x="744841" y="77189"/>
                </a:lnTo>
                <a:cubicBezTo>
                  <a:pt x="746608" y="77189"/>
                  <a:pt x="749891" y="77189"/>
                  <a:pt x="749891" y="73528"/>
                </a:cubicBezTo>
                <a:cubicBezTo>
                  <a:pt x="749891" y="69866"/>
                  <a:pt x="746608" y="69866"/>
                  <a:pt x="744841" y="69866"/>
                </a:cubicBezTo>
                <a:lnTo>
                  <a:pt x="739662" y="69866"/>
                </a:lnTo>
                <a:lnTo>
                  <a:pt x="739662" y="5178"/>
                </a:lnTo>
                <a:moveTo>
                  <a:pt x="731453" y="53228"/>
                </a:moveTo>
                <a:cubicBezTo>
                  <a:pt x="731453" y="60287"/>
                  <a:pt x="725643" y="70622"/>
                  <a:pt x="716171" y="70622"/>
                </a:cubicBezTo>
                <a:cubicBezTo>
                  <a:pt x="707077" y="70622"/>
                  <a:pt x="699753" y="61420"/>
                  <a:pt x="699753" y="50075"/>
                </a:cubicBezTo>
                <a:cubicBezTo>
                  <a:pt x="699753" y="37975"/>
                  <a:pt x="708342" y="29403"/>
                  <a:pt x="717308" y="29403"/>
                </a:cubicBezTo>
                <a:cubicBezTo>
                  <a:pt x="725518" y="29403"/>
                  <a:pt x="731453" y="36840"/>
                  <a:pt x="731453" y="43394"/>
                </a:cubicBezTo>
                <a:lnTo>
                  <a:pt x="731453" y="53228"/>
                </a:lnTo>
                <a:close/>
              </a:path>
            </a:pathLst>
          </a:custGeom>
          <a:solidFill xmlns:a="http://schemas.openxmlformats.org/drawingml/2006/main">
            <a:srgbClr val="000000"/>
          </a:solidFill>
          <a:ln xmlns:a="http://schemas.openxmlformats.org/drawingml/2006/main" w="0" cap="flat">
            <a:noFill/>
            <a:miter/>
          </a:ln>
        </p:spPr>
      </p:sp>
      <p:sp>
        <p:nvSpPr>
          <p:cNvPr id="85" name="Text class">
            <a:extLst xmlns:a="http://schemas.openxmlformats.org/drawingml/2006/main">
              <a:ext uri="{FF2B5EF4-FFF2-40B4-BE49-F238E27FC236}">
                <a16:creationId xmlns:a16="http://schemas.microsoft.com/office/drawing/2014/main" id="{0483FD9A-4BDA-4B5C-83B9-675A12736B1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13228" y="3935148"/>
            <a:ext cx="307019" cy="77947"/>
          </a:xfrm>
          <a:custGeom xmlns:a="http://schemas.openxmlformats.org/drawingml/2006/main">
            <a:pathLst>
              <a:path w="307019" h="77947">
                <a:moveTo>
                  <a:pt x="48244" y="63418"/>
                </a:moveTo>
                <a:cubicBezTo>
                  <a:pt x="48244" y="60131"/>
                  <a:pt x="45088" y="60131"/>
                  <a:pt x="44076" y="60131"/>
                </a:cubicBezTo>
                <a:cubicBezTo>
                  <a:pt x="41172" y="60131"/>
                  <a:pt x="40667" y="61142"/>
                  <a:pt x="40035" y="62911"/>
                </a:cubicBezTo>
                <a:cubicBezTo>
                  <a:pt x="37256" y="69864"/>
                  <a:pt x="31068" y="70622"/>
                  <a:pt x="28037" y="70622"/>
                </a:cubicBezTo>
                <a:cubicBezTo>
                  <a:pt x="17303" y="70622"/>
                  <a:pt x="8209" y="61647"/>
                  <a:pt x="8209" y="49892"/>
                </a:cubicBezTo>
                <a:cubicBezTo>
                  <a:pt x="8209" y="43446"/>
                  <a:pt x="11873" y="28910"/>
                  <a:pt x="28417" y="28910"/>
                </a:cubicBezTo>
                <a:cubicBezTo>
                  <a:pt x="31826" y="28910"/>
                  <a:pt x="34479" y="29162"/>
                  <a:pt x="35614" y="29288"/>
                </a:cubicBezTo>
                <a:cubicBezTo>
                  <a:pt x="36499" y="29540"/>
                  <a:pt x="36626" y="29667"/>
                  <a:pt x="36626" y="30299"/>
                </a:cubicBezTo>
                <a:cubicBezTo>
                  <a:pt x="37004" y="35481"/>
                  <a:pt x="40920" y="35609"/>
                  <a:pt x="41677" y="35609"/>
                </a:cubicBezTo>
                <a:cubicBezTo>
                  <a:pt x="44456" y="35609"/>
                  <a:pt x="46855" y="33712"/>
                  <a:pt x="46855" y="30299"/>
                </a:cubicBezTo>
                <a:cubicBezTo>
                  <a:pt x="46855" y="21583"/>
                  <a:pt x="34100" y="21583"/>
                  <a:pt x="28542" y="21583"/>
                </a:cubicBezTo>
                <a:cubicBezTo>
                  <a:pt x="6947" y="21583"/>
                  <a:pt x="0" y="39274"/>
                  <a:pt x="0" y="49892"/>
                </a:cubicBezTo>
                <a:cubicBezTo>
                  <a:pt x="0" y="65313"/>
                  <a:pt x="11746" y="77947"/>
                  <a:pt x="26900" y="77947"/>
                </a:cubicBezTo>
                <a:cubicBezTo>
                  <a:pt x="43824" y="77947"/>
                  <a:pt x="48244" y="65440"/>
                  <a:pt x="48244" y="63418"/>
                </a:cubicBezTo>
                <a:close/>
                <a:moveTo>
                  <a:pt x="92194" y="5178"/>
                </a:moveTo>
                <a:cubicBezTo>
                  <a:pt x="92194" y="1264"/>
                  <a:pt x="91437" y="0"/>
                  <a:pt x="87144" y="0"/>
                </a:cubicBezTo>
                <a:lnTo>
                  <a:pt x="68578" y="0"/>
                </a:lnTo>
                <a:cubicBezTo>
                  <a:pt x="66809" y="0"/>
                  <a:pt x="63525" y="0"/>
                  <a:pt x="63525" y="3663"/>
                </a:cubicBezTo>
                <a:cubicBezTo>
                  <a:pt x="63525" y="7327"/>
                  <a:pt x="66809" y="7327"/>
                  <a:pt x="68578" y="7327"/>
                </a:cubicBezTo>
                <a:lnTo>
                  <a:pt x="83985" y="7327"/>
                </a:lnTo>
                <a:lnTo>
                  <a:pt x="83985" y="69882"/>
                </a:lnTo>
                <a:lnTo>
                  <a:pt x="68578" y="69882"/>
                </a:lnTo>
                <a:cubicBezTo>
                  <a:pt x="66809" y="69882"/>
                  <a:pt x="63525" y="69882"/>
                  <a:pt x="63525" y="73545"/>
                </a:cubicBezTo>
                <a:cubicBezTo>
                  <a:pt x="63525" y="77207"/>
                  <a:pt x="66809" y="77207"/>
                  <a:pt x="68578" y="77207"/>
                </a:cubicBezTo>
                <a:lnTo>
                  <a:pt x="107601" y="77207"/>
                </a:lnTo>
                <a:cubicBezTo>
                  <a:pt x="109370" y="77207"/>
                  <a:pt x="112654" y="77207"/>
                  <a:pt x="112654" y="73545"/>
                </a:cubicBezTo>
                <a:cubicBezTo>
                  <a:pt x="112654" y="69882"/>
                  <a:pt x="109370" y="69882"/>
                  <a:pt x="107601" y="69882"/>
                </a:cubicBezTo>
                <a:lnTo>
                  <a:pt x="92194" y="69882"/>
                </a:lnTo>
                <a:lnTo>
                  <a:pt x="92194" y="5178"/>
                </a:lnTo>
                <a:close/>
                <a:moveTo>
                  <a:pt x="172769" y="41293"/>
                </a:moveTo>
                <a:cubicBezTo>
                  <a:pt x="172769" y="31689"/>
                  <a:pt x="165571" y="21583"/>
                  <a:pt x="148522" y="21583"/>
                </a:cubicBezTo>
                <a:cubicBezTo>
                  <a:pt x="143217" y="21583"/>
                  <a:pt x="130967" y="21583"/>
                  <a:pt x="130967" y="30299"/>
                </a:cubicBezTo>
                <a:cubicBezTo>
                  <a:pt x="130967" y="33710"/>
                  <a:pt x="133366" y="35607"/>
                  <a:pt x="136145" y="35607"/>
                </a:cubicBezTo>
                <a:cubicBezTo>
                  <a:pt x="136902" y="35607"/>
                  <a:pt x="141070" y="35354"/>
                  <a:pt x="141196" y="30047"/>
                </a:cubicBezTo>
                <a:cubicBezTo>
                  <a:pt x="141196" y="29415"/>
                  <a:pt x="141323" y="29288"/>
                  <a:pt x="143974" y="29035"/>
                </a:cubicBezTo>
                <a:cubicBezTo>
                  <a:pt x="145491" y="28910"/>
                  <a:pt x="147133" y="28910"/>
                  <a:pt x="148648" y="28910"/>
                </a:cubicBezTo>
                <a:cubicBezTo>
                  <a:pt x="151552" y="28910"/>
                  <a:pt x="155847" y="28910"/>
                  <a:pt x="160014" y="32069"/>
                </a:cubicBezTo>
                <a:cubicBezTo>
                  <a:pt x="164561" y="35607"/>
                  <a:pt x="164561" y="39145"/>
                  <a:pt x="164561" y="42810"/>
                </a:cubicBezTo>
                <a:cubicBezTo>
                  <a:pt x="157109" y="43063"/>
                  <a:pt x="149785" y="43567"/>
                  <a:pt x="141955" y="46094"/>
                </a:cubicBezTo>
                <a:cubicBezTo>
                  <a:pt x="135640" y="48241"/>
                  <a:pt x="127558" y="52790"/>
                  <a:pt x="127558" y="61391"/>
                </a:cubicBezTo>
                <a:cubicBezTo>
                  <a:pt x="127558" y="70369"/>
                  <a:pt x="135513" y="77947"/>
                  <a:pt x="147258" y="77947"/>
                </a:cubicBezTo>
                <a:cubicBezTo>
                  <a:pt x="151299" y="77947"/>
                  <a:pt x="159131" y="77316"/>
                  <a:pt x="165696" y="72770"/>
                </a:cubicBezTo>
                <a:cubicBezTo>
                  <a:pt x="168223" y="76937"/>
                  <a:pt x="174538" y="77189"/>
                  <a:pt x="179336" y="77189"/>
                </a:cubicBezTo>
                <a:cubicBezTo>
                  <a:pt x="182368" y="77189"/>
                  <a:pt x="185399" y="77189"/>
                  <a:pt x="185399" y="73528"/>
                </a:cubicBezTo>
                <a:cubicBezTo>
                  <a:pt x="185399" y="69864"/>
                  <a:pt x="182115" y="69864"/>
                  <a:pt x="180348" y="69864"/>
                </a:cubicBezTo>
                <a:cubicBezTo>
                  <a:pt x="177064" y="69864"/>
                  <a:pt x="174538" y="69610"/>
                  <a:pt x="172769" y="68853"/>
                </a:cubicBezTo>
                <a:lnTo>
                  <a:pt x="172769" y="41293"/>
                </a:lnTo>
                <a:moveTo>
                  <a:pt x="164561" y="60505"/>
                </a:moveTo>
                <a:cubicBezTo>
                  <a:pt x="164561" y="63414"/>
                  <a:pt x="164561" y="66070"/>
                  <a:pt x="159383" y="68473"/>
                </a:cubicBezTo>
                <a:cubicBezTo>
                  <a:pt x="154963" y="70622"/>
                  <a:pt x="149027" y="70622"/>
                  <a:pt x="148648" y="70622"/>
                </a:cubicBezTo>
                <a:cubicBezTo>
                  <a:pt x="141196" y="70622"/>
                  <a:pt x="135765" y="66575"/>
                  <a:pt x="135765" y="61391"/>
                </a:cubicBezTo>
                <a:cubicBezTo>
                  <a:pt x="135765" y="53929"/>
                  <a:pt x="149280" y="49630"/>
                  <a:pt x="164561" y="49630"/>
                </a:cubicBezTo>
                <a:lnTo>
                  <a:pt x="164561" y="60505"/>
                </a:lnTo>
                <a:close/>
                <a:moveTo>
                  <a:pt x="238443" y="26384"/>
                </a:moveTo>
                <a:cubicBezTo>
                  <a:pt x="238443" y="24362"/>
                  <a:pt x="238443" y="21583"/>
                  <a:pt x="234907" y="21583"/>
                </a:cubicBezTo>
                <a:cubicBezTo>
                  <a:pt x="231875" y="21583"/>
                  <a:pt x="231118" y="24489"/>
                  <a:pt x="231118" y="24615"/>
                </a:cubicBezTo>
                <a:cubicBezTo>
                  <a:pt x="226065" y="21583"/>
                  <a:pt x="220255" y="21583"/>
                  <a:pt x="217731" y="21583"/>
                </a:cubicBezTo>
                <a:cubicBezTo>
                  <a:pt x="197144" y="21583"/>
                  <a:pt x="194367" y="32069"/>
                  <a:pt x="194367" y="36366"/>
                </a:cubicBezTo>
                <a:cubicBezTo>
                  <a:pt x="194367" y="41550"/>
                  <a:pt x="197396" y="45088"/>
                  <a:pt x="201691" y="47491"/>
                </a:cubicBezTo>
                <a:cubicBezTo>
                  <a:pt x="205733" y="49765"/>
                  <a:pt x="209394" y="50397"/>
                  <a:pt x="219750" y="52041"/>
                </a:cubicBezTo>
                <a:cubicBezTo>
                  <a:pt x="224676" y="52925"/>
                  <a:pt x="234779" y="54569"/>
                  <a:pt x="234779" y="61522"/>
                </a:cubicBezTo>
                <a:cubicBezTo>
                  <a:pt x="234779" y="66199"/>
                  <a:pt x="230486" y="70622"/>
                  <a:pt x="218740" y="70622"/>
                </a:cubicBezTo>
                <a:cubicBezTo>
                  <a:pt x="210658" y="70622"/>
                  <a:pt x="205353" y="67463"/>
                  <a:pt x="202701" y="58362"/>
                </a:cubicBezTo>
                <a:cubicBezTo>
                  <a:pt x="202069" y="56591"/>
                  <a:pt x="201691" y="55201"/>
                  <a:pt x="198533" y="55201"/>
                </a:cubicBezTo>
                <a:cubicBezTo>
                  <a:pt x="194367" y="55201"/>
                  <a:pt x="194367" y="57602"/>
                  <a:pt x="194367" y="60131"/>
                </a:cubicBezTo>
                <a:lnTo>
                  <a:pt x="194367" y="73148"/>
                </a:lnTo>
                <a:cubicBezTo>
                  <a:pt x="194367" y="75170"/>
                  <a:pt x="194367" y="77947"/>
                  <a:pt x="197903" y="77947"/>
                </a:cubicBezTo>
                <a:cubicBezTo>
                  <a:pt x="199418" y="77947"/>
                  <a:pt x="200554" y="77947"/>
                  <a:pt x="202449" y="72770"/>
                </a:cubicBezTo>
                <a:cubicBezTo>
                  <a:pt x="208259" y="77569"/>
                  <a:pt x="214825" y="77947"/>
                  <a:pt x="218740" y="77947"/>
                </a:cubicBezTo>
                <a:cubicBezTo>
                  <a:pt x="242104" y="77947"/>
                  <a:pt x="242104" y="62786"/>
                  <a:pt x="242104" y="61522"/>
                </a:cubicBezTo>
                <a:cubicBezTo>
                  <a:pt x="242104" y="48375"/>
                  <a:pt x="226445" y="45720"/>
                  <a:pt x="220382" y="44835"/>
                </a:cubicBezTo>
                <a:cubicBezTo>
                  <a:pt x="209269" y="42939"/>
                  <a:pt x="201691" y="41675"/>
                  <a:pt x="201691" y="36366"/>
                </a:cubicBezTo>
                <a:cubicBezTo>
                  <a:pt x="201691" y="32953"/>
                  <a:pt x="205605" y="28910"/>
                  <a:pt x="217478" y="28910"/>
                </a:cubicBezTo>
                <a:cubicBezTo>
                  <a:pt x="229476" y="28910"/>
                  <a:pt x="229981" y="34597"/>
                  <a:pt x="230233" y="37884"/>
                </a:cubicBezTo>
                <a:cubicBezTo>
                  <a:pt x="230486" y="40411"/>
                  <a:pt x="232760" y="40790"/>
                  <a:pt x="234275" y="40790"/>
                </a:cubicBezTo>
                <a:cubicBezTo>
                  <a:pt x="238443" y="40790"/>
                  <a:pt x="238443" y="38517"/>
                  <a:pt x="238443" y="35988"/>
                </a:cubicBezTo>
                <a:lnTo>
                  <a:pt x="238443" y="26384"/>
                </a:lnTo>
                <a:close/>
                <a:moveTo>
                  <a:pt x="303357" y="26384"/>
                </a:moveTo>
                <a:cubicBezTo>
                  <a:pt x="303357" y="24362"/>
                  <a:pt x="303357" y="21583"/>
                  <a:pt x="299821" y="21583"/>
                </a:cubicBezTo>
                <a:cubicBezTo>
                  <a:pt x="296790" y="21583"/>
                  <a:pt x="296033" y="24489"/>
                  <a:pt x="296033" y="24615"/>
                </a:cubicBezTo>
                <a:cubicBezTo>
                  <a:pt x="290980" y="21583"/>
                  <a:pt x="285170" y="21583"/>
                  <a:pt x="282645" y="21583"/>
                </a:cubicBezTo>
                <a:cubicBezTo>
                  <a:pt x="262058" y="21583"/>
                  <a:pt x="259281" y="32069"/>
                  <a:pt x="259281" y="36366"/>
                </a:cubicBezTo>
                <a:cubicBezTo>
                  <a:pt x="259281" y="41550"/>
                  <a:pt x="262311" y="45088"/>
                  <a:pt x="266606" y="47491"/>
                </a:cubicBezTo>
                <a:cubicBezTo>
                  <a:pt x="270647" y="49765"/>
                  <a:pt x="274309" y="50397"/>
                  <a:pt x="284665" y="52041"/>
                </a:cubicBezTo>
                <a:cubicBezTo>
                  <a:pt x="289590" y="52925"/>
                  <a:pt x="299694" y="54569"/>
                  <a:pt x="299694" y="61522"/>
                </a:cubicBezTo>
                <a:cubicBezTo>
                  <a:pt x="299694" y="66199"/>
                  <a:pt x="295401" y="70622"/>
                  <a:pt x="283655" y="70622"/>
                </a:cubicBezTo>
                <a:cubicBezTo>
                  <a:pt x="275573" y="70622"/>
                  <a:pt x="270268" y="67463"/>
                  <a:pt x="267616" y="58362"/>
                </a:cubicBezTo>
                <a:cubicBezTo>
                  <a:pt x="266984" y="56591"/>
                  <a:pt x="266606" y="55201"/>
                  <a:pt x="263448" y="55201"/>
                </a:cubicBezTo>
                <a:cubicBezTo>
                  <a:pt x="259281" y="55201"/>
                  <a:pt x="259281" y="57602"/>
                  <a:pt x="259281" y="60131"/>
                </a:cubicBezTo>
                <a:lnTo>
                  <a:pt x="259281" y="73148"/>
                </a:lnTo>
                <a:cubicBezTo>
                  <a:pt x="259281" y="75170"/>
                  <a:pt x="259281" y="77947"/>
                  <a:pt x="262818" y="77947"/>
                </a:cubicBezTo>
                <a:cubicBezTo>
                  <a:pt x="264332" y="77947"/>
                  <a:pt x="265469" y="77947"/>
                  <a:pt x="267363" y="72770"/>
                </a:cubicBezTo>
                <a:cubicBezTo>
                  <a:pt x="273174" y="77569"/>
                  <a:pt x="279739" y="77947"/>
                  <a:pt x="283655" y="77947"/>
                </a:cubicBezTo>
                <a:cubicBezTo>
                  <a:pt x="307019" y="77947"/>
                  <a:pt x="307019" y="62786"/>
                  <a:pt x="307019" y="61522"/>
                </a:cubicBezTo>
                <a:cubicBezTo>
                  <a:pt x="307019" y="48375"/>
                  <a:pt x="291359" y="45720"/>
                  <a:pt x="285297" y="44835"/>
                </a:cubicBezTo>
                <a:cubicBezTo>
                  <a:pt x="274183" y="42939"/>
                  <a:pt x="266606" y="41675"/>
                  <a:pt x="266606" y="36366"/>
                </a:cubicBezTo>
                <a:cubicBezTo>
                  <a:pt x="266606" y="32953"/>
                  <a:pt x="270520" y="28910"/>
                  <a:pt x="282393" y="28910"/>
                </a:cubicBezTo>
                <a:cubicBezTo>
                  <a:pt x="294391" y="28910"/>
                  <a:pt x="294896" y="34597"/>
                  <a:pt x="295148" y="37884"/>
                </a:cubicBezTo>
                <a:cubicBezTo>
                  <a:pt x="295401" y="40411"/>
                  <a:pt x="297675" y="40790"/>
                  <a:pt x="299189" y="40790"/>
                </a:cubicBezTo>
                <a:cubicBezTo>
                  <a:pt x="303357" y="40790"/>
                  <a:pt x="303357" y="38517"/>
                  <a:pt x="303357" y="35988"/>
                </a:cubicBezTo>
                <a:lnTo>
                  <a:pt x="303357" y="26384"/>
                </a:lnTo>
                <a:close/>
              </a:path>
            </a:pathLst>
          </a:custGeom>
          <a:solidFill xmlns:a="http://schemas.openxmlformats.org/drawingml/2006/main">
            <a:srgbClr val="000000"/>
          </a:solidFill>
          <a:ln xmlns:a="http://schemas.openxmlformats.org/drawingml/2006/main" w="0" cap="flat">
            <a:noFill/>
            <a:miter/>
          </a:ln>
        </p:spPr>
      </p:sp>
      <p:sp>
        <p:nvSpPr>
          <p:cNvPr id="86" name="Text (a)Thenumberofreproducederrorsbyeachtool.Thex-axis">
            <a:extLst xmlns:a="http://schemas.openxmlformats.org/drawingml/2006/main">
              <a:ext uri="{FF2B5EF4-FFF2-40B4-BE49-F238E27FC236}">
                <a16:creationId xmlns:a16="http://schemas.microsoft.com/office/drawing/2014/main" id="{C0DD28AC-81EB-4509-A34B-D3B60F7029C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7510" y="4799539"/>
            <a:ext cx="6070867" cy="242199"/>
          </a:xfrm>
          <a:custGeom xmlns:a="http://schemas.openxmlformats.org/drawingml/2006/main">
            <a:pathLst>
              <a:path w="6070867" h="242199">
                <a:moveTo>
                  <a:pt x="0" y="116832"/>
                </a:moveTo>
                <a:cubicBezTo>
                  <a:pt x="0" y="128365"/>
                  <a:pt x="1004" y="187548"/>
                  <a:pt x="53233" y="233669"/>
                </a:cubicBezTo>
                <a:lnTo>
                  <a:pt x="59006" y="229313"/>
                </a:lnTo>
                <a:cubicBezTo>
                  <a:pt x="50719" y="219575"/>
                  <a:pt x="20842" y="184217"/>
                  <a:pt x="20842" y="116832"/>
                </a:cubicBezTo>
                <a:cubicBezTo>
                  <a:pt x="20842" y="49448"/>
                  <a:pt x="50972" y="14090"/>
                  <a:pt x="59006" y="4867"/>
                </a:cubicBezTo>
                <a:lnTo>
                  <a:pt x="53233" y="254"/>
                </a:lnTo>
                <a:cubicBezTo>
                  <a:pt x="23352" y="26389"/>
                  <a:pt x="0" y="69179"/>
                  <a:pt x="0" y="116832"/>
                </a:cubicBezTo>
                <a:close/>
                <a:moveTo>
                  <a:pt x="139106" y="123662"/>
                </a:moveTo>
                <a:lnTo>
                  <a:pt x="138102" y="154172"/>
                </a:lnTo>
                <a:cubicBezTo>
                  <a:pt x="138102" y="157503"/>
                  <a:pt x="136592" y="159298"/>
                  <a:pt x="134585" y="160838"/>
                </a:cubicBezTo>
                <a:cubicBezTo>
                  <a:pt x="127554" y="166221"/>
                  <a:pt x="119018" y="170835"/>
                  <a:pt x="111486" y="170835"/>
                </a:cubicBezTo>
                <a:cubicBezTo>
                  <a:pt x="100187" y="170835"/>
                  <a:pt x="92904" y="163145"/>
                  <a:pt x="92904" y="155197"/>
                </a:cubicBezTo>
                <a:cubicBezTo>
                  <a:pt x="92904" y="143660"/>
                  <a:pt x="98176" y="134941"/>
                  <a:pt x="117761" y="129558"/>
                </a:cubicBezTo>
                <a:lnTo>
                  <a:pt x="139106" y="123662"/>
                </a:lnTo>
                <a:moveTo>
                  <a:pt x="139106" y="169040"/>
                </a:moveTo>
                <a:cubicBezTo>
                  <a:pt x="142018" y="179033"/>
                  <a:pt x="149500" y="183900"/>
                  <a:pt x="158692" y="183900"/>
                </a:cubicBezTo>
                <a:cubicBezTo>
                  <a:pt x="165017" y="183900"/>
                  <a:pt x="172753" y="182364"/>
                  <a:pt x="178676" y="175960"/>
                </a:cubicBezTo>
                <a:lnTo>
                  <a:pt x="176818" y="169603"/>
                </a:lnTo>
                <a:cubicBezTo>
                  <a:pt x="174055" y="170581"/>
                  <a:pt x="171948" y="170936"/>
                  <a:pt x="170040" y="170936"/>
                </a:cubicBezTo>
                <a:cubicBezTo>
                  <a:pt x="167527" y="170936"/>
                  <a:pt x="164212" y="170475"/>
                  <a:pt x="162657" y="169040"/>
                </a:cubicBezTo>
                <a:cubicBezTo>
                  <a:pt x="160098" y="166683"/>
                  <a:pt x="158488" y="160428"/>
                  <a:pt x="158488" y="149043"/>
                </a:cubicBezTo>
                <a:cubicBezTo>
                  <a:pt x="158488" y="141607"/>
                  <a:pt x="159193" y="113153"/>
                  <a:pt x="159193" y="110331"/>
                </a:cubicBezTo>
                <a:cubicBezTo>
                  <a:pt x="159193" y="75724"/>
                  <a:pt x="136845" y="68804"/>
                  <a:pt x="117761" y="68804"/>
                </a:cubicBezTo>
                <a:cubicBezTo>
                  <a:pt x="98677" y="68804"/>
                  <a:pt x="87130" y="78284"/>
                  <a:pt x="80850" y="83668"/>
                </a:cubicBezTo>
                <a:lnTo>
                  <a:pt x="80099" y="84696"/>
                </a:lnTo>
                <a:lnTo>
                  <a:pt x="84367" y="101871"/>
                </a:lnTo>
                <a:lnTo>
                  <a:pt x="87632" y="102129"/>
                </a:lnTo>
                <a:cubicBezTo>
                  <a:pt x="94662" y="90592"/>
                  <a:pt x="103198" y="80337"/>
                  <a:pt x="115252" y="80337"/>
                </a:cubicBezTo>
                <a:cubicBezTo>
                  <a:pt x="124290" y="80337"/>
                  <a:pt x="139355" y="81619"/>
                  <a:pt x="139355" y="110589"/>
                </a:cubicBezTo>
                <a:cubicBezTo>
                  <a:pt x="139355" y="112383"/>
                  <a:pt x="138351" y="113408"/>
                  <a:pt x="137596" y="113666"/>
                </a:cubicBezTo>
                <a:lnTo>
                  <a:pt x="114248" y="119049"/>
                </a:lnTo>
                <a:cubicBezTo>
                  <a:pt x="88636" y="124945"/>
                  <a:pt x="72567" y="138788"/>
                  <a:pt x="72567" y="156221"/>
                </a:cubicBezTo>
                <a:cubicBezTo>
                  <a:pt x="72567" y="175190"/>
                  <a:pt x="85371" y="183900"/>
                  <a:pt x="103953" y="183900"/>
                </a:cubicBezTo>
                <a:cubicBezTo>
                  <a:pt x="117761" y="183900"/>
                  <a:pt x="124792" y="180573"/>
                  <a:pt x="138102" y="169040"/>
                </a:cubicBezTo>
                <a:lnTo>
                  <a:pt x="139106" y="169040"/>
                </a:lnTo>
                <a:close/>
                <a:moveTo>
                  <a:pt x="246321" y="116832"/>
                </a:moveTo>
                <a:cubicBezTo>
                  <a:pt x="246321" y="105303"/>
                  <a:pt x="245317" y="46117"/>
                  <a:pt x="193089" y="0"/>
                </a:cubicBezTo>
                <a:lnTo>
                  <a:pt x="187315" y="4355"/>
                </a:lnTo>
                <a:cubicBezTo>
                  <a:pt x="195598" y="14090"/>
                  <a:pt x="225479" y="49448"/>
                  <a:pt x="225479" y="116832"/>
                </a:cubicBezTo>
                <a:cubicBezTo>
                  <a:pt x="225479" y="184217"/>
                  <a:pt x="195349" y="219575"/>
                  <a:pt x="187315" y="228801"/>
                </a:cubicBezTo>
                <a:lnTo>
                  <a:pt x="193089" y="233411"/>
                </a:lnTo>
                <a:cubicBezTo>
                  <a:pt x="222969" y="207279"/>
                  <a:pt x="246321" y="164490"/>
                  <a:pt x="246321" y="116832"/>
                </a:cubicBezTo>
                <a:close/>
                <a:moveTo>
                  <a:pt x="362072" y="67471"/>
                </a:moveTo>
                <a:lnTo>
                  <a:pt x="362072" y="130187"/>
                </a:lnTo>
                <a:cubicBezTo>
                  <a:pt x="362072" y="149383"/>
                  <a:pt x="361570" y="167559"/>
                  <a:pt x="359563" y="181383"/>
                </a:cubicBezTo>
                <a:lnTo>
                  <a:pt x="360065" y="182149"/>
                </a:lnTo>
                <a:cubicBezTo>
                  <a:pt x="363076" y="181641"/>
                  <a:pt x="369857" y="181383"/>
                  <a:pt x="372869" y="181383"/>
                </a:cubicBezTo>
                <a:cubicBezTo>
                  <a:pt x="375884" y="181383"/>
                  <a:pt x="382662" y="181641"/>
                  <a:pt x="385677" y="182149"/>
                </a:cubicBezTo>
                <a:lnTo>
                  <a:pt x="386179" y="181383"/>
                </a:lnTo>
                <a:cubicBezTo>
                  <a:pt x="384167" y="166792"/>
                  <a:pt x="383666" y="149383"/>
                  <a:pt x="383666" y="130187"/>
                </a:cubicBezTo>
                <a:lnTo>
                  <a:pt x="383666" y="67471"/>
                </a:lnTo>
                <a:cubicBezTo>
                  <a:pt x="383666" y="63119"/>
                  <a:pt x="383918" y="36753"/>
                  <a:pt x="385677" y="30612"/>
                </a:cubicBezTo>
                <a:cubicBezTo>
                  <a:pt x="419320" y="30612"/>
                  <a:pt x="436396" y="34193"/>
                  <a:pt x="436396" y="34193"/>
                </a:cubicBezTo>
                <a:lnTo>
                  <a:pt x="436898" y="33168"/>
                </a:lnTo>
                <a:cubicBezTo>
                  <a:pt x="436396" y="29329"/>
                  <a:pt x="436396" y="23438"/>
                  <a:pt x="436898" y="16260"/>
                </a:cubicBezTo>
                <a:lnTo>
                  <a:pt x="436396" y="15493"/>
                </a:lnTo>
                <a:cubicBezTo>
                  <a:pt x="432377" y="16006"/>
                  <a:pt x="426603" y="16260"/>
                  <a:pt x="421331" y="16260"/>
                </a:cubicBezTo>
                <a:lnTo>
                  <a:pt x="324410" y="16260"/>
                </a:lnTo>
                <a:cubicBezTo>
                  <a:pt x="319138" y="16260"/>
                  <a:pt x="313361" y="16006"/>
                  <a:pt x="309345" y="15493"/>
                </a:cubicBezTo>
                <a:lnTo>
                  <a:pt x="308843" y="16260"/>
                </a:lnTo>
                <a:cubicBezTo>
                  <a:pt x="309345" y="23438"/>
                  <a:pt x="309345" y="29329"/>
                  <a:pt x="308843" y="33168"/>
                </a:cubicBezTo>
                <a:lnTo>
                  <a:pt x="309345" y="34193"/>
                </a:lnTo>
                <a:cubicBezTo>
                  <a:pt x="309345" y="34193"/>
                  <a:pt x="326418" y="30612"/>
                  <a:pt x="360065" y="30612"/>
                </a:cubicBezTo>
                <a:cubicBezTo>
                  <a:pt x="361823" y="36753"/>
                  <a:pt x="362072" y="63119"/>
                  <a:pt x="362072" y="67471"/>
                </a:cubicBezTo>
                <a:close/>
                <a:moveTo>
                  <a:pt x="483351" y="91104"/>
                </a:moveTo>
                <a:lnTo>
                  <a:pt x="483351" y="52935"/>
                </a:lnTo>
                <a:cubicBezTo>
                  <a:pt x="483351" y="33989"/>
                  <a:pt x="484405" y="20779"/>
                  <a:pt x="485608" y="5059"/>
                </a:cubicBezTo>
                <a:cubicBezTo>
                  <a:pt x="485608" y="3268"/>
                  <a:pt x="484907" y="2498"/>
                  <a:pt x="483351" y="2498"/>
                </a:cubicBezTo>
                <a:cubicBezTo>
                  <a:pt x="477071" y="5059"/>
                  <a:pt x="471700" y="6853"/>
                  <a:pt x="461505" y="7620"/>
                </a:cubicBezTo>
                <a:lnTo>
                  <a:pt x="461003" y="8390"/>
                </a:lnTo>
                <a:cubicBezTo>
                  <a:pt x="462961" y="19344"/>
                  <a:pt x="463263" y="38599"/>
                  <a:pt x="463263" y="58053"/>
                </a:cubicBezTo>
                <a:lnTo>
                  <a:pt x="463263" y="135215"/>
                </a:lnTo>
                <a:cubicBezTo>
                  <a:pt x="463263" y="154297"/>
                  <a:pt x="462961" y="167019"/>
                  <a:pt x="461003" y="181383"/>
                </a:cubicBezTo>
                <a:lnTo>
                  <a:pt x="461505" y="182149"/>
                </a:lnTo>
                <a:cubicBezTo>
                  <a:pt x="464516" y="181637"/>
                  <a:pt x="470294" y="181383"/>
                  <a:pt x="473305" y="181383"/>
                </a:cubicBezTo>
                <a:cubicBezTo>
                  <a:pt x="476321" y="181383"/>
                  <a:pt x="482094" y="181637"/>
                  <a:pt x="485106" y="182149"/>
                </a:cubicBezTo>
                <a:lnTo>
                  <a:pt x="485608" y="181383"/>
                </a:lnTo>
                <a:cubicBezTo>
                  <a:pt x="483753" y="166710"/>
                  <a:pt x="483351" y="154708"/>
                  <a:pt x="483351" y="135215"/>
                </a:cubicBezTo>
                <a:lnTo>
                  <a:pt x="483351" y="105209"/>
                </a:lnTo>
                <a:cubicBezTo>
                  <a:pt x="496155" y="89821"/>
                  <a:pt x="510868" y="84180"/>
                  <a:pt x="519756" y="84180"/>
                </a:cubicBezTo>
                <a:cubicBezTo>
                  <a:pt x="532565" y="84180"/>
                  <a:pt x="537836" y="89309"/>
                  <a:pt x="537836" y="110081"/>
                </a:cubicBezTo>
                <a:lnTo>
                  <a:pt x="537836" y="135215"/>
                </a:lnTo>
                <a:cubicBezTo>
                  <a:pt x="537836" y="154454"/>
                  <a:pt x="537584" y="167582"/>
                  <a:pt x="535576" y="181383"/>
                </a:cubicBezTo>
                <a:lnTo>
                  <a:pt x="536078" y="182149"/>
                </a:lnTo>
                <a:cubicBezTo>
                  <a:pt x="539093" y="181637"/>
                  <a:pt x="544867" y="181383"/>
                  <a:pt x="547878" y="181383"/>
                </a:cubicBezTo>
                <a:cubicBezTo>
                  <a:pt x="550894" y="181383"/>
                  <a:pt x="556668" y="181637"/>
                  <a:pt x="559683" y="182149"/>
                </a:cubicBezTo>
                <a:lnTo>
                  <a:pt x="560185" y="181383"/>
                </a:lnTo>
                <a:cubicBezTo>
                  <a:pt x="558173" y="166710"/>
                  <a:pt x="557924" y="154708"/>
                  <a:pt x="557924" y="135215"/>
                </a:cubicBezTo>
                <a:cubicBezTo>
                  <a:pt x="557924" y="127009"/>
                  <a:pt x="558426" y="117520"/>
                  <a:pt x="558426" y="109314"/>
                </a:cubicBezTo>
                <a:cubicBezTo>
                  <a:pt x="558426" y="82640"/>
                  <a:pt x="549890" y="68804"/>
                  <a:pt x="527289" y="68804"/>
                </a:cubicBezTo>
                <a:cubicBezTo>
                  <a:pt x="517749" y="68804"/>
                  <a:pt x="499922" y="72651"/>
                  <a:pt x="483853" y="91874"/>
                </a:cubicBezTo>
                <a:lnTo>
                  <a:pt x="483351" y="91104"/>
                </a:lnTo>
                <a:close/>
                <a:moveTo>
                  <a:pt x="609901" y="111351"/>
                </a:moveTo>
                <a:cubicBezTo>
                  <a:pt x="614169" y="84692"/>
                  <a:pt x="630640" y="79055"/>
                  <a:pt x="638525" y="79055"/>
                </a:cubicBezTo>
                <a:cubicBezTo>
                  <a:pt x="648467" y="79055"/>
                  <a:pt x="659617" y="88539"/>
                  <a:pt x="659617" y="107762"/>
                </a:cubicBezTo>
                <a:cubicBezTo>
                  <a:pt x="659617" y="110069"/>
                  <a:pt x="658613" y="111351"/>
                  <a:pt x="656099" y="111351"/>
                </a:cubicBezTo>
                <a:lnTo>
                  <a:pt x="609901" y="111351"/>
                </a:lnTo>
                <a:moveTo>
                  <a:pt x="676942" y="154681"/>
                </a:moveTo>
                <a:cubicBezTo>
                  <a:pt x="668153" y="164427"/>
                  <a:pt x="656352" y="168786"/>
                  <a:pt x="642540" y="168786"/>
                </a:cubicBezTo>
                <a:cubicBezTo>
                  <a:pt x="633954" y="168786"/>
                  <a:pt x="622104" y="165451"/>
                  <a:pt x="615173" y="154168"/>
                </a:cubicBezTo>
                <a:cubicBezTo>
                  <a:pt x="610752" y="146987"/>
                  <a:pt x="609146" y="136525"/>
                  <a:pt x="609146" y="121598"/>
                </a:cubicBezTo>
                <a:lnTo>
                  <a:pt x="677444" y="121598"/>
                </a:lnTo>
                <a:cubicBezTo>
                  <a:pt x="680206" y="121598"/>
                  <a:pt x="681961" y="120062"/>
                  <a:pt x="681961" y="117243"/>
                </a:cubicBezTo>
                <a:cubicBezTo>
                  <a:pt x="681961" y="95717"/>
                  <a:pt x="671666" y="68804"/>
                  <a:pt x="638525" y="68804"/>
                </a:cubicBezTo>
                <a:cubicBezTo>
                  <a:pt x="612660" y="68804"/>
                  <a:pt x="587051" y="90076"/>
                  <a:pt x="587051" y="127756"/>
                </a:cubicBezTo>
                <a:cubicBezTo>
                  <a:pt x="587051" y="142319"/>
                  <a:pt x="589963" y="156682"/>
                  <a:pt x="598350" y="166992"/>
                </a:cubicBezTo>
                <a:cubicBezTo>
                  <a:pt x="606985" y="177598"/>
                  <a:pt x="621349" y="183900"/>
                  <a:pt x="638272" y="183900"/>
                </a:cubicBezTo>
                <a:cubicBezTo>
                  <a:pt x="656352" y="183900"/>
                  <a:pt x="672421" y="174424"/>
                  <a:pt x="681961" y="161092"/>
                </a:cubicBezTo>
                <a:lnTo>
                  <a:pt x="676942" y="154681"/>
                </a:lnTo>
                <a:close/>
                <a:moveTo>
                  <a:pt x="855465" y="135215"/>
                </a:moveTo>
                <a:cubicBezTo>
                  <a:pt x="855465" y="127009"/>
                  <a:pt x="855967" y="117520"/>
                  <a:pt x="855967" y="109314"/>
                </a:cubicBezTo>
                <a:cubicBezTo>
                  <a:pt x="855967" y="82640"/>
                  <a:pt x="847431" y="68804"/>
                  <a:pt x="824834" y="68804"/>
                </a:cubicBezTo>
                <a:cubicBezTo>
                  <a:pt x="815290" y="68804"/>
                  <a:pt x="797463" y="72651"/>
                  <a:pt x="781394" y="91874"/>
                </a:cubicBezTo>
                <a:lnTo>
                  <a:pt x="780892" y="91104"/>
                </a:lnTo>
                <a:lnTo>
                  <a:pt x="780892" y="72393"/>
                </a:lnTo>
                <a:cubicBezTo>
                  <a:pt x="780843" y="70395"/>
                  <a:pt x="780590" y="69832"/>
                  <a:pt x="779387" y="69832"/>
                </a:cubicBezTo>
                <a:cubicBezTo>
                  <a:pt x="773762" y="70958"/>
                  <a:pt x="764770" y="71161"/>
                  <a:pt x="759046" y="70598"/>
                </a:cubicBezTo>
                <a:lnTo>
                  <a:pt x="758544" y="71368"/>
                </a:lnTo>
                <a:cubicBezTo>
                  <a:pt x="760303" y="82436"/>
                  <a:pt x="760805" y="101875"/>
                  <a:pt x="760805" y="121109"/>
                </a:cubicBezTo>
                <a:lnTo>
                  <a:pt x="760805" y="135215"/>
                </a:lnTo>
                <a:cubicBezTo>
                  <a:pt x="760805" y="154454"/>
                  <a:pt x="760552" y="167531"/>
                  <a:pt x="758544" y="181383"/>
                </a:cubicBezTo>
                <a:lnTo>
                  <a:pt x="759046" y="182149"/>
                </a:lnTo>
                <a:cubicBezTo>
                  <a:pt x="762061" y="181637"/>
                  <a:pt x="767835" y="181383"/>
                  <a:pt x="770847" y="181383"/>
                </a:cubicBezTo>
                <a:cubicBezTo>
                  <a:pt x="773862" y="181383"/>
                  <a:pt x="779636" y="181637"/>
                  <a:pt x="782651" y="182149"/>
                </a:cubicBezTo>
                <a:lnTo>
                  <a:pt x="783153" y="181383"/>
                </a:lnTo>
                <a:cubicBezTo>
                  <a:pt x="781141" y="166761"/>
                  <a:pt x="780892" y="154708"/>
                  <a:pt x="780892" y="135215"/>
                </a:cubicBezTo>
                <a:lnTo>
                  <a:pt x="780892" y="105209"/>
                </a:lnTo>
                <a:cubicBezTo>
                  <a:pt x="793697" y="89821"/>
                  <a:pt x="808260" y="84180"/>
                  <a:pt x="817302" y="84180"/>
                </a:cubicBezTo>
                <a:cubicBezTo>
                  <a:pt x="830106" y="84180"/>
                  <a:pt x="835378" y="89309"/>
                  <a:pt x="835378" y="110081"/>
                </a:cubicBezTo>
                <a:lnTo>
                  <a:pt x="835378" y="135215"/>
                </a:lnTo>
                <a:cubicBezTo>
                  <a:pt x="835378" y="154454"/>
                  <a:pt x="834926" y="167582"/>
                  <a:pt x="833117" y="181383"/>
                </a:cubicBezTo>
                <a:lnTo>
                  <a:pt x="833619" y="182149"/>
                </a:lnTo>
                <a:cubicBezTo>
                  <a:pt x="836634" y="181637"/>
                  <a:pt x="842408" y="181383"/>
                  <a:pt x="845424" y="181383"/>
                </a:cubicBezTo>
                <a:cubicBezTo>
                  <a:pt x="848435" y="181383"/>
                  <a:pt x="854209" y="181637"/>
                  <a:pt x="857224" y="182149"/>
                </a:cubicBezTo>
                <a:lnTo>
                  <a:pt x="857726" y="181383"/>
                </a:lnTo>
                <a:cubicBezTo>
                  <a:pt x="855768" y="166761"/>
                  <a:pt x="855465" y="154708"/>
                  <a:pt x="855465" y="135215"/>
                </a:cubicBezTo>
                <a:close/>
                <a:moveTo>
                  <a:pt x="966949" y="157836"/>
                </a:moveTo>
                <a:lnTo>
                  <a:pt x="967953" y="158602"/>
                </a:lnTo>
                <a:lnTo>
                  <a:pt x="969210" y="181383"/>
                </a:lnTo>
                <a:cubicBezTo>
                  <a:pt x="969210" y="181895"/>
                  <a:pt x="969513" y="182149"/>
                  <a:pt x="970214" y="182149"/>
                </a:cubicBezTo>
                <a:cubicBezTo>
                  <a:pt x="973528" y="181691"/>
                  <a:pt x="976493" y="181383"/>
                  <a:pt x="980156" y="181383"/>
                </a:cubicBezTo>
                <a:cubicBezTo>
                  <a:pt x="983271" y="181383"/>
                  <a:pt x="988041" y="181641"/>
                  <a:pt x="991305" y="182149"/>
                </a:cubicBezTo>
                <a:lnTo>
                  <a:pt x="991807" y="181383"/>
                </a:lnTo>
                <a:cubicBezTo>
                  <a:pt x="989799" y="170377"/>
                  <a:pt x="987539" y="151436"/>
                  <a:pt x="987539" y="132240"/>
                </a:cubicBezTo>
                <a:lnTo>
                  <a:pt x="987539" y="117649"/>
                </a:lnTo>
                <a:cubicBezTo>
                  <a:pt x="987539" y="98450"/>
                  <a:pt x="987792" y="85142"/>
                  <a:pt x="989799" y="71576"/>
                </a:cubicBezTo>
                <a:lnTo>
                  <a:pt x="989298" y="70805"/>
                </a:lnTo>
                <a:cubicBezTo>
                  <a:pt x="986282" y="71318"/>
                  <a:pt x="980508" y="71576"/>
                  <a:pt x="977497" y="71576"/>
                </a:cubicBezTo>
                <a:cubicBezTo>
                  <a:pt x="974482" y="71576"/>
                  <a:pt x="968708" y="71318"/>
                  <a:pt x="965696" y="70805"/>
                </a:cubicBezTo>
                <a:lnTo>
                  <a:pt x="965191" y="71576"/>
                </a:lnTo>
                <a:cubicBezTo>
                  <a:pt x="967152" y="86217"/>
                  <a:pt x="967451" y="98196"/>
                  <a:pt x="967451" y="117649"/>
                </a:cubicBezTo>
                <a:lnTo>
                  <a:pt x="967451" y="142733"/>
                </a:lnTo>
                <a:cubicBezTo>
                  <a:pt x="959819" y="155842"/>
                  <a:pt x="945356" y="169552"/>
                  <a:pt x="933053" y="169552"/>
                </a:cubicBezTo>
                <a:cubicBezTo>
                  <a:pt x="924414" y="169552"/>
                  <a:pt x="916230" y="166741"/>
                  <a:pt x="916230" y="142948"/>
                </a:cubicBezTo>
                <a:lnTo>
                  <a:pt x="916230" y="117622"/>
                </a:lnTo>
                <a:cubicBezTo>
                  <a:pt x="916230" y="98434"/>
                  <a:pt x="916479" y="85134"/>
                  <a:pt x="918491" y="71576"/>
                </a:cubicBezTo>
                <a:lnTo>
                  <a:pt x="917989" y="70805"/>
                </a:lnTo>
                <a:cubicBezTo>
                  <a:pt x="914973" y="71318"/>
                  <a:pt x="909200" y="71576"/>
                  <a:pt x="906184" y="71576"/>
                </a:cubicBezTo>
                <a:cubicBezTo>
                  <a:pt x="903173" y="71576"/>
                  <a:pt x="897399" y="71318"/>
                  <a:pt x="894384" y="70805"/>
                </a:cubicBezTo>
                <a:lnTo>
                  <a:pt x="893882" y="71576"/>
                </a:lnTo>
                <a:cubicBezTo>
                  <a:pt x="895890" y="86154"/>
                  <a:pt x="896142" y="98180"/>
                  <a:pt x="896142" y="117622"/>
                </a:cubicBezTo>
                <a:lnTo>
                  <a:pt x="896142" y="148320"/>
                </a:lnTo>
                <a:cubicBezTo>
                  <a:pt x="896142" y="165971"/>
                  <a:pt x="904177" y="183900"/>
                  <a:pt x="929034" y="183900"/>
                </a:cubicBezTo>
                <a:cubicBezTo>
                  <a:pt x="944601" y="183900"/>
                  <a:pt x="958662" y="170835"/>
                  <a:pt x="966949" y="157785"/>
                </a:cubicBezTo>
                <a:lnTo>
                  <a:pt x="966949" y="157836"/>
                </a:lnTo>
                <a:close/>
                <a:moveTo>
                  <a:pt x="1050813" y="91104"/>
                </a:moveTo>
                <a:lnTo>
                  <a:pt x="1050813" y="72393"/>
                </a:lnTo>
                <a:cubicBezTo>
                  <a:pt x="1050813" y="70395"/>
                  <a:pt x="1050514" y="69832"/>
                  <a:pt x="1049307" y="69832"/>
                </a:cubicBezTo>
                <a:cubicBezTo>
                  <a:pt x="1043683" y="70958"/>
                  <a:pt x="1034694" y="71161"/>
                  <a:pt x="1028970" y="70598"/>
                </a:cubicBezTo>
                <a:lnTo>
                  <a:pt x="1028469" y="71368"/>
                </a:lnTo>
                <a:cubicBezTo>
                  <a:pt x="1030223" y="82436"/>
                  <a:pt x="1030725" y="101875"/>
                  <a:pt x="1030725" y="121109"/>
                </a:cubicBezTo>
                <a:lnTo>
                  <a:pt x="1030725" y="135215"/>
                </a:lnTo>
                <a:cubicBezTo>
                  <a:pt x="1030725" y="154454"/>
                  <a:pt x="1030476" y="167531"/>
                  <a:pt x="1028469" y="181383"/>
                </a:cubicBezTo>
                <a:lnTo>
                  <a:pt x="1028970" y="182149"/>
                </a:lnTo>
                <a:cubicBezTo>
                  <a:pt x="1031982" y="181637"/>
                  <a:pt x="1037756" y="181383"/>
                  <a:pt x="1040771" y="181383"/>
                </a:cubicBezTo>
                <a:cubicBezTo>
                  <a:pt x="1043782" y="181383"/>
                  <a:pt x="1049560" y="181637"/>
                  <a:pt x="1052571" y="182149"/>
                </a:cubicBezTo>
                <a:lnTo>
                  <a:pt x="1053073" y="181383"/>
                </a:lnTo>
                <a:cubicBezTo>
                  <a:pt x="1051066" y="166761"/>
                  <a:pt x="1050813" y="154708"/>
                  <a:pt x="1050813" y="135215"/>
                </a:cubicBezTo>
                <a:lnTo>
                  <a:pt x="1050813" y="104185"/>
                </a:lnTo>
                <a:cubicBezTo>
                  <a:pt x="1062617" y="91874"/>
                  <a:pt x="1076678" y="84180"/>
                  <a:pt x="1085463" y="84180"/>
                </a:cubicBezTo>
                <a:cubicBezTo>
                  <a:pt x="1095007" y="84180"/>
                  <a:pt x="1102038" y="89821"/>
                  <a:pt x="1102038" y="107004"/>
                </a:cubicBezTo>
                <a:lnTo>
                  <a:pt x="1102038" y="135215"/>
                </a:lnTo>
                <a:cubicBezTo>
                  <a:pt x="1102038" y="154454"/>
                  <a:pt x="1101785" y="167531"/>
                  <a:pt x="1099777" y="181383"/>
                </a:cubicBezTo>
                <a:lnTo>
                  <a:pt x="1100279" y="182149"/>
                </a:lnTo>
                <a:cubicBezTo>
                  <a:pt x="1103291" y="181637"/>
                  <a:pt x="1109068" y="181383"/>
                  <a:pt x="1112080" y="181383"/>
                </a:cubicBezTo>
                <a:cubicBezTo>
                  <a:pt x="1115095" y="181383"/>
                  <a:pt x="1120869" y="181637"/>
                  <a:pt x="1123880" y="182149"/>
                </a:cubicBezTo>
                <a:lnTo>
                  <a:pt x="1124382" y="181383"/>
                </a:lnTo>
                <a:cubicBezTo>
                  <a:pt x="1122375" y="166761"/>
                  <a:pt x="1122126" y="154708"/>
                  <a:pt x="1122126" y="135215"/>
                </a:cubicBezTo>
                <a:lnTo>
                  <a:pt x="1122126" y="109314"/>
                </a:lnTo>
                <a:cubicBezTo>
                  <a:pt x="1122126" y="105721"/>
                  <a:pt x="1122126" y="102645"/>
                  <a:pt x="1121873" y="99568"/>
                </a:cubicBezTo>
                <a:cubicBezTo>
                  <a:pt x="1133926" y="85974"/>
                  <a:pt x="1143968" y="84180"/>
                  <a:pt x="1153761" y="84180"/>
                </a:cubicBezTo>
                <a:cubicBezTo>
                  <a:pt x="1167320" y="84180"/>
                  <a:pt x="1173849" y="89821"/>
                  <a:pt x="1173849" y="107004"/>
                </a:cubicBezTo>
                <a:lnTo>
                  <a:pt x="1173849" y="135215"/>
                </a:lnTo>
                <a:cubicBezTo>
                  <a:pt x="1173849" y="154454"/>
                  <a:pt x="1173600" y="167531"/>
                  <a:pt x="1171588" y="181383"/>
                </a:cubicBezTo>
                <a:lnTo>
                  <a:pt x="1172090" y="182149"/>
                </a:lnTo>
                <a:cubicBezTo>
                  <a:pt x="1175105" y="181637"/>
                  <a:pt x="1180879" y="181383"/>
                  <a:pt x="1183894" y="181383"/>
                </a:cubicBezTo>
                <a:cubicBezTo>
                  <a:pt x="1186906" y="181383"/>
                  <a:pt x="1192680" y="181637"/>
                  <a:pt x="1195695" y="182149"/>
                </a:cubicBezTo>
                <a:lnTo>
                  <a:pt x="1196197" y="181383"/>
                </a:lnTo>
                <a:cubicBezTo>
                  <a:pt x="1194185" y="166761"/>
                  <a:pt x="1193936" y="154708"/>
                  <a:pt x="1193936" y="135215"/>
                </a:cubicBezTo>
                <a:lnTo>
                  <a:pt x="1193936" y="109568"/>
                </a:lnTo>
                <a:cubicBezTo>
                  <a:pt x="1193936" y="86745"/>
                  <a:pt x="1189917" y="68804"/>
                  <a:pt x="1162799" y="68804"/>
                </a:cubicBezTo>
                <a:cubicBezTo>
                  <a:pt x="1149244" y="68804"/>
                  <a:pt x="1134677" y="73675"/>
                  <a:pt x="1120367" y="89051"/>
                </a:cubicBezTo>
                <a:cubicBezTo>
                  <a:pt x="1118106" y="76748"/>
                  <a:pt x="1107812" y="68804"/>
                  <a:pt x="1093751" y="68804"/>
                </a:cubicBezTo>
                <a:cubicBezTo>
                  <a:pt x="1078184" y="68804"/>
                  <a:pt x="1063368" y="79055"/>
                  <a:pt x="1051568" y="91874"/>
                </a:cubicBezTo>
                <a:lnTo>
                  <a:pt x="1050813" y="91104"/>
                </a:lnTo>
                <a:close/>
                <a:moveTo>
                  <a:pt x="1253443" y="160580"/>
                </a:moveTo>
                <a:lnTo>
                  <a:pt x="1253443" y="94181"/>
                </a:lnTo>
                <a:cubicBezTo>
                  <a:pt x="1263236" y="83926"/>
                  <a:pt x="1269516" y="79055"/>
                  <a:pt x="1279810" y="79055"/>
                </a:cubicBezTo>
                <a:cubicBezTo>
                  <a:pt x="1295124" y="79055"/>
                  <a:pt x="1308683" y="91925"/>
                  <a:pt x="1308683" y="123916"/>
                </a:cubicBezTo>
                <a:cubicBezTo>
                  <a:pt x="1308683" y="155709"/>
                  <a:pt x="1299392" y="173653"/>
                  <a:pt x="1275542" y="173653"/>
                </a:cubicBezTo>
                <a:cubicBezTo>
                  <a:pt x="1267757" y="173653"/>
                  <a:pt x="1258466" y="166988"/>
                  <a:pt x="1253443" y="160580"/>
                </a:cubicBezTo>
                <a:moveTo>
                  <a:pt x="1253443" y="53189"/>
                </a:moveTo>
                <a:cubicBezTo>
                  <a:pt x="1253443" y="34244"/>
                  <a:pt x="1253746" y="20728"/>
                  <a:pt x="1254953" y="5059"/>
                </a:cubicBezTo>
                <a:cubicBezTo>
                  <a:pt x="1254953" y="3268"/>
                  <a:pt x="1254248" y="2498"/>
                  <a:pt x="1252692" y="2498"/>
                </a:cubicBezTo>
                <a:cubicBezTo>
                  <a:pt x="1246413" y="5059"/>
                  <a:pt x="1241041" y="6853"/>
                  <a:pt x="1230846" y="7620"/>
                </a:cubicBezTo>
                <a:lnTo>
                  <a:pt x="1230344" y="8390"/>
                </a:lnTo>
                <a:cubicBezTo>
                  <a:pt x="1232302" y="19344"/>
                  <a:pt x="1233355" y="38341"/>
                  <a:pt x="1233355" y="57798"/>
                </a:cubicBezTo>
                <a:lnTo>
                  <a:pt x="1233355" y="162629"/>
                </a:lnTo>
                <a:cubicBezTo>
                  <a:pt x="1233355" y="172629"/>
                  <a:pt x="1233156" y="176269"/>
                  <a:pt x="1232103" y="181852"/>
                </a:cubicBezTo>
                <a:cubicBezTo>
                  <a:pt x="1233608" y="183388"/>
                  <a:pt x="1236520" y="183900"/>
                  <a:pt x="1239133" y="183900"/>
                </a:cubicBezTo>
                <a:cubicBezTo>
                  <a:pt x="1241895" y="180827"/>
                  <a:pt x="1244807" y="176472"/>
                  <a:pt x="1247416" y="171347"/>
                </a:cubicBezTo>
                <a:cubicBezTo>
                  <a:pt x="1254700" y="177755"/>
                  <a:pt x="1266251" y="183900"/>
                  <a:pt x="1277048" y="183900"/>
                </a:cubicBezTo>
                <a:cubicBezTo>
                  <a:pt x="1302657" y="183900"/>
                  <a:pt x="1331032" y="165451"/>
                  <a:pt x="1331032" y="121868"/>
                </a:cubicBezTo>
                <a:cubicBezTo>
                  <a:pt x="1331032" y="90592"/>
                  <a:pt x="1309185" y="68804"/>
                  <a:pt x="1284829" y="68804"/>
                </a:cubicBezTo>
                <a:cubicBezTo>
                  <a:pt x="1272780" y="68804"/>
                  <a:pt x="1261983" y="72135"/>
                  <a:pt x="1253443" y="81619"/>
                </a:cubicBezTo>
                <a:lnTo>
                  <a:pt x="1253443" y="53189"/>
                </a:lnTo>
                <a:close/>
                <a:moveTo>
                  <a:pt x="1373216" y="111351"/>
                </a:moveTo>
                <a:cubicBezTo>
                  <a:pt x="1377485" y="84692"/>
                  <a:pt x="1393956" y="79055"/>
                  <a:pt x="1401840" y="79055"/>
                </a:cubicBezTo>
                <a:cubicBezTo>
                  <a:pt x="1411783" y="79055"/>
                  <a:pt x="1422932" y="88539"/>
                  <a:pt x="1422932" y="107762"/>
                </a:cubicBezTo>
                <a:cubicBezTo>
                  <a:pt x="1422932" y="110069"/>
                  <a:pt x="1421928" y="111351"/>
                  <a:pt x="1419415" y="111351"/>
                </a:cubicBezTo>
                <a:lnTo>
                  <a:pt x="1373216" y="111351"/>
                </a:lnTo>
                <a:moveTo>
                  <a:pt x="1440257" y="154681"/>
                </a:moveTo>
                <a:cubicBezTo>
                  <a:pt x="1431468" y="164427"/>
                  <a:pt x="1419668" y="168786"/>
                  <a:pt x="1405856" y="168786"/>
                </a:cubicBezTo>
                <a:cubicBezTo>
                  <a:pt x="1397270" y="168786"/>
                  <a:pt x="1385419" y="165451"/>
                  <a:pt x="1378488" y="154168"/>
                </a:cubicBezTo>
                <a:cubicBezTo>
                  <a:pt x="1374067" y="146987"/>
                  <a:pt x="1372462" y="136525"/>
                  <a:pt x="1372462" y="121598"/>
                </a:cubicBezTo>
                <a:lnTo>
                  <a:pt x="1440759" y="121598"/>
                </a:lnTo>
                <a:cubicBezTo>
                  <a:pt x="1443522" y="121598"/>
                  <a:pt x="1445276" y="120062"/>
                  <a:pt x="1445276" y="117243"/>
                </a:cubicBezTo>
                <a:cubicBezTo>
                  <a:pt x="1445276" y="95717"/>
                  <a:pt x="1434981" y="68804"/>
                  <a:pt x="1401840" y="68804"/>
                </a:cubicBezTo>
                <a:cubicBezTo>
                  <a:pt x="1375975" y="68804"/>
                  <a:pt x="1350366" y="90076"/>
                  <a:pt x="1350366" y="127756"/>
                </a:cubicBezTo>
                <a:cubicBezTo>
                  <a:pt x="1350366" y="142319"/>
                  <a:pt x="1353278" y="156682"/>
                  <a:pt x="1361665" y="166992"/>
                </a:cubicBezTo>
                <a:cubicBezTo>
                  <a:pt x="1370301" y="177598"/>
                  <a:pt x="1384665" y="183900"/>
                  <a:pt x="1401588" y="183900"/>
                </a:cubicBezTo>
                <a:cubicBezTo>
                  <a:pt x="1419668" y="183900"/>
                  <a:pt x="1435736" y="174424"/>
                  <a:pt x="1445276" y="161092"/>
                </a:cubicBezTo>
                <a:lnTo>
                  <a:pt x="1440257" y="154681"/>
                </a:lnTo>
                <a:close/>
                <a:moveTo>
                  <a:pt x="1497504" y="95717"/>
                </a:moveTo>
                <a:lnTo>
                  <a:pt x="1497504" y="72393"/>
                </a:lnTo>
                <a:cubicBezTo>
                  <a:pt x="1497504" y="70395"/>
                  <a:pt x="1497202" y="69832"/>
                  <a:pt x="1495999" y="69832"/>
                </a:cubicBezTo>
                <a:cubicBezTo>
                  <a:pt x="1490374" y="70958"/>
                  <a:pt x="1481386" y="71161"/>
                  <a:pt x="1475658" y="70598"/>
                </a:cubicBezTo>
                <a:lnTo>
                  <a:pt x="1475156" y="71368"/>
                </a:lnTo>
                <a:cubicBezTo>
                  <a:pt x="1476915" y="82436"/>
                  <a:pt x="1477417" y="101875"/>
                  <a:pt x="1477417" y="121109"/>
                </a:cubicBezTo>
                <a:lnTo>
                  <a:pt x="1477417" y="135215"/>
                </a:lnTo>
                <a:cubicBezTo>
                  <a:pt x="1477417" y="154450"/>
                  <a:pt x="1477118" y="167582"/>
                  <a:pt x="1475156" y="181383"/>
                </a:cubicBezTo>
                <a:lnTo>
                  <a:pt x="1475658" y="182149"/>
                </a:lnTo>
                <a:cubicBezTo>
                  <a:pt x="1478673" y="181637"/>
                  <a:pt x="1484447" y="181383"/>
                  <a:pt x="1487462" y="181383"/>
                </a:cubicBezTo>
                <a:cubicBezTo>
                  <a:pt x="1490474" y="181383"/>
                  <a:pt x="1496248" y="181637"/>
                  <a:pt x="1499263" y="182149"/>
                </a:cubicBezTo>
                <a:lnTo>
                  <a:pt x="1499765" y="181383"/>
                </a:lnTo>
                <a:cubicBezTo>
                  <a:pt x="1497907" y="166761"/>
                  <a:pt x="1497504" y="154708"/>
                  <a:pt x="1497504" y="135215"/>
                </a:cubicBezTo>
                <a:lnTo>
                  <a:pt x="1497504" y="121880"/>
                </a:lnTo>
                <a:cubicBezTo>
                  <a:pt x="1497504" y="111105"/>
                  <a:pt x="1500669" y="104951"/>
                  <a:pt x="1506041" y="96487"/>
                </a:cubicBezTo>
                <a:cubicBezTo>
                  <a:pt x="1509707" y="90795"/>
                  <a:pt x="1515332" y="87511"/>
                  <a:pt x="1520102" y="87511"/>
                </a:cubicBezTo>
                <a:cubicBezTo>
                  <a:pt x="1525125" y="87511"/>
                  <a:pt x="1529895" y="88023"/>
                  <a:pt x="1533159" y="91100"/>
                </a:cubicBezTo>
                <a:lnTo>
                  <a:pt x="1535166" y="90588"/>
                </a:lnTo>
                <a:lnTo>
                  <a:pt x="1540189" y="71623"/>
                </a:lnTo>
                <a:lnTo>
                  <a:pt x="1539186" y="70598"/>
                </a:lnTo>
                <a:cubicBezTo>
                  <a:pt x="1534917" y="69320"/>
                  <a:pt x="1534665" y="68804"/>
                  <a:pt x="1530147" y="68804"/>
                </a:cubicBezTo>
                <a:cubicBezTo>
                  <a:pt x="1516588" y="68804"/>
                  <a:pt x="1509305" y="76748"/>
                  <a:pt x="1498259" y="96229"/>
                </a:cubicBezTo>
                <a:lnTo>
                  <a:pt x="1497504" y="95717"/>
                </a:lnTo>
                <a:close/>
                <a:moveTo>
                  <a:pt x="1602210" y="128788"/>
                </a:moveTo>
                <a:cubicBezTo>
                  <a:pt x="1602210" y="159552"/>
                  <a:pt x="1622044" y="183900"/>
                  <a:pt x="1655442" y="183900"/>
                </a:cubicBezTo>
                <a:cubicBezTo>
                  <a:pt x="1688583" y="183900"/>
                  <a:pt x="1708671" y="160068"/>
                  <a:pt x="1708671" y="126481"/>
                </a:cubicBezTo>
                <a:cubicBezTo>
                  <a:pt x="1708671" y="91616"/>
                  <a:pt x="1690342" y="68804"/>
                  <a:pt x="1656446" y="68804"/>
                </a:cubicBezTo>
                <a:cubicBezTo>
                  <a:pt x="1623550" y="68804"/>
                  <a:pt x="1602210" y="92386"/>
                  <a:pt x="1602210" y="128788"/>
                </a:cubicBezTo>
                <a:moveTo>
                  <a:pt x="1654687" y="79055"/>
                </a:moveTo>
                <a:cubicBezTo>
                  <a:pt x="1681304" y="79055"/>
                  <a:pt x="1686576" y="100076"/>
                  <a:pt x="1686576" y="131098"/>
                </a:cubicBezTo>
                <a:cubicBezTo>
                  <a:pt x="1686576" y="155451"/>
                  <a:pt x="1674522" y="173653"/>
                  <a:pt x="1657699" y="173653"/>
                </a:cubicBezTo>
                <a:cubicBezTo>
                  <a:pt x="1631086" y="173653"/>
                  <a:pt x="1624305" y="144172"/>
                  <a:pt x="1624305" y="124432"/>
                </a:cubicBezTo>
                <a:cubicBezTo>
                  <a:pt x="1624305" y="102129"/>
                  <a:pt x="1631086" y="79055"/>
                  <a:pt x="1654687" y="79055"/>
                </a:cubicBezTo>
                <a:close/>
                <a:moveTo>
                  <a:pt x="1743073" y="71556"/>
                </a:moveTo>
                <a:cubicBezTo>
                  <a:pt x="1737598" y="71556"/>
                  <a:pt x="1731824" y="71505"/>
                  <a:pt x="1728506" y="71044"/>
                </a:cubicBezTo>
                <a:cubicBezTo>
                  <a:pt x="1726801" y="75196"/>
                  <a:pt x="1725445" y="77706"/>
                  <a:pt x="1722985" y="81549"/>
                </a:cubicBezTo>
                <a:lnTo>
                  <a:pt x="1724238" y="83343"/>
                </a:lnTo>
                <a:cubicBezTo>
                  <a:pt x="1728759" y="83034"/>
                  <a:pt x="1737046" y="82831"/>
                  <a:pt x="1742820" y="82831"/>
                </a:cubicBezTo>
                <a:lnTo>
                  <a:pt x="1743073" y="82831"/>
                </a:lnTo>
                <a:lnTo>
                  <a:pt x="1743073" y="130441"/>
                </a:lnTo>
                <a:cubicBezTo>
                  <a:pt x="1743073" y="149641"/>
                  <a:pt x="1742720" y="167664"/>
                  <a:pt x="1740559" y="181383"/>
                </a:cubicBezTo>
                <a:lnTo>
                  <a:pt x="1741061" y="182149"/>
                </a:lnTo>
                <a:cubicBezTo>
                  <a:pt x="1744076" y="181641"/>
                  <a:pt x="1750103" y="181383"/>
                  <a:pt x="1753115" y="181383"/>
                </a:cubicBezTo>
                <a:cubicBezTo>
                  <a:pt x="1756126" y="181383"/>
                  <a:pt x="1762153" y="181641"/>
                  <a:pt x="1765168" y="182149"/>
                </a:cubicBezTo>
                <a:lnTo>
                  <a:pt x="1765670" y="181383"/>
                </a:lnTo>
                <a:cubicBezTo>
                  <a:pt x="1763559" y="166792"/>
                  <a:pt x="1763157" y="149641"/>
                  <a:pt x="1763157" y="130441"/>
                </a:cubicBezTo>
                <a:lnTo>
                  <a:pt x="1763157" y="82831"/>
                </a:lnTo>
                <a:lnTo>
                  <a:pt x="1771697" y="82831"/>
                </a:lnTo>
                <a:cubicBezTo>
                  <a:pt x="1777723" y="82831"/>
                  <a:pt x="1786459" y="83034"/>
                  <a:pt x="1789773" y="83343"/>
                </a:cubicBezTo>
                <a:cubicBezTo>
                  <a:pt x="1790528" y="79246"/>
                  <a:pt x="1791282" y="76631"/>
                  <a:pt x="1792788" y="72838"/>
                </a:cubicBezTo>
                <a:lnTo>
                  <a:pt x="1791531" y="71044"/>
                </a:lnTo>
                <a:cubicBezTo>
                  <a:pt x="1787313" y="71247"/>
                  <a:pt x="1779731" y="71556"/>
                  <a:pt x="1773957" y="71556"/>
                </a:cubicBezTo>
                <a:lnTo>
                  <a:pt x="1763157" y="71556"/>
                </a:lnTo>
                <a:lnTo>
                  <a:pt x="1763157" y="69242"/>
                </a:lnTo>
                <a:cubicBezTo>
                  <a:pt x="1763157" y="59972"/>
                  <a:pt x="1761904" y="46586"/>
                  <a:pt x="1761904" y="41953"/>
                </a:cubicBezTo>
                <a:cubicBezTo>
                  <a:pt x="1761904" y="27742"/>
                  <a:pt x="1770892" y="18128"/>
                  <a:pt x="1785256" y="18128"/>
                </a:cubicBezTo>
                <a:cubicBezTo>
                  <a:pt x="1791731" y="18128"/>
                  <a:pt x="1797056" y="21940"/>
                  <a:pt x="1799819" y="27019"/>
                </a:cubicBezTo>
                <a:lnTo>
                  <a:pt x="1802581" y="26769"/>
                </a:lnTo>
                <a:cubicBezTo>
                  <a:pt x="1804336" y="19907"/>
                  <a:pt x="1807048" y="11263"/>
                  <a:pt x="1809611" y="5829"/>
                </a:cubicBezTo>
                <a:lnTo>
                  <a:pt x="1809359" y="5063"/>
                </a:lnTo>
                <a:cubicBezTo>
                  <a:pt x="1807351" y="3781"/>
                  <a:pt x="1802830" y="2498"/>
                  <a:pt x="1798060" y="2498"/>
                </a:cubicBezTo>
                <a:cubicBezTo>
                  <a:pt x="1782240" y="2498"/>
                  <a:pt x="1766371" y="9981"/>
                  <a:pt x="1756881" y="22194"/>
                </a:cubicBezTo>
                <a:cubicBezTo>
                  <a:pt x="1747341" y="34486"/>
                  <a:pt x="1743073" y="46586"/>
                  <a:pt x="1743073" y="61516"/>
                </a:cubicBezTo>
                <a:lnTo>
                  <a:pt x="1743073" y="71556"/>
                </a:lnTo>
                <a:close/>
                <a:moveTo>
                  <a:pt x="1886695" y="95717"/>
                </a:moveTo>
                <a:lnTo>
                  <a:pt x="1886695" y="72393"/>
                </a:lnTo>
                <a:cubicBezTo>
                  <a:pt x="1886695" y="70395"/>
                  <a:pt x="1886392" y="69832"/>
                  <a:pt x="1885189" y="69832"/>
                </a:cubicBezTo>
                <a:cubicBezTo>
                  <a:pt x="1879564" y="70958"/>
                  <a:pt x="1870576" y="71161"/>
                  <a:pt x="1864848" y="70598"/>
                </a:cubicBezTo>
                <a:lnTo>
                  <a:pt x="1864346" y="71368"/>
                </a:lnTo>
                <a:cubicBezTo>
                  <a:pt x="1866105" y="82436"/>
                  <a:pt x="1866607" y="101875"/>
                  <a:pt x="1866607" y="121109"/>
                </a:cubicBezTo>
                <a:lnTo>
                  <a:pt x="1866607" y="135215"/>
                </a:lnTo>
                <a:cubicBezTo>
                  <a:pt x="1866607" y="154450"/>
                  <a:pt x="1866308" y="167582"/>
                  <a:pt x="1864346" y="181383"/>
                </a:cubicBezTo>
                <a:lnTo>
                  <a:pt x="1864848" y="182149"/>
                </a:lnTo>
                <a:cubicBezTo>
                  <a:pt x="1867864" y="181637"/>
                  <a:pt x="1873637" y="181383"/>
                  <a:pt x="1876653" y="181383"/>
                </a:cubicBezTo>
                <a:cubicBezTo>
                  <a:pt x="1879664" y="181383"/>
                  <a:pt x="1885438" y="181637"/>
                  <a:pt x="1888453" y="182149"/>
                </a:cubicBezTo>
                <a:lnTo>
                  <a:pt x="1888955" y="181383"/>
                </a:lnTo>
                <a:cubicBezTo>
                  <a:pt x="1887097" y="166761"/>
                  <a:pt x="1886695" y="154708"/>
                  <a:pt x="1886695" y="135215"/>
                </a:cubicBezTo>
                <a:lnTo>
                  <a:pt x="1886695" y="121880"/>
                </a:lnTo>
                <a:cubicBezTo>
                  <a:pt x="1886695" y="111105"/>
                  <a:pt x="1889859" y="104951"/>
                  <a:pt x="1895231" y="96487"/>
                </a:cubicBezTo>
                <a:cubicBezTo>
                  <a:pt x="1898897" y="90795"/>
                  <a:pt x="1904522" y="87511"/>
                  <a:pt x="1909292" y="87511"/>
                </a:cubicBezTo>
                <a:cubicBezTo>
                  <a:pt x="1914315" y="87511"/>
                  <a:pt x="1919085" y="88023"/>
                  <a:pt x="1922349" y="91100"/>
                </a:cubicBezTo>
                <a:lnTo>
                  <a:pt x="1924357" y="90588"/>
                </a:lnTo>
                <a:lnTo>
                  <a:pt x="1929380" y="71623"/>
                </a:lnTo>
                <a:lnTo>
                  <a:pt x="1928376" y="70598"/>
                </a:lnTo>
                <a:cubicBezTo>
                  <a:pt x="1924108" y="69320"/>
                  <a:pt x="1923855" y="68804"/>
                  <a:pt x="1919338" y="68804"/>
                </a:cubicBezTo>
                <a:cubicBezTo>
                  <a:pt x="1905778" y="68804"/>
                  <a:pt x="1898495" y="76748"/>
                  <a:pt x="1887449" y="96229"/>
                </a:cubicBezTo>
                <a:lnTo>
                  <a:pt x="1886695" y="95717"/>
                </a:lnTo>
                <a:close/>
                <a:moveTo>
                  <a:pt x="1963279" y="111351"/>
                </a:moveTo>
                <a:cubicBezTo>
                  <a:pt x="1967547" y="84692"/>
                  <a:pt x="1984018" y="79055"/>
                  <a:pt x="1991903" y="79055"/>
                </a:cubicBezTo>
                <a:cubicBezTo>
                  <a:pt x="2001845" y="79055"/>
                  <a:pt x="2012995" y="88539"/>
                  <a:pt x="2012995" y="107762"/>
                </a:cubicBezTo>
                <a:cubicBezTo>
                  <a:pt x="2012995" y="110069"/>
                  <a:pt x="2011991" y="111351"/>
                  <a:pt x="2009477" y="111351"/>
                </a:cubicBezTo>
                <a:lnTo>
                  <a:pt x="1963279" y="111351"/>
                </a:lnTo>
                <a:moveTo>
                  <a:pt x="2030320" y="154681"/>
                </a:moveTo>
                <a:cubicBezTo>
                  <a:pt x="2021531" y="164427"/>
                  <a:pt x="2009730" y="168786"/>
                  <a:pt x="1995918" y="168786"/>
                </a:cubicBezTo>
                <a:cubicBezTo>
                  <a:pt x="1987332" y="168786"/>
                  <a:pt x="1975482" y="165451"/>
                  <a:pt x="1968551" y="154168"/>
                </a:cubicBezTo>
                <a:cubicBezTo>
                  <a:pt x="1964130" y="146987"/>
                  <a:pt x="1962524" y="136525"/>
                  <a:pt x="1962524" y="121598"/>
                </a:cubicBezTo>
                <a:lnTo>
                  <a:pt x="2030822" y="121598"/>
                </a:lnTo>
                <a:cubicBezTo>
                  <a:pt x="2033584" y="121598"/>
                  <a:pt x="2035339" y="120062"/>
                  <a:pt x="2035339" y="117243"/>
                </a:cubicBezTo>
                <a:cubicBezTo>
                  <a:pt x="2035339" y="95717"/>
                  <a:pt x="2025044" y="68804"/>
                  <a:pt x="1991903" y="68804"/>
                </a:cubicBezTo>
                <a:cubicBezTo>
                  <a:pt x="1966038" y="68804"/>
                  <a:pt x="1940429" y="90076"/>
                  <a:pt x="1940429" y="127756"/>
                </a:cubicBezTo>
                <a:cubicBezTo>
                  <a:pt x="1940429" y="142319"/>
                  <a:pt x="1943341" y="156682"/>
                  <a:pt x="1951728" y="166992"/>
                </a:cubicBezTo>
                <a:cubicBezTo>
                  <a:pt x="1960363" y="177598"/>
                  <a:pt x="1974727" y="183900"/>
                  <a:pt x="1991650" y="183900"/>
                </a:cubicBezTo>
                <a:cubicBezTo>
                  <a:pt x="2009730" y="183900"/>
                  <a:pt x="2025799" y="174424"/>
                  <a:pt x="2035339" y="161092"/>
                </a:cubicBezTo>
                <a:lnTo>
                  <a:pt x="2030320" y="154681"/>
                </a:lnTo>
                <a:close/>
                <a:moveTo>
                  <a:pt x="2086310" y="105972"/>
                </a:moveTo>
                <a:cubicBezTo>
                  <a:pt x="2091835" y="92386"/>
                  <a:pt x="2106651" y="80591"/>
                  <a:pt x="2116444" y="80591"/>
                </a:cubicBezTo>
                <a:cubicBezTo>
                  <a:pt x="2133516" y="80591"/>
                  <a:pt x="2142305" y="96487"/>
                  <a:pt x="2142305" y="125457"/>
                </a:cubicBezTo>
                <a:cubicBezTo>
                  <a:pt x="2142305" y="146478"/>
                  <a:pt x="2136532" y="173653"/>
                  <a:pt x="2109662" y="173653"/>
                </a:cubicBezTo>
                <a:cubicBezTo>
                  <a:pt x="2105647" y="173653"/>
                  <a:pt x="2095100" y="172629"/>
                  <a:pt x="2086310" y="162116"/>
                </a:cubicBezTo>
                <a:lnTo>
                  <a:pt x="2086310" y="105972"/>
                </a:lnTo>
                <a:moveTo>
                  <a:pt x="2086310" y="91104"/>
                </a:moveTo>
                <a:lnTo>
                  <a:pt x="2086310" y="72393"/>
                </a:lnTo>
                <a:cubicBezTo>
                  <a:pt x="2086310" y="70395"/>
                  <a:pt x="2086012" y="69832"/>
                  <a:pt x="2084805" y="69832"/>
                </a:cubicBezTo>
                <a:cubicBezTo>
                  <a:pt x="2079180" y="70958"/>
                  <a:pt x="2070192" y="71161"/>
                  <a:pt x="2064468" y="70598"/>
                </a:cubicBezTo>
                <a:lnTo>
                  <a:pt x="2063966" y="71368"/>
                </a:lnTo>
                <a:cubicBezTo>
                  <a:pt x="2065721" y="82436"/>
                  <a:pt x="2066223" y="101871"/>
                  <a:pt x="2066223" y="121098"/>
                </a:cubicBezTo>
                <a:lnTo>
                  <a:pt x="2066223" y="189554"/>
                </a:lnTo>
                <a:cubicBezTo>
                  <a:pt x="2066223" y="208667"/>
                  <a:pt x="2065771" y="227108"/>
                  <a:pt x="2063966" y="240929"/>
                </a:cubicBezTo>
                <a:lnTo>
                  <a:pt x="2064468" y="241699"/>
                </a:lnTo>
                <a:cubicBezTo>
                  <a:pt x="2067479" y="241187"/>
                  <a:pt x="2073253" y="240929"/>
                  <a:pt x="2076269" y="240929"/>
                </a:cubicBezTo>
                <a:cubicBezTo>
                  <a:pt x="2079280" y="240929"/>
                  <a:pt x="2085058" y="241187"/>
                  <a:pt x="2088069" y="241699"/>
                </a:cubicBezTo>
                <a:lnTo>
                  <a:pt x="2088571" y="240929"/>
                </a:lnTo>
                <a:cubicBezTo>
                  <a:pt x="2086763" y="226287"/>
                  <a:pt x="2086310" y="208870"/>
                  <a:pt x="2086310" y="189554"/>
                </a:cubicBezTo>
                <a:lnTo>
                  <a:pt x="2086310" y="178267"/>
                </a:lnTo>
                <a:cubicBezTo>
                  <a:pt x="2092839" y="181852"/>
                  <a:pt x="2102130" y="183900"/>
                  <a:pt x="2111168" y="183900"/>
                </a:cubicBezTo>
                <a:cubicBezTo>
                  <a:pt x="2144313" y="183900"/>
                  <a:pt x="2164401" y="158273"/>
                  <a:pt x="2164401" y="122122"/>
                </a:cubicBezTo>
                <a:cubicBezTo>
                  <a:pt x="2164401" y="94947"/>
                  <a:pt x="2148834" y="68804"/>
                  <a:pt x="2120712" y="68804"/>
                </a:cubicBezTo>
                <a:cubicBezTo>
                  <a:pt x="2110919" y="68804"/>
                  <a:pt x="2098364" y="73929"/>
                  <a:pt x="2086812" y="91874"/>
                </a:cubicBezTo>
                <a:lnTo>
                  <a:pt x="2086310" y="91104"/>
                </a:lnTo>
                <a:close/>
                <a:moveTo>
                  <a:pt x="2218888" y="95717"/>
                </a:moveTo>
                <a:lnTo>
                  <a:pt x="2218888" y="72393"/>
                </a:lnTo>
                <a:cubicBezTo>
                  <a:pt x="2218888" y="70395"/>
                  <a:pt x="2218585" y="69832"/>
                  <a:pt x="2217382" y="69832"/>
                </a:cubicBezTo>
                <a:cubicBezTo>
                  <a:pt x="2211757" y="70958"/>
                  <a:pt x="2202769" y="71161"/>
                  <a:pt x="2197041" y="70598"/>
                </a:cubicBezTo>
                <a:lnTo>
                  <a:pt x="2196539" y="71368"/>
                </a:lnTo>
                <a:cubicBezTo>
                  <a:pt x="2198298" y="82436"/>
                  <a:pt x="2198800" y="101875"/>
                  <a:pt x="2198800" y="121109"/>
                </a:cubicBezTo>
                <a:lnTo>
                  <a:pt x="2198800" y="135215"/>
                </a:lnTo>
                <a:cubicBezTo>
                  <a:pt x="2198800" y="154450"/>
                  <a:pt x="2198501" y="167582"/>
                  <a:pt x="2196539" y="181383"/>
                </a:cubicBezTo>
                <a:lnTo>
                  <a:pt x="2197041" y="182149"/>
                </a:lnTo>
                <a:cubicBezTo>
                  <a:pt x="2200057" y="181637"/>
                  <a:pt x="2205830" y="181383"/>
                  <a:pt x="2208846" y="181383"/>
                </a:cubicBezTo>
                <a:cubicBezTo>
                  <a:pt x="2211857" y="181383"/>
                  <a:pt x="2217631" y="181637"/>
                  <a:pt x="2220646" y="182149"/>
                </a:cubicBezTo>
                <a:lnTo>
                  <a:pt x="2221148" y="181383"/>
                </a:lnTo>
                <a:cubicBezTo>
                  <a:pt x="2219290" y="166761"/>
                  <a:pt x="2218888" y="154708"/>
                  <a:pt x="2218888" y="135215"/>
                </a:cubicBezTo>
                <a:lnTo>
                  <a:pt x="2218888" y="121880"/>
                </a:lnTo>
                <a:cubicBezTo>
                  <a:pt x="2218888" y="111105"/>
                  <a:pt x="2222052" y="104951"/>
                  <a:pt x="2227424" y="96487"/>
                </a:cubicBezTo>
                <a:cubicBezTo>
                  <a:pt x="2231090" y="90795"/>
                  <a:pt x="2236715" y="87511"/>
                  <a:pt x="2241485" y="87511"/>
                </a:cubicBezTo>
                <a:cubicBezTo>
                  <a:pt x="2246508" y="87511"/>
                  <a:pt x="2251278" y="88023"/>
                  <a:pt x="2254542" y="91100"/>
                </a:cubicBezTo>
                <a:lnTo>
                  <a:pt x="2256550" y="90588"/>
                </a:lnTo>
                <a:lnTo>
                  <a:pt x="2261572" y="71623"/>
                </a:lnTo>
                <a:lnTo>
                  <a:pt x="2260569" y="70598"/>
                </a:lnTo>
                <a:cubicBezTo>
                  <a:pt x="2256301" y="69320"/>
                  <a:pt x="2256048" y="68804"/>
                  <a:pt x="2251531" y="68804"/>
                </a:cubicBezTo>
                <a:cubicBezTo>
                  <a:pt x="2237971" y="68804"/>
                  <a:pt x="2230688" y="76748"/>
                  <a:pt x="2219642" y="96229"/>
                </a:cubicBezTo>
                <a:lnTo>
                  <a:pt x="2218888" y="95717"/>
                </a:lnTo>
                <a:close/>
                <a:moveTo>
                  <a:pt x="2273375" y="128788"/>
                </a:moveTo>
                <a:cubicBezTo>
                  <a:pt x="2273375" y="159552"/>
                  <a:pt x="2293209" y="183900"/>
                  <a:pt x="2326607" y="183900"/>
                </a:cubicBezTo>
                <a:cubicBezTo>
                  <a:pt x="2359748" y="183900"/>
                  <a:pt x="2379836" y="160068"/>
                  <a:pt x="2379836" y="126481"/>
                </a:cubicBezTo>
                <a:cubicBezTo>
                  <a:pt x="2379836" y="91616"/>
                  <a:pt x="2361507" y="68804"/>
                  <a:pt x="2327611" y="68804"/>
                </a:cubicBezTo>
                <a:cubicBezTo>
                  <a:pt x="2294715" y="68804"/>
                  <a:pt x="2273375" y="92386"/>
                  <a:pt x="2273375" y="128788"/>
                </a:cubicBezTo>
                <a:moveTo>
                  <a:pt x="2325852" y="79055"/>
                </a:moveTo>
                <a:cubicBezTo>
                  <a:pt x="2352469" y="79055"/>
                  <a:pt x="2357741" y="100076"/>
                  <a:pt x="2357741" y="131098"/>
                </a:cubicBezTo>
                <a:cubicBezTo>
                  <a:pt x="2357741" y="155451"/>
                  <a:pt x="2345687" y="173653"/>
                  <a:pt x="2328864" y="173653"/>
                </a:cubicBezTo>
                <a:cubicBezTo>
                  <a:pt x="2302251" y="173653"/>
                  <a:pt x="2295470" y="144172"/>
                  <a:pt x="2295470" y="124432"/>
                </a:cubicBezTo>
                <a:cubicBezTo>
                  <a:pt x="2295470" y="102129"/>
                  <a:pt x="2302251" y="79055"/>
                  <a:pt x="2325852" y="79055"/>
                </a:cubicBezTo>
                <a:close/>
                <a:moveTo>
                  <a:pt x="2482030" y="152378"/>
                </a:moveTo>
                <a:cubicBezTo>
                  <a:pt x="2472893" y="164271"/>
                  <a:pt x="2461341" y="170581"/>
                  <a:pt x="2451146" y="170581"/>
                </a:cubicBezTo>
                <a:cubicBezTo>
                  <a:pt x="2437587" y="170581"/>
                  <a:pt x="2426035" y="156737"/>
                  <a:pt x="2426035" y="124687"/>
                </a:cubicBezTo>
                <a:cubicBezTo>
                  <a:pt x="2426035" y="86232"/>
                  <a:pt x="2446023" y="79055"/>
                  <a:pt x="2458176" y="79055"/>
                </a:cubicBezTo>
                <a:cubicBezTo>
                  <a:pt x="2469977" y="79055"/>
                  <a:pt x="2476004" y="84180"/>
                  <a:pt x="2482030" y="93923"/>
                </a:cubicBezTo>
                <a:lnTo>
                  <a:pt x="2482030" y="152378"/>
                </a:lnTo>
                <a:moveTo>
                  <a:pt x="2482030" y="166476"/>
                </a:moveTo>
                <a:lnTo>
                  <a:pt x="2482532" y="166476"/>
                </a:lnTo>
                <a:lnTo>
                  <a:pt x="2483789" y="181340"/>
                </a:lnTo>
                <a:cubicBezTo>
                  <a:pt x="2483789" y="181895"/>
                  <a:pt x="2484540" y="182149"/>
                  <a:pt x="2486049" y="182149"/>
                </a:cubicBezTo>
                <a:cubicBezTo>
                  <a:pt x="2489363" y="181688"/>
                  <a:pt x="2491068" y="181383"/>
                  <a:pt x="2494735" y="181383"/>
                </a:cubicBezTo>
                <a:cubicBezTo>
                  <a:pt x="2497850" y="181383"/>
                  <a:pt x="2502620" y="181637"/>
                  <a:pt x="2505884" y="182149"/>
                </a:cubicBezTo>
                <a:lnTo>
                  <a:pt x="2506386" y="181383"/>
                </a:lnTo>
                <a:cubicBezTo>
                  <a:pt x="2504378" y="170354"/>
                  <a:pt x="2502118" y="151377"/>
                  <a:pt x="2502118" y="132142"/>
                </a:cubicBezTo>
                <a:lnTo>
                  <a:pt x="2502118" y="53189"/>
                </a:lnTo>
                <a:cubicBezTo>
                  <a:pt x="2502118" y="34244"/>
                  <a:pt x="2503122" y="20881"/>
                  <a:pt x="2504378" y="5059"/>
                </a:cubicBezTo>
                <a:cubicBezTo>
                  <a:pt x="2504378" y="3268"/>
                  <a:pt x="2503674" y="2498"/>
                  <a:pt x="2502118" y="2498"/>
                </a:cubicBezTo>
                <a:cubicBezTo>
                  <a:pt x="2495842" y="5059"/>
                  <a:pt x="2490467" y="6853"/>
                  <a:pt x="2480272" y="7620"/>
                </a:cubicBezTo>
                <a:lnTo>
                  <a:pt x="2479770" y="8390"/>
                </a:lnTo>
                <a:cubicBezTo>
                  <a:pt x="2481728" y="19344"/>
                  <a:pt x="2482030" y="38341"/>
                  <a:pt x="2482030" y="57798"/>
                </a:cubicBezTo>
                <a:lnTo>
                  <a:pt x="2482030" y="74441"/>
                </a:lnTo>
                <a:cubicBezTo>
                  <a:pt x="2476256" y="71110"/>
                  <a:pt x="2465962" y="68804"/>
                  <a:pt x="2460939" y="68804"/>
                </a:cubicBezTo>
                <a:cubicBezTo>
                  <a:pt x="2428246" y="68804"/>
                  <a:pt x="2404193" y="91878"/>
                  <a:pt x="2404193" y="126755"/>
                </a:cubicBezTo>
                <a:cubicBezTo>
                  <a:pt x="2404193" y="158273"/>
                  <a:pt x="2422522" y="183900"/>
                  <a:pt x="2449640" y="183900"/>
                </a:cubicBezTo>
                <a:cubicBezTo>
                  <a:pt x="2461694" y="183900"/>
                  <a:pt x="2472992" y="178368"/>
                  <a:pt x="2482030" y="166476"/>
                </a:cubicBezTo>
                <a:close/>
                <a:moveTo>
                  <a:pt x="2616112" y="157836"/>
                </a:moveTo>
                <a:lnTo>
                  <a:pt x="2617116" y="158602"/>
                </a:lnTo>
                <a:lnTo>
                  <a:pt x="2618373" y="181383"/>
                </a:lnTo>
                <a:cubicBezTo>
                  <a:pt x="2618373" y="181895"/>
                  <a:pt x="2618675" y="182149"/>
                  <a:pt x="2619376" y="182149"/>
                </a:cubicBezTo>
                <a:cubicBezTo>
                  <a:pt x="2622691" y="181691"/>
                  <a:pt x="2625656" y="181383"/>
                  <a:pt x="2629319" y="181383"/>
                </a:cubicBezTo>
                <a:cubicBezTo>
                  <a:pt x="2632434" y="181383"/>
                  <a:pt x="2637204" y="181641"/>
                  <a:pt x="2640468" y="182149"/>
                </a:cubicBezTo>
                <a:lnTo>
                  <a:pt x="2640970" y="181383"/>
                </a:lnTo>
                <a:cubicBezTo>
                  <a:pt x="2638962" y="170377"/>
                  <a:pt x="2636702" y="151436"/>
                  <a:pt x="2636702" y="132240"/>
                </a:cubicBezTo>
                <a:lnTo>
                  <a:pt x="2636702" y="117649"/>
                </a:lnTo>
                <a:cubicBezTo>
                  <a:pt x="2636702" y="98450"/>
                  <a:pt x="2636955" y="85142"/>
                  <a:pt x="2638962" y="71576"/>
                </a:cubicBezTo>
                <a:lnTo>
                  <a:pt x="2638460" y="70805"/>
                </a:lnTo>
                <a:cubicBezTo>
                  <a:pt x="2635445" y="71318"/>
                  <a:pt x="2629671" y="71576"/>
                  <a:pt x="2626660" y="71576"/>
                </a:cubicBezTo>
                <a:cubicBezTo>
                  <a:pt x="2623645" y="71576"/>
                  <a:pt x="2617871" y="71318"/>
                  <a:pt x="2614859" y="70805"/>
                </a:cubicBezTo>
                <a:lnTo>
                  <a:pt x="2614354" y="71576"/>
                </a:lnTo>
                <a:cubicBezTo>
                  <a:pt x="2616315" y="86217"/>
                  <a:pt x="2616614" y="98196"/>
                  <a:pt x="2616614" y="117649"/>
                </a:cubicBezTo>
                <a:lnTo>
                  <a:pt x="2616614" y="142733"/>
                </a:lnTo>
                <a:cubicBezTo>
                  <a:pt x="2608982" y="155842"/>
                  <a:pt x="2594519" y="169552"/>
                  <a:pt x="2582216" y="169552"/>
                </a:cubicBezTo>
                <a:cubicBezTo>
                  <a:pt x="2573577" y="169552"/>
                  <a:pt x="2565393" y="166741"/>
                  <a:pt x="2565393" y="142948"/>
                </a:cubicBezTo>
                <a:lnTo>
                  <a:pt x="2565393" y="117622"/>
                </a:lnTo>
                <a:cubicBezTo>
                  <a:pt x="2565393" y="98434"/>
                  <a:pt x="2565642" y="85134"/>
                  <a:pt x="2567653" y="71576"/>
                </a:cubicBezTo>
                <a:lnTo>
                  <a:pt x="2567151" y="70805"/>
                </a:lnTo>
                <a:cubicBezTo>
                  <a:pt x="2564136" y="71318"/>
                  <a:pt x="2558362" y="71576"/>
                  <a:pt x="2555347" y="71576"/>
                </a:cubicBezTo>
                <a:cubicBezTo>
                  <a:pt x="2552336" y="71576"/>
                  <a:pt x="2546562" y="71318"/>
                  <a:pt x="2543547" y="70805"/>
                </a:cubicBezTo>
                <a:lnTo>
                  <a:pt x="2543045" y="71576"/>
                </a:lnTo>
                <a:cubicBezTo>
                  <a:pt x="2545052" y="86154"/>
                  <a:pt x="2545305" y="98180"/>
                  <a:pt x="2545305" y="117622"/>
                </a:cubicBezTo>
                <a:lnTo>
                  <a:pt x="2545305" y="148320"/>
                </a:lnTo>
                <a:cubicBezTo>
                  <a:pt x="2545305" y="165971"/>
                  <a:pt x="2553339" y="183900"/>
                  <a:pt x="2578197" y="183900"/>
                </a:cubicBezTo>
                <a:cubicBezTo>
                  <a:pt x="2593764" y="183900"/>
                  <a:pt x="2607825" y="170835"/>
                  <a:pt x="2616112" y="157785"/>
                </a:cubicBezTo>
                <a:lnTo>
                  <a:pt x="2616112" y="157836"/>
                </a:lnTo>
                <a:close/>
                <a:moveTo>
                  <a:pt x="2722075" y="79055"/>
                </a:moveTo>
                <a:cubicBezTo>
                  <a:pt x="2731764" y="79055"/>
                  <a:pt x="2740553" y="86334"/>
                  <a:pt x="2747182" y="98024"/>
                </a:cubicBezTo>
                <a:lnTo>
                  <a:pt x="2750446" y="97769"/>
                </a:lnTo>
                <a:lnTo>
                  <a:pt x="2756220" y="76748"/>
                </a:lnTo>
                <a:lnTo>
                  <a:pt x="2755718" y="75982"/>
                </a:lnTo>
                <a:cubicBezTo>
                  <a:pt x="2747936" y="71881"/>
                  <a:pt x="2734879" y="68804"/>
                  <a:pt x="2722324" y="68804"/>
                </a:cubicBezTo>
                <a:cubicBezTo>
                  <a:pt x="2696210" y="68804"/>
                  <a:pt x="2668842" y="90592"/>
                  <a:pt x="2668842" y="125457"/>
                </a:cubicBezTo>
                <a:cubicBezTo>
                  <a:pt x="2668842" y="161092"/>
                  <a:pt x="2688677" y="183900"/>
                  <a:pt x="2719312" y="183900"/>
                </a:cubicBezTo>
                <a:cubicBezTo>
                  <a:pt x="2734377" y="183900"/>
                  <a:pt x="2746178" y="178779"/>
                  <a:pt x="2756220" y="165709"/>
                </a:cubicBezTo>
                <a:lnTo>
                  <a:pt x="2751450" y="160322"/>
                </a:lnTo>
                <a:lnTo>
                  <a:pt x="2750446" y="160322"/>
                </a:lnTo>
                <a:cubicBezTo>
                  <a:pt x="2740906" y="169040"/>
                  <a:pt x="2732921" y="171093"/>
                  <a:pt x="2723581" y="171093"/>
                </a:cubicBezTo>
                <a:cubicBezTo>
                  <a:pt x="2705251" y="171093"/>
                  <a:pt x="2690938" y="154172"/>
                  <a:pt x="2690938" y="124174"/>
                </a:cubicBezTo>
                <a:cubicBezTo>
                  <a:pt x="2690938" y="95975"/>
                  <a:pt x="2705501" y="79055"/>
                  <a:pt x="2722075" y="79055"/>
                </a:cubicBezTo>
                <a:close/>
                <a:moveTo>
                  <a:pt x="2798406" y="111351"/>
                </a:moveTo>
                <a:cubicBezTo>
                  <a:pt x="2802674" y="84692"/>
                  <a:pt x="2819145" y="79055"/>
                  <a:pt x="2827030" y="79055"/>
                </a:cubicBezTo>
                <a:cubicBezTo>
                  <a:pt x="2836973" y="79055"/>
                  <a:pt x="2848122" y="88539"/>
                  <a:pt x="2848122" y="107762"/>
                </a:cubicBezTo>
                <a:cubicBezTo>
                  <a:pt x="2848122" y="110069"/>
                  <a:pt x="2847118" y="111351"/>
                  <a:pt x="2844605" y="111351"/>
                </a:cubicBezTo>
                <a:lnTo>
                  <a:pt x="2798406" y="111351"/>
                </a:lnTo>
                <a:moveTo>
                  <a:pt x="2865447" y="154681"/>
                </a:moveTo>
                <a:cubicBezTo>
                  <a:pt x="2856658" y="164427"/>
                  <a:pt x="2844857" y="168786"/>
                  <a:pt x="2831045" y="168786"/>
                </a:cubicBezTo>
                <a:cubicBezTo>
                  <a:pt x="2822459" y="168786"/>
                  <a:pt x="2810609" y="165451"/>
                  <a:pt x="2803678" y="154168"/>
                </a:cubicBezTo>
                <a:cubicBezTo>
                  <a:pt x="2799257" y="146987"/>
                  <a:pt x="2797652" y="136525"/>
                  <a:pt x="2797652" y="121598"/>
                </a:cubicBezTo>
                <a:lnTo>
                  <a:pt x="2865949" y="121598"/>
                </a:lnTo>
                <a:cubicBezTo>
                  <a:pt x="2868711" y="121598"/>
                  <a:pt x="2870466" y="120062"/>
                  <a:pt x="2870466" y="117243"/>
                </a:cubicBezTo>
                <a:cubicBezTo>
                  <a:pt x="2870466" y="95717"/>
                  <a:pt x="2860171" y="68804"/>
                  <a:pt x="2827030" y="68804"/>
                </a:cubicBezTo>
                <a:cubicBezTo>
                  <a:pt x="2801165" y="68804"/>
                  <a:pt x="2775556" y="90076"/>
                  <a:pt x="2775556" y="127756"/>
                </a:cubicBezTo>
                <a:cubicBezTo>
                  <a:pt x="2775556" y="142319"/>
                  <a:pt x="2778468" y="156682"/>
                  <a:pt x="2786855" y="166992"/>
                </a:cubicBezTo>
                <a:cubicBezTo>
                  <a:pt x="2795491" y="177598"/>
                  <a:pt x="2809854" y="183900"/>
                  <a:pt x="2826777" y="183900"/>
                </a:cubicBezTo>
                <a:cubicBezTo>
                  <a:pt x="2844857" y="183900"/>
                  <a:pt x="2860926" y="174424"/>
                  <a:pt x="2870466" y="161092"/>
                </a:cubicBezTo>
                <a:lnTo>
                  <a:pt x="2865447" y="154681"/>
                </a:lnTo>
                <a:close/>
                <a:moveTo>
                  <a:pt x="2973164" y="152378"/>
                </a:moveTo>
                <a:cubicBezTo>
                  <a:pt x="2964026" y="164271"/>
                  <a:pt x="2952474" y="170581"/>
                  <a:pt x="2942279" y="170581"/>
                </a:cubicBezTo>
                <a:cubicBezTo>
                  <a:pt x="2928720" y="170581"/>
                  <a:pt x="2917169" y="156737"/>
                  <a:pt x="2917169" y="124687"/>
                </a:cubicBezTo>
                <a:cubicBezTo>
                  <a:pt x="2917169" y="86232"/>
                  <a:pt x="2937157" y="79055"/>
                  <a:pt x="2949310" y="79055"/>
                </a:cubicBezTo>
                <a:cubicBezTo>
                  <a:pt x="2961110" y="79055"/>
                  <a:pt x="2967137" y="84180"/>
                  <a:pt x="2973164" y="93923"/>
                </a:cubicBezTo>
                <a:lnTo>
                  <a:pt x="2973164" y="152378"/>
                </a:lnTo>
                <a:moveTo>
                  <a:pt x="2973164" y="166476"/>
                </a:moveTo>
                <a:lnTo>
                  <a:pt x="2973666" y="166476"/>
                </a:lnTo>
                <a:lnTo>
                  <a:pt x="2974922" y="181340"/>
                </a:lnTo>
                <a:cubicBezTo>
                  <a:pt x="2974922" y="181895"/>
                  <a:pt x="2975673" y="182149"/>
                  <a:pt x="2977183" y="182149"/>
                </a:cubicBezTo>
                <a:cubicBezTo>
                  <a:pt x="2980497" y="181688"/>
                  <a:pt x="2982202" y="181383"/>
                  <a:pt x="2985868" y="181383"/>
                </a:cubicBezTo>
                <a:cubicBezTo>
                  <a:pt x="2988983" y="181383"/>
                  <a:pt x="2993753" y="181637"/>
                  <a:pt x="2997018" y="182149"/>
                </a:cubicBezTo>
                <a:lnTo>
                  <a:pt x="2997519" y="181383"/>
                </a:lnTo>
                <a:cubicBezTo>
                  <a:pt x="2995512" y="170354"/>
                  <a:pt x="2993251" y="151377"/>
                  <a:pt x="2993251" y="132142"/>
                </a:cubicBezTo>
                <a:lnTo>
                  <a:pt x="2993251" y="53189"/>
                </a:lnTo>
                <a:cubicBezTo>
                  <a:pt x="2993251" y="34244"/>
                  <a:pt x="2994255" y="20881"/>
                  <a:pt x="2995512" y="5059"/>
                </a:cubicBezTo>
                <a:cubicBezTo>
                  <a:pt x="2995512" y="3268"/>
                  <a:pt x="2994807" y="2498"/>
                  <a:pt x="2993251" y="2498"/>
                </a:cubicBezTo>
                <a:cubicBezTo>
                  <a:pt x="2986976" y="5059"/>
                  <a:pt x="2981600" y="6853"/>
                  <a:pt x="2971405" y="7620"/>
                </a:cubicBezTo>
                <a:lnTo>
                  <a:pt x="2970903" y="8390"/>
                </a:lnTo>
                <a:cubicBezTo>
                  <a:pt x="2972861" y="19344"/>
                  <a:pt x="2973164" y="38341"/>
                  <a:pt x="2973164" y="57798"/>
                </a:cubicBezTo>
                <a:lnTo>
                  <a:pt x="2973164" y="74441"/>
                </a:lnTo>
                <a:cubicBezTo>
                  <a:pt x="2967390" y="71110"/>
                  <a:pt x="2957095" y="68804"/>
                  <a:pt x="2952072" y="68804"/>
                </a:cubicBezTo>
                <a:cubicBezTo>
                  <a:pt x="2919379" y="68804"/>
                  <a:pt x="2895326" y="91878"/>
                  <a:pt x="2895326" y="126755"/>
                </a:cubicBezTo>
                <a:cubicBezTo>
                  <a:pt x="2895326" y="158273"/>
                  <a:pt x="2913655" y="183900"/>
                  <a:pt x="2940773" y="183900"/>
                </a:cubicBezTo>
                <a:cubicBezTo>
                  <a:pt x="2952827" y="183900"/>
                  <a:pt x="2964125" y="178368"/>
                  <a:pt x="2973164" y="166476"/>
                </a:cubicBezTo>
                <a:close/>
                <a:moveTo>
                  <a:pt x="3094693" y="111351"/>
                </a:moveTo>
                <a:cubicBezTo>
                  <a:pt x="3098961" y="84692"/>
                  <a:pt x="3115432" y="79055"/>
                  <a:pt x="3123317" y="79055"/>
                </a:cubicBezTo>
                <a:cubicBezTo>
                  <a:pt x="3133260" y="79055"/>
                  <a:pt x="3144409" y="88539"/>
                  <a:pt x="3144409" y="107762"/>
                </a:cubicBezTo>
                <a:cubicBezTo>
                  <a:pt x="3144409" y="110069"/>
                  <a:pt x="3143405" y="111351"/>
                  <a:pt x="3140892" y="111351"/>
                </a:cubicBezTo>
                <a:lnTo>
                  <a:pt x="3094693" y="111351"/>
                </a:lnTo>
                <a:moveTo>
                  <a:pt x="3161734" y="154681"/>
                </a:moveTo>
                <a:cubicBezTo>
                  <a:pt x="3152945" y="164427"/>
                  <a:pt x="3141144" y="168786"/>
                  <a:pt x="3127332" y="168786"/>
                </a:cubicBezTo>
                <a:cubicBezTo>
                  <a:pt x="3118746" y="168786"/>
                  <a:pt x="3106896" y="165451"/>
                  <a:pt x="3099965" y="154168"/>
                </a:cubicBezTo>
                <a:cubicBezTo>
                  <a:pt x="3095544" y="146987"/>
                  <a:pt x="3093939" y="136525"/>
                  <a:pt x="3093939" y="121598"/>
                </a:cubicBezTo>
                <a:lnTo>
                  <a:pt x="3162236" y="121598"/>
                </a:lnTo>
                <a:cubicBezTo>
                  <a:pt x="3164998" y="121598"/>
                  <a:pt x="3166753" y="120062"/>
                  <a:pt x="3166753" y="117243"/>
                </a:cubicBezTo>
                <a:cubicBezTo>
                  <a:pt x="3166753" y="95717"/>
                  <a:pt x="3156458" y="68804"/>
                  <a:pt x="3123317" y="68804"/>
                </a:cubicBezTo>
                <a:cubicBezTo>
                  <a:pt x="3097452" y="68804"/>
                  <a:pt x="3071843" y="90076"/>
                  <a:pt x="3071843" y="127756"/>
                </a:cubicBezTo>
                <a:cubicBezTo>
                  <a:pt x="3071843" y="142319"/>
                  <a:pt x="3074755" y="156682"/>
                  <a:pt x="3083142" y="166992"/>
                </a:cubicBezTo>
                <a:cubicBezTo>
                  <a:pt x="3091778" y="177598"/>
                  <a:pt x="3106141" y="183900"/>
                  <a:pt x="3123064" y="183900"/>
                </a:cubicBezTo>
                <a:cubicBezTo>
                  <a:pt x="3141144" y="183900"/>
                  <a:pt x="3157213" y="174424"/>
                  <a:pt x="3166753" y="161092"/>
                </a:cubicBezTo>
                <a:lnTo>
                  <a:pt x="3161734" y="154681"/>
                </a:lnTo>
                <a:close/>
                <a:moveTo>
                  <a:pt x="3218981" y="95717"/>
                </a:moveTo>
                <a:lnTo>
                  <a:pt x="3218981" y="72393"/>
                </a:lnTo>
                <a:cubicBezTo>
                  <a:pt x="3218981" y="70395"/>
                  <a:pt x="3218678" y="69832"/>
                  <a:pt x="3217475" y="69832"/>
                </a:cubicBezTo>
                <a:cubicBezTo>
                  <a:pt x="3211851" y="70958"/>
                  <a:pt x="3202863" y="71161"/>
                  <a:pt x="3197135" y="70598"/>
                </a:cubicBezTo>
                <a:lnTo>
                  <a:pt x="3196633" y="71368"/>
                </a:lnTo>
                <a:cubicBezTo>
                  <a:pt x="3198392" y="82436"/>
                  <a:pt x="3198893" y="101875"/>
                  <a:pt x="3198893" y="121109"/>
                </a:cubicBezTo>
                <a:lnTo>
                  <a:pt x="3198893" y="135215"/>
                </a:lnTo>
                <a:cubicBezTo>
                  <a:pt x="3198893" y="154450"/>
                  <a:pt x="3198595" y="167582"/>
                  <a:pt x="3196633" y="181383"/>
                </a:cubicBezTo>
                <a:lnTo>
                  <a:pt x="3197135" y="182149"/>
                </a:lnTo>
                <a:cubicBezTo>
                  <a:pt x="3200150" y="181637"/>
                  <a:pt x="3205924" y="181383"/>
                  <a:pt x="3208939" y="181383"/>
                </a:cubicBezTo>
                <a:cubicBezTo>
                  <a:pt x="3211951" y="181383"/>
                  <a:pt x="3217724" y="181637"/>
                  <a:pt x="3220740" y="182149"/>
                </a:cubicBezTo>
                <a:lnTo>
                  <a:pt x="3221242" y="181383"/>
                </a:lnTo>
                <a:cubicBezTo>
                  <a:pt x="3219383" y="166761"/>
                  <a:pt x="3218981" y="154708"/>
                  <a:pt x="3218981" y="135215"/>
                </a:cubicBezTo>
                <a:lnTo>
                  <a:pt x="3218981" y="121880"/>
                </a:lnTo>
                <a:cubicBezTo>
                  <a:pt x="3218981" y="111105"/>
                  <a:pt x="3222146" y="104951"/>
                  <a:pt x="3227517" y="96487"/>
                </a:cubicBezTo>
                <a:cubicBezTo>
                  <a:pt x="3231184" y="90795"/>
                  <a:pt x="3236808" y="87511"/>
                  <a:pt x="3241578" y="87511"/>
                </a:cubicBezTo>
                <a:cubicBezTo>
                  <a:pt x="3246601" y="87511"/>
                  <a:pt x="3251371" y="88023"/>
                  <a:pt x="3254636" y="91100"/>
                </a:cubicBezTo>
                <a:lnTo>
                  <a:pt x="3256643" y="90588"/>
                </a:lnTo>
                <a:lnTo>
                  <a:pt x="3261666" y="71623"/>
                </a:lnTo>
                <a:lnTo>
                  <a:pt x="3260662" y="70598"/>
                </a:lnTo>
                <a:cubicBezTo>
                  <a:pt x="3256394" y="69320"/>
                  <a:pt x="3256141" y="68804"/>
                  <a:pt x="3251624" y="68804"/>
                </a:cubicBezTo>
                <a:cubicBezTo>
                  <a:pt x="3238065" y="68804"/>
                  <a:pt x="3230782" y="76748"/>
                  <a:pt x="3219736" y="96229"/>
                </a:cubicBezTo>
                <a:lnTo>
                  <a:pt x="3218981" y="95717"/>
                </a:lnTo>
                <a:close/>
                <a:moveTo>
                  <a:pt x="3308119" y="95717"/>
                </a:moveTo>
                <a:lnTo>
                  <a:pt x="3308119" y="72393"/>
                </a:lnTo>
                <a:cubicBezTo>
                  <a:pt x="3308119" y="70395"/>
                  <a:pt x="3307816" y="69832"/>
                  <a:pt x="3306613" y="69832"/>
                </a:cubicBezTo>
                <a:cubicBezTo>
                  <a:pt x="3300988" y="70958"/>
                  <a:pt x="3292000" y="71161"/>
                  <a:pt x="3286272" y="70598"/>
                </a:cubicBezTo>
                <a:lnTo>
                  <a:pt x="3285770" y="71368"/>
                </a:lnTo>
                <a:cubicBezTo>
                  <a:pt x="3287529" y="82436"/>
                  <a:pt x="3288031" y="101875"/>
                  <a:pt x="3288031" y="121109"/>
                </a:cubicBezTo>
                <a:lnTo>
                  <a:pt x="3288031" y="135215"/>
                </a:lnTo>
                <a:cubicBezTo>
                  <a:pt x="3288031" y="154450"/>
                  <a:pt x="3287732" y="167582"/>
                  <a:pt x="3285770" y="181383"/>
                </a:cubicBezTo>
                <a:lnTo>
                  <a:pt x="3286272" y="182149"/>
                </a:lnTo>
                <a:cubicBezTo>
                  <a:pt x="3289287" y="181637"/>
                  <a:pt x="3295061" y="181383"/>
                  <a:pt x="3298077" y="181383"/>
                </a:cubicBezTo>
                <a:cubicBezTo>
                  <a:pt x="3301088" y="181383"/>
                  <a:pt x="3306862" y="181637"/>
                  <a:pt x="3309877" y="182149"/>
                </a:cubicBezTo>
                <a:lnTo>
                  <a:pt x="3310379" y="181383"/>
                </a:lnTo>
                <a:cubicBezTo>
                  <a:pt x="3308521" y="166761"/>
                  <a:pt x="3308119" y="154708"/>
                  <a:pt x="3308119" y="135215"/>
                </a:cubicBezTo>
                <a:lnTo>
                  <a:pt x="3308119" y="121880"/>
                </a:lnTo>
                <a:cubicBezTo>
                  <a:pt x="3308119" y="111105"/>
                  <a:pt x="3311283" y="104951"/>
                  <a:pt x="3316655" y="96487"/>
                </a:cubicBezTo>
                <a:cubicBezTo>
                  <a:pt x="3320321" y="90795"/>
                  <a:pt x="3325946" y="87511"/>
                  <a:pt x="3330716" y="87511"/>
                </a:cubicBezTo>
                <a:cubicBezTo>
                  <a:pt x="3335739" y="87511"/>
                  <a:pt x="3340509" y="88023"/>
                  <a:pt x="3343773" y="91100"/>
                </a:cubicBezTo>
                <a:lnTo>
                  <a:pt x="3345781" y="90588"/>
                </a:lnTo>
                <a:lnTo>
                  <a:pt x="3350803" y="71623"/>
                </a:lnTo>
                <a:lnTo>
                  <a:pt x="3349800" y="70598"/>
                </a:lnTo>
                <a:cubicBezTo>
                  <a:pt x="3345532" y="69320"/>
                  <a:pt x="3345279" y="68804"/>
                  <a:pt x="3340762" y="68804"/>
                </a:cubicBezTo>
                <a:cubicBezTo>
                  <a:pt x="3327202" y="68804"/>
                  <a:pt x="3319919" y="76748"/>
                  <a:pt x="3308873" y="96229"/>
                </a:cubicBezTo>
                <a:lnTo>
                  <a:pt x="3308119" y="95717"/>
                </a:lnTo>
                <a:close/>
                <a:moveTo>
                  <a:pt x="3362857" y="128788"/>
                </a:moveTo>
                <a:cubicBezTo>
                  <a:pt x="3362857" y="159552"/>
                  <a:pt x="3382692" y="183900"/>
                  <a:pt x="3416090" y="183900"/>
                </a:cubicBezTo>
                <a:cubicBezTo>
                  <a:pt x="3449231" y="183900"/>
                  <a:pt x="3469318" y="160068"/>
                  <a:pt x="3469318" y="126481"/>
                </a:cubicBezTo>
                <a:cubicBezTo>
                  <a:pt x="3469318" y="91616"/>
                  <a:pt x="3450989" y="68804"/>
                  <a:pt x="3417093" y="68804"/>
                </a:cubicBezTo>
                <a:cubicBezTo>
                  <a:pt x="3384197" y="68804"/>
                  <a:pt x="3362857" y="92386"/>
                  <a:pt x="3362857" y="128788"/>
                </a:cubicBezTo>
                <a:moveTo>
                  <a:pt x="3415335" y="79055"/>
                </a:moveTo>
                <a:cubicBezTo>
                  <a:pt x="3441951" y="79055"/>
                  <a:pt x="3447223" y="100076"/>
                  <a:pt x="3447223" y="131098"/>
                </a:cubicBezTo>
                <a:cubicBezTo>
                  <a:pt x="3447223" y="155451"/>
                  <a:pt x="3435170" y="173653"/>
                  <a:pt x="3418346" y="173653"/>
                </a:cubicBezTo>
                <a:cubicBezTo>
                  <a:pt x="3391734" y="173653"/>
                  <a:pt x="3384952" y="144172"/>
                  <a:pt x="3384952" y="124432"/>
                </a:cubicBezTo>
                <a:cubicBezTo>
                  <a:pt x="3384952" y="102129"/>
                  <a:pt x="3391734" y="79055"/>
                  <a:pt x="3415335" y="79055"/>
                </a:cubicBezTo>
                <a:close/>
                <a:moveTo>
                  <a:pt x="3520792" y="95717"/>
                </a:moveTo>
                <a:lnTo>
                  <a:pt x="3520792" y="72393"/>
                </a:lnTo>
                <a:cubicBezTo>
                  <a:pt x="3520792" y="70395"/>
                  <a:pt x="3520490" y="69832"/>
                  <a:pt x="3519287" y="69832"/>
                </a:cubicBezTo>
                <a:cubicBezTo>
                  <a:pt x="3513662" y="70958"/>
                  <a:pt x="3504674" y="71161"/>
                  <a:pt x="3498946" y="70598"/>
                </a:cubicBezTo>
                <a:lnTo>
                  <a:pt x="3498444" y="71368"/>
                </a:lnTo>
                <a:cubicBezTo>
                  <a:pt x="3500203" y="82436"/>
                  <a:pt x="3500705" y="101875"/>
                  <a:pt x="3500705" y="121109"/>
                </a:cubicBezTo>
                <a:lnTo>
                  <a:pt x="3500705" y="135215"/>
                </a:lnTo>
                <a:cubicBezTo>
                  <a:pt x="3500705" y="154450"/>
                  <a:pt x="3500406" y="167582"/>
                  <a:pt x="3498444" y="181383"/>
                </a:cubicBezTo>
                <a:lnTo>
                  <a:pt x="3498946" y="182149"/>
                </a:lnTo>
                <a:cubicBezTo>
                  <a:pt x="3501961" y="181637"/>
                  <a:pt x="3507735" y="181383"/>
                  <a:pt x="3510750" y="181383"/>
                </a:cubicBezTo>
                <a:cubicBezTo>
                  <a:pt x="3513762" y="181383"/>
                  <a:pt x="3519536" y="181637"/>
                  <a:pt x="3522551" y="182149"/>
                </a:cubicBezTo>
                <a:lnTo>
                  <a:pt x="3523053" y="181383"/>
                </a:lnTo>
                <a:cubicBezTo>
                  <a:pt x="3521195" y="166761"/>
                  <a:pt x="3520792" y="154708"/>
                  <a:pt x="3520792" y="135215"/>
                </a:cubicBezTo>
                <a:lnTo>
                  <a:pt x="3520792" y="121880"/>
                </a:lnTo>
                <a:cubicBezTo>
                  <a:pt x="3520792" y="111105"/>
                  <a:pt x="3523957" y="104951"/>
                  <a:pt x="3529328" y="96487"/>
                </a:cubicBezTo>
                <a:cubicBezTo>
                  <a:pt x="3532995" y="90795"/>
                  <a:pt x="3538619" y="87511"/>
                  <a:pt x="3543390" y="87511"/>
                </a:cubicBezTo>
                <a:cubicBezTo>
                  <a:pt x="3548412" y="87511"/>
                  <a:pt x="3553182" y="88023"/>
                  <a:pt x="3556447" y="91100"/>
                </a:cubicBezTo>
                <a:lnTo>
                  <a:pt x="3558454" y="90588"/>
                </a:lnTo>
                <a:lnTo>
                  <a:pt x="3563477" y="71623"/>
                </a:lnTo>
                <a:lnTo>
                  <a:pt x="3562473" y="70598"/>
                </a:lnTo>
                <a:cubicBezTo>
                  <a:pt x="3558205" y="69320"/>
                  <a:pt x="3557952" y="68804"/>
                  <a:pt x="3553435" y="68804"/>
                </a:cubicBezTo>
                <a:cubicBezTo>
                  <a:pt x="3539876" y="68804"/>
                  <a:pt x="3532593" y="76748"/>
                  <a:pt x="3521547" y="96229"/>
                </a:cubicBezTo>
                <a:lnTo>
                  <a:pt x="3520792" y="95717"/>
                </a:lnTo>
                <a:close/>
                <a:moveTo>
                  <a:pt x="3580551" y="155451"/>
                </a:moveTo>
                <a:lnTo>
                  <a:pt x="3576283" y="176984"/>
                </a:lnTo>
                <a:cubicBezTo>
                  <a:pt x="3590597" y="182110"/>
                  <a:pt x="3604658" y="183900"/>
                  <a:pt x="3614198" y="183900"/>
                </a:cubicBezTo>
                <a:cubicBezTo>
                  <a:pt x="3648848" y="183900"/>
                  <a:pt x="3656883" y="162887"/>
                  <a:pt x="3656883" y="148785"/>
                </a:cubicBezTo>
                <a:cubicBezTo>
                  <a:pt x="3656883" y="127763"/>
                  <a:pt x="3640561" y="119561"/>
                  <a:pt x="3622734" y="115202"/>
                </a:cubicBezTo>
                <a:cubicBezTo>
                  <a:pt x="3613244" y="112895"/>
                  <a:pt x="3599386" y="108024"/>
                  <a:pt x="3599386" y="95205"/>
                </a:cubicBezTo>
                <a:cubicBezTo>
                  <a:pt x="3599386" y="84692"/>
                  <a:pt x="3607669" y="79055"/>
                  <a:pt x="3618466" y="79055"/>
                </a:cubicBezTo>
                <a:cubicBezTo>
                  <a:pt x="3631523" y="79055"/>
                  <a:pt x="3639557" y="89563"/>
                  <a:pt x="3645335" y="96487"/>
                </a:cubicBezTo>
                <a:lnTo>
                  <a:pt x="3648848" y="96229"/>
                </a:lnTo>
                <a:lnTo>
                  <a:pt x="3653871" y="77260"/>
                </a:lnTo>
                <a:lnTo>
                  <a:pt x="3653369" y="76494"/>
                </a:lnTo>
                <a:cubicBezTo>
                  <a:pt x="3646086" y="72651"/>
                  <a:pt x="3632278" y="68804"/>
                  <a:pt x="3619470" y="68804"/>
                </a:cubicBezTo>
                <a:cubicBezTo>
                  <a:pt x="3600892" y="68804"/>
                  <a:pt x="3581555" y="78797"/>
                  <a:pt x="3581555" y="100076"/>
                </a:cubicBezTo>
                <a:cubicBezTo>
                  <a:pt x="3581555" y="120586"/>
                  <a:pt x="3596574" y="127353"/>
                  <a:pt x="3611688" y="131610"/>
                </a:cubicBezTo>
                <a:cubicBezTo>
                  <a:pt x="3626251" y="135711"/>
                  <a:pt x="3637048" y="139813"/>
                  <a:pt x="3637048" y="152374"/>
                </a:cubicBezTo>
                <a:cubicBezTo>
                  <a:pt x="3637048" y="165963"/>
                  <a:pt x="3627255" y="173653"/>
                  <a:pt x="3613949" y="173653"/>
                </a:cubicBezTo>
                <a:cubicBezTo>
                  <a:pt x="3601895" y="173653"/>
                  <a:pt x="3591348" y="165193"/>
                  <a:pt x="3584317" y="155197"/>
                </a:cubicBezTo>
                <a:lnTo>
                  <a:pt x="3580551" y="155451"/>
                </a:lnTo>
                <a:close/>
                <a:moveTo>
                  <a:pt x="3755812" y="160580"/>
                </a:moveTo>
                <a:lnTo>
                  <a:pt x="3755812" y="94181"/>
                </a:lnTo>
                <a:cubicBezTo>
                  <a:pt x="3765605" y="83926"/>
                  <a:pt x="3771884" y="79055"/>
                  <a:pt x="3782179" y="79055"/>
                </a:cubicBezTo>
                <a:cubicBezTo>
                  <a:pt x="3797493" y="79055"/>
                  <a:pt x="3811052" y="91925"/>
                  <a:pt x="3811052" y="123916"/>
                </a:cubicBezTo>
                <a:cubicBezTo>
                  <a:pt x="3811052" y="155709"/>
                  <a:pt x="3801761" y="173653"/>
                  <a:pt x="3777911" y="173653"/>
                </a:cubicBezTo>
                <a:cubicBezTo>
                  <a:pt x="3770126" y="173653"/>
                  <a:pt x="3760835" y="166988"/>
                  <a:pt x="3755812" y="160580"/>
                </a:cubicBezTo>
                <a:moveTo>
                  <a:pt x="3755812" y="53189"/>
                </a:moveTo>
                <a:cubicBezTo>
                  <a:pt x="3755812" y="34244"/>
                  <a:pt x="3756115" y="20728"/>
                  <a:pt x="3757322" y="5059"/>
                </a:cubicBezTo>
                <a:cubicBezTo>
                  <a:pt x="3757322" y="3268"/>
                  <a:pt x="3756617" y="2498"/>
                  <a:pt x="3755061" y="2498"/>
                </a:cubicBezTo>
                <a:cubicBezTo>
                  <a:pt x="3748781" y="5059"/>
                  <a:pt x="3743410" y="6853"/>
                  <a:pt x="3733215" y="7620"/>
                </a:cubicBezTo>
                <a:lnTo>
                  <a:pt x="3732713" y="8390"/>
                </a:lnTo>
                <a:cubicBezTo>
                  <a:pt x="3734671" y="19344"/>
                  <a:pt x="3735724" y="38341"/>
                  <a:pt x="3735724" y="57798"/>
                </a:cubicBezTo>
                <a:lnTo>
                  <a:pt x="3735724" y="162629"/>
                </a:lnTo>
                <a:cubicBezTo>
                  <a:pt x="3735724" y="172629"/>
                  <a:pt x="3735525" y="176269"/>
                  <a:pt x="3734471" y="181852"/>
                </a:cubicBezTo>
                <a:cubicBezTo>
                  <a:pt x="3735977" y="183388"/>
                  <a:pt x="3738889" y="183900"/>
                  <a:pt x="3741502" y="183900"/>
                </a:cubicBezTo>
                <a:cubicBezTo>
                  <a:pt x="3744264" y="180827"/>
                  <a:pt x="3747176" y="176472"/>
                  <a:pt x="3749785" y="171347"/>
                </a:cubicBezTo>
                <a:cubicBezTo>
                  <a:pt x="3757069" y="177755"/>
                  <a:pt x="3768620" y="183900"/>
                  <a:pt x="3779417" y="183900"/>
                </a:cubicBezTo>
                <a:cubicBezTo>
                  <a:pt x="3805026" y="183900"/>
                  <a:pt x="3833400" y="165451"/>
                  <a:pt x="3833400" y="121868"/>
                </a:cubicBezTo>
                <a:cubicBezTo>
                  <a:pt x="3833400" y="90592"/>
                  <a:pt x="3811554" y="68804"/>
                  <a:pt x="3787198" y="68804"/>
                </a:cubicBezTo>
                <a:cubicBezTo>
                  <a:pt x="3775149" y="68804"/>
                  <a:pt x="3764352" y="72135"/>
                  <a:pt x="3755812" y="81619"/>
                </a:cubicBezTo>
                <a:lnTo>
                  <a:pt x="3755812" y="53189"/>
                </a:lnTo>
                <a:close/>
                <a:moveTo>
                  <a:pt x="3848719" y="70805"/>
                </a:moveTo>
                <a:cubicBezTo>
                  <a:pt x="3858711" y="93559"/>
                  <a:pt x="3888541" y="159657"/>
                  <a:pt x="3897430" y="184045"/>
                </a:cubicBezTo>
                <a:cubicBezTo>
                  <a:pt x="3889392" y="203159"/>
                  <a:pt x="3879147" y="222886"/>
                  <a:pt x="3867799" y="242199"/>
                </a:cubicBezTo>
                <a:cubicBezTo>
                  <a:pt x="3870312" y="241433"/>
                  <a:pt x="3874078" y="240921"/>
                  <a:pt x="3876588" y="240921"/>
                </a:cubicBezTo>
                <a:cubicBezTo>
                  <a:pt x="3879097" y="240921"/>
                  <a:pt x="3886381" y="241433"/>
                  <a:pt x="3888890" y="242199"/>
                </a:cubicBezTo>
                <a:cubicBezTo>
                  <a:pt x="3898434" y="210176"/>
                  <a:pt x="3953421" y="87972"/>
                  <a:pt x="3961709" y="70805"/>
                </a:cubicBezTo>
                <a:cubicBezTo>
                  <a:pt x="3959195" y="71576"/>
                  <a:pt x="3953421" y="71576"/>
                  <a:pt x="3950912" y="71576"/>
                </a:cubicBezTo>
                <a:cubicBezTo>
                  <a:pt x="3948398" y="71576"/>
                  <a:pt x="3943628" y="71576"/>
                  <a:pt x="3941119" y="70805"/>
                </a:cubicBezTo>
                <a:cubicBezTo>
                  <a:pt x="3932081" y="99759"/>
                  <a:pt x="3920326" y="132498"/>
                  <a:pt x="3908173" y="159040"/>
                </a:cubicBezTo>
                <a:lnTo>
                  <a:pt x="3907671" y="159040"/>
                </a:lnTo>
                <a:cubicBezTo>
                  <a:pt x="3895319" y="128553"/>
                  <a:pt x="3883469" y="100064"/>
                  <a:pt x="3874078" y="70809"/>
                </a:cubicBezTo>
                <a:cubicBezTo>
                  <a:pt x="3870814" y="71576"/>
                  <a:pt x="3865289" y="71576"/>
                  <a:pt x="3861772" y="71576"/>
                </a:cubicBezTo>
                <a:cubicBezTo>
                  <a:pt x="3858508" y="71576"/>
                  <a:pt x="3852232" y="71576"/>
                  <a:pt x="3848719" y="70809"/>
                </a:cubicBezTo>
                <a:lnTo>
                  <a:pt x="3848719" y="70805"/>
                </a:lnTo>
                <a:close/>
                <a:moveTo>
                  <a:pt x="4047833" y="111351"/>
                </a:moveTo>
                <a:cubicBezTo>
                  <a:pt x="4052101" y="84692"/>
                  <a:pt x="4068572" y="79055"/>
                  <a:pt x="4076457" y="79055"/>
                </a:cubicBezTo>
                <a:cubicBezTo>
                  <a:pt x="4086400" y="79055"/>
                  <a:pt x="4097549" y="88539"/>
                  <a:pt x="4097549" y="107762"/>
                </a:cubicBezTo>
                <a:cubicBezTo>
                  <a:pt x="4097549" y="110069"/>
                  <a:pt x="4096545" y="111351"/>
                  <a:pt x="4094032" y="111351"/>
                </a:cubicBezTo>
                <a:lnTo>
                  <a:pt x="4047833" y="111351"/>
                </a:lnTo>
                <a:moveTo>
                  <a:pt x="4114874" y="154681"/>
                </a:moveTo>
                <a:cubicBezTo>
                  <a:pt x="4106085" y="164427"/>
                  <a:pt x="4094284" y="168786"/>
                  <a:pt x="4080472" y="168786"/>
                </a:cubicBezTo>
                <a:cubicBezTo>
                  <a:pt x="4071886" y="168786"/>
                  <a:pt x="4060036" y="165451"/>
                  <a:pt x="4053105" y="154168"/>
                </a:cubicBezTo>
                <a:cubicBezTo>
                  <a:pt x="4048684" y="146987"/>
                  <a:pt x="4047079" y="136525"/>
                  <a:pt x="4047079" y="121598"/>
                </a:cubicBezTo>
                <a:lnTo>
                  <a:pt x="4115376" y="121598"/>
                </a:lnTo>
                <a:cubicBezTo>
                  <a:pt x="4118138" y="121598"/>
                  <a:pt x="4119893" y="120062"/>
                  <a:pt x="4119893" y="117243"/>
                </a:cubicBezTo>
                <a:cubicBezTo>
                  <a:pt x="4119893" y="95717"/>
                  <a:pt x="4109598" y="68804"/>
                  <a:pt x="4076457" y="68804"/>
                </a:cubicBezTo>
                <a:cubicBezTo>
                  <a:pt x="4050592" y="68804"/>
                  <a:pt x="4024983" y="90076"/>
                  <a:pt x="4024983" y="127756"/>
                </a:cubicBezTo>
                <a:cubicBezTo>
                  <a:pt x="4024983" y="142319"/>
                  <a:pt x="4027895" y="156682"/>
                  <a:pt x="4036282" y="166992"/>
                </a:cubicBezTo>
                <a:cubicBezTo>
                  <a:pt x="4044918" y="177598"/>
                  <a:pt x="4059281" y="183900"/>
                  <a:pt x="4076204" y="183900"/>
                </a:cubicBezTo>
                <a:cubicBezTo>
                  <a:pt x="4094284" y="183900"/>
                  <a:pt x="4110353" y="174424"/>
                  <a:pt x="4119893" y="161092"/>
                </a:cubicBezTo>
                <a:lnTo>
                  <a:pt x="4114874" y="154681"/>
                </a:lnTo>
                <a:close/>
                <a:moveTo>
                  <a:pt x="4208028" y="123662"/>
                </a:moveTo>
                <a:lnTo>
                  <a:pt x="4207025" y="154172"/>
                </a:lnTo>
                <a:cubicBezTo>
                  <a:pt x="4207025" y="157503"/>
                  <a:pt x="4205515" y="159298"/>
                  <a:pt x="4203507" y="160838"/>
                </a:cubicBezTo>
                <a:cubicBezTo>
                  <a:pt x="4196477" y="166221"/>
                  <a:pt x="4187941" y="170835"/>
                  <a:pt x="4180408" y="170835"/>
                </a:cubicBezTo>
                <a:cubicBezTo>
                  <a:pt x="4169110" y="170835"/>
                  <a:pt x="4161826" y="163145"/>
                  <a:pt x="4161826" y="155197"/>
                </a:cubicBezTo>
                <a:cubicBezTo>
                  <a:pt x="4161826" y="143660"/>
                  <a:pt x="4167098" y="134941"/>
                  <a:pt x="4186684" y="129558"/>
                </a:cubicBezTo>
                <a:lnTo>
                  <a:pt x="4208028" y="123662"/>
                </a:lnTo>
                <a:moveTo>
                  <a:pt x="4208028" y="169040"/>
                </a:moveTo>
                <a:cubicBezTo>
                  <a:pt x="4210940" y="179033"/>
                  <a:pt x="4218423" y="183900"/>
                  <a:pt x="4227614" y="183900"/>
                </a:cubicBezTo>
                <a:cubicBezTo>
                  <a:pt x="4233940" y="183900"/>
                  <a:pt x="4241675" y="182364"/>
                  <a:pt x="4247598" y="175960"/>
                </a:cubicBezTo>
                <a:lnTo>
                  <a:pt x="4245740" y="169603"/>
                </a:lnTo>
                <a:cubicBezTo>
                  <a:pt x="4242978" y="170581"/>
                  <a:pt x="4240871" y="170936"/>
                  <a:pt x="4238963" y="170936"/>
                </a:cubicBezTo>
                <a:cubicBezTo>
                  <a:pt x="4236449" y="170936"/>
                  <a:pt x="4233135" y="170475"/>
                  <a:pt x="4231580" y="169040"/>
                </a:cubicBezTo>
                <a:cubicBezTo>
                  <a:pt x="4229020" y="166683"/>
                  <a:pt x="4227411" y="160428"/>
                  <a:pt x="4227411" y="149043"/>
                </a:cubicBezTo>
                <a:cubicBezTo>
                  <a:pt x="4227411" y="141607"/>
                  <a:pt x="4228116" y="113153"/>
                  <a:pt x="4228116" y="110331"/>
                </a:cubicBezTo>
                <a:cubicBezTo>
                  <a:pt x="4228116" y="75724"/>
                  <a:pt x="4205768" y="68804"/>
                  <a:pt x="4186684" y="68804"/>
                </a:cubicBezTo>
                <a:cubicBezTo>
                  <a:pt x="4167600" y="68804"/>
                  <a:pt x="4156052" y="78284"/>
                  <a:pt x="4149773" y="83668"/>
                </a:cubicBezTo>
                <a:lnTo>
                  <a:pt x="4149022" y="84696"/>
                </a:lnTo>
                <a:lnTo>
                  <a:pt x="4153290" y="101871"/>
                </a:lnTo>
                <a:lnTo>
                  <a:pt x="4156554" y="102129"/>
                </a:lnTo>
                <a:cubicBezTo>
                  <a:pt x="4163585" y="90592"/>
                  <a:pt x="4172121" y="80337"/>
                  <a:pt x="4184174" y="80337"/>
                </a:cubicBezTo>
                <a:cubicBezTo>
                  <a:pt x="4193213" y="80337"/>
                  <a:pt x="4208277" y="81619"/>
                  <a:pt x="4208277" y="110589"/>
                </a:cubicBezTo>
                <a:cubicBezTo>
                  <a:pt x="4208277" y="112383"/>
                  <a:pt x="4207274" y="113408"/>
                  <a:pt x="4206519" y="113666"/>
                </a:cubicBezTo>
                <a:lnTo>
                  <a:pt x="4183171" y="119049"/>
                </a:lnTo>
                <a:cubicBezTo>
                  <a:pt x="4157558" y="124945"/>
                  <a:pt x="4141490" y="138788"/>
                  <a:pt x="4141490" y="156221"/>
                </a:cubicBezTo>
                <a:cubicBezTo>
                  <a:pt x="4141490" y="175190"/>
                  <a:pt x="4154294" y="183900"/>
                  <a:pt x="4172876" y="183900"/>
                </a:cubicBezTo>
                <a:cubicBezTo>
                  <a:pt x="4186684" y="183900"/>
                  <a:pt x="4193715" y="180573"/>
                  <a:pt x="4207025" y="169040"/>
                </a:cubicBezTo>
                <a:lnTo>
                  <a:pt x="4208028" y="169040"/>
                </a:lnTo>
                <a:close/>
                <a:moveTo>
                  <a:pt x="4313738" y="79055"/>
                </a:moveTo>
                <a:cubicBezTo>
                  <a:pt x="4323428" y="79055"/>
                  <a:pt x="4332217" y="86334"/>
                  <a:pt x="4338845" y="98024"/>
                </a:cubicBezTo>
                <a:lnTo>
                  <a:pt x="4342109" y="97769"/>
                </a:lnTo>
                <a:lnTo>
                  <a:pt x="4347883" y="76748"/>
                </a:lnTo>
                <a:lnTo>
                  <a:pt x="4347381" y="75982"/>
                </a:lnTo>
                <a:cubicBezTo>
                  <a:pt x="4339600" y="71881"/>
                  <a:pt x="4326542" y="68804"/>
                  <a:pt x="4313987" y="68804"/>
                </a:cubicBezTo>
                <a:cubicBezTo>
                  <a:pt x="4287873" y="68804"/>
                  <a:pt x="4260505" y="90592"/>
                  <a:pt x="4260505" y="125457"/>
                </a:cubicBezTo>
                <a:cubicBezTo>
                  <a:pt x="4260505" y="161092"/>
                  <a:pt x="4280340" y="183900"/>
                  <a:pt x="4310976" y="183900"/>
                </a:cubicBezTo>
                <a:cubicBezTo>
                  <a:pt x="4326041" y="183900"/>
                  <a:pt x="4337841" y="178779"/>
                  <a:pt x="4347883" y="165709"/>
                </a:cubicBezTo>
                <a:lnTo>
                  <a:pt x="4343113" y="160322"/>
                </a:lnTo>
                <a:lnTo>
                  <a:pt x="4342109" y="160322"/>
                </a:lnTo>
                <a:cubicBezTo>
                  <a:pt x="4332569" y="169040"/>
                  <a:pt x="4324585" y="171093"/>
                  <a:pt x="4315244" y="171093"/>
                </a:cubicBezTo>
                <a:cubicBezTo>
                  <a:pt x="4296915" y="171093"/>
                  <a:pt x="4282601" y="154172"/>
                  <a:pt x="4282601" y="124174"/>
                </a:cubicBezTo>
                <a:cubicBezTo>
                  <a:pt x="4282601" y="95975"/>
                  <a:pt x="4297164" y="79055"/>
                  <a:pt x="4313738" y="79055"/>
                </a:cubicBezTo>
                <a:close/>
                <a:moveTo>
                  <a:pt x="4401368" y="91104"/>
                </a:moveTo>
                <a:lnTo>
                  <a:pt x="4401368" y="52935"/>
                </a:lnTo>
                <a:cubicBezTo>
                  <a:pt x="4401368" y="33989"/>
                  <a:pt x="4402422" y="20779"/>
                  <a:pt x="4403625" y="5059"/>
                </a:cubicBezTo>
                <a:cubicBezTo>
                  <a:pt x="4403625" y="3268"/>
                  <a:pt x="4402924" y="2498"/>
                  <a:pt x="4401368" y="2498"/>
                </a:cubicBezTo>
                <a:cubicBezTo>
                  <a:pt x="4395089" y="5059"/>
                  <a:pt x="4389717" y="6853"/>
                  <a:pt x="4379522" y="7620"/>
                </a:cubicBezTo>
                <a:lnTo>
                  <a:pt x="4379020" y="8390"/>
                </a:lnTo>
                <a:cubicBezTo>
                  <a:pt x="4380978" y="19344"/>
                  <a:pt x="4381280" y="38599"/>
                  <a:pt x="4381280" y="58053"/>
                </a:cubicBezTo>
                <a:lnTo>
                  <a:pt x="4381280" y="135215"/>
                </a:lnTo>
                <a:cubicBezTo>
                  <a:pt x="4381280" y="154297"/>
                  <a:pt x="4380978" y="167019"/>
                  <a:pt x="4379020" y="181383"/>
                </a:cubicBezTo>
                <a:lnTo>
                  <a:pt x="4379522" y="182149"/>
                </a:lnTo>
                <a:cubicBezTo>
                  <a:pt x="4382533" y="181637"/>
                  <a:pt x="4388311" y="181383"/>
                  <a:pt x="4391322" y="181383"/>
                </a:cubicBezTo>
                <a:cubicBezTo>
                  <a:pt x="4394338" y="181383"/>
                  <a:pt x="4400111" y="181637"/>
                  <a:pt x="4403123" y="182149"/>
                </a:cubicBezTo>
                <a:lnTo>
                  <a:pt x="4403625" y="181383"/>
                </a:lnTo>
                <a:cubicBezTo>
                  <a:pt x="4401770" y="166710"/>
                  <a:pt x="4401368" y="154708"/>
                  <a:pt x="4401368" y="135215"/>
                </a:cubicBezTo>
                <a:lnTo>
                  <a:pt x="4401368" y="105209"/>
                </a:lnTo>
                <a:cubicBezTo>
                  <a:pt x="4414172" y="89821"/>
                  <a:pt x="4428885" y="84180"/>
                  <a:pt x="4437774" y="84180"/>
                </a:cubicBezTo>
                <a:cubicBezTo>
                  <a:pt x="4450582" y="84180"/>
                  <a:pt x="4455854" y="89309"/>
                  <a:pt x="4455854" y="110081"/>
                </a:cubicBezTo>
                <a:lnTo>
                  <a:pt x="4455854" y="135215"/>
                </a:lnTo>
                <a:cubicBezTo>
                  <a:pt x="4455854" y="154454"/>
                  <a:pt x="4455601" y="167582"/>
                  <a:pt x="4453593" y="181383"/>
                </a:cubicBezTo>
                <a:lnTo>
                  <a:pt x="4454095" y="182149"/>
                </a:lnTo>
                <a:cubicBezTo>
                  <a:pt x="4457110" y="181637"/>
                  <a:pt x="4462884" y="181383"/>
                  <a:pt x="4465896" y="181383"/>
                </a:cubicBezTo>
                <a:cubicBezTo>
                  <a:pt x="4468911" y="181383"/>
                  <a:pt x="4474685" y="181637"/>
                  <a:pt x="4477700" y="182149"/>
                </a:cubicBezTo>
                <a:lnTo>
                  <a:pt x="4478202" y="181383"/>
                </a:lnTo>
                <a:cubicBezTo>
                  <a:pt x="4476190" y="166710"/>
                  <a:pt x="4475941" y="154708"/>
                  <a:pt x="4475941" y="135215"/>
                </a:cubicBezTo>
                <a:cubicBezTo>
                  <a:pt x="4475941" y="127009"/>
                  <a:pt x="4476443" y="117520"/>
                  <a:pt x="4476443" y="109314"/>
                </a:cubicBezTo>
                <a:cubicBezTo>
                  <a:pt x="4476443" y="82640"/>
                  <a:pt x="4467907" y="68804"/>
                  <a:pt x="4445306" y="68804"/>
                </a:cubicBezTo>
                <a:cubicBezTo>
                  <a:pt x="4435766" y="68804"/>
                  <a:pt x="4417939" y="72651"/>
                  <a:pt x="4401870" y="91874"/>
                </a:cubicBezTo>
                <a:lnTo>
                  <a:pt x="4401368" y="91104"/>
                </a:lnTo>
                <a:close/>
                <a:moveTo>
                  <a:pt x="4568089" y="71556"/>
                </a:moveTo>
                <a:cubicBezTo>
                  <a:pt x="4562967" y="71556"/>
                  <a:pt x="4557645" y="71454"/>
                  <a:pt x="4554530" y="71044"/>
                </a:cubicBezTo>
                <a:cubicBezTo>
                  <a:pt x="4552825" y="75247"/>
                  <a:pt x="4551469" y="77706"/>
                  <a:pt x="4549009" y="81549"/>
                </a:cubicBezTo>
                <a:lnTo>
                  <a:pt x="4550262" y="83343"/>
                </a:lnTo>
                <a:cubicBezTo>
                  <a:pt x="4554584" y="83034"/>
                  <a:pt x="4562365" y="82882"/>
                  <a:pt x="4568089" y="82831"/>
                </a:cubicBezTo>
                <a:lnTo>
                  <a:pt x="4568089" y="117884"/>
                </a:lnTo>
                <a:cubicBezTo>
                  <a:pt x="4568089" y="133237"/>
                  <a:pt x="4567338" y="151662"/>
                  <a:pt x="4567338" y="159337"/>
                </a:cubicBezTo>
                <a:cubicBezTo>
                  <a:pt x="4567338" y="175976"/>
                  <a:pt x="4577882" y="183900"/>
                  <a:pt x="4589433" y="183900"/>
                </a:cubicBezTo>
                <a:cubicBezTo>
                  <a:pt x="4599981" y="183900"/>
                  <a:pt x="4608015" y="181344"/>
                  <a:pt x="4618559" y="174443"/>
                </a:cubicBezTo>
                <a:lnTo>
                  <a:pt x="4615498" y="168137"/>
                </a:lnTo>
                <a:cubicBezTo>
                  <a:pt x="4607763" y="170854"/>
                  <a:pt x="4601989" y="171112"/>
                  <a:pt x="4595709" y="170088"/>
                </a:cubicBezTo>
                <a:cubicBezTo>
                  <a:pt x="4589736" y="169114"/>
                  <a:pt x="4587426" y="162969"/>
                  <a:pt x="4587426" y="149102"/>
                </a:cubicBezTo>
                <a:cubicBezTo>
                  <a:pt x="4587426" y="141427"/>
                  <a:pt x="4588177" y="130422"/>
                  <a:pt x="4588177" y="115073"/>
                </a:cubicBezTo>
                <a:lnTo>
                  <a:pt x="4588177" y="82831"/>
                </a:lnTo>
                <a:lnTo>
                  <a:pt x="4597721" y="82831"/>
                </a:lnTo>
                <a:cubicBezTo>
                  <a:pt x="4603747" y="82831"/>
                  <a:pt x="4612483" y="83034"/>
                  <a:pt x="4615797" y="83343"/>
                </a:cubicBezTo>
                <a:cubicBezTo>
                  <a:pt x="4616552" y="79246"/>
                  <a:pt x="4617306" y="76631"/>
                  <a:pt x="4618812" y="72838"/>
                </a:cubicBezTo>
                <a:lnTo>
                  <a:pt x="4617555" y="71044"/>
                </a:lnTo>
                <a:cubicBezTo>
                  <a:pt x="4613034" y="71251"/>
                  <a:pt x="4605755" y="71556"/>
                  <a:pt x="4599981" y="71556"/>
                </a:cubicBezTo>
                <a:lnTo>
                  <a:pt x="4588177" y="71556"/>
                </a:lnTo>
                <a:cubicBezTo>
                  <a:pt x="4588177" y="52392"/>
                  <a:pt x="4588330" y="49010"/>
                  <a:pt x="4589433" y="34150"/>
                </a:cubicBezTo>
                <a:cubicBezTo>
                  <a:pt x="4589433" y="32304"/>
                  <a:pt x="4588732" y="31589"/>
                  <a:pt x="4587173" y="31589"/>
                </a:cubicBezTo>
                <a:cubicBezTo>
                  <a:pt x="4580897" y="34150"/>
                  <a:pt x="4577782" y="36867"/>
                  <a:pt x="4569599" y="37993"/>
                </a:cubicBezTo>
                <a:lnTo>
                  <a:pt x="4569097" y="38763"/>
                </a:lnTo>
                <a:cubicBezTo>
                  <a:pt x="4568595" y="47681"/>
                  <a:pt x="4568089" y="56696"/>
                  <a:pt x="4568089" y="71556"/>
                </a:cubicBezTo>
                <a:close/>
                <a:moveTo>
                  <a:pt x="4639150" y="128788"/>
                </a:moveTo>
                <a:cubicBezTo>
                  <a:pt x="4639150" y="159552"/>
                  <a:pt x="4658985" y="183900"/>
                  <a:pt x="4692383" y="183900"/>
                </a:cubicBezTo>
                <a:cubicBezTo>
                  <a:pt x="4725524" y="183900"/>
                  <a:pt x="4745611" y="160068"/>
                  <a:pt x="4745611" y="126481"/>
                </a:cubicBezTo>
                <a:cubicBezTo>
                  <a:pt x="4745611" y="91616"/>
                  <a:pt x="4727282" y="68804"/>
                  <a:pt x="4693386" y="68804"/>
                </a:cubicBezTo>
                <a:cubicBezTo>
                  <a:pt x="4660491" y="68804"/>
                  <a:pt x="4639150" y="92386"/>
                  <a:pt x="4639150" y="128788"/>
                </a:cubicBezTo>
                <a:moveTo>
                  <a:pt x="4691628" y="79055"/>
                </a:moveTo>
                <a:cubicBezTo>
                  <a:pt x="4718244" y="79055"/>
                  <a:pt x="4723516" y="100076"/>
                  <a:pt x="4723516" y="131098"/>
                </a:cubicBezTo>
                <a:cubicBezTo>
                  <a:pt x="4723516" y="155451"/>
                  <a:pt x="4711463" y="173653"/>
                  <a:pt x="4694639" y="173653"/>
                </a:cubicBezTo>
                <a:cubicBezTo>
                  <a:pt x="4668027" y="173653"/>
                  <a:pt x="4661245" y="144172"/>
                  <a:pt x="4661245" y="124432"/>
                </a:cubicBezTo>
                <a:cubicBezTo>
                  <a:pt x="4661245" y="102129"/>
                  <a:pt x="4668027" y="79055"/>
                  <a:pt x="4691628" y="79055"/>
                </a:cubicBezTo>
                <a:close/>
                <a:moveTo>
                  <a:pt x="4766453" y="128788"/>
                </a:moveTo>
                <a:cubicBezTo>
                  <a:pt x="4766453" y="159552"/>
                  <a:pt x="4786288" y="183900"/>
                  <a:pt x="4819686" y="183900"/>
                </a:cubicBezTo>
                <a:cubicBezTo>
                  <a:pt x="4852827" y="183900"/>
                  <a:pt x="4872914" y="160068"/>
                  <a:pt x="4872914" y="126481"/>
                </a:cubicBezTo>
                <a:cubicBezTo>
                  <a:pt x="4872914" y="91616"/>
                  <a:pt x="4854585" y="68804"/>
                  <a:pt x="4820689" y="68804"/>
                </a:cubicBezTo>
                <a:cubicBezTo>
                  <a:pt x="4787794" y="68804"/>
                  <a:pt x="4766453" y="92386"/>
                  <a:pt x="4766453" y="128788"/>
                </a:cubicBezTo>
                <a:moveTo>
                  <a:pt x="4818931" y="79055"/>
                </a:moveTo>
                <a:cubicBezTo>
                  <a:pt x="4845547" y="79055"/>
                  <a:pt x="4850819" y="100076"/>
                  <a:pt x="4850819" y="131098"/>
                </a:cubicBezTo>
                <a:cubicBezTo>
                  <a:pt x="4850819" y="155451"/>
                  <a:pt x="4838766" y="173653"/>
                  <a:pt x="4821942" y="173653"/>
                </a:cubicBezTo>
                <a:cubicBezTo>
                  <a:pt x="4795330" y="173653"/>
                  <a:pt x="4788548" y="144172"/>
                  <a:pt x="4788548" y="124432"/>
                </a:cubicBezTo>
                <a:cubicBezTo>
                  <a:pt x="4788548" y="102129"/>
                  <a:pt x="4795330" y="79055"/>
                  <a:pt x="4818931" y="79055"/>
                </a:cubicBezTo>
                <a:close/>
                <a:moveTo>
                  <a:pt x="4905056" y="130125"/>
                </a:moveTo>
                <a:cubicBezTo>
                  <a:pt x="4905056" y="149195"/>
                  <a:pt x="4904703" y="167645"/>
                  <a:pt x="4902795" y="181383"/>
                </a:cubicBezTo>
                <a:lnTo>
                  <a:pt x="4903297" y="182149"/>
                </a:lnTo>
                <a:cubicBezTo>
                  <a:pt x="4906308" y="181637"/>
                  <a:pt x="4912086" y="181383"/>
                  <a:pt x="4915098" y="181383"/>
                </a:cubicBezTo>
                <a:cubicBezTo>
                  <a:pt x="4918113" y="181383"/>
                  <a:pt x="4923887" y="181637"/>
                  <a:pt x="4926898" y="182149"/>
                </a:cubicBezTo>
                <a:lnTo>
                  <a:pt x="4927400" y="181383"/>
                </a:lnTo>
                <a:cubicBezTo>
                  <a:pt x="4925442" y="166773"/>
                  <a:pt x="4925143" y="149399"/>
                  <a:pt x="4925143" y="130125"/>
                </a:cubicBezTo>
                <a:lnTo>
                  <a:pt x="4925143" y="53244"/>
                </a:lnTo>
                <a:cubicBezTo>
                  <a:pt x="4925143" y="34025"/>
                  <a:pt x="4926197" y="21260"/>
                  <a:pt x="4927400" y="5063"/>
                </a:cubicBezTo>
                <a:cubicBezTo>
                  <a:pt x="4927400" y="3268"/>
                  <a:pt x="4926699" y="2498"/>
                  <a:pt x="4925143" y="2498"/>
                </a:cubicBezTo>
                <a:cubicBezTo>
                  <a:pt x="4918864" y="5063"/>
                  <a:pt x="4913492" y="6857"/>
                  <a:pt x="4903297" y="7627"/>
                </a:cubicBezTo>
                <a:lnTo>
                  <a:pt x="4902795" y="8394"/>
                </a:lnTo>
                <a:cubicBezTo>
                  <a:pt x="4904753" y="19364"/>
                  <a:pt x="4905056" y="38380"/>
                  <a:pt x="4905056" y="57857"/>
                </a:cubicBezTo>
                <a:lnTo>
                  <a:pt x="4905056" y="130125"/>
                </a:lnTo>
                <a:close/>
                <a:moveTo>
                  <a:pt x="4959288" y="170068"/>
                </a:moveTo>
                <a:cubicBezTo>
                  <a:pt x="4961499" y="178622"/>
                  <a:pt x="4965016" y="182110"/>
                  <a:pt x="4972848" y="183900"/>
                </a:cubicBezTo>
                <a:lnTo>
                  <a:pt x="4973855" y="183900"/>
                </a:lnTo>
                <a:cubicBezTo>
                  <a:pt x="4980935" y="182110"/>
                  <a:pt x="4984851" y="178318"/>
                  <a:pt x="4987410" y="170068"/>
                </a:cubicBezTo>
                <a:lnTo>
                  <a:pt x="4987410" y="169040"/>
                </a:lnTo>
                <a:cubicBezTo>
                  <a:pt x="4985104" y="161815"/>
                  <a:pt x="4981135" y="157871"/>
                  <a:pt x="4973855" y="155204"/>
                </a:cubicBezTo>
                <a:lnTo>
                  <a:pt x="4972848" y="155204"/>
                </a:lnTo>
                <a:cubicBezTo>
                  <a:pt x="4965265" y="158332"/>
                  <a:pt x="4961599" y="162226"/>
                  <a:pt x="4959288" y="169040"/>
                </a:cubicBezTo>
                <a:lnTo>
                  <a:pt x="4959288" y="170068"/>
                </a:lnTo>
                <a:close/>
                <a:moveTo>
                  <a:pt x="5105926" y="67471"/>
                </a:moveTo>
                <a:lnTo>
                  <a:pt x="5105926" y="130187"/>
                </a:lnTo>
                <a:cubicBezTo>
                  <a:pt x="5105926" y="149383"/>
                  <a:pt x="5105424" y="167559"/>
                  <a:pt x="5103417" y="181383"/>
                </a:cubicBezTo>
                <a:lnTo>
                  <a:pt x="5103919" y="182149"/>
                </a:lnTo>
                <a:cubicBezTo>
                  <a:pt x="5106930" y="181641"/>
                  <a:pt x="5113711" y="181383"/>
                  <a:pt x="5116723" y="181383"/>
                </a:cubicBezTo>
                <a:cubicBezTo>
                  <a:pt x="5119738" y="181383"/>
                  <a:pt x="5126516" y="181641"/>
                  <a:pt x="5129531" y="182149"/>
                </a:cubicBezTo>
                <a:lnTo>
                  <a:pt x="5130033" y="181383"/>
                </a:lnTo>
                <a:cubicBezTo>
                  <a:pt x="5128022" y="166792"/>
                  <a:pt x="5127520" y="149383"/>
                  <a:pt x="5127520" y="130187"/>
                </a:cubicBezTo>
                <a:lnTo>
                  <a:pt x="5127520" y="67471"/>
                </a:lnTo>
                <a:cubicBezTo>
                  <a:pt x="5127520" y="63119"/>
                  <a:pt x="5127772" y="36753"/>
                  <a:pt x="5129531" y="30612"/>
                </a:cubicBezTo>
                <a:cubicBezTo>
                  <a:pt x="5163174" y="30612"/>
                  <a:pt x="5180250" y="34193"/>
                  <a:pt x="5180250" y="34193"/>
                </a:cubicBezTo>
                <a:lnTo>
                  <a:pt x="5180752" y="33168"/>
                </a:lnTo>
                <a:cubicBezTo>
                  <a:pt x="5180250" y="29329"/>
                  <a:pt x="5180250" y="23438"/>
                  <a:pt x="5180752" y="16260"/>
                </a:cubicBezTo>
                <a:lnTo>
                  <a:pt x="5180250" y="15493"/>
                </a:lnTo>
                <a:cubicBezTo>
                  <a:pt x="5176231" y="16006"/>
                  <a:pt x="5170457" y="16260"/>
                  <a:pt x="5165185" y="16260"/>
                </a:cubicBezTo>
                <a:lnTo>
                  <a:pt x="5068264" y="16260"/>
                </a:lnTo>
                <a:cubicBezTo>
                  <a:pt x="5062992" y="16260"/>
                  <a:pt x="5057215" y="16006"/>
                  <a:pt x="5053199" y="15493"/>
                </a:cubicBezTo>
                <a:lnTo>
                  <a:pt x="5052697" y="16260"/>
                </a:lnTo>
                <a:cubicBezTo>
                  <a:pt x="5053199" y="23438"/>
                  <a:pt x="5053199" y="29329"/>
                  <a:pt x="5052697" y="33168"/>
                </a:cubicBezTo>
                <a:lnTo>
                  <a:pt x="5053199" y="34193"/>
                </a:lnTo>
                <a:cubicBezTo>
                  <a:pt x="5053199" y="34193"/>
                  <a:pt x="5070272" y="30612"/>
                  <a:pt x="5103919" y="30612"/>
                </a:cubicBezTo>
                <a:cubicBezTo>
                  <a:pt x="5105677" y="36753"/>
                  <a:pt x="5105926" y="63119"/>
                  <a:pt x="5105926" y="67471"/>
                </a:cubicBezTo>
                <a:close/>
                <a:moveTo>
                  <a:pt x="5227205" y="91104"/>
                </a:moveTo>
                <a:lnTo>
                  <a:pt x="5227205" y="52935"/>
                </a:lnTo>
                <a:cubicBezTo>
                  <a:pt x="5227205" y="33989"/>
                  <a:pt x="5228259" y="20779"/>
                  <a:pt x="5229462" y="5059"/>
                </a:cubicBezTo>
                <a:cubicBezTo>
                  <a:pt x="5229462" y="3268"/>
                  <a:pt x="5228761" y="2498"/>
                  <a:pt x="5227205" y="2498"/>
                </a:cubicBezTo>
                <a:cubicBezTo>
                  <a:pt x="5220926" y="5059"/>
                  <a:pt x="5215554" y="6853"/>
                  <a:pt x="5205359" y="7620"/>
                </a:cubicBezTo>
                <a:lnTo>
                  <a:pt x="5204857" y="8390"/>
                </a:lnTo>
                <a:cubicBezTo>
                  <a:pt x="5206815" y="19344"/>
                  <a:pt x="5207117" y="38599"/>
                  <a:pt x="5207117" y="58053"/>
                </a:cubicBezTo>
                <a:lnTo>
                  <a:pt x="5207117" y="135215"/>
                </a:lnTo>
                <a:cubicBezTo>
                  <a:pt x="5207117" y="154297"/>
                  <a:pt x="5206815" y="167019"/>
                  <a:pt x="5204857" y="181383"/>
                </a:cubicBezTo>
                <a:lnTo>
                  <a:pt x="5205359" y="182149"/>
                </a:lnTo>
                <a:cubicBezTo>
                  <a:pt x="5208370" y="181637"/>
                  <a:pt x="5214148" y="181383"/>
                  <a:pt x="5217159" y="181383"/>
                </a:cubicBezTo>
                <a:cubicBezTo>
                  <a:pt x="5220175" y="181383"/>
                  <a:pt x="5225948" y="181637"/>
                  <a:pt x="5228960" y="182149"/>
                </a:cubicBezTo>
                <a:lnTo>
                  <a:pt x="5229462" y="181383"/>
                </a:lnTo>
                <a:cubicBezTo>
                  <a:pt x="5227607" y="166710"/>
                  <a:pt x="5227205" y="154708"/>
                  <a:pt x="5227205" y="135215"/>
                </a:cubicBezTo>
                <a:lnTo>
                  <a:pt x="5227205" y="105209"/>
                </a:lnTo>
                <a:cubicBezTo>
                  <a:pt x="5240009" y="89821"/>
                  <a:pt x="5254722" y="84180"/>
                  <a:pt x="5263610" y="84180"/>
                </a:cubicBezTo>
                <a:cubicBezTo>
                  <a:pt x="5276419" y="84180"/>
                  <a:pt x="5281691" y="89309"/>
                  <a:pt x="5281691" y="110081"/>
                </a:cubicBezTo>
                <a:lnTo>
                  <a:pt x="5281691" y="135215"/>
                </a:lnTo>
                <a:cubicBezTo>
                  <a:pt x="5281691" y="154454"/>
                  <a:pt x="5281438" y="167582"/>
                  <a:pt x="5279430" y="181383"/>
                </a:cubicBezTo>
                <a:lnTo>
                  <a:pt x="5279932" y="182149"/>
                </a:lnTo>
                <a:cubicBezTo>
                  <a:pt x="5282947" y="181637"/>
                  <a:pt x="5288721" y="181383"/>
                  <a:pt x="5291732" y="181383"/>
                </a:cubicBezTo>
                <a:cubicBezTo>
                  <a:pt x="5294748" y="181383"/>
                  <a:pt x="5300522" y="181637"/>
                  <a:pt x="5303537" y="182149"/>
                </a:cubicBezTo>
                <a:lnTo>
                  <a:pt x="5304039" y="181383"/>
                </a:lnTo>
                <a:cubicBezTo>
                  <a:pt x="5302027" y="166710"/>
                  <a:pt x="5301778" y="154708"/>
                  <a:pt x="5301778" y="135215"/>
                </a:cubicBezTo>
                <a:cubicBezTo>
                  <a:pt x="5301778" y="127009"/>
                  <a:pt x="5302280" y="117520"/>
                  <a:pt x="5302280" y="109314"/>
                </a:cubicBezTo>
                <a:cubicBezTo>
                  <a:pt x="5302280" y="82640"/>
                  <a:pt x="5293744" y="68804"/>
                  <a:pt x="5271143" y="68804"/>
                </a:cubicBezTo>
                <a:cubicBezTo>
                  <a:pt x="5261603" y="68804"/>
                  <a:pt x="5243776" y="72651"/>
                  <a:pt x="5227707" y="91874"/>
                </a:cubicBezTo>
                <a:lnTo>
                  <a:pt x="5227205" y="91104"/>
                </a:lnTo>
                <a:close/>
                <a:moveTo>
                  <a:pt x="5353755" y="111351"/>
                </a:moveTo>
                <a:cubicBezTo>
                  <a:pt x="5358023" y="84692"/>
                  <a:pt x="5374494" y="79055"/>
                  <a:pt x="5382379" y="79055"/>
                </a:cubicBezTo>
                <a:cubicBezTo>
                  <a:pt x="5392321" y="79055"/>
                  <a:pt x="5403471" y="88539"/>
                  <a:pt x="5403471" y="107762"/>
                </a:cubicBezTo>
                <a:cubicBezTo>
                  <a:pt x="5403471" y="110069"/>
                  <a:pt x="5402467" y="111351"/>
                  <a:pt x="5399953" y="111351"/>
                </a:cubicBezTo>
                <a:lnTo>
                  <a:pt x="5353755" y="111351"/>
                </a:lnTo>
                <a:moveTo>
                  <a:pt x="5420796" y="154681"/>
                </a:moveTo>
                <a:cubicBezTo>
                  <a:pt x="5412007" y="164427"/>
                  <a:pt x="5400206" y="168786"/>
                  <a:pt x="5386394" y="168786"/>
                </a:cubicBezTo>
                <a:cubicBezTo>
                  <a:pt x="5377808" y="168786"/>
                  <a:pt x="5365958" y="165451"/>
                  <a:pt x="5359027" y="154168"/>
                </a:cubicBezTo>
                <a:cubicBezTo>
                  <a:pt x="5354606" y="146987"/>
                  <a:pt x="5353000" y="136525"/>
                  <a:pt x="5353000" y="121598"/>
                </a:cubicBezTo>
                <a:lnTo>
                  <a:pt x="5421298" y="121598"/>
                </a:lnTo>
                <a:cubicBezTo>
                  <a:pt x="5424060" y="121598"/>
                  <a:pt x="5425815" y="120062"/>
                  <a:pt x="5425815" y="117243"/>
                </a:cubicBezTo>
                <a:cubicBezTo>
                  <a:pt x="5425815" y="95717"/>
                  <a:pt x="5415520" y="68804"/>
                  <a:pt x="5382379" y="68804"/>
                </a:cubicBezTo>
                <a:cubicBezTo>
                  <a:pt x="5356514" y="68804"/>
                  <a:pt x="5330905" y="90076"/>
                  <a:pt x="5330905" y="127756"/>
                </a:cubicBezTo>
                <a:cubicBezTo>
                  <a:pt x="5330905" y="142319"/>
                  <a:pt x="5333817" y="156682"/>
                  <a:pt x="5342204" y="166992"/>
                </a:cubicBezTo>
                <a:cubicBezTo>
                  <a:pt x="5350839" y="177598"/>
                  <a:pt x="5365203" y="183900"/>
                  <a:pt x="5382126" y="183900"/>
                </a:cubicBezTo>
                <a:cubicBezTo>
                  <a:pt x="5400206" y="183900"/>
                  <a:pt x="5416275" y="174424"/>
                  <a:pt x="5425815" y="161092"/>
                </a:cubicBezTo>
                <a:lnTo>
                  <a:pt x="5420796" y="154681"/>
                </a:lnTo>
                <a:close/>
                <a:moveTo>
                  <a:pt x="5530168" y="128451"/>
                </a:moveTo>
                <a:lnTo>
                  <a:pt x="5490851" y="182149"/>
                </a:lnTo>
                <a:cubicBezTo>
                  <a:pt x="5493310" y="181691"/>
                  <a:pt x="5497375" y="181383"/>
                  <a:pt x="5499889" y="181383"/>
                </a:cubicBezTo>
                <a:cubicBezTo>
                  <a:pt x="5502398" y="181383"/>
                  <a:pt x="5508375" y="181691"/>
                  <a:pt x="5510934" y="182149"/>
                </a:cubicBezTo>
                <a:cubicBezTo>
                  <a:pt x="5520528" y="167512"/>
                  <a:pt x="5528011" y="153484"/>
                  <a:pt x="5538053" y="139148"/>
                </a:cubicBezTo>
                <a:cubicBezTo>
                  <a:pt x="5548098" y="153484"/>
                  <a:pt x="5555531" y="167512"/>
                  <a:pt x="5564669" y="182149"/>
                </a:cubicBezTo>
                <a:cubicBezTo>
                  <a:pt x="5568336" y="181586"/>
                  <a:pt x="5573458" y="181383"/>
                  <a:pt x="5577473" y="181383"/>
                </a:cubicBezTo>
                <a:cubicBezTo>
                  <a:pt x="5581243" y="181383"/>
                  <a:pt x="5587921" y="181691"/>
                  <a:pt x="5591787" y="182149"/>
                </a:cubicBezTo>
                <a:cubicBezTo>
                  <a:pt x="5576623" y="162187"/>
                  <a:pt x="5564366" y="142424"/>
                  <a:pt x="5550811" y="122462"/>
                </a:cubicBezTo>
                <a:lnTo>
                  <a:pt x="5592040" y="70805"/>
                </a:lnTo>
                <a:cubicBezTo>
                  <a:pt x="5588826" y="71368"/>
                  <a:pt x="5583251" y="71576"/>
                  <a:pt x="5580738" y="71576"/>
                </a:cubicBezTo>
                <a:cubicBezTo>
                  <a:pt x="5577979" y="71576"/>
                  <a:pt x="5574060" y="71368"/>
                  <a:pt x="5571450" y="70805"/>
                </a:cubicBezTo>
                <a:cubicBezTo>
                  <a:pt x="5561807" y="85091"/>
                  <a:pt x="5553922" y="98657"/>
                  <a:pt x="5543328" y="112630"/>
                </a:cubicBezTo>
                <a:cubicBezTo>
                  <a:pt x="5533283" y="98657"/>
                  <a:pt x="5526402" y="85091"/>
                  <a:pt x="5517965" y="70805"/>
                </a:cubicBezTo>
                <a:cubicBezTo>
                  <a:pt x="5513597" y="71368"/>
                  <a:pt x="5508678" y="71576"/>
                  <a:pt x="5504406" y="71576"/>
                </a:cubicBezTo>
                <a:cubicBezTo>
                  <a:pt x="5500391" y="71576"/>
                  <a:pt x="5493862" y="71368"/>
                  <a:pt x="5489843" y="70805"/>
                </a:cubicBezTo>
                <a:lnTo>
                  <a:pt x="5530168" y="128451"/>
                </a:lnTo>
                <a:close/>
                <a:moveTo>
                  <a:pt x="5666862" y="120922"/>
                </a:moveTo>
                <a:cubicBezTo>
                  <a:pt x="5670126" y="120922"/>
                  <a:pt x="5673643" y="114518"/>
                  <a:pt x="5673643" y="111699"/>
                </a:cubicBezTo>
                <a:cubicBezTo>
                  <a:pt x="5673643" y="109393"/>
                  <a:pt x="5672640" y="107086"/>
                  <a:pt x="5670126" y="107086"/>
                </a:cubicBezTo>
                <a:lnTo>
                  <a:pt x="5612629" y="107086"/>
                </a:lnTo>
                <a:cubicBezTo>
                  <a:pt x="5609614" y="107086"/>
                  <a:pt x="5606350" y="112469"/>
                  <a:pt x="5606350" y="116567"/>
                </a:cubicBezTo>
                <a:cubicBezTo>
                  <a:pt x="5606350" y="118873"/>
                  <a:pt x="5607855" y="120922"/>
                  <a:pt x="5610116" y="120922"/>
                </a:cubicBezTo>
                <a:lnTo>
                  <a:pt x="5666862" y="120922"/>
                </a:lnTo>
                <a:close/>
                <a:moveTo>
                  <a:pt x="5759517" y="123662"/>
                </a:moveTo>
                <a:lnTo>
                  <a:pt x="5758513" y="154172"/>
                </a:lnTo>
                <a:cubicBezTo>
                  <a:pt x="5758513" y="157503"/>
                  <a:pt x="5757004" y="159298"/>
                  <a:pt x="5754996" y="160838"/>
                </a:cubicBezTo>
                <a:cubicBezTo>
                  <a:pt x="5747966" y="166221"/>
                  <a:pt x="5739429" y="170835"/>
                  <a:pt x="5731897" y="170835"/>
                </a:cubicBezTo>
                <a:cubicBezTo>
                  <a:pt x="5720598" y="170835"/>
                  <a:pt x="5713315" y="163145"/>
                  <a:pt x="5713315" y="155197"/>
                </a:cubicBezTo>
                <a:cubicBezTo>
                  <a:pt x="5713315" y="143660"/>
                  <a:pt x="5718587" y="134941"/>
                  <a:pt x="5738173" y="129558"/>
                </a:cubicBezTo>
                <a:lnTo>
                  <a:pt x="5759517" y="123662"/>
                </a:lnTo>
                <a:moveTo>
                  <a:pt x="5759517" y="169040"/>
                </a:moveTo>
                <a:cubicBezTo>
                  <a:pt x="5762429" y="179033"/>
                  <a:pt x="5769912" y="183900"/>
                  <a:pt x="5779103" y="183900"/>
                </a:cubicBezTo>
                <a:cubicBezTo>
                  <a:pt x="5785429" y="183900"/>
                  <a:pt x="5793164" y="182364"/>
                  <a:pt x="5799087" y="175960"/>
                </a:cubicBezTo>
                <a:lnTo>
                  <a:pt x="5797229" y="169603"/>
                </a:lnTo>
                <a:cubicBezTo>
                  <a:pt x="5794467" y="170581"/>
                  <a:pt x="5792359" y="170936"/>
                  <a:pt x="5790451" y="170936"/>
                </a:cubicBezTo>
                <a:cubicBezTo>
                  <a:pt x="5787938" y="170936"/>
                  <a:pt x="5784624" y="170475"/>
                  <a:pt x="5783068" y="169040"/>
                </a:cubicBezTo>
                <a:cubicBezTo>
                  <a:pt x="5780509" y="166683"/>
                  <a:pt x="5778900" y="160428"/>
                  <a:pt x="5778900" y="149043"/>
                </a:cubicBezTo>
                <a:cubicBezTo>
                  <a:pt x="5778900" y="141607"/>
                  <a:pt x="5779605" y="113153"/>
                  <a:pt x="5779605" y="110331"/>
                </a:cubicBezTo>
                <a:cubicBezTo>
                  <a:pt x="5779605" y="75724"/>
                  <a:pt x="5757257" y="68804"/>
                  <a:pt x="5738173" y="68804"/>
                </a:cubicBezTo>
                <a:cubicBezTo>
                  <a:pt x="5719089" y="68804"/>
                  <a:pt x="5707541" y="78284"/>
                  <a:pt x="5701262" y="83668"/>
                </a:cubicBezTo>
                <a:lnTo>
                  <a:pt x="5700511" y="84696"/>
                </a:lnTo>
                <a:lnTo>
                  <a:pt x="5704779" y="101871"/>
                </a:lnTo>
                <a:lnTo>
                  <a:pt x="5708043" y="102129"/>
                </a:lnTo>
                <a:cubicBezTo>
                  <a:pt x="5715074" y="90592"/>
                  <a:pt x="5723610" y="80337"/>
                  <a:pt x="5735663" y="80337"/>
                </a:cubicBezTo>
                <a:cubicBezTo>
                  <a:pt x="5744701" y="80337"/>
                  <a:pt x="5759766" y="81619"/>
                  <a:pt x="5759766" y="110589"/>
                </a:cubicBezTo>
                <a:cubicBezTo>
                  <a:pt x="5759766" y="112383"/>
                  <a:pt x="5758762" y="113408"/>
                  <a:pt x="5758008" y="113666"/>
                </a:cubicBezTo>
                <a:lnTo>
                  <a:pt x="5734659" y="119049"/>
                </a:lnTo>
                <a:cubicBezTo>
                  <a:pt x="5709047" y="124945"/>
                  <a:pt x="5692978" y="138788"/>
                  <a:pt x="5692978" y="156221"/>
                </a:cubicBezTo>
                <a:cubicBezTo>
                  <a:pt x="5692978" y="175190"/>
                  <a:pt x="5705783" y="183900"/>
                  <a:pt x="5724365" y="183900"/>
                </a:cubicBezTo>
                <a:cubicBezTo>
                  <a:pt x="5738173" y="183900"/>
                  <a:pt x="5745203" y="180573"/>
                  <a:pt x="5758513" y="169040"/>
                </a:cubicBezTo>
                <a:lnTo>
                  <a:pt x="5759517" y="169040"/>
                </a:lnTo>
                <a:close/>
                <a:moveTo>
                  <a:pt x="5848802" y="128451"/>
                </a:moveTo>
                <a:lnTo>
                  <a:pt x="5809485" y="182149"/>
                </a:lnTo>
                <a:cubicBezTo>
                  <a:pt x="5811944" y="181691"/>
                  <a:pt x="5816010" y="181383"/>
                  <a:pt x="5818523" y="181383"/>
                </a:cubicBezTo>
                <a:cubicBezTo>
                  <a:pt x="5821032" y="181383"/>
                  <a:pt x="5827009" y="181691"/>
                  <a:pt x="5829569" y="182149"/>
                </a:cubicBezTo>
                <a:cubicBezTo>
                  <a:pt x="5839162" y="167512"/>
                  <a:pt x="5846645" y="153484"/>
                  <a:pt x="5856687" y="139148"/>
                </a:cubicBezTo>
                <a:cubicBezTo>
                  <a:pt x="5866733" y="153484"/>
                  <a:pt x="5874165" y="167512"/>
                  <a:pt x="5883303" y="182149"/>
                </a:cubicBezTo>
                <a:cubicBezTo>
                  <a:pt x="5886970" y="181586"/>
                  <a:pt x="5892092" y="181383"/>
                  <a:pt x="5896107" y="181383"/>
                </a:cubicBezTo>
                <a:cubicBezTo>
                  <a:pt x="5899877" y="181383"/>
                  <a:pt x="5906556" y="181691"/>
                  <a:pt x="5910421" y="182149"/>
                </a:cubicBezTo>
                <a:cubicBezTo>
                  <a:pt x="5895257" y="162187"/>
                  <a:pt x="5883000" y="142424"/>
                  <a:pt x="5869445" y="122462"/>
                </a:cubicBezTo>
                <a:lnTo>
                  <a:pt x="5910674" y="70805"/>
                </a:lnTo>
                <a:cubicBezTo>
                  <a:pt x="5907460" y="71368"/>
                  <a:pt x="5901885" y="71576"/>
                  <a:pt x="5899372" y="71576"/>
                </a:cubicBezTo>
                <a:cubicBezTo>
                  <a:pt x="5896613" y="71576"/>
                  <a:pt x="5892694" y="71368"/>
                  <a:pt x="5890085" y="70805"/>
                </a:cubicBezTo>
                <a:cubicBezTo>
                  <a:pt x="5880441" y="85091"/>
                  <a:pt x="5872556" y="98657"/>
                  <a:pt x="5861963" y="112630"/>
                </a:cubicBezTo>
                <a:cubicBezTo>
                  <a:pt x="5851917" y="98657"/>
                  <a:pt x="5845036" y="85091"/>
                  <a:pt x="5836599" y="70805"/>
                </a:cubicBezTo>
                <a:cubicBezTo>
                  <a:pt x="5832231" y="71368"/>
                  <a:pt x="5827312" y="71576"/>
                  <a:pt x="5823040" y="71576"/>
                </a:cubicBezTo>
                <a:cubicBezTo>
                  <a:pt x="5819025" y="71576"/>
                  <a:pt x="5812496" y="71368"/>
                  <a:pt x="5808477" y="70805"/>
                </a:cubicBezTo>
                <a:lnTo>
                  <a:pt x="5848802" y="128451"/>
                </a:lnTo>
                <a:close/>
                <a:moveTo>
                  <a:pt x="5936784" y="28328"/>
                </a:moveTo>
                <a:cubicBezTo>
                  <a:pt x="5936784" y="35244"/>
                  <a:pt x="5942811" y="41394"/>
                  <a:pt x="5949593" y="41394"/>
                </a:cubicBezTo>
                <a:cubicBezTo>
                  <a:pt x="5956370" y="41394"/>
                  <a:pt x="5962397" y="35244"/>
                  <a:pt x="5962397" y="28328"/>
                </a:cubicBezTo>
                <a:cubicBezTo>
                  <a:pt x="5962397" y="21409"/>
                  <a:pt x="5956370" y="15259"/>
                  <a:pt x="5949593" y="15259"/>
                </a:cubicBezTo>
                <a:cubicBezTo>
                  <a:pt x="5942811" y="15259"/>
                  <a:pt x="5936784" y="21409"/>
                  <a:pt x="5936784" y="28328"/>
                </a:cubicBezTo>
                <a:moveTo>
                  <a:pt x="5939298" y="121234"/>
                </a:moveTo>
                <a:lnTo>
                  <a:pt x="5939298" y="135313"/>
                </a:lnTo>
                <a:cubicBezTo>
                  <a:pt x="5939298" y="154508"/>
                  <a:pt x="5938846" y="167562"/>
                  <a:pt x="5937037" y="181383"/>
                </a:cubicBezTo>
                <a:lnTo>
                  <a:pt x="5937539" y="182149"/>
                </a:lnTo>
                <a:cubicBezTo>
                  <a:pt x="5940551" y="181641"/>
                  <a:pt x="5946328" y="181383"/>
                  <a:pt x="5949340" y="181383"/>
                </a:cubicBezTo>
                <a:cubicBezTo>
                  <a:pt x="5952355" y="181383"/>
                  <a:pt x="5958129" y="181641"/>
                  <a:pt x="5961140" y="182149"/>
                </a:cubicBezTo>
                <a:lnTo>
                  <a:pt x="5961642" y="181383"/>
                </a:lnTo>
                <a:cubicBezTo>
                  <a:pt x="5959838" y="166847"/>
                  <a:pt x="5959385" y="154763"/>
                  <a:pt x="5959385" y="135313"/>
                </a:cubicBezTo>
                <a:lnTo>
                  <a:pt x="5959385" y="117141"/>
                </a:lnTo>
                <a:cubicBezTo>
                  <a:pt x="5959385" y="97945"/>
                  <a:pt x="5960037" y="88731"/>
                  <a:pt x="5961642" y="73116"/>
                </a:cubicBezTo>
                <a:cubicBezTo>
                  <a:pt x="5961642" y="70813"/>
                  <a:pt x="5961343" y="70555"/>
                  <a:pt x="5959385" y="70555"/>
                </a:cubicBezTo>
                <a:cubicBezTo>
                  <a:pt x="5953658" y="71122"/>
                  <a:pt x="5942861" y="71275"/>
                  <a:pt x="5937539" y="70813"/>
                </a:cubicBezTo>
                <a:lnTo>
                  <a:pt x="5937037" y="71580"/>
                </a:lnTo>
                <a:cubicBezTo>
                  <a:pt x="5938593" y="82534"/>
                  <a:pt x="5939298" y="102039"/>
                  <a:pt x="5939298" y="121234"/>
                </a:cubicBezTo>
                <a:close/>
                <a:moveTo>
                  <a:pt x="5994536" y="155451"/>
                </a:moveTo>
                <a:lnTo>
                  <a:pt x="5990267" y="176984"/>
                </a:lnTo>
                <a:cubicBezTo>
                  <a:pt x="6004581" y="182110"/>
                  <a:pt x="6018642" y="183900"/>
                  <a:pt x="6028182" y="183900"/>
                </a:cubicBezTo>
                <a:cubicBezTo>
                  <a:pt x="6062833" y="183900"/>
                  <a:pt x="6070867" y="162887"/>
                  <a:pt x="6070867" y="148785"/>
                </a:cubicBezTo>
                <a:cubicBezTo>
                  <a:pt x="6070867" y="127763"/>
                  <a:pt x="6054546" y="119561"/>
                  <a:pt x="6036719" y="115202"/>
                </a:cubicBezTo>
                <a:cubicBezTo>
                  <a:pt x="6027228" y="112895"/>
                  <a:pt x="6013370" y="108024"/>
                  <a:pt x="6013370" y="95205"/>
                </a:cubicBezTo>
                <a:cubicBezTo>
                  <a:pt x="6013370" y="84692"/>
                  <a:pt x="6021654" y="79055"/>
                  <a:pt x="6032450" y="79055"/>
                </a:cubicBezTo>
                <a:cubicBezTo>
                  <a:pt x="6045508" y="79055"/>
                  <a:pt x="6053542" y="89563"/>
                  <a:pt x="6059320" y="96487"/>
                </a:cubicBezTo>
                <a:lnTo>
                  <a:pt x="6062833" y="96229"/>
                </a:lnTo>
                <a:lnTo>
                  <a:pt x="6067856" y="77260"/>
                </a:lnTo>
                <a:lnTo>
                  <a:pt x="6067354" y="76494"/>
                </a:lnTo>
                <a:cubicBezTo>
                  <a:pt x="6060071" y="72651"/>
                  <a:pt x="6046262" y="68804"/>
                  <a:pt x="6033454" y="68804"/>
                </a:cubicBezTo>
                <a:cubicBezTo>
                  <a:pt x="6014876" y="68804"/>
                  <a:pt x="5995539" y="78797"/>
                  <a:pt x="5995539" y="100076"/>
                </a:cubicBezTo>
                <a:cubicBezTo>
                  <a:pt x="5995539" y="120586"/>
                  <a:pt x="6010558" y="127353"/>
                  <a:pt x="6025673" y="131610"/>
                </a:cubicBezTo>
                <a:cubicBezTo>
                  <a:pt x="6040236" y="135711"/>
                  <a:pt x="6051032" y="139813"/>
                  <a:pt x="6051032" y="152374"/>
                </a:cubicBezTo>
                <a:cubicBezTo>
                  <a:pt x="6051032" y="165963"/>
                  <a:pt x="6041240" y="173653"/>
                  <a:pt x="6027933" y="173653"/>
                </a:cubicBezTo>
                <a:cubicBezTo>
                  <a:pt x="6015880" y="173653"/>
                  <a:pt x="6005332" y="165193"/>
                  <a:pt x="5998302" y="155197"/>
                </a:cubicBezTo>
                <a:lnTo>
                  <a:pt x="5994536" y="155451"/>
                </a:lnTo>
                <a:close/>
              </a:path>
            </a:pathLst>
          </a:custGeom>
          <a:solidFill xmlns:a="http://schemas.openxmlformats.org/drawingml/2006/main">
            <a:srgbClr val="000000"/>
          </a:solidFill>
          <a:ln xmlns:a="http://schemas.openxmlformats.org/drawingml/2006/main" w="0" cap="flat">
            <a:noFill/>
            <a:miter/>
          </a:ln>
        </p:spPr>
      </p:sp>
      <p:sp>
        <p:nvSpPr>
          <p:cNvPr id="87" name="Text representsthenameofeachtool,andthey-axisrepresents">
            <a:extLst xmlns:a="http://schemas.openxmlformats.org/drawingml/2006/main">
              <a:ext uri="{FF2B5EF4-FFF2-40B4-BE49-F238E27FC236}">
                <a16:creationId xmlns:a16="http://schemas.microsoft.com/office/drawing/2014/main" id="{4A32E213-7D64-448F-BC5D-DACB7E5A077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3733" y="5115190"/>
            <a:ext cx="6054799" cy="239701"/>
          </a:xfrm>
          <a:custGeom xmlns:a="http://schemas.openxmlformats.org/drawingml/2006/main">
            <a:pathLst>
              <a:path w="6054799" h="239701">
                <a:moveTo>
                  <a:pt x="22348" y="93219"/>
                </a:moveTo>
                <a:lnTo>
                  <a:pt x="22348" y="69895"/>
                </a:lnTo>
                <a:cubicBezTo>
                  <a:pt x="22348" y="67897"/>
                  <a:pt x="22046" y="67334"/>
                  <a:pt x="20842" y="67334"/>
                </a:cubicBezTo>
                <a:cubicBezTo>
                  <a:pt x="15218" y="68460"/>
                  <a:pt x="6230" y="68663"/>
                  <a:pt x="502" y="68100"/>
                </a:cubicBezTo>
                <a:lnTo>
                  <a:pt x="0" y="68870"/>
                </a:lnTo>
                <a:cubicBezTo>
                  <a:pt x="1759" y="79938"/>
                  <a:pt x="2260" y="99376"/>
                  <a:pt x="2260" y="118611"/>
                </a:cubicBezTo>
                <a:lnTo>
                  <a:pt x="2260" y="132717"/>
                </a:lnTo>
                <a:cubicBezTo>
                  <a:pt x="2260" y="151952"/>
                  <a:pt x="1962" y="165084"/>
                  <a:pt x="0" y="178884"/>
                </a:cubicBezTo>
                <a:lnTo>
                  <a:pt x="502" y="179651"/>
                </a:lnTo>
                <a:cubicBezTo>
                  <a:pt x="3517" y="179139"/>
                  <a:pt x="9291" y="178884"/>
                  <a:pt x="12306" y="178884"/>
                </a:cubicBezTo>
                <a:cubicBezTo>
                  <a:pt x="15318" y="178884"/>
                  <a:pt x="21092" y="179139"/>
                  <a:pt x="24107" y="179651"/>
                </a:cubicBezTo>
                <a:lnTo>
                  <a:pt x="24609" y="178884"/>
                </a:lnTo>
                <a:cubicBezTo>
                  <a:pt x="22750" y="164263"/>
                  <a:pt x="22348" y="152210"/>
                  <a:pt x="22348" y="132717"/>
                </a:cubicBezTo>
                <a:lnTo>
                  <a:pt x="22348" y="119381"/>
                </a:lnTo>
                <a:cubicBezTo>
                  <a:pt x="22348" y="108607"/>
                  <a:pt x="25513" y="102453"/>
                  <a:pt x="30884" y="93989"/>
                </a:cubicBezTo>
                <a:cubicBezTo>
                  <a:pt x="34551" y="88297"/>
                  <a:pt x="40175" y="85013"/>
                  <a:pt x="44945" y="85013"/>
                </a:cubicBezTo>
                <a:cubicBezTo>
                  <a:pt x="49968" y="85013"/>
                  <a:pt x="54738" y="85525"/>
                  <a:pt x="58003" y="88602"/>
                </a:cubicBezTo>
                <a:lnTo>
                  <a:pt x="60010" y="88090"/>
                </a:lnTo>
                <a:lnTo>
                  <a:pt x="65033" y="69124"/>
                </a:lnTo>
                <a:lnTo>
                  <a:pt x="64029" y="68100"/>
                </a:lnTo>
                <a:cubicBezTo>
                  <a:pt x="59761" y="66822"/>
                  <a:pt x="59508" y="66306"/>
                  <a:pt x="54991" y="66306"/>
                </a:cubicBezTo>
                <a:cubicBezTo>
                  <a:pt x="41432" y="66306"/>
                  <a:pt x="34149" y="74250"/>
                  <a:pt x="23103" y="93731"/>
                </a:cubicBezTo>
                <a:lnTo>
                  <a:pt x="22348" y="93219"/>
                </a:lnTo>
                <a:close/>
                <a:moveTo>
                  <a:pt x="98933" y="108853"/>
                </a:moveTo>
                <a:cubicBezTo>
                  <a:pt x="103201" y="82194"/>
                  <a:pt x="119672" y="76556"/>
                  <a:pt x="127557" y="76556"/>
                </a:cubicBezTo>
                <a:cubicBezTo>
                  <a:pt x="137499" y="76556"/>
                  <a:pt x="148648" y="86041"/>
                  <a:pt x="148648" y="105264"/>
                </a:cubicBezTo>
                <a:cubicBezTo>
                  <a:pt x="148648" y="107571"/>
                  <a:pt x="147644" y="108853"/>
                  <a:pt x="145131" y="108853"/>
                </a:cubicBezTo>
                <a:lnTo>
                  <a:pt x="98933" y="108853"/>
                </a:lnTo>
                <a:moveTo>
                  <a:pt x="165974" y="152182"/>
                </a:moveTo>
                <a:cubicBezTo>
                  <a:pt x="157184" y="161929"/>
                  <a:pt x="145384" y="166288"/>
                  <a:pt x="131572" y="166288"/>
                </a:cubicBezTo>
                <a:cubicBezTo>
                  <a:pt x="122986" y="166288"/>
                  <a:pt x="111136" y="162953"/>
                  <a:pt x="104205" y="151670"/>
                </a:cubicBezTo>
                <a:cubicBezTo>
                  <a:pt x="99783" y="144488"/>
                  <a:pt x="98178" y="134026"/>
                  <a:pt x="98178" y="119100"/>
                </a:cubicBezTo>
                <a:lnTo>
                  <a:pt x="166475" y="119100"/>
                </a:lnTo>
                <a:cubicBezTo>
                  <a:pt x="169238" y="119100"/>
                  <a:pt x="170993" y="117563"/>
                  <a:pt x="170993" y="114745"/>
                </a:cubicBezTo>
                <a:cubicBezTo>
                  <a:pt x="170993" y="93219"/>
                  <a:pt x="160698" y="66306"/>
                  <a:pt x="127557" y="66306"/>
                </a:cubicBezTo>
                <a:cubicBezTo>
                  <a:pt x="101691" y="66306"/>
                  <a:pt x="76083" y="87577"/>
                  <a:pt x="76083" y="125257"/>
                </a:cubicBezTo>
                <a:cubicBezTo>
                  <a:pt x="76083" y="139820"/>
                  <a:pt x="78995" y="154184"/>
                  <a:pt x="87381" y="164493"/>
                </a:cubicBezTo>
                <a:cubicBezTo>
                  <a:pt x="96017" y="175100"/>
                  <a:pt x="110381" y="181402"/>
                  <a:pt x="127304" y="181402"/>
                </a:cubicBezTo>
                <a:cubicBezTo>
                  <a:pt x="145384" y="181402"/>
                  <a:pt x="161453" y="171925"/>
                  <a:pt x="170993" y="158594"/>
                </a:cubicBezTo>
                <a:lnTo>
                  <a:pt x="165974" y="152182"/>
                </a:lnTo>
                <a:close/>
                <a:moveTo>
                  <a:pt x="221964" y="103473"/>
                </a:moveTo>
                <a:cubicBezTo>
                  <a:pt x="227489" y="89888"/>
                  <a:pt x="242305" y="78093"/>
                  <a:pt x="252098" y="78093"/>
                </a:cubicBezTo>
                <a:cubicBezTo>
                  <a:pt x="269170" y="78093"/>
                  <a:pt x="277959" y="93989"/>
                  <a:pt x="277959" y="122959"/>
                </a:cubicBezTo>
                <a:cubicBezTo>
                  <a:pt x="277959" y="143980"/>
                  <a:pt x="272185" y="171155"/>
                  <a:pt x="245316" y="171155"/>
                </a:cubicBezTo>
                <a:cubicBezTo>
                  <a:pt x="241301" y="171155"/>
                  <a:pt x="230753" y="170131"/>
                  <a:pt x="221964" y="159618"/>
                </a:cubicBezTo>
                <a:lnTo>
                  <a:pt x="221964" y="103473"/>
                </a:lnTo>
                <a:moveTo>
                  <a:pt x="221964" y="88606"/>
                </a:moveTo>
                <a:lnTo>
                  <a:pt x="221964" y="69895"/>
                </a:lnTo>
                <a:cubicBezTo>
                  <a:pt x="221964" y="67897"/>
                  <a:pt x="221665" y="67334"/>
                  <a:pt x="220458" y="67334"/>
                </a:cubicBezTo>
                <a:cubicBezTo>
                  <a:pt x="214834" y="68460"/>
                  <a:pt x="205846" y="68663"/>
                  <a:pt x="200122" y="68100"/>
                </a:cubicBezTo>
                <a:lnTo>
                  <a:pt x="199620" y="68870"/>
                </a:lnTo>
                <a:cubicBezTo>
                  <a:pt x="201374" y="79938"/>
                  <a:pt x="201876" y="99372"/>
                  <a:pt x="201876" y="118599"/>
                </a:cubicBezTo>
                <a:lnTo>
                  <a:pt x="201876" y="187055"/>
                </a:lnTo>
                <a:cubicBezTo>
                  <a:pt x="201876" y="206169"/>
                  <a:pt x="201424" y="224610"/>
                  <a:pt x="199620" y="238430"/>
                </a:cubicBezTo>
                <a:lnTo>
                  <a:pt x="200122" y="239201"/>
                </a:lnTo>
                <a:cubicBezTo>
                  <a:pt x="203133" y="238688"/>
                  <a:pt x="208907" y="238430"/>
                  <a:pt x="211922" y="238430"/>
                </a:cubicBezTo>
                <a:cubicBezTo>
                  <a:pt x="214934" y="238430"/>
                  <a:pt x="220711" y="238688"/>
                  <a:pt x="223723" y="239201"/>
                </a:cubicBezTo>
                <a:lnTo>
                  <a:pt x="224225" y="238430"/>
                </a:lnTo>
                <a:cubicBezTo>
                  <a:pt x="222416" y="223789"/>
                  <a:pt x="221964" y="206372"/>
                  <a:pt x="221964" y="187055"/>
                </a:cubicBezTo>
                <a:lnTo>
                  <a:pt x="221964" y="175769"/>
                </a:lnTo>
                <a:cubicBezTo>
                  <a:pt x="228493" y="179354"/>
                  <a:pt x="237784" y="181402"/>
                  <a:pt x="246822" y="181402"/>
                </a:cubicBezTo>
                <a:cubicBezTo>
                  <a:pt x="279967" y="181402"/>
                  <a:pt x="300054" y="155775"/>
                  <a:pt x="300054" y="119624"/>
                </a:cubicBezTo>
                <a:cubicBezTo>
                  <a:pt x="300054" y="92449"/>
                  <a:pt x="284488" y="66306"/>
                  <a:pt x="256366" y="66306"/>
                </a:cubicBezTo>
                <a:cubicBezTo>
                  <a:pt x="246573" y="66306"/>
                  <a:pt x="234017" y="71431"/>
                  <a:pt x="222466" y="89376"/>
                </a:cubicBezTo>
                <a:lnTo>
                  <a:pt x="221964" y="88606"/>
                </a:lnTo>
                <a:close/>
                <a:moveTo>
                  <a:pt x="354541" y="93219"/>
                </a:moveTo>
                <a:lnTo>
                  <a:pt x="354541" y="69895"/>
                </a:lnTo>
                <a:cubicBezTo>
                  <a:pt x="354541" y="67897"/>
                  <a:pt x="354238" y="67334"/>
                  <a:pt x="353035" y="67334"/>
                </a:cubicBezTo>
                <a:cubicBezTo>
                  <a:pt x="347411" y="68460"/>
                  <a:pt x="338423" y="68663"/>
                  <a:pt x="332695" y="68100"/>
                </a:cubicBezTo>
                <a:lnTo>
                  <a:pt x="332193" y="68870"/>
                </a:lnTo>
                <a:cubicBezTo>
                  <a:pt x="333951" y="79938"/>
                  <a:pt x="334453" y="99376"/>
                  <a:pt x="334453" y="118611"/>
                </a:cubicBezTo>
                <a:lnTo>
                  <a:pt x="334453" y="132717"/>
                </a:lnTo>
                <a:cubicBezTo>
                  <a:pt x="334453" y="151952"/>
                  <a:pt x="334155" y="165084"/>
                  <a:pt x="332193" y="178884"/>
                </a:cubicBezTo>
                <a:lnTo>
                  <a:pt x="332695" y="179651"/>
                </a:lnTo>
                <a:cubicBezTo>
                  <a:pt x="335710" y="179139"/>
                  <a:pt x="341484" y="178884"/>
                  <a:pt x="344499" y="178884"/>
                </a:cubicBezTo>
                <a:cubicBezTo>
                  <a:pt x="347511" y="178884"/>
                  <a:pt x="353284" y="179139"/>
                  <a:pt x="356300" y="179651"/>
                </a:cubicBezTo>
                <a:lnTo>
                  <a:pt x="356802" y="178884"/>
                </a:lnTo>
                <a:cubicBezTo>
                  <a:pt x="354943" y="164263"/>
                  <a:pt x="354541" y="152210"/>
                  <a:pt x="354541" y="132717"/>
                </a:cubicBezTo>
                <a:lnTo>
                  <a:pt x="354541" y="119381"/>
                </a:lnTo>
                <a:cubicBezTo>
                  <a:pt x="354541" y="108607"/>
                  <a:pt x="357706" y="102453"/>
                  <a:pt x="363077" y="93989"/>
                </a:cubicBezTo>
                <a:cubicBezTo>
                  <a:pt x="366744" y="88297"/>
                  <a:pt x="372368" y="85013"/>
                  <a:pt x="377138" y="85013"/>
                </a:cubicBezTo>
                <a:cubicBezTo>
                  <a:pt x="382161" y="85013"/>
                  <a:pt x="386931" y="85525"/>
                  <a:pt x="390196" y="88602"/>
                </a:cubicBezTo>
                <a:lnTo>
                  <a:pt x="392203" y="88090"/>
                </a:lnTo>
                <a:lnTo>
                  <a:pt x="397226" y="69124"/>
                </a:lnTo>
                <a:lnTo>
                  <a:pt x="396222" y="68100"/>
                </a:lnTo>
                <a:cubicBezTo>
                  <a:pt x="391954" y="66822"/>
                  <a:pt x="391701" y="66306"/>
                  <a:pt x="387184" y="66306"/>
                </a:cubicBezTo>
                <a:cubicBezTo>
                  <a:pt x="373625" y="66306"/>
                  <a:pt x="366342" y="74250"/>
                  <a:pt x="355296" y="93731"/>
                </a:cubicBezTo>
                <a:lnTo>
                  <a:pt x="354541" y="93219"/>
                </a:lnTo>
                <a:close/>
                <a:moveTo>
                  <a:pt x="431126" y="108853"/>
                </a:moveTo>
                <a:cubicBezTo>
                  <a:pt x="435394" y="82194"/>
                  <a:pt x="451865" y="76556"/>
                  <a:pt x="459750" y="76556"/>
                </a:cubicBezTo>
                <a:cubicBezTo>
                  <a:pt x="469692" y="76556"/>
                  <a:pt x="480841" y="86041"/>
                  <a:pt x="480841" y="105264"/>
                </a:cubicBezTo>
                <a:cubicBezTo>
                  <a:pt x="480841" y="107571"/>
                  <a:pt x="479837" y="108853"/>
                  <a:pt x="477324" y="108853"/>
                </a:cubicBezTo>
                <a:lnTo>
                  <a:pt x="431126" y="108853"/>
                </a:lnTo>
                <a:moveTo>
                  <a:pt x="498166" y="152182"/>
                </a:moveTo>
                <a:cubicBezTo>
                  <a:pt x="489377" y="161929"/>
                  <a:pt x="477577" y="166288"/>
                  <a:pt x="463765" y="166288"/>
                </a:cubicBezTo>
                <a:cubicBezTo>
                  <a:pt x="455179" y="166288"/>
                  <a:pt x="443328" y="162953"/>
                  <a:pt x="436398" y="151670"/>
                </a:cubicBezTo>
                <a:cubicBezTo>
                  <a:pt x="431976" y="144488"/>
                  <a:pt x="430371" y="134026"/>
                  <a:pt x="430371" y="119100"/>
                </a:cubicBezTo>
                <a:lnTo>
                  <a:pt x="498668" y="119100"/>
                </a:lnTo>
                <a:cubicBezTo>
                  <a:pt x="501431" y="119100"/>
                  <a:pt x="503185" y="117563"/>
                  <a:pt x="503185" y="114745"/>
                </a:cubicBezTo>
                <a:cubicBezTo>
                  <a:pt x="503185" y="93219"/>
                  <a:pt x="492891" y="66306"/>
                  <a:pt x="459750" y="66306"/>
                </a:cubicBezTo>
                <a:cubicBezTo>
                  <a:pt x="433884" y="66306"/>
                  <a:pt x="408276" y="87577"/>
                  <a:pt x="408276" y="125257"/>
                </a:cubicBezTo>
                <a:cubicBezTo>
                  <a:pt x="408276" y="139820"/>
                  <a:pt x="411187" y="154184"/>
                  <a:pt x="419574" y="164493"/>
                </a:cubicBezTo>
                <a:cubicBezTo>
                  <a:pt x="428210" y="175100"/>
                  <a:pt x="442574" y="181402"/>
                  <a:pt x="459497" y="181402"/>
                </a:cubicBezTo>
                <a:cubicBezTo>
                  <a:pt x="477577" y="181402"/>
                  <a:pt x="493645" y="171925"/>
                  <a:pt x="503185" y="158594"/>
                </a:cubicBezTo>
                <a:lnTo>
                  <a:pt x="498166" y="152182"/>
                </a:lnTo>
                <a:close/>
                <a:moveTo>
                  <a:pt x="526035" y="152952"/>
                </a:moveTo>
                <a:lnTo>
                  <a:pt x="521767" y="174486"/>
                </a:lnTo>
                <a:cubicBezTo>
                  <a:pt x="536081" y="179612"/>
                  <a:pt x="550142" y="181402"/>
                  <a:pt x="559682" y="181402"/>
                </a:cubicBezTo>
                <a:cubicBezTo>
                  <a:pt x="594332" y="181402"/>
                  <a:pt x="602367" y="160388"/>
                  <a:pt x="602367" y="146287"/>
                </a:cubicBezTo>
                <a:cubicBezTo>
                  <a:pt x="602367" y="125265"/>
                  <a:pt x="586045" y="117063"/>
                  <a:pt x="568218" y="112704"/>
                </a:cubicBezTo>
                <a:cubicBezTo>
                  <a:pt x="558728" y="110397"/>
                  <a:pt x="544870" y="105526"/>
                  <a:pt x="544870" y="92707"/>
                </a:cubicBezTo>
                <a:cubicBezTo>
                  <a:pt x="544870" y="82194"/>
                  <a:pt x="553153" y="76556"/>
                  <a:pt x="563950" y="76556"/>
                </a:cubicBezTo>
                <a:cubicBezTo>
                  <a:pt x="577007" y="76556"/>
                  <a:pt x="585041" y="87065"/>
                  <a:pt x="590819" y="93989"/>
                </a:cubicBezTo>
                <a:lnTo>
                  <a:pt x="594332" y="93731"/>
                </a:lnTo>
                <a:lnTo>
                  <a:pt x="599355" y="74762"/>
                </a:lnTo>
                <a:lnTo>
                  <a:pt x="598853" y="73996"/>
                </a:lnTo>
                <a:cubicBezTo>
                  <a:pt x="591570" y="70153"/>
                  <a:pt x="577762" y="66306"/>
                  <a:pt x="564954" y="66306"/>
                </a:cubicBezTo>
                <a:cubicBezTo>
                  <a:pt x="546375" y="66306"/>
                  <a:pt x="527039" y="76298"/>
                  <a:pt x="527039" y="97578"/>
                </a:cubicBezTo>
                <a:cubicBezTo>
                  <a:pt x="527039" y="118087"/>
                  <a:pt x="542058" y="124855"/>
                  <a:pt x="557172" y="129112"/>
                </a:cubicBezTo>
                <a:cubicBezTo>
                  <a:pt x="571735" y="133213"/>
                  <a:pt x="582532" y="137314"/>
                  <a:pt x="582532" y="149876"/>
                </a:cubicBezTo>
                <a:cubicBezTo>
                  <a:pt x="582532" y="163465"/>
                  <a:pt x="572739" y="171155"/>
                  <a:pt x="559433" y="171155"/>
                </a:cubicBezTo>
                <a:cubicBezTo>
                  <a:pt x="547379" y="171155"/>
                  <a:pt x="536832" y="162695"/>
                  <a:pt x="529801" y="152698"/>
                </a:cubicBezTo>
                <a:lnTo>
                  <a:pt x="526035" y="152952"/>
                </a:lnTo>
                <a:close/>
                <a:moveTo>
                  <a:pt x="644302" y="108853"/>
                </a:moveTo>
                <a:cubicBezTo>
                  <a:pt x="648570" y="82194"/>
                  <a:pt x="665041" y="76556"/>
                  <a:pt x="672926" y="76556"/>
                </a:cubicBezTo>
                <a:cubicBezTo>
                  <a:pt x="682868" y="76556"/>
                  <a:pt x="694017" y="86041"/>
                  <a:pt x="694017" y="105264"/>
                </a:cubicBezTo>
                <a:cubicBezTo>
                  <a:pt x="694017" y="107571"/>
                  <a:pt x="693013" y="108853"/>
                  <a:pt x="690500" y="108853"/>
                </a:cubicBezTo>
                <a:lnTo>
                  <a:pt x="644302" y="108853"/>
                </a:lnTo>
                <a:moveTo>
                  <a:pt x="711342" y="152182"/>
                </a:moveTo>
                <a:cubicBezTo>
                  <a:pt x="702553" y="161929"/>
                  <a:pt x="690753" y="166288"/>
                  <a:pt x="676941" y="166288"/>
                </a:cubicBezTo>
                <a:cubicBezTo>
                  <a:pt x="668355" y="166288"/>
                  <a:pt x="656505" y="162953"/>
                  <a:pt x="649574" y="151670"/>
                </a:cubicBezTo>
                <a:cubicBezTo>
                  <a:pt x="645152" y="144488"/>
                  <a:pt x="643547" y="134026"/>
                  <a:pt x="643547" y="119100"/>
                </a:cubicBezTo>
                <a:lnTo>
                  <a:pt x="711844" y="119100"/>
                </a:lnTo>
                <a:cubicBezTo>
                  <a:pt x="714607" y="119100"/>
                  <a:pt x="716361" y="117563"/>
                  <a:pt x="716361" y="114745"/>
                </a:cubicBezTo>
                <a:cubicBezTo>
                  <a:pt x="716361" y="93219"/>
                  <a:pt x="706067" y="66306"/>
                  <a:pt x="672926" y="66306"/>
                </a:cubicBezTo>
                <a:cubicBezTo>
                  <a:pt x="647060" y="66306"/>
                  <a:pt x="621452" y="87577"/>
                  <a:pt x="621452" y="125257"/>
                </a:cubicBezTo>
                <a:cubicBezTo>
                  <a:pt x="621452" y="139820"/>
                  <a:pt x="624363" y="154184"/>
                  <a:pt x="632750" y="164493"/>
                </a:cubicBezTo>
                <a:cubicBezTo>
                  <a:pt x="641386" y="175100"/>
                  <a:pt x="655750" y="181402"/>
                  <a:pt x="672673" y="181402"/>
                </a:cubicBezTo>
                <a:cubicBezTo>
                  <a:pt x="690753" y="181402"/>
                  <a:pt x="706821" y="171925"/>
                  <a:pt x="716361" y="158594"/>
                </a:cubicBezTo>
                <a:lnTo>
                  <a:pt x="711342" y="152182"/>
                </a:lnTo>
                <a:close/>
                <a:moveTo>
                  <a:pt x="842159" y="132717"/>
                </a:moveTo>
                <a:cubicBezTo>
                  <a:pt x="842159" y="124511"/>
                  <a:pt x="842661" y="115022"/>
                  <a:pt x="842661" y="106816"/>
                </a:cubicBezTo>
                <a:cubicBezTo>
                  <a:pt x="842661" y="80141"/>
                  <a:pt x="834125" y="66306"/>
                  <a:pt x="811527" y="66306"/>
                </a:cubicBezTo>
                <a:cubicBezTo>
                  <a:pt x="801984" y="66306"/>
                  <a:pt x="784156" y="70153"/>
                  <a:pt x="768088" y="89376"/>
                </a:cubicBezTo>
                <a:lnTo>
                  <a:pt x="767586" y="88606"/>
                </a:lnTo>
                <a:lnTo>
                  <a:pt x="767586" y="69895"/>
                </a:lnTo>
                <a:cubicBezTo>
                  <a:pt x="767536" y="67897"/>
                  <a:pt x="767283" y="67334"/>
                  <a:pt x="766080" y="67334"/>
                </a:cubicBezTo>
                <a:cubicBezTo>
                  <a:pt x="760456" y="68460"/>
                  <a:pt x="751464" y="68663"/>
                  <a:pt x="745740" y="68100"/>
                </a:cubicBezTo>
                <a:lnTo>
                  <a:pt x="745238" y="68870"/>
                </a:lnTo>
                <a:cubicBezTo>
                  <a:pt x="746996" y="79938"/>
                  <a:pt x="747498" y="99376"/>
                  <a:pt x="747498" y="118611"/>
                </a:cubicBezTo>
                <a:lnTo>
                  <a:pt x="747498" y="132717"/>
                </a:lnTo>
                <a:cubicBezTo>
                  <a:pt x="747498" y="151956"/>
                  <a:pt x="747245" y="165033"/>
                  <a:pt x="745238" y="178884"/>
                </a:cubicBezTo>
                <a:lnTo>
                  <a:pt x="745740" y="179651"/>
                </a:lnTo>
                <a:cubicBezTo>
                  <a:pt x="748755" y="179139"/>
                  <a:pt x="754529" y="178884"/>
                  <a:pt x="757540" y="178884"/>
                </a:cubicBezTo>
                <a:cubicBezTo>
                  <a:pt x="760555" y="178884"/>
                  <a:pt x="766329" y="179139"/>
                  <a:pt x="769344" y="179651"/>
                </a:cubicBezTo>
                <a:lnTo>
                  <a:pt x="769846" y="178884"/>
                </a:lnTo>
                <a:cubicBezTo>
                  <a:pt x="767835" y="164263"/>
                  <a:pt x="767586" y="152210"/>
                  <a:pt x="767586" y="132717"/>
                </a:cubicBezTo>
                <a:lnTo>
                  <a:pt x="767586" y="102711"/>
                </a:lnTo>
                <a:cubicBezTo>
                  <a:pt x="780390" y="87323"/>
                  <a:pt x="794953" y="81682"/>
                  <a:pt x="803995" y="81682"/>
                </a:cubicBezTo>
                <a:cubicBezTo>
                  <a:pt x="816799" y="81682"/>
                  <a:pt x="822071" y="86811"/>
                  <a:pt x="822071" y="107582"/>
                </a:cubicBezTo>
                <a:lnTo>
                  <a:pt x="822071" y="132717"/>
                </a:lnTo>
                <a:cubicBezTo>
                  <a:pt x="822071" y="151956"/>
                  <a:pt x="821619" y="165084"/>
                  <a:pt x="819811" y="178884"/>
                </a:cubicBezTo>
                <a:lnTo>
                  <a:pt x="820313" y="179651"/>
                </a:lnTo>
                <a:cubicBezTo>
                  <a:pt x="823328" y="179139"/>
                  <a:pt x="829102" y="178884"/>
                  <a:pt x="832117" y="178884"/>
                </a:cubicBezTo>
                <a:cubicBezTo>
                  <a:pt x="835128" y="178884"/>
                  <a:pt x="840902" y="179139"/>
                  <a:pt x="843918" y="179651"/>
                </a:cubicBezTo>
                <a:lnTo>
                  <a:pt x="844419" y="178884"/>
                </a:lnTo>
                <a:cubicBezTo>
                  <a:pt x="842462" y="164263"/>
                  <a:pt x="842159" y="152210"/>
                  <a:pt x="842159" y="132717"/>
                </a:cubicBezTo>
                <a:close/>
                <a:moveTo>
                  <a:pt x="885847" y="69058"/>
                </a:moveTo>
                <a:cubicBezTo>
                  <a:pt x="880725" y="69058"/>
                  <a:pt x="875403" y="68956"/>
                  <a:pt x="872288" y="68546"/>
                </a:cubicBezTo>
                <a:cubicBezTo>
                  <a:pt x="870583" y="72749"/>
                  <a:pt x="869227" y="75208"/>
                  <a:pt x="866767" y="79051"/>
                </a:cubicBezTo>
                <a:lnTo>
                  <a:pt x="868020" y="80845"/>
                </a:lnTo>
                <a:cubicBezTo>
                  <a:pt x="872342" y="80536"/>
                  <a:pt x="880123" y="80384"/>
                  <a:pt x="885847" y="80333"/>
                </a:cubicBezTo>
                <a:lnTo>
                  <a:pt x="885847" y="115386"/>
                </a:lnTo>
                <a:cubicBezTo>
                  <a:pt x="885847" y="130739"/>
                  <a:pt x="885096" y="149164"/>
                  <a:pt x="885096" y="156839"/>
                </a:cubicBezTo>
                <a:cubicBezTo>
                  <a:pt x="885096" y="173478"/>
                  <a:pt x="895640" y="181402"/>
                  <a:pt x="907192" y="181402"/>
                </a:cubicBezTo>
                <a:cubicBezTo>
                  <a:pt x="917739" y="181402"/>
                  <a:pt x="925774" y="178845"/>
                  <a:pt x="936318" y="171945"/>
                </a:cubicBezTo>
                <a:lnTo>
                  <a:pt x="933256" y="165639"/>
                </a:lnTo>
                <a:cubicBezTo>
                  <a:pt x="925521" y="168356"/>
                  <a:pt x="919747" y="168614"/>
                  <a:pt x="913467" y="167590"/>
                </a:cubicBezTo>
                <a:cubicBezTo>
                  <a:pt x="907494" y="166616"/>
                  <a:pt x="905184" y="160471"/>
                  <a:pt x="905184" y="146603"/>
                </a:cubicBezTo>
                <a:cubicBezTo>
                  <a:pt x="905184" y="138929"/>
                  <a:pt x="905935" y="127924"/>
                  <a:pt x="905935" y="112575"/>
                </a:cubicBezTo>
                <a:lnTo>
                  <a:pt x="905935" y="80333"/>
                </a:lnTo>
                <a:lnTo>
                  <a:pt x="915479" y="80333"/>
                </a:lnTo>
                <a:cubicBezTo>
                  <a:pt x="921506" y="80333"/>
                  <a:pt x="930241" y="80536"/>
                  <a:pt x="933555" y="80845"/>
                </a:cubicBezTo>
                <a:cubicBezTo>
                  <a:pt x="934310" y="76748"/>
                  <a:pt x="935065" y="74132"/>
                  <a:pt x="936570" y="70340"/>
                </a:cubicBezTo>
                <a:lnTo>
                  <a:pt x="935314" y="68546"/>
                </a:lnTo>
                <a:cubicBezTo>
                  <a:pt x="930793" y="68753"/>
                  <a:pt x="923513" y="69058"/>
                  <a:pt x="917739" y="69058"/>
                </a:cubicBezTo>
                <a:lnTo>
                  <a:pt x="905935" y="69058"/>
                </a:lnTo>
                <a:cubicBezTo>
                  <a:pt x="905935" y="49893"/>
                  <a:pt x="906088" y="46512"/>
                  <a:pt x="907192" y="31652"/>
                </a:cubicBezTo>
                <a:cubicBezTo>
                  <a:pt x="907192" y="29806"/>
                  <a:pt x="906491" y="29091"/>
                  <a:pt x="904931" y="29091"/>
                </a:cubicBezTo>
                <a:cubicBezTo>
                  <a:pt x="898655" y="31652"/>
                  <a:pt x="895541" y="34369"/>
                  <a:pt x="887357" y="35495"/>
                </a:cubicBezTo>
                <a:lnTo>
                  <a:pt x="886855" y="36265"/>
                </a:lnTo>
                <a:cubicBezTo>
                  <a:pt x="886353" y="45182"/>
                  <a:pt x="885847" y="54198"/>
                  <a:pt x="885847" y="69058"/>
                </a:cubicBezTo>
                <a:close/>
                <a:moveTo>
                  <a:pt x="959919" y="152952"/>
                </a:moveTo>
                <a:lnTo>
                  <a:pt x="955651" y="174486"/>
                </a:lnTo>
                <a:cubicBezTo>
                  <a:pt x="969965" y="179612"/>
                  <a:pt x="984026" y="181402"/>
                  <a:pt x="993566" y="181402"/>
                </a:cubicBezTo>
                <a:cubicBezTo>
                  <a:pt x="1028217" y="181402"/>
                  <a:pt x="1036251" y="160388"/>
                  <a:pt x="1036251" y="146287"/>
                </a:cubicBezTo>
                <a:cubicBezTo>
                  <a:pt x="1036251" y="125265"/>
                  <a:pt x="1019930" y="117063"/>
                  <a:pt x="1002102" y="112704"/>
                </a:cubicBezTo>
                <a:cubicBezTo>
                  <a:pt x="992612" y="110397"/>
                  <a:pt x="978754" y="105526"/>
                  <a:pt x="978754" y="92707"/>
                </a:cubicBezTo>
                <a:cubicBezTo>
                  <a:pt x="978754" y="82194"/>
                  <a:pt x="987038" y="76556"/>
                  <a:pt x="997834" y="76556"/>
                </a:cubicBezTo>
                <a:cubicBezTo>
                  <a:pt x="1010892" y="76556"/>
                  <a:pt x="1018926" y="87065"/>
                  <a:pt x="1024704" y="93989"/>
                </a:cubicBezTo>
                <a:lnTo>
                  <a:pt x="1028217" y="93731"/>
                </a:lnTo>
                <a:lnTo>
                  <a:pt x="1033240" y="74762"/>
                </a:lnTo>
                <a:lnTo>
                  <a:pt x="1032738" y="73996"/>
                </a:lnTo>
                <a:cubicBezTo>
                  <a:pt x="1025454" y="70153"/>
                  <a:pt x="1011646" y="66306"/>
                  <a:pt x="998838" y="66306"/>
                </a:cubicBezTo>
                <a:cubicBezTo>
                  <a:pt x="980260" y="66306"/>
                  <a:pt x="960923" y="76298"/>
                  <a:pt x="960923" y="97578"/>
                </a:cubicBezTo>
                <a:cubicBezTo>
                  <a:pt x="960923" y="118087"/>
                  <a:pt x="975942" y="124855"/>
                  <a:pt x="991057" y="129112"/>
                </a:cubicBezTo>
                <a:cubicBezTo>
                  <a:pt x="1005620" y="133213"/>
                  <a:pt x="1016416" y="137314"/>
                  <a:pt x="1016416" y="149876"/>
                </a:cubicBezTo>
                <a:cubicBezTo>
                  <a:pt x="1016416" y="163465"/>
                  <a:pt x="1006623" y="171155"/>
                  <a:pt x="993317" y="171155"/>
                </a:cubicBezTo>
                <a:cubicBezTo>
                  <a:pt x="981264" y="171155"/>
                  <a:pt x="970716" y="162695"/>
                  <a:pt x="963686" y="152698"/>
                </a:cubicBezTo>
                <a:lnTo>
                  <a:pt x="959919" y="152952"/>
                </a:lnTo>
                <a:close/>
                <a:moveTo>
                  <a:pt x="1133423" y="69058"/>
                </a:moveTo>
                <a:cubicBezTo>
                  <a:pt x="1128300" y="69058"/>
                  <a:pt x="1122978" y="68956"/>
                  <a:pt x="1119864" y="68546"/>
                </a:cubicBezTo>
                <a:cubicBezTo>
                  <a:pt x="1118159" y="72749"/>
                  <a:pt x="1116802" y="75208"/>
                  <a:pt x="1114343" y="79051"/>
                </a:cubicBezTo>
                <a:lnTo>
                  <a:pt x="1115595" y="80845"/>
                </a:lnTo>
                <a:cubicBezTo>
                  <a:pt x="1119917" y="80536"/>
                  <a:pt x="1127699" y="80384"/>
                  <a:pt x="1133423" y="80333"/>
                </a:cubicBezTo>
                <a:lnTo>
                  <a:pt x="1133423" y="115386"/>
                </a:lnTo>
                <a:cubicBezTo>
                  <a:pt x="1133423" y="130739"/>
                  <a:pt x="1132672" y="149164"/>
                  <a:pt x="1132672" y="156839"/>
                </a:cubicBezTo>
                <a:cubicBezTo>
                  <a:pt x="1132672" y="173478"/>
                  <a:pt x="1143216" y="181402"/>
                  <a:pt x="1154767" y="181402"/>
                </a:cubicBezTo>
                <a:cubicBezTo>
                  <a:pt x="1165315" y="181402"/>
                  <a:pt x="1173349" y="178845"/>
                  <a:pt x="1183893" y="171945"/>
                </a:cubicBezTo>
                <a:lnTo>
                  <a:pt x="1180832" y="165639"/>
                </a:lnTo>
                <a:cubicBezTo>
                  <a:pt x="1173096" y="168356"/>
                  <a:pt x="1167322" y="168614"/>
                  <a:pt x="1161043" y="167590"/>
                </a:cubicBezTo>
                <a:cubicBezTo>
                  <a:pt x="1155070" y="166616"/>
                  <a:pt x="1152759" y="160471"/>
                  <a:pt x="1152759" y="146603"/>
                </a:cubicBezTo>
                <a:cubicBezTo>
                  <a:pt x="1152759" y="138929"/>
                  <a:pt x="1153510" y="127924"/>
                  <a:pt x="1153510" y="112575"/>
                </a:cubicBezTo>
                <a:lnTo>
                  <a:pt x="1153510" y="80333"/>
                </a:lnTo>
                <a:lnTo>
                  <a:pt x="1163054" y="80333"/>
                </a:lnTo>
                <a:cubicBezTo>
                  <a:pt x="1169081" y="80333"/>
                  <a:pt x="1177816" y="80536"/>
                  <a:pt x="1181130" y="80845"/>
                </a:cubicBezTo>
                <a:cubicBezTo>
                  <a:pt x="1181885" y="76748"/>
                  <a:pt x="1182640" y="74132"/>
                  <a:pt x="1184146" y="70340"/>
                </a:cubicBezTo>
                <a:lnTo>
                  <a:pt x="1182889" y="68546"/>
                </a:lnTo>
                <a:cubicBezTo>
                  <a:pt x="1178368" y="68753"/>
                  <a:pt x="1171089" y="69058"/>
                  <a:pt x="1165315" y="69058"/>
                </a:cubicBezTo>
                <a:lnTo>
                  <a:pt x="1153510" y="69058"/>
                </a:lnTo>
                <a:cubicBezTo>
                  <a:pt x="1153510" y="49893"/>
                  <a:pt x="1153664" y="46512"/>
                  <a:pt x="1154767" y="31652"/>
                </a:cubicBezTo>
                <a:cubicBezTo>
                  <a:pt x="1154767" y="29806"/>
                  <a:pt x="1154066" y="29091"/>
                  <a:pt x="1152507" y="29091"/>
                </a:cubicBezTo>
                <a:cubicBezTo>
                  <a:pt x="1146231" y="31652"/>
                  <a:pt x="1143116" y="34369"/>
                  <a:pt x="1134932" y="35495"/>
                </a:cubicBezTo>
                <a:lnTo>
                  <a:pt x="1134430" y="36265"/>
                </a:lnTo>
                <a:cubicBezTo>
                  <a:pt x="1133928" y="45182"/>
                  <a:pt x="1133423" y="54198"/>
                  <a:pt x="1133423" y="69058"/>
                </a:cubicBezTo>
                <a:close/>
                <a:moveTo>
                  <a:pt x="1237628" y="88606"/>
                </a:moveTo>
                <a:lnTo>
                  <a:pt x="1237628" y="50437"/>
                </a:lnTo>
                <a:cubicBezTo>
                  <a:pt x="1237628" y="31491"/>
                  <a:pt x="1238682" y="18281"/>
                  <a:pt x="1239885" y="2561"/>
                </a:cubicBezTo>
                <a:cubicBezTo>
                  <a:pt x="1239885" y="770"/>
                  <a:pt x="1239184" y="0"/>
                  <a:pt x="1237628" y="0"/>
                </a:cubicBezTo>
                <a:cubicBezTo>
                  <a:pt x="1231349" y="2561"/>
                  <a:pt x="1225977" y="4355"/>
                  <a:pt x="1215782" y="5121"/>
                </a:cubicBezTo>
                <a:lnTo>
                  <a:pt x="1215280" y="5892"/>
                </a:lnTo>
                <a:cubicBezTo>
                  <a:pt x="1217238" y="16846"/>
                  <a:pt x="1217541" y="36101"/>
                  <a:pt x="1217541" y="55554"/>
                </a:cubicBezTo>
                <a:lnTo>
                  <a:pt x="1217541" y="132717"/>
                </a:lnTo>
                <a:cubicBezTo>
                  <a:pt x="1217541" y="151799"/>
                  <a:pt x="1217238" y="164521"/>
                  <a:pt x="1215280" y="178884"/>
                </a:cubicBezTo>
                <a:lnTo>
                  <a:pt x="1215782" y="179651"/>
                </a:lnTo>
                <a:cubicBezTo>
                  <a:pt x="1218793" y="179139"/>
                  <a:pt x="1224571" y="178884"/>
                  <a:pt x="1227582" y="178884"/>
                </a:cubicBezTo>
                <a:cubicBezTo>
                  <a:pt x="1230598" y="178884"/>
                  <a:pt x="1236372" y="179139"/>
                  <a:pt x="1239383" y="179651"/>
                </a:cubicBezTo>
                <a:lnTo>
                  <a:pt x="1239885" y="178884"/>
                </a:lnTo>
                <a:cubicBezTo>
                  <a:pt x="1238031" y="164212"/>
                  <a:pt x="1237628" y="152210"/>
                  <a:pt x="1237628" y="132717"/>
                </a:cubicBezTo>
                <a:lnTo>
                  <a:pt x="1237628" y="102711"/>
                </a:lnTo>
                <a:cubicBezTo>
                  <a:pt x="1250433" y="87323"/>
                  <a:pt x="1265145" y="81682"/>
                  <a:pt x="1274034" y="81682"/>
                </a:cubicBezTo>
                <a:cubicBezTo>
                  <a:pt x="1286842" y="81682"/>
                  <a:pt x="1292114" y="86811"/>
                  <a:pt x="1292114" y="107582"/>
                </a:cubicBezTo>
                <a:lnTo>
                  <a:pt x="1292114" y="132717"/>
                </a:lnTo>
                <a:cubicBezTo>
                  <a:pt x="1292114" y="151956"/>
                  <a:pt x="1291861" y="165084"/>
                  <a:pt x="1289853" y="178884"/>
                </a:cubicBezTo>
                <a:lnTo>
                  <a:pt x="1290355" y="179651"/>
                </a:lnTo>
                <a:cubicBezTo>
                  <a:pt x="1293370" y="179139"/>
                  <a:pt x="1299144" y="178884"/>
                  <a:pt x="1302156" y="178884"/>
                </a:cubicBezTo>
                <a:cubicBezTo>
                  <a:pt x="1305171" y="178884"/>
                  <a:pt x="1310945" y="179139"/>
                  <a:pt x="1313960" y="179651"/>
                </a:cubicBezTo>
                <a:lnTo>
                  <a:pt x="1314462" y="178884"/>
                </a:lnTo>
                <a:cubicBezTo>
                  <a:pt x="1312450" y="164212"/>
                  <a:pt x="1312201" y="152210"/>
                  <a:pt x="1312201" y="132717"/>
                </a:cubicBezTo>
                <a:cubicBezTo>
                  <a:pt x="1312201" y="124511"/>
                  <a:pt x="1312703" y="115022"/>
                  <a:pt x="1312703" y="106816"/>
                </a:cubicBezTo>
                <a:cubicBezTo>
                  <a:pt x="1312703" y="80141"/>
                  <a:pt x="1304167" y="66306"/>
                  <a:pt x="1281566" y="66306"/>
                </a:cubicBezTo>
                <a:cubicBezTo>
                  <a:pt x="1272026" y="66306"/>
                  <a:pt x="1254199" y="70153"/>
                  <a:pt x="1238130" y="89376"/>
                </a:cubicBezTo>
                <a:lnTo>
                  <a:pt x="1237628" y="88606"/>
                </a:lnTo>
                <a:close/>
                <a:moveTo>
                  <a:pt x="1364178" y="108853"/>
                </a:moveTo>
                <a:cubicBezTo>
                  <a:pt x="1368447" y="82194"/>
                  <a:pt x="1384917" y="76556"/>
                  <a:pt x="1392802" y="76556"/>
                </a:cubicBezTo>
                <a:cubicBezTo>
                  <a:pt x="1402745" y="76556"/>
                  <a:pt x="1413894" y="86041"/>
                  <a:pt x="1413894" y="105264"/>
                </a:cubicBezTo>
                <a:cubicBezTo>
                  <a:pt x="1413894" y="107571"/>
                  <a:pt x="1412890" y="108853"/>
                  <a:pt x="1410377" y="108853"/>
                </a:cubicBezTo>
                <a:lnTo>
                  <a:pt x="1364178" y="108853"/>
                </a:lnTo>
                <a:moveTo>
                  <a:pt x="1431219" y="152182"/>
                </a:moveTo>
                <a:cubicBezTo>
                  <a:pt x="1422430" y="161929"/>
                  <a:pt x="1410630" y="166288"/>
                  <a:pt x="1396818" y="166288"/>
                </a:cubicBezTo>
                <a:cubicBezTo>
                  <a:pt x="1388232" y="166288"/>
                  <a:pt x="1376381" y="162953"/>
                  <a:pt x="1369450" y="151670"/>
                </a:cubicBezTo>
                <a:cubicBezTo>
                  <a:pt x="1365029" y="144488"/>
                  <a:pt x="1363424" y="134026"/>
                  <a:pt x="1363424" y="119100"/>
                </a:cubicBezTo>
                <a:lnTo>
                  <a:pt x="1431721" y="119100"/>
                </a:lnTo>
                <a:cubicBezTo>
                  <a:pt x="1434483" y="119100"/>
                  <a:pt x="1436238" y="117563"/>
                  <a:pt x="1436238" y="114745"/>
                </a:cubicBezTo>
                <a:cubicBezTo>
                  <a:pt x="1436238" y="93219"/>
                  <a:pt x="1425943" y="66306"/>
                  <a:pt x="1392802" y="66306"/>
                </a:cubicBezTo>
                <a:cubicBezTo>
                  <a:pt x="1366937" y="66306"/>
                  <a:pt x="1341328" y="87577"/>
                  <a:pt x="1341328" y="125257"/>
                </a:cubicBezTo>
                <a:cubicBezTo>
                  <a:pt x="1341328" y="139820"/>
                  <a:pt x="1344240" y="154184"/>
                  <a:pt x="1352627" y="164493"/>
                </a:cubicBezTo>
                <a:cubicBezTo>
                  <a:pt x="1361263" y="175100"/>
                  <a:pt x="1375626" y="181402"/>
                  <a:pt x="1392549" y="181402"/>
                </a:cubicBezTo>
                <a:cubicBezTo>
                  <a:pt x="1410630" y="181402"/>
                  <a:pt x="1426698" y="171925"/>
                  <a:pt x="1436238" y="158594"/>
                </a:cubicBezTo>
                <a:lnTo>
                  <a:pt x="1431219" y="152182"/>
                </a:lnTo>
                <a:close/>
                <a:moveTo>
                  <a:pt x="1624808" y="132717"/>
                </a:moveTo>
                <a:cubicBezTo>
                  <a:pt x="1624808" y="124511"/>
                  <a:pt x="1625310" y="115022"/>
                  <a:pt x="1625310" y="106816"/>
                </a:cubicBezTo>
                <a:cubicBezTo>
                  <a:pt x="1625310" y="80141"/>
                  <a:pt x="1616774" y="66306"/>
                  <a:pt x="1594177" y="66306"/>
                </a:cubicBezTo>
                <a:cubicBezTo>
                  <a:pt x="1584633" y="66306"/>
                  <a:pt x="1566806" y="70153"/>
                  <a:pt x="1550737" y="89376"/>
                </a:cubicBezTo>
                <a:lnTo>
                  <a:pt x="1550235" y="88606"/>
                </a:lnTo>
                <a:lnTo>
                  <a:pt x="1550235" y="69895"/>
                </a:lnTo>
                <a:cubicBezTo>
                  <a:pt x="1550185" y="67897"/>
                  <a:pt x="1549933" y="67334"/>
                  <a:pt x="1548729" y="67334"/>
                </a:cubicBezTo>
                <a:cubicBezTo>
                  <a:pt x="1543105" y="68460"/>
                  <a:pt x="1534113" y="68663"/>
                  <a:pt x="1528389" y="68100"/>
                </a:cubicBezTo>
                <a:lnTo>
                  <a:pt x="1527887" y="68870"/>
                </a:lnTo>
                <a:cubicBezTo>
                  <a:pt x="1529646" y="79938"/>
                  <a:pt x="1530148" y="99376"/>
                  <a:pt x="1530148" y="118611"/>
                </a:cubicBezTo>
                <a:lnTo>
                  <a:pt x="1530148" y="132717"/>
                </a:lnTo>
                <a:cubicBezTo>
                  <a:pt x="1530148" y="151956"/>
                  <a:pt x="1529895" y="165033"/>
                  <a:pt x="1527887" y="178884"/>
                </a:cubicBezTo>
                <a:lnTo>
                  <a:pt x="1528389" y="179651"/>
                </a:lnTo>
                <a:cubicBezTo>
                  <a:pt x="1531404" y="179139"/>
                  <a:pt x="1537178" y="178884"/>
                  <a:pt x="1540189" y="178884"/>
                </a:cubicBezTo>
                <a:cubicBezTo>
                  <a:pt x="1543205" y="178884"/>
                  <a:pt x="1548979" y="179139"/>
                  <a:pt x="1551994" y="179651"/>
                </a:cubicBezTo>
                <a:lnTo>
                  <a:pt x="1552496" y="178884"/>
                </a:lnTo>
                <a:cubicBezTo>
                  <a:pt x="1550484" y="164263"/>
                  <a:pt x="1550235" y="152210"/>
                  <a:pt x="1550235" y="132717"/>
                </a:cubicBezTo>
                <a:lnTo>
                  <a:pt x="1550235" y="102711"/>
                </a:lnTo>
                <a:cubicBezTo>
                  <a:pt x="1563040" y="87323"/>
                  <a:pt x="1577602" y="81682"/>
                  <a:pt x="1586644" y="81682"/>
                </a:cubicBezTo>
                <a:cubicBezTo>
                  <a:pt x="1599449" y="81682"/>
                  <a:pt x="1604721" y="86811"/>
                  <a:pt x="1604721" y="107582"/>
                </a:cubicBezTo>
                <a:lnTo>
                  <a:pt x="1604721" y="132717"/>
                </a:lnTo>
                <a:cubicBezTo>
                  <a:pt x="1604721" y="151956"/>
                  <a:pt x="1604269" y="165084"/>
                  <a:pt x="1602460" y="178884"/>
                </a:cubicBezTo>
                <a:lnTo>
                  <a:pt x="1602962" y="179651"/>
                </a:lnTo>
                <a:cubicBezTo>
                  <a:pt x="1605977" y="179139"/>
                  <a:pt x="1611751" y="178884"/>
                  <a:pt x="1614766" y="178884"/>
                </a:cubicBezTo>
                <a:cubicBezTo>
                  <a:pt x="1617778" y="178884"/>
                  <a:pt x="1623552" y="179139"/>
                  <a:pt x="1626567" y="179651"/>
                </a:cubicBezTo>
                <a:lnTo>
                  <a:pt x="1627069" y="178884"/>
                </a:lnTo>
                <a:cubicBezTo>
                  <a:pt x="1625111" y="164263"/>
                  <a:pt x="1624808" y="152210"/>
                  <a:pt x="1624808" y="132717"/>
                </a:cubicBezTo>
                <a:close/>
                <a:moveTo>
                  <a:pt x="1722484" y="121164"/>
                </a:moveTo>
                <a:lnTo>
                  <a:pt x="1721480" y="151674"/>
                </a:lnTo>
                <a:cubicBezTo>
                  <a:pt x="1721480" y="155005"/>
                  <a:pt x="1719971" y="156799"/>
                  <a:pt x="1717963" y="158340"/>
                </a:cubicBezTo>
                <a:cubicBezTo>
                  <a:pt x="1710933" y="163723"/>
                  <a:pt x="1702396" y="168336"/>
                  <a:pt x="1694864" y="168336"/>
                </a:cubicBezTo>
                <a:cubicBezTo>
                  <a:pt x="1683565" y="168336"/>
                  <a:pt x="1676282" y="160646"/>
                  <a:pt x="1676282" y="152698"/>
                </a:cubicBezTo>
                <a:cubicBezTo>
                  <a:pt x="1676282" y="141161"/>
                  <a:pt x="1681554" y="132443"/>
                  <a:pt x="1701140" y="127060"/>
                </a:cubicBezTo>
                <a:lnTo>
                  <a:pt x="1722484" y="121164"/>
                </a:lnTo>
                <a:moveTo>
                  <a:pt x="1722484" y="166542"/>
                </a:moveTo>
                <a:cubicBezTo>
                  <a:pt x="1725396" y="176535"/>
                  <a:pt x="1732878" y="181402"/>
                  <a:pt x="1742070" y="181402"/>
                </a:cubicBezTo>
                <a:cubicBezTo>
                  <a:pt x="1748395" y="181402"/>
                  <a:pt x="1756131" y="179866"/>
                  <a:pt x="1762054" y="173462"/>
                </a:cubicBezTo>
                <a:lnTo>
                  <a:pt x="1760196" y="167105"/>
                </a:lnTo>
                <a:cubicBezTo>
                  <a:pt x="1757434" y="168082"/>
                  <a:pt x="1755326" y="168438"/>
                  <a:pt x="1753418" y="168438"/>
                </a:cubicBezTo>
                <a:cubicBezTo>
                  <a:pt x="1750905" y="168438"/>
                  <a:pt x="1747591" y="167977"/>
                  <a:pt x="1746035" y="166542"/>
                </a:cubicBezTo>
                <a:cubicBezTo>
                  <a:pt x="1743476" y="164185"/>
                  <a:pt x="1741867" y="157929"/>
                  <a:pt x="1741867" y="146545"/>
                </a:cubicBezTo>
                <a:cubicBezTo>
                  <a:pt x="1741867" y="139109"/>
                  <a:pt x="1742572" y="110655"/>
                  <a:pt x="1742572" y="107833"/>
                </a:cubicBezTo>
                <a:cubicBezTo>
                  <a:pt x="1742572" y="73225"/>
                  <a:pt x="1720224" y="66306"/>
                  <a:pt x="1701140" y="66306"/>
                </a:cubicBezTo>
                <a:cubicBezTo>
                  <a:pt x="1682056" y="66306"/>
                  <a:pt x="1670508" y="75786"/>
                  <a:pt x="1664229" y="81170"/>
                </a:cubicBezTo>
                <a:lnTo>
                  <a:pt x="1663478" y="82198"/>
                </a:lnTo>
                <a:lnTo>
                  <a:pt x="1667746" y="99372"/>
                </a:lnTo>
                <a:lnTo>
                  <a:pt x="1671010" y="99630"/>
                </a:lnTo>
                <a:cubicBezTo>
                  <a:pt x="1678041" y="88093"/>
                  <a:pt x="1686577" y="77839"/>
                  <a:pt x="1698630" y="77839"/>
                </a:cubicBezTo>
                <a:cubicBezTo>
                  <a:pt x="1707668" y="77839"/>
                  <a:pt x="1722733" y="79121"/>
                  <a:pt x="1722733" y="108091"/>
                </a:cubicBezTo>
                <a:cubicBezTo>
                  <a:pt x="1722733" y="109885"/>
                  <a:pt x="1721729" y="110909"/>
                  <a:pt x="1720975" y="111167"/>
                </a:cubicBezTo>
                <a:lnTo>
                  <a:pt x="1697626" y="116551"/>
                </a:lnTo>
                <a:cubicBezTo>
                  <a:pt x="1672014" y="122446"/>
                  <a:pt x="1655945" y="136290"/>
                  <a:pt x="1655945" y="153723"/>
                </a:cubicBezTo>
                <a:cubicBezTo>
                  <a:pt x="1655945" y="172692"/>
                  <a:pt x="1668750" y="181402"/>
                  <a:pt x="1687332" y="181402"/>
                </a:cubicBezTo>
                <a:cubicBezTo>
                  <a:pt x="1701140" y="181402"/>
                  <a:pt x="1708170" y="178075"/>
                  <a:pt x="1721480" y="166542"/>
                </a:cubicBezTo>
                <a:lnTo>
                  <a:pt x="1722484" y="166542"/>
                </a:lnTo>
                <a:close/>
                <a:moveTo>
                  <a:pt x="1806095" y="88606"/>
                </a:moveTo>
                <a:lnTo>
                  <a:pt x="1806095" y="69895"/>
                </a:lnTo>
                <a:cubicBezTo>
                  <a:pt x="1806095" y="67897"/>
                  <a:pt x="1805796" y="67334"/>
                  <a:pt x="1804589" y="67334"/>
                </a:cubicBezTo>
                <a:cubicBezTo>
                  <a:pt x="1798965" y="68460"/>
                  <a:pt x="1789976" y="68663"/>
                  <a:pt x="1784252" y="68100"/>
                </a:cubicBezTo>
                <a:lnTo>
                  <a:pt x="1783750" y="68870"/>
                </a:lnTo>
                <a:cubicBezTo>
                  <a:pt x="1785505" y="79938"/>
                  <a:pt x="1786007" y="99376"/>
                  <a:pt x="1786007" y="118611"/>
                </a:cubicBezTo>
                <a:lnTo>
                  <a:pt x="1786007" y="132717"/>
                </a:lnTo>
                <a:cubicBezTo>
                  <a:pt x="1786007" y="151956"/>
                  <a:pt x="1785758" y="165033"/>
                  <a:pt x="1783750" y="178884"/>
                </a:cubicBezTo>
                <a:lnTo>
                  <a:pt x="1784252" y="179651"/>
                </a:lnTo>
                <a:cubicBezTo>
                  <a:pt x="1787264" y="179139"/>
                  <a:pt x="1793037" y="178884"/>
                  <a:pt x="1796053" y="178884"/>
                </a:cubicBezTo>
                <a:cubicBezTo>
                  <a:pt x="1799064" y="178884"/>
                  <a:pt x="1804842" y="179139"/>
                  <a:pt x="1807853" y="179651"/>
                </a:cubicBezTo>
                <a:lnTo>
                  <a:pt x="1808355" y="178884"/>
                </a:lnTo>
                <a:cubicBezTo>
                  <a:pt x="1806348" y="164263"/>
                  <a:pt x="1806095" y="152210"/>
                  <a:pt x="1806095" y="132717"/>
                </a:cubicBezTo>
                <a:lnTo>
                  <a:pt x="1806095" y="101687"/>
                </a:lnTo>
                <a:cubicBezTo>
                  <a:pt x="1817899" y="89376"/>
                  <a:pt x="1831960" y="81682"/>
                  <a:pt x="1840745" y="81682"/>
                </a:cubicBezTo>
                <a:cubicBezTo>
                  <a:pt x="1850289" y="81682"/>
                  <a:pt x="1857320" y="87323"/>
                  <a:pt x="1857320" y="104506"/>
                </a:cubicBezTo>
                <a:lnTo>
                  <a:pt x="1857320" y="132717"/>
                </a:lnTo>
                <a:cubicBezTo>
                  <a:pt x="1857320" y="151956"/>
                  <a:pt x="1857067" y="165033"/>
                  <a:pt x="1855059" y="178884"/>
                </a:cubicBezTo>
                <a:lnTo>
                  <a:pt x="1855561" y="179651"/>
                </a:lnTo>
                <a:cubicBezTo>
                  <a:pt x="1858572" y="179139"/>
                  <a:pt x="1864350" y="178884"/>
                  <a:pt x="1867362" y="178884"/>
                </a:cubicBezTo>
                <a:cubicBezTo>
                  <a:pt x="1870377" y="178884"/>
                  <a:pt x="1876151" y="179139"/>
                  <a:pt x="1879162" y="179651"/>
                </a:cubicBezTo>
                <a:lnTo>
                  <a:pt x="1879664" y="178884"/>
                </a:lnTo>
                <a:cubicBezTo>
                  <a:pt x="1877656" y="164263"/>
                  <a:pt x="1877407" y="152210"/>
                  <a:pt x="1877407" y="132717"/>
                </a:cubicBezTo>
                <a:lnTo>
                  <a:pt x="1877407" y="106816"/>
                </a:lnTo>
                <a:cubicBezTo>
                  <a:pt x="1877407" y="103223"/>
                  <a:pt x="1877407" y="100146"/>
                  <a:pt x="1877154" y="97070"/>
                </a:cubicBezTo>
                <a:cubicBezTo>
                  <a:pt x="1889208" y="83476"/>
                  <a:pt x="1899250" y="81682"/>
                  <a:pt x="1909043" y="81682"/>
                </a:cubicBezTo>
                <a:cubicBezTo>
                  <a:pt x="1922602" y="81682"/>
                  <a:pt x="1929130" y="87323"/>
                  <a:pt x="1929130" y="104506"/>
                </a:cubicBezTo>
                <a:lnTo>
                  <a:pt x="1929130" y="132717"/>
                </a:lnTo>
                <a:cubicBezTo>
                  <a:pt x="1929130" y="151956"/>
                  <a:pt x="1928881" y="165033"/>
                  <a:pt x="1926870" y="178884"/>
                </a:cubicBezTo>
                <a:lnTo>
                  <a:pt x="1927372" y="179651"/>
                </a:lnTo>
                <a:cubicBezTo>
                  <a:pt x="1930387" y="179139"/>
                  <a:pt x="1936161" y="178884"/>
                  <a:pt x="1939176" y="178884"/>
                </a:cubicBezTo>
                <a:cubicBezTo>
                  <a:pt x="1942188" y="178884"/>
                  <a:pt x="1947961" y="179139"/>
                  <a:pt x="1950977" y="179651"/>
                </a:cubicBezTo>
                <a:lnTo>
                  <a:pt x="1951479" y="178884"/>
                </a:lnTo>
                <a:cubicBezTo>
                  <a:pt x="1949467" y="164263"/>
                  <a:pt x="1949218" y="152210"/>
                  <a:pt x="1949218" y="132717"/>
                </a:cubicBezTo>
                <a:lnTo>
                  <a:pt x="1949218" y="107070"/>
                </a:lnTo>
                <a:cubicBezTo>
                  <a:pt x="1949218" y="84246"/>
                  <a:pt x="1945199" y="66306"/>
                  <a:pt x="1918081" y="66306"/>
                </a:cubicBezTo>
                <a:cubicBezTo>
                  <a:pt x="1904526" y="66306"/>
                  <a:pt x="1889959" y="71177"/>
                  <a:pt x="1875649" y="86553"/>
                </a:cubicBezTo>
                <a:cubicBezTo>
                  <a:pt x="1873388" y="74250"/>
                  <a:pt x="1863093" y="66306"/>
                  <a:pt x="1849032" y="66306"/>
                </a:cubicBezTo>
                <a:cubicBezTo>
                  <a:pt x="1833466" y="66306"/>
                  <a:pt x="1818650" y="76556"/>
                  <a:pt x="1806849" y="89376"/>
                </a:cubicBezTo>
                <a:lnTo>
                  <a:pt x="1806095" y="88606"/>
                </a:lnTo>
                <a:close/>
                <a:moveTo>
                  <a:pt x="1999438" y="108853"/>
                </a:moveTo>
                <a:cubicBezTo>
                  <a:pt x="2003706" y="82194"/>
                  <a:pt x="2020177" y="76556"/>
                  <a:pt x="2028062" y="76556"/>
                </a:cubicBezTo>
                <a:cubicBezTo>
                  <a:pt x="2038004" y="76556"/>
                  <a:pt x="2049153" y="86041"/>
                  <a:pt x="2049153" y="105264"/>
                </a:cubicBezTo>
                <a:cubicBezTo>
                  <a:pt x="2049153" y="107571"/>
                  <a:pt x="2048149" y="108853"/>
                  <a:pt x="2045636" y="108853"/>
                </a:cubicBezTo>
                <a:lnTo>
                  <a:pt x="1999438" y="108853"/>
                </a:lnTo>
                <a:moveTo>
                  <a:pt x="2066478" y="152182"/>
                </a:moveTo>
                <a:cubicBezTo>
                  <a:pt x="2057689" y="161929"/>
                  <a:pt x="2045889" y="166288"/>
                  <a:pt x="2032077" y="166288"/>
                </a:cubicBezTo>
                <a:cubicBezTo>
                  <a:pt x="2023491" y="166288"/>
                  <a:pt x="2011640" y="162953"/>
                  <a:pt x="2004710" y="151670"/>
                </a:cubicBezTo>
                <a:cubicBezTo>
                  <a:pt x="2000288" y="144488"/>
                  <a:pt x="1998683" y="134026"/>
                  <a:pt x="1998683" y="119100"/>
                </a:cubicBezTo>
                <a:lnTo>
                  <a:pt x="2066980" y="119100"/>
                </a:lnTo>
                <a:cubicBezTo>
                  <a:pt x="2069743" y="119100"/>
                  <a:pt x="2071497" y="117563"/>
                  <a:pt x="2071497" y="114745"/>
                </a:cubicBezTo>
                <a:cubicBezTo>
                  <a:pt x="2071497" y="93219"/>
                  <a:pt x="2061203" y="66306"/>
                  <a:pt x="2028062" y="66306"/>
                </a:cubicBezTo>
                <a:cubicBezTo>
                  <a:pt x="2002196" y="66306"/>
                  <a:pt x="1976588" y="87577"/>
                  <a:pt x="1976588" y="125257"/>
                </a:cubicBezTo>
                <a:cubicBezTo>
                  <a:pt x="1976588" y="139820"/>
                  <a:pt x="1979499" y="154184"/>
                  <a:pt x="1987886" y="164493"/>
                </a:cubicBezTo>
                <a:cubicBezTo>
                  <a:pt x="1996522" y="175100"/>
                  <a:pt x="2010886" y="181402"/>
                  <a:pt x="2027809" y="181402"/>
                </a:cubicBezTo>
                <a:cubicBezTo>
                  <a:pt x="2045889" y="181402"/>
                  <a:pt x="2061957" y="171925"/>
                  <a:pt x="2071497" y="158594"/>
                </a:cubicBezTo>
                <a:lnTo>
                  <a:pt x="2066478" y="152182"/>
                </a:lnTo>
                <a:close/>
                <a:moveTo>
                  <a:pt x="2154108" y="126290"/>
                </a:moveTo>
                <a:cubicBezTo>
                  <a:pt x="2154108" y="157054"/>
                  <a:pt x="2173943" y="181402"/>
                  <a:pt x="2207341" y="181402"/>
                </a:cubicBezTo>
                <a:cubicBezTo>
                  <a:pt x="2240482" y="181402"/>
                  <a:pt x="2260569" y="157570"/>
                  <a:pt x="2260569" y="123983"/>
                </a:cubicBezTo>
                <a:cubicBezTo>
                  <a:pt x="2260569" y="89118"/>
                  <a:pt x="2242240" y="66306"/>
                  <a:pt x="2208344" y="66306"/>
                </a:cubicBezTo>
                <a:cubicBezTo>
                  <a:pt x="2175449" y="66306"/>
                  <a:pt x="2154108" y="89888"/>
                  <a:pt x="2154108" y="126290"/>
                </a:cubicBezTo>
                <a:moveTo>
                  <a:pt x="2206586" y="76556"/>
                </a:moveTo>
                <a:cubicBezTo>
                  <a:pt x="2233202" y="76556"/>
                  <a:pt x="2238474" y="97578"/>
                  <a:pt x="2238474" y="128600"/>
                </a:cubicBezTo>
                <a:cubicBezTo>
                  <a:pt x="2238474" y="152952"/>
                  <a:pt x="2226421" y="171155"/>
                  <a:pt x="2209597" y="171155"/>
                </a:cubicBezTo>
                <a:cubicBezTo>
                  <a:pt x="2182985" y="171155"/>
                  <a:pt x="2176203" y="141674"/>
                  <a:pt x="2176203" y="121934"/>
                </a:cubicBezTo>
                <a:cubicBezTo>
                  <a:pt x="2176203" y="99630"/>
                  <a:pt x="2182985" y="76556"/>
                  <a:pt x="2206586" y="76556"/>
                </a:cubicBezTo>
                <a:close/>
                <a:moveTo>
                  <a:pt x="2294971" y="69058"/>
                </a:moveTo>
                <a:cubicBezTo>
                  <a:pt x="2289496" y="69058"/>
                  <a:pt x="2283722" y="69007"/>
                  <a:pt x="2280404" y="68546"/>
                </a:cubicBezTo>
                <a:cubicBezTo>
                  <a:pt x="2278699" y="72698"/>
                  <a:pt x="2277343" y="75208"/>
                  <a:pt x="2274883" y="79051"/>
                </a:cubicBezTo>
                <a:lnTo>
                  <a:pt x="2276136" y="80845"/>
                </a:lnTo>
                <a:cubicBezTo>
                  <a:pt x="2280657" y="80536"/>
                  <a:pt x="2288944" y="80333"/>
                  <a:pt x="2294718" y="80333"/>
                </a:cubicBezTo>
                <a:lnTo>
                  <a:pt x="2294971" y="80333"/>
                </a:lnTo>
                <a:lnTo>
                  <a:pt x="2294971" y="127943"/>
                </a:lnTo>
                <a:cubicBezTo>
                  <a:pt x="2294971" y="147143"/>
                  <a:pt x="2294619" y="165166"/>
                  <a:pt x="2292458" y="178884"/>
                </a:cubicBezTo>
                <a:lnTo>
                  <a:pt x="2292960" y="179651"/>
                </a:lnTo>
                <a:cubicBezTo>
                  <a:pt x="2295975" y="179142"/>
                  <a:pt x="2302002" y="178884"/>
                  <a:pt x="2305013" y="178884"/>
                </a:cubicBezTo>
                <a:cubicBezTo>
                  <a:pt x="2308024" y="178884"/>
                  <a:pt x="2314051" y="179142"/>
                  <a:pt x="2317066" y="179651"/>
                </a:cubicBezTo>
                <a:lnTo>
                  <a:pt x="2317568" y="178884"/>
                </a:lnTo>
                <a:cubicBezTo>
                  <a:pt x="2315457" y="164294"/>
                  <a:pt x="2315055" y="147143"/>
                  <a:pt x="2315055" y="127943"/>
                </a:cubicBezTo>
                <a:lnTo>
                  <a:pt x="2315055" y="80333"/>
                </a:lnTo>
                <a:lnTo>
                  <a:pt x="2323595" y="80333"/>
                </a:lnTo>
                <a:cubicBezTo>
                  <a:pt x="2329622" y="80333"/>
                  <a:pt x="2338357" y="80536"/>
                  <a:pt x="2341671" y="80845"/>
                </a:cubicBezTo>
                <a:cubicBezTo>
                  <a:pt x="2342426" y="76748"/>
                  <a:pt x="2343181" y="74132"/>
                  <a:pt x="2344687" y="70340"/>
                </a:cubicBezTo>
                <a:lnTo>
                  <a:pt x="2343430" y="68546"/>
                </a:lnTo>
                <a:cubicBezTo>
                  <a:pt x="2339212" y="68749"/>
                  <a:pt x="2331629" y="69058"/>
                  <a:pt x="2325856" y="69058"/>
                </a:cubicBezTo>
                <a:lnTo>
                  <a:pt x="2315055" y="69058"/>
                </a:lnTo>
                <a:lnTo>
                  <a:pt x="2315055" y="66743"/>
                </a:lnTo>
                <a:cubicBezTo>
                  <a:pt x="2315055" y="57474"/>
                  <a:pt x="2313802" y="44088"/>
                  <a:pt x="2313802" y="39455"/>
                </a:cubicBezTo>
                <a:cubicBezTo>
                  <a:pt x="2313802" y="25244"/>
                  <a:pt x="2322790" y="15630"/>
                  <a:pt x="2337154" y="15630"/>
                </a:cubicBezTo>
                <a:cubicBezTo>
                  <a:pt x="2343629" y="15630"/>
                  <a:pt x="2348955" y="19442"/>
                  <a:pt x="2351717" y="24521"/>
                </a:cubicBezTo>
                <a:lnTo>
                  <a:pt x="2354479" y="24270"/>
                </a:lnTo>
                <a:cubicBezTo>
                  <a:pt x="2356234" y="17409"/>
                  <a:pt x="2358947" y="8765"/>
                  <a:pt x="2361510" y="3331"/>
                </a:cubicBezTo>
                <a:lnTo>
                  <a:pt x="2361257" y="2565"/>
                </a:lnTo>
                <a:cubicBezTo>
                  <a:pt x="2359249" y="1282"/>
                  <a:pt x="2354728" y="0"/>
                  <a:pt x="2349958" y="0"/>
                </a:cubicBezTo>
                <a:cubicBezTo>
                  <a:pt x="2334139" y="0"/>
                  <a:pt x="2318269" y="7483"/>
                  <a:pt x="2308779" y="19696"/>
                </a:cubicBezTo>
                <a:cubicBezTo>
                  <a:pt x="2299239" y="31988"/>
                  <a:pt x="2294971" y="44088"/>
                  <a:pt x="2294971" y="59018"/>
                </a:cubicBezTo>
                <a:lnTo>
                  <a:pt x="2294971" y="69058"/>
                </a:lnTo>
                <a:close/>
                <a:moveTo>
                  <a:pt x="2443115" y="108853"/>
                </a:moveTo>
                <a:cubicBezTo>
                  <a:pt x="2447383" y="82194"/>
                  <a:pt x="2463854" y="76556"/>
                  <a:pt x="2471739" y="76556"/>
                </a:cubicBezTo>
                <a:cubicBezTo>
                  <a:pt x="2481681" y="76556"/>
                  <a:pt x="2492830" y="86041"/>
                  <a:pt x="2492830" y="105264"/>
                </a:cubicBezTo>
                <a:cubicBezTo>
                  <a:pt x="2492830" y="107571"/>
                  <a:pt x="2491826" y="108853"/>
                  <a:pt x="2489313" y="108853"/>
                </a:cubicBezTo>
                <a:lnTo>
                  <a:pt x="2443115" y="108853"/>
                </a:lnTo>
                <a:moveTo>
                  <a:pt x="2510156" y="152182"/>
                </a:moveTo>
                <a:cubicBezTo>
                  <a:pt x="2501366" y="161929"/>
                  <a:pt x="2489566" y="166288"/>
                  <a:pt x="2475754" y="166288"/>
                </a:cubicBezTo>
                <a:cubicBezTo>
                  <a:pt x="2467168" y="166288"/>
                  <a:pt x="2455318" y="162953"/>
                  <a:pt x="2448387" y="151670"/>
                </a:cubicBezTo>
                <a:cubicBezTo>
                  <a:pt x="2443965" y="144488"/>
                  <a:pt x="2442360" y="134026"/>
                  <a:pt x="2442360" y="119100"/>
                </a:cubicBezTo>
                <a:lnTo>
                  <a:pt x="2510657" y="119100"/>
                </a:lnTo>
                <a:cubicBezTo>
                  <a:pt x="2513420" y="119100"/>
                  <a:pt x="2515175" y="117563"/>
                  <a:pt x="2515175" y="114745"/>
                </a:cubicBezTo>
                <a:cubicBezTo>
                  <a:pt x="2515175" y="93219"/>
                  <a:pt x="2504880" y="66306"/>
                  <a:pt x="2471739" y="66306"/>
                </a:cubicBezTo>
                <a:cubicBezTo>
                  <a:pt x="2445873" y="66306"/>
                  <a:pt x="2420265" y="87577"/>
                  <a:pt x="2420265" y="125257"/>
                </a:cubicBezTo>
                <a:cubicBezTo>
                  <a:pt x="2420265" y="139820"/>
                  <a:pt x="2423177" y="154184"/>
                  <a:pt x="2431563" y="164493"/>
                </a:cubicBezTo>
                <a:cubicBezTo>
                  <a:pt x="2440199" y="175100"/>
                  <a:pt x="2454563" y="181402"/>
                  <a:pt x="2471486" y="181402"/>
                </a:cubicBezTo>
                <a:cubicBezTo>
                  <a:pt x="2489566" y="181402"/>
                  <a:pt x="2505635" y="171925"/>
                  <a:pt x="2515175" y="158594"/>
                </a:cubicBezTo>
                <a:lnTo>
                  <a:pt x="2510156" y="152182"/>
                </a:lnTo>
                <a:close/>
                <a:moveTo>
                  <a:pt x="2603310" y="121164"/>
                </a:moveTo>
                <a:lnTo>
                  <a:pt x="2602306" y="151674"/>
                </a:lnTo>
                <a:cubicBezTo>
                  <a:pt x="2602306" y="155005"/>
                  <a:pt x="2600797" y="156799"/>
                  <a:pt x="2598789" y="158340"/>
                </a:cubicBezTo>
                <a:cubicBezTo>
                  <a:pt x="2591759" y="163723"/>
                  <a:pt x="2583222" y="168336"/>
                  <a:pt x="2575690" y="168336"/>
                </a:cubicBezTo>
                <a:cubicBezTo>
                  <a:pt x="2564391" y="168336"/>
                  <a:pt x="2557108" y="160646"/>
                  <a:pt x="2557108" y="152698"/>
                </a:cubicBezTo>
                <a:cubicBezTo>
                  <a:pt x="2557108" y="141161"/>
                  <a:pt x="2562380" y="132443"/>
                  <a:pt x="2581966" y="127060"/>
                </a:cubicBezTo>
                <a:lnTo>
                  <a:pt x="2603310" y="121164"/>
                </a:lnTo>
                <a:moveTo>
                  <a:pt x="2603310" y="166542"/>
                </a:moveTo>
                <a:cubicBezTo>
                  <a:pt x="2606222" y="176535"/>
                  <a:pt x="2613705" y="181402"/>
                  <a:pt x="2622896" y="181402"/>
                </a:cubicBezTo>
                <a:cubicBezTo>
                  <a:pt x="2629222" y="181402"/>
                  <a:pt x="2636957" y="179866"/>
                  <a:pt x="2642880" y="173462"/>
                </a:cubicBezTo>
                <a:lnTo>
                  <a:pt x="2641022" y="167105"/>
                </a:lnTo>
                <a:cubicBezTo>
                  <a:pt x="2638260" y="168082"/>
                  <a:pt x="2636152" y="168438"/>
                  <a:pt x="2634244" y="168438"/>
                </a:cubicBezTo>
                <a:cubicBezTo>
                  <a:pt x="2631731" y="168438"/>
                  <a:pt x="2628417" y="167977"/>
                  <a:pt x="2626861" y="166542"/>
                </a:cubicBezTo>
                <a:cubicBezTo>
                  <a:pt x="2624302" y="164185"/>
                  <a:pt x="2622693" y="157929"/>
                  <a:pt x="2622693" y="146545"/>
                </a:cubicBezTo>
                <a:cubicBezTo>
                  <a:pt x="2622693" y="139109"/>
                  <a:pt x="2623398" y="110655"/>
                  <a:pt x="2623398" y="107833"/>
                </a:cubicBezTo>
                <a:cubicBezTo>
                  <a:pt x="2623398" y="73225"/>
                  <a:pt x="2601050" y="66306"/>
                  <a:pt x="2581966" y="66306"/>
                </a:cubicBezTo>
                <a:cubicBezTo>
                  <a:pt x="2562882" y="66306"/>
                  <a:pt x="2551334" y="75786"/>
                  <a:pt x="2545055" y="81170"/>
                </a:cubicBezTo>
                <a:lnTo>
                  <a:pt x="2544304" y="82198"/>
                </a:lnTo>
                <a:lnTo>
                  <a:pt x="2548572" y="99372"/>
                </a:lnTo>
                <a:lnTo>
                  <a:pt x="2551836" y="99630"/>
                </a:lnTo>
                <a:cubicBezTo>
                  <a:pt x="2558867" y="88093"/>
                  <a:pt x="2567403" y="77839"/>
                  <a:pt x="2579456" y="77839"/>
                </a:cubicBezTo>
                <a:cubicBezTo>
                  <a:pt x="2588494" y="77839"/>
                  <a:pt x="2603559" y="79121"/>
                  <a:pt x="2603559" y="108091"/>
                </a:cubicBezTo>
                <a:cubicBezTo>
                  <a:pt x="2603559" y="109885"/>
                  <a:pt x="2602555" y="110909"/>
                  <a:pt x="2601801" y="111167"/>
                </a:cubicBezTo>
                <a:lnTo>
                  <a:pt x="2578452" y="116551"/>
                </a:lnTo>
                <a:cubicBezTo>
                  <a:pt x="2552840" y="122446"/>
                  <a:pt x="2536771" y="136290"/>
                  <a:pt x="2536771" y="153723"/>
                </a:cubicBezTo>
                <a:cubicBezTo>
                  <a:pt x="2536771" y="172692"/>
                  <a:pt x="2549576" y="181402"/>
                  <a:pt x="2568158" y="181402"/>
                </a:cubicBezTo>
                <a:cubicBezTo>
                  <a:pt x="2581966" y="181402"/>
                  <a:pt x="2588996" y="178075"/>
                  <a:pt x="2602306" y="166542"/>
                </a:cubicBezTo>
                <a:lnTo>
                  <a:pt x="2603310" y="166542"/>
                </a:lnTo>
                <a:close/>
                <a:moveTo>
                  <a:pt x="2709020" y="76556"/>
                </a:moveTo>
                <a:cubicBezTo>
                  <a:pt x="2718709" y="76556"/>
                  <a:pt x="2727498" y="83836"/>
                  <a:pt x="2734126" y="95525"/>
                </a:cubicBezTo>
                <a:lnTo>
                  <a:pt x="2737391" y="95271"/>
                </a:lnTo>
                <a:lnTo>
                  <a:pt x="2743164" y="74250"/>
                </a:lnTo>
                <a:lnTo>
                  <a:pt x="2742663" y="73484"/>
                </a:lnTo>
                <a:cubicBezTo>
                  <a:pt x="2734881" y="69382"/>
                  <a:pt x="2721824" y="66306"/>
                  <a:pt x="2709269" y="66306"/>
                </a:cubicBezTo>
                <a:cubicBezTo>
                  <a:pt x="2683154" y="66306"/>
                  <a:pt x="2655787" y="88093"/>
                  <a:pt x="2655787" y="122959"/>
                </a:cubicBezTo>
                <a:cubicBezTo>
                  <a:pt x="2655787" y="158594"/>
                  <a:pt x="2675622" y="181402"/>
                  <a:pt x="2706257" y="181402"/>
                </a:cubicBezTo>
                <a:cubicBezTo>
                  <a:pt x="2721322" y="181402"/>
                  <a:pt x="2733123" y="176281"/>
                  <a:pt x="2743164" y="163211"/>
                </a:cubicBezTo>
                <a:lnTo>
                  <a:pt x="2738394" y="157824"/>
                </a:lnTo>
                <a:lnTo>
                  <a:pt x="2737391" y="157824"/>
                </a:lnTo>
                <a:cubicBezTo>
                  <a:pt x="2727851" y="166542"/>
                  <a:pt x="2719866" y="168595"/>
                  <a:pt x="2710525" y="168595"/>
                </a:cubicBezTo>
                <a:cubicBezTo>
                  <a:pt x="2692196" y="168595"/>
                  <a:pt x="2677882" y="151674"/>
                  <a:pt x="2677882" y="121676"/>
                </a:cubicBezTo>
                <a:cubicBezTo>
                  <a:pt x="2677882" y="93477"/>
                  <a:pt x="2692445" y="76556"/>
                  <a:pt x="2709020" y="76556"/>
                </a:cubicBezTo>
                <a:close/>
                <a:moveTo>
                  <a:pt x="2796650" y="88606"/>
                </a:moveTo>
                <a:lnTo>
                  <a:pt x="2796650" y="50437"/>
                </a:lnTo>
                <a:cubicBezTo>
                  <a:pt x="2796650" y="31491"/>
                  <a:pt x="2797704" y="18281"/>
                  <a:pt x="2798907" y="2561"/>
                </a:cubicBezTo>
                <a:cubicBezTo>
                  <a:pt x="2798907" y="770"/>
                  <a:pt x="2798205" y="0"/>
                  <a:pt x="2796650" y="0"/>
                </a:cubicBezTo>
                <a:cubicBezTo>
                  <a:pt x="2790370" y="2561"/>
                  <a:pt x="2784999" y="4355"/>
                  <a:pt x="2774804" y="5121"/>
                </a:cubicBezTo>
                <a:lnTo>
                  <a:pt x="2774302" y="5892"/>
                </a:lnTo>
                <a:cubicBezTo>
                  <a:pt x="2776260" y="16846"/>
                  <a:pt x="2776562" y="36101"/>
                  <a:pt x="2776562" y="55554"/>
                </a:cubicBezTo>
                <a:lnTo>
                  <a:pt x="2776562" y="132717"/>
                </a:lnTo>
                <a:cubicBezTo>
                  <a:pt x="2776562" y="151799"/>
                  <a:pt x="2776260" y="164521"/>
                  <a:pt x="2774302" y="178884"/>
                </a:cubicBezTo>
                <a:lnTo>
                  <a:pt x="2774804" y="179651"/>
                </a:lnTo>
                <a:cubicBezTo>
                  <a:pt x="2777815" y="179139"/>
                  <a:pt x="2783593" y="178884"/>
                  <a:pt x="2786604" y="178884"/>
                </a:cubicBezTo>
                <a:cubicBezTo>
                  <a:pt x="2789619" y="178884"/>
                  <a:pt x="2795393" y="179139"/>
                  <a:pt x="2798405" y="179651"/>
                </a:cubicBezTo>
                <a:lnTo>
                  <a:pt x="2798907" y="178884"/>
                </a:lnTo>
                <a:cubicBezTo>
                  <a:pt x="2797052" y="164212"/>
                  <a:pt x="2796650" y="152210"/>
                  <a:pt x="2796650" y="132717"/>
                </a:cubicBezTo>
                <a:lnTo>
                  <a:pt x="2796650" y="102711"/>
                </a:lnTo>
                <a:cubicBezTo>
                  <a:pt x="2809454" y="87323"/>
                  <a:pt x="2824167" y="81682"/>
                  <a:pt x="2833055" y="81682"/>
                </a:cubicBezTo>
                <a:cubicBezTo>
                  <a:pt x="2845863" y="81682"/>
                  <a:pt x="2851135" y="86811"/>
                  <a:pt x="2851135" y="107582"/>
                </a:cubicBezTo>
                <a:lnTo>
                  <a:pt x="2851135" y="132717"/>
                </a:lnTo>
                <a:cubicBezTo>
                  <a:pt x="2851135" y="151956"/>
                  <a:pt x="2850883" y="165084"/>
                  <a:pt x="2848875" y="178884"/>
                </a:cubicBezTo>
                <a:lnTo>
                  <a:pt x="2849377" y="179651"/>
                </a:lnTo>
                <a:cubicBezTo>
                  <a:pt x="2852392" y="179139"/>
                  <a:pt x="2858166" y="178884"/>
                  <a:pt x="2861177" y="178884"/>
                </a:cubicBezTo>
                <a:cubicBezTo>
                  <a:pt x="2864193" y="178884"/>
                  <a:pt x="2869966" y="179139"/>
                  <a:pt x="2872982" y="179651"/>
                </a:cubicBezTo>
                <a:lnTo>
                  <a:pt x="2873484" y="178884"/>
                </a:lnTo>
                <a:cubicBezTo>
                  <a:pt x="2871472" y="164212"/>
                  <a:pt x="2871223" y="152210"/>
                  <a:pt x="2871223" y="132717"/>
                </a:cubicBezTo>
                <a:cubicBezTo>
                  <a:pt x="2871223" y="124511"/>
                  <a:pt x="2871725" y="115022"/>
                  <a:pt x="2871725" y="106816"/>
                </a:cubicBezTo>
                <a:cubicBezTo>
                  <a:pt x="2871725" y="80141"/>
                  <a:pt x="2863189" y="66306"/>
                  <a:pt x="2840588" y="66306"/>
                </a:cubicBezTo>
                <a:cubicBezTo>
                  <a:pt x="2831048" y="66306"/>
                  <a:pt x="2813220" y="70153"/>
                  <a:pt x="2797152" y="89376"/>
                </a:cubicBezTo>
                <a:lnTo>
                  <a:pt x="2796650" y="88606"/>
                </a:lnTo>
                <a:close/>
                <a:moveTo>
                  <a:pt x="2978436" y="69058"/>
                </a:moveTo>
                <a:cubicBezTo>
                  <a:pt x="2973314" y="69058"/>
                  <a:pt x="2967992" y="68956"/>
                  <a:pt x="2964877" y="68546"/>
                </a:cubicBezTo>
                <a:cubicBezTo>
                  <a:pt x="2963172" y="72749"/>
                  <a:pt x="2961816" y="75208"/>
                  <a:pt x="2959356" y="79051"/>
                </a:cubicBezTo>
                <a:lnTo>
                  <a:pt x="2960609" y="80845"/>
                </a:lnTo>
                <a:cubicBezTo>
                  <a:pt x="2964931" y="80536"/>
                  <a:pt x="2972712" y="80384"/>
                  <a:pt x="2978436" y="80333"/>
                </a:cubicBezTo>
                <a:lnTo>
                  <a:pt x="2978436" y="115386"/>
                </a:lnTo>
                <a:cubicBezTo>
                  <a:pt x="2978436" y="130739"/>
                  <a:pt x="2977685" y="149164"/>
                  <a:pt x="2977685" y="156839"/>
                </a:cubicBezTo>
                <a:cubicBezTo>
                  <a:pt x="2977685" y="173478"/>
                  <a:pt x="2988229" y="181402"/>
                  <a:pt x="2999781" y="181402"/>
                </a:cubicBezTo>
                <a:cubicBezTo>
                  <a:pt x="3010328" y="181402"/>
                  <a:pt x="3018362" y="178845"/>
                  <a:pt x="3028906" y="171945"/>
                </a:cubicBezTo>
                <a:lnTo>
                  <a:pt x="3025845" y="165639"/>
                </a:lnTo>
                <a:cubicBezTo>
                  <a:pt x="3018110" y="168356"/>
                  <a:pt x="3012336" y="168614"/>
                  <a:pt x="3006056" y="167590"/>
                </a:cubicBezTo>
                <a:cubicBezTo>
                  <a:pt x="3000083" y="166616"/>
                  <a:pt x="2997773" y="160471"/>
                  <a:pt x="2997773" y="146603"/>
                </a:cubicBezTo>
                <a:cubicBezTo>
                  <a:pt x="2997773" y="138929"/>
                  <a:pt x="2998524" y="127924"/>
                  <a:pt x="2998524" y="112575"/>
                </a:cubicBezTo>
                <a:lnTo>
                  <a:pt x="2998524" y="80333"/>
                </a:lnTo>
                <a:lnTo>
                  <a:pt x="3008068" y="80333"/>
                </a:lnTo>
                <a:cubicBezTo>
                  <a:pt x="3014094" y="80333"/>
                  <a:pt x="3022830" y="80536"/>
                  <a:pt x="3026144" y="80845"/>
                </a:cubicBezTo>
                <a:cubicBezTo>
                  <a:pt x="3026899" y="76748"/>
                  <a:pt x="3027653" y="74132"/>
                  <a:pt x="3029159" y="70340"/>
                </a:cubicBezTo>
                <a:lnTo>
                  <a:pt x="3027903" y="68546"/>
                </a:lnTo>
                <a:cubicBezTo>
                  <a:pt x="3023382" y="68753"/>
                  <a:pt x="3016102" y="69058"/>
                  <a:pt x="3010328" y="69058"/>
                </a:cubicBezTo>
                <a:lnTo>
                  <a:pt x="2998524" y="69058"/>
                </a:lnTo>
                <a:cubicBezTo>
                  <a:pt x="2998524" y="49893"/>
                  <a:pt x="2998677" y="46512"/>
                  <a:pt x="2999781" y="31652"/>
                </a:cubicBezTo>
                <a:cubicBezTo>
                  <a:pt x="2999781" y="29806"/>
                  <a:pt x="2999079" y="29091"/>
                  <a:pt x="2997520" y="29091"/>
                </a:cubicBezTo>
                <a:cubicBezTo>
                  <a:pt x="2991244" y="31652"/>
                  <a:pt x="2988129" y="34369"/>
                  <a:pt x="2979946" y="35495"/>
                </a:cubicBezTo>
                <a:lnTo>
                  <a:pt x="2979444" y="36265"/>
                </a:lnTo>
                <a:cubicBezTo>
                  <a:pt x="2978942" y="45182"/>
                  <a:pt x="2978436" y="54198"/>
                  <a:pt x="2978436" y="69058"/>
                </a:cubicBezTo>
                <a:close/>
                <a:moveTo>
                  <a:pt x="3049497" y="126290"/>
                </a:moveTo>
                <a:cubicBezTo>
                  <a:pt x="3049497" y="157054"/>
                  <a:pt x="3069332" y="181402"/>
                  <a:pt x="3102730" y="181402"/>
                </a:cubicBezTo>
                <a:cubicBezTo>
                  <a:pt x="3135871" y="181402"/>
                  <a:pt x="3155958" y="157570"/>
                  <a:pt x="3155958" y="123983"/>
                </a:cubicBezTo>
                <a:cubicBezTo>
                  <a:pt x="3155958" y="89118"/>
                  <a:pt x="3137629" y="66306"/>
                  <a:pt x="3103733" y="66306"/>
                </a:cubicBezTo>
                <a:cubicBezTo>
                  <a:pt x="3070838" y="66306"/>
                  <a:pt x="3049497" y="89888"/>
                  <a:pt x="3049497" y="126290"/>
                </a:cubicBezTo>
                <a:moveTo>
                  <a:pt x="3101975" y="76556"/>
                </a:moveTo>
                <a:cubicBezTo>
                  <a:pt x="3128591" y="76556"/>
                  <a:pt x="3133863" y="97578"/>
                  <a:pt x="3133863" y="128600"/>
                </a:cubicBezTo>
                <a:cubicBezTo>
                  <a:pt x="3133863" y="152952"/>
                  <a:pt x="3121810" y="171155"/>
                  <a:pt x="3104986" y="171155"/>
                </a:cubicBezTo>
                <a:cubicBezTo>
                  <a:pt x="3078374" y="171155"/>
                  <a:pt x="3071592" y="141674"/>
                  <a:pt x="3071592" y="121934"/>
                </a:cubicBezTo>
                <a:cubicBezTo>
                  <a:pt x="3071592" y="99630"/>
                  <a:pt x="3078374" y="76556"/>
                  <a:pt x="3101975" y="76556"/>
                </a:cubicBezTo>
                <a:close/>
                <a:moveTo>
                  <a:pt x="3176800" y="126290"/>
                </a:moveTo>
                <a:cubicBezTo>
                  <a:pt x="3176800" y="157054"/>
                  <a:pt x="3196635" y="181402"/>
                  <a:pt x="3230032" y="181402"/>
                </a:cubicBezTo>
                <a:cubicBezTo>
                  <a:pt x="3263174" y="181402"/>
                  <a:pt x="3283261" y="157570"/>
                  <a:pt x="3283261" y="123983"/>
                </a:cubicBezTo>
                <a:cubicBezTo>
                  <a:pt x="3283261" y="89118"/>
                  <a:pt x="3264932" y="66306"/>
                  <a:pt x="3231036" y="66306"/>
                </a:cubicBezTo>
                <a:cubicBezTo>
                  <a:pt x="3198140" y="66306"/>
                  <a:pt x="3176800" y="89888"/>
                  <a:pt x="3176800" y="126290"/>
                </a:cubicBezTo>
                <a:moveTo>
                  <a:pt x="3229278" y="76556"/>
                </a:moveTo>
                <a:cubicBezTo>
                  <a:pt x="3255894" y="76556"/>
                  <a:pt x="3261166" y="97578"/>
                  <a:pt x="3261166" y="128600"/>
                </a:cubicBezTo>
                <a:cubicBezTo>
                  <a:pt x="3261166" y="152952"/>
                  <a:pt x="3249113" y="171155"/>
                  <a:pt x="3232289" y="171155"/>
                </a:cubicBezTo>
                <a:cubicBezTo>
                  <a:pt x="3205677" y="171155"/>
                  <a:pt x="3198895" y="141674"/>
                  <a:pt x="3198895" y="121934"/>
                </a:cubicBezTo>
                <a:cubicBezTo>
                  <a:pt x="3198895" y="99630"/>
                  <a:pt x="3205677" y="76556"/>
                  <a:pt x="3229278" y="76556"/>
                </a:cubicBezTo>
                <a:close/>
                <a:moveTo>
                  <a:pt x="3315402" y="127627"/>
                </a:moveTo>
                <a:cubicBezTo>
                  <a:pt x="3315402" y="146697"/>
                  <a:pt x="3315050" y="165146"/>
                  <a:pt x="3313142" y="178884"/>
                </a:cubicBezTo>
                <a:lnTo>
                  <a:pt x="3313644" y="179651"/>
                </a:lnTo>
                <a:cubicBezTo>
                  <a:pt x="3316655" y="179139"/>
                  <a:pt x="3322433" y="178884"/>
                  <a:pt x="3325444" y="178884"/>
                </a:cubicBezTo>
                <a:cubicBezTo>
                  <a:pt x="3328460" y="178884"/>
                  <a:pt x="3334233" y="179139"/>
                  <a:pt x="3337245" y="179651"/>
                </a:cubicBezTo>
                <a:lnTo>
                  <a:pt x="3337747" y="178884"/>
                </a:lnTo>
                <a:cubicBezTo>
                  <a:pt x="3335789" y="164274"/>
                  <a:pt x="3335490" y="146901"/>
                  <a:pt x="3335490" y="127627"/>
                </a:cubicBezTo>
                <a:lnTo>
                  <a:pt x="3335490" y="50746"/>
                </a:lnTo>
                <a:cubicBezTo>
                  <a:pt x="3335490" y="31526"/>
                  <a:pt x="3336544" y="18762"/>
                  <a:pt x="3337747" y="2565"/>
                </a:cubicBezTo>
                <a:cubicBezTo>
                  <a:pt x="3337747" y="770"/>
                  <a:pt x="3337046" y="0"/>
                  <a:pt x="3335490" y="0"/>
                </a:cubicBezTo>
                <a:cubicBezTo>
                  <a:pt x="3329211" y="2565"/>
                  <a:pt x="3323839" y="4359"/>
                  <a:pt x="3313644" y="5129"/>
                </a:cubicBezTo>
                <a:lnTo>
                  <a:pt x="3313142" y="5896"/>
                </a:lnTo>
                <a:cubicBezTo>
                  <a:pt x="3315100" y="16866"/>
                  <a:pt x="3315402" y="35882"/>
                  <a:pt x="3315402" y="55359"/>
                </a:cubicBezTo>
                <a:lnTo>
                  <a:pt x="3315402" y="127627"/>
                </a:lnTo>
                <a:close/>
                <a:moveTo>
                  <a:pt x="3368130" y="167609"/>
                </a:moveTo>
                <a:cubicBezTo>
                  <a:pt x="3370340" y="176167"/>
                  <a:pt x="3373854" y="177860"/>
                  <a:pt x="3381689" y="179651"/>
                </a:cubicBezTo>
                <a:cubicBezTo>
                  <a:pt x="3384853" y="179651"/>
                  <a:pt x="3388972" y="180010"/>
                  <a:pt x="3388972" y="186313"/>
                </a:cubicBezTo>
                <a:cubicBezTo>
                  <a:pt x="3388972" y="194769"/>
                  <a:pt x="3381689" y="201943"/>
                  <a:pt x="3369386" y="210399"/>
                </a:cubicBezTo>
                <a:cubicBezTo>
                  <a:pt x="3369386" y="212960"/>
                  <a:pt x="3370942" y="214242"/>
                  <a:pt x="3372651" y="215779"/>
                </a:cubicBezTo>
                <a:cubicBezTo>
                  <a:pt x="3386210" y="207631"/>
                  <a:pt x="3398765" y="200660"/>
                  <a:pt x="3398765" y="179651"/>
                </a:cubicBezTo>
                <a:cubicBezTo>
                  <a:pt x="3398765" y="163051"/>
                  <a:pt x="3391784" y="156131"/>
                  <a:pt x="3382692" y="152749"/>
                </a:cubicBezTo>
                <a:lnTo>
                  <a:pt x="3381689" y="152749"/>
                </a:lnTo>
                <a:cubicBezTo>
                  <a:pt x="3374106" y="155877"/>
                  <a:pt x="3370440" y="159822"/>
                  <a:pt x="3368130" y="166585"/>
                </a:cubicBezTo>
                <a:lnTo>
                  <a:pt x="3368130" y="167609"/>
                </a:lnTo>
                <a:close/>
                <a:moveTo>
                  <a:pt x="3551930" y="121164"/>
                </a:moveTo>
                <a:lnTo>
                  <a:pt x="3550926" y="151674"/>
                </a:lnTo>
                <a:cubicBezTo>
                  <a:pt x="3550926" y="155005"/>
                  <a:pt x="3549417" y="156799"/>
                  <a:pt x="3547409" y="158340"/>
                </a:cubicBezTo>
                <a:cubicBezTo>
                  <a:pt x="3540378" y="163723"/>
                  <a:pt x="3531842" y="168336"/>
                  <a:pt x="3524310" y="168336"/>
                </a:cubicBezTo>
                <a:cubicBezTo>
                  <a:pt x="3513011" y="168336"/>
                  <a:pt x="3505728" y="160646"/>
                  <a:pt x="3505728" y="152698"/>
                </a:cubicBezTo>
                <a:cubicBezTo>
                  <a:pt x="3505728" y="141161"/>
                  <a:pt x="3511000" y="132443"/>
                  <a:pt x="3530585" y="127060"/>
                </a:cubicBezTo>
                <a:lnTo>
                  <a:pt x="3551930" y="121164"/>
                </a:lnTo>
                <a:moveTo>
                  <a:pt x="3551930" y="166542"/>
                </a:moveTo>
                <a:cubicBezTo>
                  <a:pt x="3554842" y="176535"/>
                  <a:pt x="3562324" y="181402"/>
                  <a:pt x="3571516" y="181402"/>
                </a:cubicBezTo>
                <a:cubicBezTo>
                  <a:pt x="3577841" y="181402"/>
                  <a:pt x="3585577" y="179866"/>
                  <a:pt x="3591500" y="173462"/>
                </a:cubicBezTo>
                <a:lnTo>
                  <a:pt x="3589642" y="167105"/>
                </a:lnTo>
                <a:cubicBezTo>
                  <a:pt x="3586879" y="168082"/>
                  <a:pt x="3584772" y="168438"/>
                  <a:pt x="3582864" y="168438"/>
                </a:cubicBezTo>
                <a:cubicBezTo>
                  <a:pt x="3580351" y="168438"/>
                  <a:pt x="3577037" y="167977"/>
                  <a:pt x="3575481" y="166542"/>
                </a:cubicBezTo>
                <a:cubicBezTo>
                  <a:pt x="3572922" y="164185"/>
                  <a:pt x="3571313" y="157929"/>
                  <a:pt x="3571313" y="146545"/>
                </a:cubicBezTo>
                <a:cubicBezTo>
                  <a:pt x="3571313" y="139109"/>
                  <a:pt x="3572018" y="110655"/>
                  <a:pt x="3572018" y="107833"/>
                </a:cubicBezTo>
                <a:cubicBezTo>
                  <a:pt x="3572018" y="73225"/>
                  <a:pt x="3549669" y="66306"/>
                  <a:pt x="3530585" y="66306"/>
                </a:cubicBezTo>
                <a:cubicBezTo>
                  <a:pt x="3511502" y="66306"/>
                  <a:pt x="3499954" y="75786"/>
                  <a:pt x="3493674" y="81170"/>
                </a:cubicBezTo>
                <a:lnTo>
                  <a:pt x="3492923" y="82198"/>
                </a:lnTo>
                <a:lnTo>
                  <a:pt x="3497192" y="99372"/>
                </a:lnTo>
                <a:lnTo>
                  <a:pt x="3500456" y="99630"/>
                </a:lnTo>
                <a:cubicBezTo>
                  <a:pt x="3507486" y="88093"/>
                  <a:pt x="3516023" y="77839"/>
                  <a:pt x="3528076" y="77839"/>
                </a:cubicBezTo>
                <a:cubicBezTo>
                  <a:pt x="3537114" y="77839"/>
                  <a:pt x="3552179" y="79121"/>
                  <a:pt x="3552179" y="108091"/>
                </a:cubicBezTo>
                <a:cubicBezTo>
                  <a:pt x="3552179" y="109885"/>
                  <a:pt x="3551175" y="110909"/>
                  <a:pt x="3550420" y="111167"/>
                </a:cubicBezTo>
                <a:lnTo>
                  <a:pt x="3527072" y="116551"/>
                </a:lnTo>
                <a:cubicBezTo>
                  <a:pt x="3501460" y="122446"/>
                  <a:pt x="3485391" y="136290"/>
                  <a:pt x="3485391" y="153723"/>
                </a:cubicBezTo>
                <a:cubicBezTo>
                  <a:pt x="3485391" y="172692"/>
                  <a:pt x="3498195" y="181402"/>
                  <a:pt x="3516777" y="181402"/>
                </a:cubicBezTo>
                <a:cubicBezTo>
                  <a:pt x="3530585" y="181402"/>
                  <a:pt x="3537616" y="178075"/>
                  <a:pt x="3550926" y="166542"/>
                </a:cubicBezTo>
                <a:lnTo>
                  <a:pt x="3551930" y="166542"/>
                </a:lnTo>
                <a:close/>
                <a:moveTo>
                  <a:pt x="3710366" y="132717"/>
                </a:moveTo>
                <a:cubicBezTo>
                  <a:pt x="3710366" y="124511"/>
                  <a:pt x="3710868" y="115022"/>
                  <a:pt x="3710868" y="106816"/>
                </a:cubicBezTo>
                <a:cubicBezTo>
                  <a:pt x="3710868" y="80141"/>
                  <a:pt x="3702332" y="66306"/>
                  <a:pt x="3679735" y="66306"/>
                </a:cubicBezTo>
                <a:cubicBezTo>
                  <a:pt x="3670191" y="66306"/>
                  <a:pt x="3652364" y="70153"/>
                  <a:pt x="3636295" y="89376"/>
                </a:cubicBezTo>
                <a:lnTo>
                  <a:pt x="3635793" y="88606"/>
                </a:lnTo>
                <a:lnTo>
                  <a:pt x="3635793" y="69895"/>
                </a:lnTo>
                <a:cubicBezTo>
                  <a:pt x="3635743" y="67897"/>
                  <a:pt x="3635491" y="67334"/>
                  <a:pt x="3634288" y="67334"/>
                </a:cubicBezTo>
                <a:cubicBezTo>
                  <a:pt x="3628663" y="68460"/>
                  <a:pt x="3619671" y="68663"/>
                  <a:pt x="3613947" y="68100"/>
                </a:cubicBezTo>
                <a:lnTo>
                  <a:pt x="3613445" y="68870"/>
                </a:lnTo>
                <a:cubicBezTo>
                  <a:pt x="3615204" y="79938"/>
                  <a:pt x="3615706" y="99376"/>
                  <a:pt x="3615706" y="118611"/>
                </a:cubicBezTo>
                <a:lnTo>
                  <a:pt x="3615706" y="132717"/>
                </a:lnTo>
                <a:cubicBezTo>
                  <a:pt x="3615706" y="151956"/>
                  <a:pt x="3615453" y="165033"/>
                  <a:pt x="3613445" y="178884"/>
                </a:cubicBezTo>
                <a:lnTo>
                  <a:pt x="3613947" y="179651"/>
                </a:lnTo>
                <a:cubicBezTo>
                  <a:pt x="3616962" y="179139"/>
                  <a:pt x="3622736" y="178884"/>
                  <a:pt x="3625748" y="178884"/>
                </a:cubicBezTo>
                <a:cubicBezTo>
                  <a:pt x="3628763" y="178884"/>
                  <a:pt x="3634537" y="179139"/>
                  <a:pt x="3637552" y="179651"/>
                </a:cubicBezTo>
                <a:lnTo>
                  <a:pt x="3638054" y="178884"/>
                </a:lnTo>
                <a:cubicBezTo>
                  <a:pt x="3636042" y="164263"/>
                  <a:pt x="3635793" y="152210"/>
                  <a:pt x="3635793" y="132717"/>
                </a:cubicBezTo>
                <a:lnTo>
                  <a:pt x="3635793" y="102711"/>
                </a:lnTo>
                <a:cubicBezTo>
                  <a:pt x="3648598" y="87323"/>
                  <a:pt x="3663161" y="81682"/>
                  <a:pt x="3672203" y="81682"/>
                </a:cubicBezTo>
                <a:cubicBezTo>
                  <a:pt x="3685007" y="81682"/>
                  <a:pt x="3690279" y="86811"/>
                  <a:pt x="3690279" y="107582"/>
                </a:cubicBezTo>
                <a:lnTo>
                  <a:pt x="3690279" y="132717"/>
                </a:lnTo>
                <a:cubicBezTo>
                  <a:pt x="3690279" y="151956"/>
                  <a:pt x="3689827" y="165084"/>
                  <a:pt x="3688018" y="178884"/>
                </a:cubicBezTo>
                <a:lnTo>
                  <a:pt x="3688520" y="179651"/>
                </a:lnTo>
                <a:cubicBezTo>
                  <a:pt x="3691535" y="179139"/>
                  <a:pt x="3697309" y="178884"/>
                  <a:pt x="3700325" y="178884"/>
                </a:cubicBezTo>
                <a:cubicBezTo>
                  <a:pt x="3703336" y="178884"/>
                  <a:pt x="3709110" y="179139"/>
                  <a:pt x="3712125" y="179651"/>
                </a:cubicBezTo>
                <a:lnTo>
                  <a:pt x="3712627" y="178884"/>
                </a:lnTo>
                <a:cubicBezTo>
                  <a:pt x="3710669" y="164263"/>
                  <a:pt x="3710366" y="152210"/>
                  <a:pt x="3710366" y="132717"/>
                </a:cubicBezTo>
                <a:close/>
                <a:moveTo>
                  <a:pt x="3820847" y="149880"/>
                </a:moveTo>
                <a:cubicBezTo>
                  <a:pt x="3811709" y="161772"/>
                  <a:pt x="3800157" y="168082"/>
                  <a:pt x="3789962" y="168082"/>
                </a:cubicBezTo>
                <a:cubicBezTo>
                  <a:pt x="3776403" y="168082"/>
                  <a:pt x="3764852" y="154239"/>
                  <a:pt x="3764852" y="122188"/>
                </a:cubicBezTo>
                <a:cubicBezTo>
                  <a:pt x="3764852" y="83734"/>
                  <a:pt x="3784840" y="76556"/>
                  <a:pt x="3796993" y="76556"/>
                </a:cubicBezTo>
                <a:cubicBezTo>
                  <a:pt x="3808793" y="76556"/>
                  <a:pt x="3814820" y="81682"/>
                  <a:pt x="3820847" y="91424"/>
                </a:cubicBezTo>
                <a:lnTo>
                  <a:pt x="3820847" y="149880"/>
                </a:lnTo>
                <a:moveTo>
                  <a:pt x="3820847" y="163977"/>
                </a:moveTo>
                <a:lnTo>
                  <a:pt x="3821348" y="163977"/>
                </a:lnTo>
                <a:lnTo>
                  <a:pt x="3822605" y="178841"/>
                </a:lnTo>
                <a:cubicBezTo>
                  <a:pt x="3822605" y="179397"/>
                  <a:pt x="3823356" y="179651"/>
                  <a:pt x="3824866" y="179651"/>
                </a:cubicBezTo>
                <a:cubicBezTo>
                  <a:pt x="3828180" y="179189"/>
                  <a:pt x="3829885" y="178884"/>
                  <a:pt x="3833551" y="178884"/>
                </a:cubicBezTo>
                <a:cubicBezTo>
                  <a:pt x="3836666" y="178884"/>
                  <a:pt x="3841436" y="179139"/>
                  <a:pt x="3844700" y="179651"/>
                </a:cubicBezTo>
                <a:lnTo>
                  <a:pt x="3845202" y="178884"/>
                </a:lnTo>
                <a:cubicBezTo>
                  <a:pt x="3843195" y="167856"/>
                  <a:pt x="3840934" y="148879"/>
                  <a:pt x="3840934" y="129644"/>
                </a:cubicBezTo>
                <a:lnTo>
                  <a:pt x="3840934" y="50691"/>
                </a:lnTo>
                <a:cubicBezTo>
                  <a:pt x="3840934" y="31745"/>
                  <a:pt x="3841938" y="18383"/>
                  <a:pt x="3843195" y="2561"/>
                </a:cubicBezTo>
                <a:cubicBezTo>
                  <a:pt x="3843195" y="770"/>
                  <a:pt x="3842490" y="0"/>
                  <a:pt x="3840934" y="0"/>
                </a:cubicBezTo>
                <a:cubicBezTo>
                  <a:pt x="3834659" y="2561"/>
                  <a:pt x="3829283" y="4355"/>
                  <a:pt x="3819088" y="5121"/>
                </a:cubicBezTo>
                <a:lnTo>
                  <a:pt x="3818586" y="5892"/>
                </a:lnTo>
                <a:cubicBezTo>
                  <a:pt x="3820544" y="16846"/>
                  <a:pt x="3820847" y="35843"/>
                  <a:pt x="3820847" y="55300"/>
                </a:cubicBezTo>
                <a:lnTo>
                  <a:pt x="3820847" y="71943"/>
                </a:lnTo>
                <a:cubicBezTo>
                  <a:pt x="3815073" y="68612"/>
                  <a:pt x="3804778" y="66306"/>
                  <a:pt x="3799755" y="66306"/>
                </a:cubicBezTo>
                <a:cubicBezTo>
                  <a:pt x="3767062" y="66306"/>
                  <a:pt x="3743009" y="89380"/>
                  <a:pt x="3743009" y="124257"/>
                </a:cubicBezTo>
                <a:cubicBezTo>
                  <a:pt x="3743009" y="155775"/>
                  <a:pt x="3761338" y="181402"/>
                  <a:pt x="3788456" y="181402"/>
                </a:cubicBezTo>
                <a:cubicBezTo>
                  <a:pt x="3800510" y="181402"/>
                  <a:pt x="3811808" y="175870"/>
                  <a:pt x="3820847" y="163977"/>
                </a:cubicBezTo>
                <a:close/>
                <a:moveTo>
                  <a:pt x="3949906" y="69058"/>
                </a:moveTo>
                <a:cubicBezTo>
                  <a:pt x="3944783" y="69058"/>
                  <a:pt x="3939461" y="68956"/>
                  <a:pt x="3936346" y="68546"/>
                </a:cubicBezTo>
                <a:cubicBezTo>
                  <a:pt x="3934642" y="72749"/>
                  <a:pt x="3933285" y="75208"/>
                  <a:pt x="3930826" y="79051"/>
                </a:cubicBezTo>
                <a:lnTo>
                  <a:pt x="3932078" y="80845"/>
                </a:lnTo>
                <a:cubicBezTo>
                  <a:pt x="3936400" y="80536"/>
                  <a:pt x="3944182" y="80384"/>
                  <a:pt x="3949906" y="80333"/>
                </a:cubicBezTo>
                <a:lnTo>
                  <a:pt x="3949906" y="115386"/>
                </a:lnTo>
                <a:cubicBezTo>
                  <a:pt x="3949906" y="130739"/>
                  <a:pt x="3949155" y="149164"/>
                  <a:pt x="3949155" y="156839"/>
                </a:cubicBezTo>
                <a:cubicBezTo>
                  <a:pt x="3949155" y="173478"/>
                  <a:pt x="3959698" y="181402"/>
                  <a:pt x="3971250" y="181402"/>
                </a:cubicBezTo>
                <a:cubicBezTo>
                  <a:pt x="3981798" y="181402"/>
                  <a:pt x="3989832" y="178845"/>
                  <a:pt x="4000376" y="171945"/>
                </a:cubicBezTo>
                <a:lnTo>
                  <a:pt x="3997315" y="165639"/>
                </a:lnTo>
                <a:cubicBezTo>
                  <a:pt x="3989579" y="168356"/>
                  <a:pt x="3983805" y="168614"/>
                  <a:pt x="3977526" y="167590"/>
                </a:cubicBezTo>
                <a:cubicBezTo>
                  <a:pt x="3971553" y="166616"/>
                  <a:pt x="3969242" y="160471"/>
                  <a:pt x="3969242" y="146603"/>
                </a:cubicBezTo>
                <a:cubicBezTo>
                  <a:pt x="3969242" y="138929"/>
                  <a:pt x="3969993" y="127924"/>
                  <a:pt x="3969993" y="112575"/>
                </a:cubicBezTo>
                <a:lnTo>
                  <a:pt x="3969993" y="80333"/>
                </a:lnTo>
                <a:lnTo>
                  <a:pt x="3979537" y="80333"/>
                </a:lnTo>
                <a:cubicBezTo>
                  <a:pt x="3985564" y="80333"/>
                  <a:pt x="3994299" y="80536"/>
                  <a:pt x="3997613" y="80845"/>
                </a:cubicBezTo>
                <a:cubicBezTo>
                  <a:pt x="3998368" y="76748"/>
                  <a:pt x="3999123" y="74132"/>
                  <a:pt x="4000629" y="70340"/>
                </a:cubicBezTo>
                <a:lnTo>
                  <a:pt x="3999372" y="68546"/>
                </a:lnTo>
                <a:cubicBezTo>
                  <a:pt x="3994851" y="68753"/>
                  <a:pt x="3987571" y="69058"/>
                  <a:pt x="3981798" y="69058"/>
                </a:cubicBezTo>
                <a:lnTo>
                  <a:pt x="3969993" y="69058"/>
                </a:lnTo>
                <a:cubicBezTo>
                  <a:pt x="3969993" y="49893"/>
                  <a:pt x="3970147" y="46512"/>
                  <a:pt x="3971250" y="31652"/>
                </a:cubicBezTo>
                <a:cubicBezTo>
                  <a:pt x="3971250" y="29806"/>
                  <a:pt x="3970549" y="29091"/>
                  <a:pt x="3968989" y="29091"/>
                </a:cubicBezTo>
                <a:cubicBezTo>
                  <a:pt x="3962714" y="31652"/>
                  <a:pt x="3959599" y="34369"/>
                  <a:pt x="3951415" y="35495"/>
                </a:cubicBezTo>
                <a:lnTo>
                  <a:pt x="3950913" y="36265"/>
                </a:lnTo>
                <a:cubicBezTo>
                  <a:pt x="3950411" y="45182"/>
                  <a:pt x="3949906" y="54198"/>
                  <a:pt x="3949906" y="69058"/>
                </a:cubicBezTo>
                <a:close/>
                <a:moveTo>
                  <a:pt x="4054111" y="88606"/>
                </a:moveTo>
                <a:lnTo>
                  <a:pt x="4054111" y="50437"/>
                </a:lnTo>
                <a:cubicBezTo>
                  <a:pt x="4054111" y="31491"/>
                  <a:pt x="4055165" y="18281"/>
                  <a:pt x="4056368" y="2561"/>
                </a:cubicBezTo>
                <a:cubicBezTo>
                  <a:pt x="4056368" y="770"/>
                  <a:pt x="4055667" y="0"/>
                  <a:pt x="4054111" y="0"/>
                </a:cubicBezTo>
                <a:cubicBezTo>
                  <a:pt x="4047832" y="2561"/>
                  <a:pt x="4042460" y="4355"/>
                  <a:pt x="4032265" y="5121"/>
                </a:cubicBezTo>
                <a:lnTo>
                  <a:pt x="4031763" y="5892"/>
                </a:lnTo>
                <a:cubicBezTo>
                  <a:pt x="4033721" y="16846"/>
                  <a:pt x="4034024" y="36101"/>
                  <a:pt x="4034024" y="55554"/>
                </a:cubicBezTo>
                <a:lnTo>
                  <a:pt x="4034024" y="132717"/>
                </a:lnTo>
                <a:cubicBezTo>
                  <a:pt x="4034024" y="151799"/>
                  <a:pt x="4033721" y="164521"/>
                  <a:pt x="4031763" y="178884"/>
                </a:cubicBezTo>
                <a:lnTo>
                  <a:pt x="4032265" y="179651"/>
                </a:lnTo>
                <a:cubicBezTo>
                  <a:pt x="4035277" y="179139"/>
                  <a:pt x="4041054" y="178884"/>
                  <a:pt x="4044066" y="178884"/>
                </a:cubicBezTo>
                <a:cubicBezTo>
                  <a:pt x="4047081" y="178884"/>
                  <a:pt x="4052855" y="179139"/>
                  <a:pt x="4055866" y="179651"/>
                </a:cubicBezTo>
                <a:lnTo>
                  <a:pt x="4056368" y="178884"/>
                </a:lnTo>
                <a:cubicBezTo>
                  <a:pt x="4054514" y="164212"/>
                  <a:pt x="4054111" y="152210"/>
                  <a:pt x="4054111" y="132717"/>
                </a:cubicBezTo>
                <a:lnTo>
                  <a:pt x="4054111" y="102711"/>
                </a:lnTo>
                <a:cubicBezTo>
                  <a:pt x="4066916" y="87323"/>
                  <a:pt x="4081628" y="81682"/>
                  <a:pt x="4090517" y="81682"/>
                </a:cubicBezTo>
                <a:cubicBezTo>
                  <a:pt x="4103325" y="81682"/>
                  <a:pt x="4108597" y="86811"/>
                  <a:pt x="4108597" y="107582"/>
                </a:cubicBezTo>
                <a:lnTo>
                  <a:pt x="4108597" y="132717"/>
                </a:lnTo>
                <a:cubicBezTo>
                  <a:pt x="4108597" y="151956"/>
                  <a:pt x="4108344" y="165084"/>
                  <a:pt x="4106336" y="178884"/>
                </a:cubicBezTo>
                <a:lnTo>
                  <a:pt x="4106838" y="179651"/>
                </a:lnTo>
                <a:cubicBezTo>
                  <a:pt x="4109854" y="179139"/>
                  <a:pt x="4115627" y="178884"/>
                  <a:pt x="4118639" y="178884"/>
                </a:cubicBezTo>
                <a:cubicBezTo>
                  <a:pt x="4121654" y="178884"/>
                  <a:pt x="4127428" y="179139"/>
                  <a:pt x="4130443" y="179651"/>
                </a:cubicBezTo>
                <a:lnTo>
                  <a:pt x="4130945" y="178884"/>
                </a:lnTo>
                <a:cubicBezTo>
                  <a:pt x="4128934" y="164212"/>
                  <a:pt x="4128685" y="152210"/>
                  <a:pt x="4128685" y="132717"/>
                </a:cubicBezTo>
                <a:cubicBezTo>
                  <a:pt x="4128685" y="124511"/>
                  <a:pt x="4129186" y="115022"/>
                  <a:pt x="4129186" y="106816"/>
                </a:cubicBezTo>
                <a:cubicBezTo>
                  <a:pt x="4129186" y="80141"/>
                  <a:pt x="4120650" y="66306"/>
                  <a:pt x="4098049" y="66306"/>
                </a:cubicBezTo>
                <a:cubicBezTo>
                  <a:pt x="4088509" y="66306"/>
                  <a:pt x="4070682" y="70153"/>
                  <a:pt x="4054613" y="89376"/>
                </a:cubicBezTo>
                <a:lnTo>
                  <a:pt x="4054111" y="88606"/>
                </a:lnTo>
                <a:close/>
                <a:moveTo>
                  <a:pt x="4180661" y="108853"/>
                </a:moveTo>
                <a:cubicBezTo>
                  <a:pt x="4184929" y="82194"/>
                  <a:pt x="4201400" y="76556"/>
                  <a:pt x="4209285" y="76556"/>
                </a:cubicBezTo>
                <a:cubicBezTo>
                  <a:pt x="4219227" y="76556"/>
                  <a:pt x="4230377" y="86041"/>
                  <a:pt x="4230377" y="105264"/>
                </a:cubicBezTo>
                <a:cubicBezTo>
                  <a:pt x="4230377" y="107571"/>
                  <a:pt x="4229373" y="108853"/>
                  <a:pt x="4226859" y="108853"/>
                </a:cubicBezTo>
                <a:lnTo>
                  <a:pt x="4180661" y="108853"/>
                </a:lnTo>
                <a:moveTo>
                  <a:pt x="4247702" y="152182"/>
                </a:moveTo>
                <a:cubicBezTo>
                  <a:pt x="4238913" y="161929"/>
                  <a:pt x="4227112" y="166288"/>
                  <a:pt x="4213300" y="166288"/>
                </a:cubicBezTo>
                <a:cubicBezTo>
                  <a:pt x="4204714" y="166288"/>
                  <a:pt x="4192864" y="162953"/>
                  <a:pt x="4185933" y="151670"/>
                </a:cubicBezTo>
                <a:cubicBezTo>
                  <a:pt x="4181512" y="144488"/>
                  <a:pt x="4179906" y="134026"/>
                  <a:pt x="4179906" y="119100"/>
                </a:cubicBezTo>
                <a:lnTo>
                  <a:pt x="4248204" y="119100"/>
                </a:lnTo>
                <a:cubicBezTo>
                  <a:pt x="4250966" y="119100"/>
                  <a:pt x="4252721" y="117563"/>
                  <a:pt x="4252721" y="114745"/>
                </a:cubicBezTo>
                <a:cubicBezTo>
                  <a:pt x="4252721" y="93219"/>
                  <a:pt x="4242426" y="66306"/>
                  <a:pt x="4209285" y="66306"/>
                </a:cubicBezTo>
                <a:cubicBezTo>
                  <a:pt x="4183420" y="66306"/>
                  <a:pt x="4157811" y="87577"/>
                  <a:pt x="4157811" y="125257"/>
                </a:cubicBezTo>
                <a:cubicBezTo>
                  <a:pt x="4157811" y="139820"/>
                  <a:pt x="4160723" y="154184"/>
                  <a:pt x="4169110" y="164493"/>
                </a:cubicBezTo>
                <a:cubicBezTo>
                  <a:pt x="4177745" y="175100"/>
                  <a:pt x="4192109" y="181402"/>
                  <a:pt x="4209032" y="181402"/>
                </a:cubicBezTo>
                <a:cubicBezTo>
                  <a:pt x="4227112" y="181402"/>
                  <a:pt x="4243181" y="171925"/>
                  <a:pt x="4252721" y="158594"/>
                </a:cubicBezTo>
                <a:lnTo>
                  <a:pt x="4247702" y="152182"/>
                </a:lnTo>
                <a:close/>
                <a:moveTo>
                  <a:pt x="4332822" y="68307"/>
                </a:moveTo>
                <a:cubicBezTo>
                  <a:pt x="4342814" y="91061"/>
                  <a:pt x="4372645" y="157159"/>
                  <a:pt x="4381534" y="181547"/>
                </a:cubicBezTo>
                <a:cubicBezTo>
                  <a:pt x="4373495" y="200660"/>
                  <a:pt x="4363250" y="220388"/>
                  <a:pt x="4351902" y="239701"/>
                </a:cubicBezTo>
                <a:cubicBezTo>
                  <a:pt x="4354415" y="238935"/>
                  <a:pt x="4358182" y="238423"/>
                  <a:pt x="4360691" y="238423"/>
                </a:cubicBezTo>
                <a:cubicBezTo>
                  <a:pt x="4363201" y="238423"/>
                  <a:pt x="4370484" y="238935"/>
                  <a:pt x="4372994" y="239701"/>
                </a:cubicBezTo>
                <a:cubicBezTo>
                  <a:pt x="4382537" y="207678"/>
                  <a:pt x="4437525" y="85474"/>
                  <a:pt x="4445812" y="68307"/>
                </a:cubicBezTo>
                <a:cubicBezTo>
                  <a:pt x="4443299" y="69077"/>
                  <a:pt x="4437525" y="69077"/>
                  <a:pt x="4435015" y="69077"/>
                </a:cubicBezTo>
                <a:cubicBezTo>
                  <a:pt x="4432502" y="69077"/>
                  <a:pt x="4427732" y="69077"/>
                  <a:pt x="4425222" y="68307"/>
                </a:cubicBezTo>
                <a:cubicBezTo>
                  <a:pt x="4416184" y="97261"/>
                  <a:pt x="4404430" y="130000"/>
                  <a:pt x="4392277" y="156541"/>
                </a:cubicBezTo>
                <a:lnTo>
                  <a:pt x="4391775" y="156541"/>
                </a:lnTo>
                <a:cubicBezTo>
                  <a:pt x="4379423" y="126055"/>
                  <a:pt x="4367572" y="97566"/>
                  <a:pt x="4358182" y="68311"/>
                </a:cubicBezTo>
                <a:cubicBezTo>
                  <a:pt x="4354917" y="69077"/>
                  <a:pt x="4349392" y="69077"/>
                  <a:pt x="4345875" y="69077"/>
                </a:cubicBezTo>
                <a:cubicBezTo>
                  <a:pt x="4342611" y="69077"/>
                  <a:pt x="4336335" y="69077"/>
                  <a:pt x="4332822" y="68311"/>
                </a:cubicBezTo>
                <a:lnTo>
                  <a:pt x="4332822" y="68307"/>
                </a:lnTo>
                <a:close/>
                <a:moveTo>
                  <a:pt x="4521639" y="118424"/>
                </a:moveTo>
                <a:cubicBezTo>
                  <a:pt x="4524903" y="118424"/>
                  <a:pt x="4528420" y="112020"/>
                  <a:pt x="4528420" y="109201"/>
                </a:cubicBezTo>
                <a:cubicBezTo>
                  <a:pt x="4528420" y="106894"/>
                  <a:pt x="4527416" y="104588"/>
                  <a:pt x="4524903" y="104588"/>
                </a:cubicBezTo>
                <a:lnTo>
                  <a:pt x="4467406" y="104588"/>
                </a:lnTo>
                <a:cubicBezTo>
                  <a:pt x="4464391" y="104588"/>
                  <a:pt x="4461127" y="109971"/>
                  <a:pt x="4461127" y="114068"/>
                </a:cubicBezTo>
                <a:cubicBezTo>
                  <a:pt x="4461127" y="116375"/>
                  <a:pt x="4462632" y="118424"/>
                  <a:pt x="4464893" y="118424"/>
                </a:cubicBezTo>
                <a:lnTo>
                  <a:pt x="4521639" y="118424"/>
                </a:lnTo>
                <a:close/>
                <a:moveTo>
                  <a:pt x="4614294" y="121164"/>
                </a:moveTo>
                <a:lnTo>
                  <a:pt x="4613290" y="151674"/>
                </a:lnTo>
                <a:cubicBezTo>
                  <a:pt x="4613290" y="155005"/>
                  <a:pt x="4611781" y="156799"/>
                  <a:pt x="4609773" y="158340"/>
                </a:cubicBezTo>
                <a:cubicBezTo>
                  <a:pt x="4602743" y="163723"/>
                  <a:pt x="4594206" y="168336"/>
                  <a:pt x="4586674" y="168336"/>
                </a:cubicBezTo>
                <a:cubicBezTo>
                  <a:pt x="4575375" y="168336"/>
                  <a:pt x="4568092" y="160646"/>
                  <a:pt x="4568092" y="152698"/>
                </a:cubicBezTo>
                <a:cubicBezTo>
                  <a:pt x="4568092" y="141161"/>
                  <a:pt x="4573364" y="132443"/>
                  <a:pt x="4592950" y="127060"/>
                </a:cubicBezTo>
                <a:lnTo>
                  <a:pt x="4614294" y="121164"/>
                </a:lnTo>
                <a:moveTo>
                  <a:pt x="4614294" y="166542"/>
                </a:moveTo>
                <a:cubicBezTo>
                  <a:pt x="4617206" y="176535"/>
                  <a:pt x="4624689" y="181402"/>
                  <a:pt x="4633880" y="181402"/>
                </a:cubicBezTo>
                <a:cubicBezTo>
                  <a:pt x="4640205" y="181402"/>
                  <a:pt x="4647941" y="179866"/>
                  <a:pt x="4653864" y="173462"/>
                </a:cubicBezTo>
                <a:lnTo>
                  <a:pt x="4652006" y="167105"/>
                </a:lnTo>
                <a:cubicBezTo>
                  <a:pt x="4649244" y="168082"/>
                  <a:pt x="4647136" y="168438"/>
                  <a:pt x="4645228" y="168438"/>
                </a:cubicBezTo>
                <a:cubicBezTo>
                  <a:pt x="4642715" y="168438"/>
                  <a:pt x="4639401" y="167977"/>
                  <a:pt x="4637845" y="166542"/>
                </a:cubicBezTo>
                <a:cubicBezTo>
                  <a:pt x="4635286" y="164185"/>
                  <a:pt x="4633677" y="157929"/>
                  <a:pt x="4633677" y="146545"/>
                </a:cubicBezTo>
                <a:cubicBezTo>
                  <a:pt x="4633677" y="139109"/>
                  <a:pt x="4634382" y="110655"/>
                  <a:pt x="4634382" y="107833"/>
                </a:cubicBezTo>
                <a:cubicBezTo>
                  <a:pt x="4634382" y="73225"/>
                  <a:pt x="4612034" y="66306"/>
                  <a:pt x="4592950" y="66306"/>
                </a:cubicBezTo>
                <a:cubicBezTo>
                  <a:pt x="4573866" y="66306"/>
                  <a:pt x="4562318" y="75786"/>
                  <a:pt x="4556039" y="81170"/>
                </a:cubicBezTo>
                <a:lnTo>
                  <a:pt x="4555288" y="82198"/>
                </a:lnTo>
                <a:lnTo>
                  <a:pt x="4559556" y="99372"/>
                </a:lnTo>
                <a:lnTo>
                  <a:pt x="4562820" y="99630"/>
                </a:lnTo>
                <a:cubicBezTo>
                  <a:pt x="4569851" y="88093"/>
                  <a:pt x="4578387" y="77839"/>
                  <a:pt x="4590440" y="77839"/>
                </a:cubicBezTo>
                <a:cubicBezTo>
                  <a:pt x="4599478" y="77839"/>
                  <a:pt x="4614543" y="79121"/>
                  <a:pt x="4614543" y="108091"/>
                </a:cubicBezTo>
                <a:cubicBezTo>
                  <a:pt x="4614543" y="109885"/>
                  <a:pt x="4613539" y="110909"/>
                  <a:pt x="4612785" y="111167"/>
                </a:cubicBezTo>
                <a:lnTo>
                  <a:pt x="4589436" y="116551"/>
                </a:lnTo>
                <a:cubicBezTo>
                  <a:pt x="4563824" y="122446"/>
                  <a:pt x="4547755" y="136290"/>
                  <a:pt x="4547755" y="153723"/>
                </a:cubicBezTo>
                <a:cubicBezTo>
                  <a:pt x="4547755" y="172692"/>
                  <a:pt x="4560560" y="181402"/>
                  <a:pt x="4579142" y="181402"/>
                </a:cubicBezTo>
                <a:cubicBezTo>
                  <a:pt x="4592950" y="181402"/>
                  <a:pt x="4599980" y="178075"/>
                  <a:pt x="4613290" y="166542"/>
                </a:cubicBezTo>
                <a:lnTo>
                  <a:pt x="4614294" y="166542"/>
                </a:lnTo>
                <a:close/>
                <a:moveTo>
                  <a:pt x="4703579" y="125953"/>
                </a:moveTo>
                <a:lnTo>
                  <a:pt x="4664262" y="179651"/>
                </a:lnTo>
                <a:cubicBezTo>
                  <a:pt x="4666721" y="179193"/>
                  <a:pt x="4670786" y="178884"/>
                  <a:pt x="4673300" y="178884"/>
                </a:cubicBezTo>
                <a:cubicBezTo>
                  <a:pt x="4675809" y="178884"/>
                  <a:pt x="4681786" y="179193"/>
                  <a:pt x="4684346" y="179651"/>
                </a:cubicBezTo>
                <a:cubicBezTo>
                  <a:pt x="4693939" y="165013"/>
                  <a:pt x="4701422" y="150986"/>
                  <a:pt x="4711464" y="136650"/>
                </a:cubicBezTo>
                <a:cubicBezTo>
                  <a:pt x="4721510" y="150986"/>
                  <a:pt x="4728942" y="165013"/>
                  <a:pt x="4738080" y="179651"/>
                </a:cubicBezTo>
                <a:cubicBezTo>
                  <a:pt x="4741747" y="179088"/>
                  <a:pt x="4746869" y="178884"/>
                  <a:pt x="4750884" y="178884"/>
                </a:cubicBezTo>
                <a:cubicBezTo>
                  <a:pt x="4754654" y="178884"/>
                  <a:pt x="4761332" y="179193"/>
                  <a:pt x="4765198" y="179651"/>
                </a:cubicBezTo>
                <a:cubicBezTo>
                  <a:pt x="4750034" y="159689"/>
                  <a:pt x="4737777" y="139926"/>
                  <a:pt x="4724222" y="119964"/>
                </a:cubicBezTo>
                <a:lnTo>
                  <a:pt x="4765451" y="68307"/>
                </a:lnTo>
                <a:cubicBezTo>
                  <a:pt x="4762237" y="68870"/>
                  <a:pt x="4756662" y="69077"/>
                  <a:pt x="4754149" y="69077"/>
                </a:cubicBezTo>
                <a:cubicBezTo>
                  <a:pt x="4751390" y="69077"/>
                  <a:pt x="4747471" y="68870"/>
                  <a:pt x="4744862" y="68307"/>
                </a:cubicBezTo>
                <a:cubicBezTo>
                  <a:pt x="4735218" y="82593"/>
                  <a:pt x="4727333" y="96159"/>
                  <a:pt x="4716740" y="110131"/>
                </a:cubicBezTo>
                <a:cubicBezTo>
                  <a:pt x="4706694" y="96159"/>
                  <a:pt x="4699813" y="82593"/>
                  <a:pt x="4691376" y="68307"/>
                </a:cubicBezTo>
                <a:cubicBezTo>
                  <a:pt x="4687008" y="68870"/>
                  <a:pt x="4682089" y="69077"/>
                  <a:pt x="4677817" y="69077"/>
                </a:cubicBezTo>
                <a:cubicBezTo>
                  <a:pt x="4673802" y="69077"/>
                  <a:pt x="4667273" y="68870"/>
                  <a:pt x="4663254" y="68307"/>
                </a:cubicBezTo>
                <a:lnTo>
                  <a:pt x="4703579" y="125953"/>
                </a:lnTo>
                <a:close/>
                <a:moveTo>
                  <a:pt x="4791561" y="25830"/>
                </a:moveTo>
                <a:cubicBezTo>
                  <a:pt x="4791561" y="32746"/>
                  <a:pt x="4797588" y="38896"/>
                  <a:pt x="4804369" y="38896"/>
                </a:cubicBezTo>
                <a:cubicBezTo>
                  <a:pt x="4811147" y="38896"/>
                  <a:pt x="4817174" y="32746"/>
                  <a:pt x="4817174" y="25830"/>
                </a:cubicBezTo>
                <a:cubicBezTo>
                  <a:pt x="4817174" y="18910"/>
                  <a:pt x="4811147" y="12761"/>
                  <a:pt x="4804369" y="12761"/>
                </a:cubicBezTo>
                <a:cubicBezTo>
                  <a:pt x="4797588" y="12761"/>
                  <a:pt x="4791561" y="18910"/>
                  <a:pt x="4791561" y="25830"/>
                </a:cubicBezTo>
                <a:moveTo>
                  <a:pt x="4794075" y="118736"/>
                </a:moveTo>
                <a:lnTo>
                  <a:pt x="4794075" y="132815"/>
                </a:lnTo>
                <a:cubicBezTo>
                  <a:pt x="4794075" y="152010"/>
                  <a:pt x="4793623" y="165064"/>
                  <a:pt x="4791814" y="178884"/>
                </a:cubicBezTo>
                <a:lnTo>
                  <a:pt x="4792316" y="179651"/>
                </a:lnTo>
                <a:cubicBezTo>
                  <a:pt x="4795328" y="179142"/>
                  <a:pt x="4801105" y="178884"/>
                  <a:pt x="4804117" y="178884"/>
                </a:cubicBezTo>
                <a:cubicBezTo>
                  <a:pt x="4807132" y="178884"/>
                  <a:pt x="4812906" y="179142"/>
                  <a:pt x="4815917" y="179651"/>
                </a:cubicBezTo>
                <a:lnTo>
                  <a:pt x="4816419" y="178884"/>
                </a:lnTo>
                <a:cubicBezTo>
                  <a:pt x="4814614" y="164349"/>
                  <a:pt x="4814162" y="152264"/>
                  <a:pt x="4814162" y="132815"/>
                </a:cubicBezTo>
                <a:lnTo>
                  <a:pt x="4814162" y="114643"/>
                </a:lnTo>
                <a:cubicBezTo>
                  <a:pt x="4814162" y="95447"/>
                  <a:pt x="4814814" y="86232"/>
                  <a:pt x="4816419" y="70618"/>
                </a:cubicBezTo>
                <a:cubicBezTo>
                  <a:pt x="4816419" y="68315"/>
                  <a:pt x="4816120" y="68057"/>
                  <a:pt x="4814162" y="68057"/>
                </a:cubicBezTo>
                <a:cubicBezTo>
                  <a:pt x="4808435" y="68624"/>
                  <a:pt x="4797638" y="68776"/>
                  <a:pt x="4792316" y="68315"/>
                </a:cubicBezTo>
                <a:lnTo>
                  <a:pt x="4791814" y="69081"/>
                </a:lnTo>
                <a:cubicBezTo>
                  <a:pt x="4793370" y="80036"/>
                  <a:pt x="4794075" y="99541"/>
                  <a:pt x="4794075" y="118736"/>
                </a:cubicBezTo>
                <a:close/>
                <a:moveTo>
                  <a:pt x="4849312" y="152952"/>
                </a:moveTo>
                <a:lnTo>
                  <a:pt x="4845044" y="174486"/>
                </a:lnTo>
                <a:cubicBezTo>
                  <a:pt x="4859358" y="179612"/>
                  <a:pt x="4873419" y="181402"/>
                  <a:pt x="4882959" y="181402"/>
                </a:cubicBezTo>
                <a:cubicBezTo>
                  <a:pt x="4917610" y="181402"/>
                  <a:pt x="4925644" y="160388"/>
                  <a:pt x="4925644" y="146287"/>
                </a:cubicBezTo>
                <a:cubicBezTo>
                  <a:pt x="4925644" y="125265"/>
                  <a:pt x="4909323" y="117063"/>
                  <a:pt x="4891496" y="112704"/>
                </a:cubicBezTo>
                <a:cubicBezTo>
                  <a:pt x="4882005" y="110397"/>
                  <a:pt x="4868147" y="105526"/>
                  <a:pt x="4868147" y="92707"/>
                </a:cubicBezTo>
                <a:cubicBezTo>
                  <a:pt x="4868147" y="82194"/>
                  <a:pt x="4876431" y="76556"/>
                  <a:pt x="4887227" y="76556"/>
                </a:cubicBezTo>
                <a:cubicBezTo>
                  <a:pt x="4900285" y="76556"/>
                  <a:pt x="4908319" y="87065"/>
                  <a:pt x="4914097" y="93989"/>
                </a:cubicBezTo>
                <a:lnTo>
                  <a:pt x="4917610" y="93731"/>
                </a:lnTo>
                <a:lnTo>
                  <a:pt x="4922633" y="74762"/>
                </a:lnTo>
                <a:lnTo>
                  <a:pt x="4922131" y="73996"/>
                </a:lnTo>
                <a:cubicBezTo>
                  <a:pt x="4914848" y="70153"/>
                  <a:pt x="4901039" y="66306"/>
                  <a:pt x="4888231" y="66306"/>
                </a:cubicBezTo>
                <a:cubicBezTo>
                  <a:pt x="4869653" y="66306"/>
                  <a:pt x="4850316" y="76298"/>
                  <a:pt x="4850316" y="97578"/>
                </a:cubicBezTo>
                <a:cubicBezTo>
                  <a:pt x="4850316" y="118087"/>
                  <a:pt x="4865335" y="124855"/>
                  <a:pt x="4880450" y="129112"/>
                </a:cubicBezTo>
                <a:cubicBezTo>
                  <a:pt x="4895013" y="133213"/>
                  <a:pt x="4905809" y="137314"/>
                  <a:pt x="4905809" y="149876"/>
                </a:cubicBezTo>
                <a:cubicBezTo>
                  <a:pt x="4905809" y="163465"/>
                  <a:pt x="4896017" y="171155"/>
                  <a:pt x="4882710" y="171155"/>
                </a:cubicBezTo>
                <a:cubicBezTo>
                  <a:pt x="4870657" y="171155"/>
                  <a:pt x="4860109" y="162695"/>
                  <a:pt x="4853079" y="152698"/>
                </a:cubicBezTo>
                <a:lnTo>
                  <a:pt x="4849312" y="152952"/>
                </a:lnTo>
                <a:close/>
                <a:moveTo>
                  <a:pt x="5040895" y="93219"/>
                </a:moveTo>
                <a:lnTo>
                  <a:pt x="5040895" y="69895"/>
                </a:lnTo>
                <a:cubicBezTo>
                  <a:pt x="5040895" y="67897"/>
                  <a:pt x="5040593" y="67334"/>
                  <a:pt x="5039390" y="67334"/>
                </a:cubicBezTo>
                <a:cubicBezTo>
                  <a:pt x="5033765" y="68460"/>
                  <a:pt x="5024777" y="68663"/>
                  <a:pt x="5019049" y="68100"/>
                </a:cubicBezTo>
                <a:lnTo>
                  <a:pt x="5018547" y="68870"/>
                </a:lnTo>
                <a:cubicBezTo>
                  <a:pt x="5020306" y="79938"/>
                  <a:pt x="5020808" y="99376"/>
                  <a:pt x="5020808" y="118611"/>
                </a:cubicBezTo>
                <a:lnTo>
                  <a:pt x="5020808" y="132717"/>
                </a:lnTo>
                <a:cubicBezTo>
                  <a:pt x="5020808" y="151952"/>
                  <a:pt x="5020509" y="165084"/>
                  <a:pt x="5018547" y="178884"/>
                </a:cubicBezTo>
                <a:lnTo>
                  <a:pt x="5019049" y="179651"/>
                </a:lnTo>
                <a:cubicBezTo>
                  <a:pt x="5022064" y="179139"/>
                  <a:pt x="5027838" y="178884"/>
                  <a:pt x="5030854" y="178884"/>
                </a:cubicBezTo>
                <a:cubicBezTo>
                  <a:pt x="5033865" y="178884"/>
                  <a:pt x="5039639" y="179139"/>
                  <a:pt x="5042654" y="179651"/>
                </a:cubicBezTo>
                <a:lnTo>
                  <a:pt x="5043156" y="178884"/>
                </a:lnTo>
                <a:cubicBezTo>
                  <a:pt x="5041298" y="164263"/>
                  <a:pt x="5040895" y="152210"/>
                  <a:pt x="5040895" y="132717"/>
                </a:cubicBezTo>
                <a:lnTo>
                  <a:pt x="5040895" y="119381"/>
                </a:lnTo>
                <a:cubicBezTo>
                  <a:pt x="5040895" y="108607"/>
                  <a:pt x="5044060" y="102453"/>
                  <a:pt x="5049432" y="93989"/>
                </a:cubicBezTo>
                <a:cubicBezTo>
                  <a:pt x="5053098" y="88297"/>
                  <a:pt x="5058723" y="85013"/>
                  <a:pt x="5063493" y="85013"/>
                </a:cubicBezTo>
                <a:cubicBezTo>
                  <a:pt x="5068516" y="85013"/>
                  <a:pt x="5073286" y="85525"/>
                  <a:pt x="5076550" y="88602"/>
                </a:cubicBezTo>
                <a:lnTo>
                  <a:pt x="5078558" y="88090"/>
                </a:lnTo>
                <a:lnTo>
                  <a:pt x="5083580" y="69124"/>
                </a:lnTo>
                <a:lnTo>
                  <a:pt x="5082577" y="68100"/>
                </a:lnTo>
                <a:cubicBezTo>
                  <a:pt x="5078308" y="66822"/>
                  <a:pt x="5078056" y="66306"/>
                  <a:pt x="5073538" y="66306"/>
                </a:cubicBezTo>
                <a:cubicBezTo>
                  <a:pt x="5059979" y="66306"/>
                  <a:pt x="5052696" y="74250"/>
                  <a:pt x="5041650" y="93731"/>
                </a:cubicBezTo>
                <a:lnTo>
                  <a:pt x="5040895" y="93219"/>
                </a:lnTo>
                <a:close/>
                <a:moveTo>
                  <a:pt x="5117480" y="108853"/>
                </a:moveTo>
                <a:cubicBezTo>
                  <a:pt x="5121748" y="82194"/>
                  <a:pt x="5138219" y="76556"/>
                  <a:pt x="5146104" y="76556"/>
                </a:cubicBezTo>
                <a:cubicBezTo>
                  <a:pt x="5156046" y="76556"/>
                  <a:pt x="5167195" y="86041"/>
                  <a:pt x="5167195" y="105264"/>
                </a:cubicBezTo>
                <a:cubicBezTo>
                  <a:pt x="5167195" y="107571"/>
                  <a:pt x="5166192" y="108853"/>
                  <a:pt x="5163678" y="108853"/>
                </a:cubicBezTo>
                <a:lnTo>
                  <a:pt x="5117480" y="108853"/>
                </a:lnTo>
                <a:moveTo>
                  <a:pt x="5184521" y="152182"/>
                </a:moveTo>
                <a:cubicBezTo>
                  <a:pt x="5175732" y="161929"/>
                  <a:pt x="5163931" y="166288"/>
                  <a:pt x="5150119" y="166288"/>
                </a:cubicBezTo>
                <a:cubicBezTo>
                  <a:pt x="5141533" y="166288"/>
                  <a:pt x="5129683" y="162953"/>
                  <a:pt x="5122752" y="151670"/>
                </a:cubicBezTo>
                <a:cubicBezTo>
                  <a:pt x="5118330" y="144488"/>
                  <a:pt x="5116725" y="134026"/>
                  <a:pt x="5116725" y="119100"/>
                </a:cubicBezTo>
                <a:lnTo>
                  <a:pt x="5185023" y="119100"/>
                </a:lnTo>
                <a:cubicBezTo>
                  <a:pt x="5187785" y="119100"/>
                  <a:pt x="5189540" y="117563"/>
                  <a:pt x="5189540" y="114745"/>
                </a:cubicBezTo>
                <a:cubicBezTo>
                  <a:pt x="5189540" y="93219"/>
                  <a:pt x="5179245" y="66306"/>
                  <a:pt x="5146104" y="66306"/>
                </a:cubicBezTo>
                <a:cubicBezTo>
                  <a:pt x="5120239" y="66306"/>
                  <a:pt x="5094630" y="87577"/>
                  <a:pt x="5094630" y="125257"/>
                </a:cubicBezTo>
                <a:cubicBezTo>
                  <a:pt x="5094630" y="139820"/>
                  <a:pt x="5097542" y="154184"/>
                  <a:pt x="5105928" y="164493"/>
                </a:cubicBezTo>
                <a:cubicBezTo>
                  <a:pt x="5114564" y="175100"/>
                  <a:pt x="5128928" y="181402"/>
                  <a:pt x="5145851" y="181402"/>
                </a:cubicBezTo>
                <a:cubicBezTo>
                  <a:pt x="5163931" y="181402"/>
                  <a:pt x="5180000" y="171925"/>
                  <a:pt x="5189540" y="158594"/>
                </a:cubicBezTo>
                <a:lnTo>
                  <a:pt x="5184521" y="152182"/>
                </a:lnTo>
                <a:close/>
                <a:moveTo>
                  <a:pt x="5240511" y="103473"/>
                </a:moveTo>
                <a:cubicBezTo>
                  <a:pt x="5246036" y="89888"/>
                  <a:pt x="5260852" y="78093"/>
                  <a:pt x="5270645" y="78093"/>
                </a:cubicBezTo>
                <a:cubicBezTo>
                  <a:pt x="5287717" y="78093"/>
                  <a:pt x="5296506" y="93989"/>
                  <a:pt x="5296506" y="122959"/>
                </a:cubicBezTo>
                <a:cubicBezTo>
                  <a:pt x="5296506" y="143980"/>
                  <a:pt x="5290732" y="171155"/>
                  <a:pt x="5263863" y="171155"/>
                </a:cubicBezTo>
                <a:cubicBezTo>
                  <a:pt x="5259848" y="171155"/>
                  <a:pt x="5249300" y="170131"/>
                  <a:pt x="5240511" y="159618"/>
                </a:cubicBezTo>
                <a:lnTo>
                  <a:pt x="5240511" y="103473"/>
                </a:lnTo>
                <a:moveTo>
                  <a:pt x="5240511" y="88606"/>
                </a:moveTo>
                <a:lnTo>
                  <a:pt x="5240511" y="69895"/>
                </a:lnTo>
                <a:cubicBezTo>
                  <a:pt x="5240511" y="67897"/>
                  <a:pt x="5240212" y="67334"/>
                  <a:pt x="5239006" y="67334"/>
                </a:cubicBezTo>
                <a:cubicBezTo>
                  <a:pt x="5233381" y="68460"/>
                  <a:pt x="5224393" y="68663"/>
                  <a:pt x="5218669" y="68100"/>
                </a:cubicBezTo>
                <a:lnTo>
                  <a:pt x="5218167" y="68870"/>
                </a:lnTo>
                <a:cubicBezTo>
                  <a:pt x="5219922" y="79938"/>
                  <a:pt x="5220424" y="99372"/>
                  <a:pt x="5220424" y="118599"/>
                </a:cubicBezTo>
                <a:lnTo>
                  <a:pt x="5220424" y="187055"/>
                </a:lnTo>
                <a:cubicBezTo>
                  <a:pt x="5220424" y="206169"/>
                  <a:pt x="5219972" y="224610"/>
                  <a:pt x="5218167" y="238430"/>
                </a:cubicBezTo>
                <a:lnTo>
                  <a:pt x="5218669" y="239201"/>
                </a:lnTo>
                <a:cubicBezTo>
                  <a:pt x="5221680" y="238688"/>
                  <a:pt x="5227454" y="238430"/>
                  <a:pt x="5230469" y="238430"/>
                </a:cubicBezTo>
                <a:cubicBezTo>
                  <a:pt x="5233481" y="238430"/>
                  <a:pt x="5239258" y="238688"/>
                  <a:pt x="5242270" y="239201"/>
                </a:cubicBezTo>
                <a:lnTo>
                  <a:pt x="5242772" y="238430"/>
                </a:lnTo>
                <a:cubicBezTo>
                  <a:pt x="5240963" y="223789"/>
                  <a:pt x="5240511" y="206372"/>
                  <a:pt x="5240511" y="187055"/>
                </a:cubicBezTo>
                <a:lnTo>
                  <a:pt x="5240511" y="175769"/>
                </a:lnTo>
                <a:cubicBezTo>
                  <a:pt x="5247040" y="179354"/>
                  <a:pt x="5256331" y="181402"/>
                  <a:pt x="5265369" y="181402"/>
                </a:cubicBezTo>
                <a:cubicBezTo>
                  <a:pt x="5298514" y="181402"/>
                  <a:pt x="5318602" y="155775"/>
                  <a:pt x="5318602" y="119624"/>
                </a:cubicBezTo>
                <a:cubicBezTo>
                  <a:pt x="5318602" y="92449"/>
                  <a:pt x="5303035" y="66306"/>
                  <a:pt x="5274913" y="66306"/>
                </a:cubicBezTo>
                <a:cubicBezTo>
                  <a:pt x="5265120" y="66306"/>
                  <a:pt x="5252565" y="71431"/>
                  <a:pt x="5241013" y="89376"/>
                </a:cubicBezTo>
                <a:lnTo>
                  <a:pt x="5240511" y="88606"/>
                </a:lnTo>
                <a:close/>
                <a:moveTo>
                  <a:pt x="5373088" y="93219"/>
                </a:moveTo>
                <a:lnTo>
                  <a:pt x="5373088" y="69895"/>
                </a:lnTo>
                <a:cubicBezTo>
                  <a:pt x="5373088" y="67897"/>
                  <a:pt x="5372786" y="67334"/>
                  <a:pt x="5371583" y="67334"/>
                </a:cubicBezTo>
                <a:cubicBezTo>
                  <a:pt x="5365958" y="68460"/>
                  <a:pt x="5356970" y="68663"/>
                  <a:pt x="5351242" y="68100"/>
                </a:cubicBezTo>
                <a:lnTo>
                  <a:pt x="5350740" y="68870"/>
                </a:lnTo>
                <a:cubicBezTo>
                  <a:pt x="5352499" y="79938"/>
                  <a:pt x="5353001" y="99376"/>
                  <a:pt x="5353001" y="118611"/>
                </a:cubicBezTo>
                <a:lnTo>
                  <a:pt x="5353001" y="132717"/>
                </a:lnTo>
                <a:cubicBezTo>
                  <a:pt x="5353001" y="151952"/>
                  <a:pt x="5352702" y="165084"/>
                  <a:pt x="5350740" y="178884"/>
                </a:cubicBezTo>
                <a:lnTo>
                  <a:pt x="5351242" y="179651"/>
                </a:lnTo>
                <a:cubicBezTo>
                  <a:pt x="5354257" y="179139"/>
                  <a:pt x="5360031" y="178884"/>
                  <a:pt x="5363046" y="178884"/>
                </a:cubicBezTo>
                <a:cubicBezTo>
                  <a:pt x="5366058" y="178884"/>
                  <a:pt x="5371832" y="179139"/>
                  <a:pt x="5374847" y="179651"/>
                </a:cubicBezTo>
                <a:lnTo>
                  <a:pt x="5375349" y="178884"/>
                </a:lnTo>
                <a:cubicBezTo>
                  <a:pt x="5373491" y="164263"/>
                  <a:pt x="5373088" y="152210"/>
                  <a:pt x="5373088" y="132717"/>
                </a:cubicBezTo>
                <a:lnTo>
                  <a:pt x="5373088" y="119381"/>
                </a:lnTo>
                <a:cubicBezTo>
                  <a:pt x="5373088" y="108607"/>
                  <a:pt x="5376253" y="102453"/>
                  <a:pt x="5381625" y="93989"/>
                </a:cubicBezTo>
                <a:cubicBezTo>
                  <a:pt x="5385291" y="88297"/>
                  <a:pt x="5390916" y="85013"/>
                  <a:pt x="5395686" y="85013"/>
                </a:cubicBezTo>
                <a:cubicBezTo>
                  <a:pt x="5400709" y="85013"/>
                  <a:pt x="5405479" y="85525"/>
                  <a:pt x="5408743" y="88602"/>
                </a:cubicBezTo>
                <a:lnTo>
                  <a:pt x="5410750" y="88090"/>
                </a:lnTo>
                <a:lnTo>
                  <a:pt x="5415773" y="69124"/>
                </a:lnTo>
                <a:lnTo>
                  <a:pt x="5414770" y="68100"/>
                </a:lnTo>
                <a:cubicBezTo>
                  <a:pt x="5410501" y="66822"/>
                  <a:pt x="5410249" y="66306"/>
                  <a:pt x="5405731" y="66306"/>
                </a:cubicBezTo>
                <a:cubicBezTo>
                  <a:pt x="5392172" y="66306"/>
                  <a:pt x="5384889" y="74250"/>
                  <a:pt x="5373843" y="93731"/>
                </a:cubicBezTo>
                <a:lnTo>
                  <a:pt x="5373088" y="93219"/>
                </a:lnTo>
                <a:close/>
                <a:moveTo>
                  <a:pt x="5449673" y="108853"/>
                </a:moveTo>
                <a:cubicBezTo>
                  <a:pt x="5453941" y="82194"/>
                  <a:pt x="5470412" y="76556"/>
                  <a:pt x="5478297" y="76556"/>
                </a:cubicBezTo>
                <a:cubicBezTo>
                  <a:pt x="5488239" y="76556"/>
                  <a:pt x="5499389" y="86041"/>
                  <a:pt x="5499389" y="105264"/>
                </a:cubicBezTo>
                <a:cubicBezTo>
                  <a:pt x="5499389" y="107571"/>
                  <a:pt x="5498385" y="108853"/>
                  <a:pt x="5495871" y="108853"/>
                </a:cubicBezTo>
                <a:lnTo>
                  <a:pt x="5449673" y="108853"/>
                </a:lnTo>
                <a:moveTo>
                  <a:pt x="5516714" y="152182"/>
                </a:moveTo>
                <a:cubicBezTo>
                  <a:pt x="5507925" y="161929"/>
                  <a:pt x="5496124" y="166288"/>
                  <a:pt x="5482312" y="166288"/>
                </a:cubicBezTo>
                <a:cubicBezTo>
                  <a:pt x="5473726" y="166288"/>
                  <a:pt x="5461876" y="162953"/>
                  <a:pt x="5454945" y="151670"/>
                </a:cubicBezTo>
                <a:cubicBezTo>
                  <a:pt x="5450524" y="144488"/>
                  <a:pt x="5448918" y="134026"/>
                  <a:pt x="5448918" y="119100"/>
                </a:cubicBezTo>
                <a:lnTo>
                  <a:pt x="5517216" y="119100"/>
                </a:lnTo>
                <a:cubicBezTo>
                  <a:pt x="5519978" y="119100"/>
                  <a:pt x="5521733" y="117563"/>
                  <a:pt x="5521733" y="114745"/>
                </a:cubicBezTo>
                <a:cubicBezTo>
                  <a:pt x="5521733" y="93219"/>
                  <a:pt x="5511438" y="66306"/>
                  <a:pt x="5478297" y="66306"/>
                </a:cubicBezTo>
                <a:cubicBezTo>
                  <a:pt x="5452432" y="66306"/>
                  <a:pt x="5426823" y="87577"/>
                  <a:pt x="5426823" y="125257"/>
                </a:cubicBezTo>
                <a:cubicBezTo>
                  <a:pt x="5426823" y="139820"/>
                  <a:pt x="5429735" y="154184"/>
                  <a:pt x="5438122" y="164493"/>
                </a:cubicBezTo>
                <a:cubicBezTo>
                  <a:pt x="5446758" y="175100"/>
                  <a:pt x="5461121" y="181402"/>
                  <a:pt x="5478044" y="181402"/>
                </a:cubicBezTo>
                <a:cubicBezTo>
                  <a:pt x="5496124" y="181402"/>
                  <a:pt x="5512193" y="171925"/>
                  <a:pt x="5521733" y="158594"/>
                </a:cubicBezTo>
                <a:lnTo>
                  <a:pt x="5516714" y="152182"/>
                </a:lnTo>
                <a:close/>
                <a:moveTo>
                  <a:pt x="5544582" y="152952"/>
                </a:moveTo>
                <a:lnTo>
                  <a:pt x="5540314" y="174486"/>
                </a:lnTo>
                <a:cubicBezTo>
                  <a:pt x="5554628" y="179612"/>
                  <a:pt x="5568689" y="181402"/>
                  <a:pt x="5578229" y="181402"/>
                </a:cubicBezTo>
                <a:cubicBezTo>
                  <a:pt x="5612880" y="181402"/>
                  <a:pt x="5620914" y="160388"/>
                  <a:pt x="5620914" y="146287"/>
                </a:cubicBezTo>
                <a:cubicBezTo>
                  <a:pt x="5620914" y="125265"/>
                  <a:pt x="5604592" y="117063"/>
                  <a:pt x="5586765" y="112704"/>
                </a:cubicBezTo>
                <a:cubicBezTo>
                  <a:pt x="5577275" y="110397"/>
                  <a:pt x="5563417" y="105526"/>
                  <a:pt x="5563417" y="92707"/>
                </a:cubicBezTo>
                <a:cubicBezTo>
                  <a:pt x="5563417" y="82194"/>
                  <a:pt x="5571700" y="76556"/>
                  <a:pt x="5582497" y="76556"/>
                </a:cubicBezTo>
                <a:cubicBezTo>
                  <a:pt x="5595554" y="76556"/>
                  <a:pt x="5603589" y="87065"/>
                  <a:pt x="5609366" y="93989"/>
                </a:cubicBezTo>
                <a:lnTo>
                  <a:pt x="5612880" y="93731"/>
                </a:lnTo>
                <a:lnTo>
                  <a:pt x="5617903" y="74762"/>
                </a:lnTo>
                <a:lnTo>
                  <a:pt x="5617401" y="73996"/>
                </a:lnTo>
                <a:cubicBezTo>
                  <a:pt x="5610117" y="70153"/>
                  <a:pt x="5596309" y="66306"/>
                  <a:pt x="5583501" y="66306"/>
                </a:cubicBezTo>
                <a:cubicBezTo>
                  <a:pt x="5564923" y="66306"/>
                  <a:pt x="5545586" y="76298"/>
                  <a:pt x="5545586" y="97578"/>
                </a:cubicBezTo>
                <a:cubicBezTo>
                  <a:pt x="5545586" y="118087"/>
                  <a:pt x="5560605" y="124855"/>
                  <a:pt x="5575720" y="129112"/>
                </a:cubicBezTo>
                <a:cubicBezTo>
                  <a:pt x="5590282" y="133213"/>
                  <a:pt x="5601079" y="137314"/>
                  <a:pt x="5601079" y="149876"/>
                </a:cubicBezTo>
                <a:cubicBezTo>
                  <a:pt x="5601079" y="163465"/>
                  <a:pt x="5591286" y="171155"/>
                  <a:pt x="5577980" y="171155"/>
                </a:cubicBezTo>
                <a:cubicBezTo>
                  <a:pt x="5565927" y="171155"/>
                  <a:pt x="5555379" y="162695"/>
                  <a:pt x="5548348" y="152698"/>
                </a:cubicBezTo>
                <a:lnTo>
                  <a:pt x="5544582" y="152952"/>
                </a:lnTo>
                <a:close/>
                <a:moveTo>
                  <a:pt x="5662849" y="108853"/>
                </a:moveTo>
                <a:cubicBezTo>
                  <a:pt x="5667117" y="82194"/>
                  <a:pt x="5683588" y="76556"/>
                  <a:pt x="5691473" y="76556"/>
                </a:cubicBezTo>
                <a:cubicBezTo>
                  <a:pt x="5701415" y="76556"/>
                  <a:pt x="5712564" y="86041"/>
                  <a:pt x="5712564" y="105264"/>
                </a:cubicBezTo>
                <a:cubicBezTo>
                  <a:pt x="5712564" y="107571"/>
                  <a:pt x="5711561" y="108853"/>
                  <a:pt x="5709047" y="108853"/>
                </a:cubicBezTo>
                <a:lnTo>
                  <a:pt x="5662849" y="108853"/>
                </a:lnTo>
                <a:moveTo>
                  <a:pt x="5729890" y="152182"/>
                </a:moveTo>
                <a:cubicBezTo>
                  <a:pt x="5721101" y="161929"/>
                  <a:pt x="5709300" y="166288"/>
                  <a:pt x="5695488" y="166288"/>
                </a:cubicBezTo>
                <a:cubicBezTo>
                  <a:pt x="5686902" y="166288"/>
                  <a:pt x="5675052" y="162953"/>
                  <a:pt x="5668121" y="151670"/>
                </a:cubicBezTo>
                <a:cubicBezTo>
                  <a:pt x="5663700" y="144488"/>
                  <a:pt x="5662094" y="134026"/>
                  <a:pt x="5662094" y="119100"/>
                </a:cubicBezTo>
                <a:lnTo>
                  <a:pt x="5730392" y="119100"/>
                </a:lnTo>
                <a:cubicBezTo>
                  <a:pt x="5733154" y="119100"/>
                  <a:pt x="5734909" y="117563"/>
                  <a:pt x="5734909" y="114745"/>
                </a:cubicBezTo>
                <a:cubicBezTo>
                  <a:pt x="5734909" y="93219"/>
                  <a:pt x="5724614" y="66306"/>
                  <a:pt x="5691473" y="66306"/>
                </a:cubicBezTo>
                <a:cubicBezTo>
                  <a:pt x="5665608" y="66306"/>
                  <a:pt x="5639999" y="87577"/>
                  <a:pt x="5639999" y="125257"/>
                </a:cubicBezTo>
                <a:cubicBezTo>
                  <a:pt x="5639999" y="139820"/>
                  <a:pt x="5642911" y="154184"/>
                  <a:pt x="5651297" y="164493"/>
                </a:cubicBezTo>
                <a:cubicBezTo>
                  <a:pt x="5659933" y="175100"/>
                  <a:pt x="5674297" y="181402"/>
                  <a:pt x="5691220" y="181402"/>
                </a:cubicBezTo>
                <a:cubicBezTo>
                  <a:pt x="5709300" y="181402"/>
                  <a:pt x="5725369" y="171925"/>
                  <a:pt x="5734909" y="158594"/>
                </a:cubicBezTo>
                <a:lnTo>
                  <a:pt x="5729890" y="152182"/>
                </a:lnTo>
                <a:close/>
                <a:moveTo>
                  <a:pt x="5860706" y="132717"/>
                </a:moveTo>
                <a:cubicBezTo>
                  <a:pt x="5860706" y="124511"/>
                  <a:pt x="5861208" y="115022"/>
                  <a:pt x="5861208" y="106816"/>
                </a:cubicBezTo>
                <a:cubicBezTo>
                  <a:pt x="5861208" y="80141"/>
                  <a:pt x="5852672" y="66306"/>
                  <a:pt x="5830075" y="66306"/>
                </a:cubicBezTo>
                <a:cubicBezTo>
                  <a:pt x="5820531" y="66306"/>
                  <a:pt x="5802703" y="70153"/>
                  <a:pt x="5786635" y="89376"/>
                </a:cubicBezTo>
                <a:lnTo>
                  <a:pt x="5786133" y="88606"/>
                </a:lnTo>
                <a:lnTo>
                  <a:pt x="5786133" y="69895"/>
                </a:lnTo>
                <a:cubicBezTo>
                  <a:pt x="5786083" y="67897"/>
                  <a:pt x="5785830" y="67334"/>
                  <a:pt x="5784627" y="67334"/>
                </a:cubicBezTo>
                <a:cubicBezTo>
                  <a:pt x="5779003" y="68460"/>
                  <a:pt x="5770011" y="68663"/>
                  <a:pt x="5764287" y="68100"/>
                </a:cubicBezTo>
                <a:lnTo>
                  <a:pt x="5763785" y="68870"/>
                </a:lnTo>
                <a:cubicBezTo>
                  <a:pt x="5765543" y="79938"/>
                  <a:pt x="5766045" y="99376"/>
                  <a:pt x="5766045" y="118611"/>
                </a:cubicBezTo>
                <a:lnTo>
                  <a:pt x="5766045" y="132717"/>
                </a:lnTo>
                <a:cubicBezTo>
                  <a:pt x="5766045" y="151956"/>
                  <a:pt x="5765792" y="165033"/>
                  <a:pt x="5763785" y="178884"/>
                </a:cubicBezTo>
                <a:lnTo>
                  <a:pt x="5764287" y="179651"/>
                </a:lnTo>
                <a:cubicBezTo>
                  <a:pt x="5767302" y="179139"/>
                  <a:pt x="5773076" y="178884"/>
                  <a:pt x="5776087" y="178884"/>
                </a:cubicBezTo>
                <a:cubicBezTo>
                  <a:pt x="5779102" y="178884"/>
                  <a:pt x="5784876" y="179139"/>
                  <a:pt x="5787892" y="179651"/>
                </a:cubicBezTo>
                <a:lnTo>
                  <a:pt x="5788393" y="178884"/>
                </a:lnTo>
                <a:cubicBezTo>
                  <a:pt x="5786382" y="164263"/>
                  <a:pt x="5786133" y="152210"/>
                  <a:pt x="5786133" y="132717"/>
                </a:cubicBezTo>
                <a:lnTo>
                  <a:pt x="5786133" y="102711"/>
                </a:lnTo>
                <a:cubicBezTo>
                  <a:pt x="5798937" y="87323"/>
                  <a:pt x="5813500" y="81682"/>
                  <a:pt x="5822542" y="81682"/>
                </a:cubicBezTo>
                <a:cubicBezTo>
                  <a:pt x="5835346" y="81682"/>
                  <a:pt x="5840618" y="86811"/>
                  <a:pt x="5840618" y="107582"/>
                </a:cubicBezTo>
                <a:lnTo>
                  <a:pt x="5840618" y="132717"/>
                </a:lnTo>
                <a:cubicBezTo>
                  <a:pt x="5840618" y="151956"/>
                  <a:pt x="5840166" y="165084"/>
                  <a:pt x="5838358" y="178884"/>
                </a:cubicBezTo>
                <a:lnTo>
                  <a:pt x="5838860" y="179651"/>
                </a:lnTo>
                <a:cubicBezTo>
                  <a:pt x="5841875" y="179139"/>
                  <a:pt x="5847649" y="178884"/>
                  <a:pt x="5850664" y="178884"/>
                </a:cubicBezTo>
                <a:cubicBezTo>
                  <a:pt x="5853676" y="178884"/>
                  <a:pt x="5859449" y="179139"/>
                  <a:pt x="5862465" y="179651"/>
                </a:cubicBezTo>
                <a:lnTo>
                  <a:pt x="5862967" y="178884"/>
                </a:lnTo>
                <a:cubicBezTo>
                  <a:pt x="5861009" y="164263"/>
                  <a:pt x="5860706" y="152210"/>
                  <a:pt x="5860706" y="132717"/>
                </a:cubicBezTo>
                <a:close/>
                <a:moveTo>
                  <a:pt x="5904395" y="69058"/>
                </a:moveTo>
                <a:cubicBezTo>
                  <a:pt x="5899272" y="69058"/>
                  <a:pt x="5893950" y="68956"/>
                  <a:pt x="5890836" y="68546"/>
                </a:cubicBezTo>
                <a:cubicBezTo>
                  <a:pt x="5889131" y="72749"/>
                  <a:pt x="5887774" y="75208"/>
                  <a:pt x="5885315" y="79051"/>
                </a:cubicBezTo>
                <a:lnTo>
                  <a:pt x="5886567" y="80845"/>
                </a:lnTo>
                <a:cubicBezTo>
                  <a:pt x="5890889" y="80536"/>
                  <a:pt x="5898671" y="80384"/>
                  <a:pt x="5904395" y="80333"/>
                </a:cubicBezTo>
                <a:lnTo>
                  <a:pt x="5904395" y="115386"/>
                </a:lnTo>
                <a:cubicBezTo>
                  <a:pt x="5904395" y="130739"/>
                  <a:pt x="5903644" y="149164"/>
                  <a:pt x="5903644" y="156839"/>
                </a:cubicBezTo>
                <a:cubicBezTo>
                  <a:pt x="5903644" y="173478"/>
                  <a:pt x="5914188" y="181402"/>
                  <a:pt x="5925739" y="181402"/>
                </a:cubicBezTo>
                <a:cubicBezTo>
                  <a:pt x="5936287" y="181402"/>
                  <a:pt x="5944321" y="178845"/>
                  <a:pt x="5954865" y="171945"/>
                </a:cubicBezTo>
                <a:lnTo>
                  <a:pt x="5951804" y="165639"/>
                </a:lnTo>
                <a:cubicBezTo>
                  <a:pt x="5944068" y="168356"/>
                  <a:pt x="5938294" y="168614"/>
                  <a:pt x="5932015" y="167590"/>
                </a:cubicBezTo>
                <a:cubicBezTo>
                  <a:pt x="5926042" y="166616"/>
                  <a:pt x="5923731" y="160471"/>
                  <a:pt x="5923731" y="146603"/>
                </a:cubicBezTo>
                <a:cubicBezTo>
                  <a:pt x="5923731" y="138929"/>
                  <a:pt x="5924482" y="127924"/>
                  <a:pt x="5924482" y="112575"/>
                </a:cubicBezTo>
                <a:lnTo>
                  <a:pt x="5924482" y="80333"/>
                </a:lnTo>
                <a:lnTo>
                  <a:pt x="5934026" y="80333"/>
                </a:lnTo>
                <a:cubicBezTo>
                  <a:pt x="5940053" y="80333"/>
                  <a:pt x="5948788" y="80536"/>
                  <a:pt x="5952103" y="80845"/>
                </a:cubicBezTo>
                <a:cubicBezTo>
                  <a:pt x="5952857" y="76748"/>
                  <a:pt x="5953612" y="74132"/>
                  <a:pt x="5955118" y="70340"/>
                </a:cubicBezTo>
                <a:lnTo>
                  <a:pt x="5953861" y="68546"/>
                </a:lnTo>
                <a:cubicBezTo>
                  <a:pt x="5949340" y="68753"/>
                  <a:pt x="5942061" y="69058"/>
                  <a:pt x="5936287" y="69058"/>
                </a:cubicBezTo>
                <a:lnTo>
                  <a:pt x="5924482" y="69058"/>
                </a:lnTo>
                <a:cubicBezTo>
                  <a:pt x="5924482" y="49893"/>
                  <a:pt x="5924636" y="46512"/>
                  <a:pt x="5925739" y="31652"/>
                </a:cubicBezTo>
                <a:cubicBezTo>
                  <a:pt x="5925739" y="29806"/>
                  <a:pt x="5925038" y="29091"/>
                  <a:pt x="5923479" y="29091"/>
                </a:cubicBezTo>
                <a:cubicBezTo>
                  <a:pt x="5917203" y="31652"/>
                  <a:pt x="5914088" y="34369"/>
                  <a:pt x="5905904" y="35495"/>
                </a:cubicBezTo>
                <a:lnTo>
                  <a:pt x="5905402" y="36265"/>
                </a:lnTo>
                <a:cubicBezTo>
                  <a:pt x="5904900" y="45182"/>
                  <a:pt x="5904395" y="54198"/>
                  <a:pt x="5904395" y="69058"/>
                </a:cubicBezTo>
                <a:close/>
                <a:moveTo>
                  <a:pt x="5978467" y="152952"/>
                </a:moveTo>
                <a:lnTo>
                  <a:pt x="5974199" y="174486"/>
                </a:lnTo>
                <a:cubicBezTo>
                  <a:pt x="5988513" y="179612"/>
                  <a:pt x="6002574" y="181402"/>
                  <a:pt x="6012114" y="181402"/>
                </a:cubicBezTo>
                <a:cubicBezTo>
                  <a:pt x="6046764" y="181402"/>
                  <a:pt x="6054799" y="160388"/>
                  <a:pt x="6054799" y="146287"/>
                </a:cubicBezTo>
                <a:cubicBezTo>
                  <a:pt x="6054799" y="125265"/>
                  <a:pt x="6038477" y="117063"/>
                  <a:pt x="6020650" y="112704"/>
                </a:cubicBezTo>
                <a:cubicBezTo>
                  <a:pt x="6011160" y="110397"/>
                  <a:pt x="5997302" y="105526"/>
                  <a:pt x="5997302" y="92707"/>
                </a:cubicBezTo>
                <a:cubicBezTo>
                  <a:pt x="5997302" y="82194"/>
                  <a:pt x="6005585" y="76556"/>
                  <a:pt x="6016382" y="76556"/>
                </a:cubicBezTo>
                <a:cubicBezTo>
                  <a:pt x="6029439" y="76556"/>
                  <a:pt x="6037473" y="87065"/>
                  <a:pt x="6043251" y="93989"/>
                </a:cubicBezTo>
                <a:lnTo>
                  <a:pt x="6046764" y="93731"/>
                </a:lnTo>
                <a:lnTo>
                  <a:pt x="6051787" y="74762"/>
                </a:lnTo>
                <a:lnTo>
                  <a:pt x="6051285" y="73996"/>
                </a:lnTo>
                <a:cubicBezTo>
                  <a:pt x="6044002" y="70153"/>
                  <a:pt x="6030194" y="66306"/>
                  <a:pt x="6017386" y="66306"/>
                </a:cubicBezTo>
                <a:cubicBezTo>
                  <a:pt x="5998808" y="66306"/>
                  <a:pt x="5979471" y="76298"/>
                  <a:pt x="5979471" y="97578"/>
                </a:cubicBezTo>
                <a:cubicBezTo>
                  <a:pt x="5979471" y="118087"/>
                  <a:pt x="5994490" y="124855"/>
                  <a:pt x="6009604" y="129112"/>
                </a:cubicBezTo>
                <a:cubicBezTo>
                  <a:pt x="6024167" y="133213"/>
                  <a:pt x="6034964" y="137314"/>
                  <a:pt x="6034964" y="149876"/>
                </a:cubicBezTo>
                <a:cubicBezTo>
                  <a:pt x="6034964" y="163465"/>
                  <a:pt x="6025171" y="171155"/>
                  <a:pt x="6011865" y="171155"/>
                </a:cubicBezTo>
                <a:cubicBezTo>
                  <a:pt x="5999811" y="171155"/>
                  <a:pt x="5989264" y="162695"/>
                  <a:pt x="5982233" y="152698"/>
                </a:cubicBezTo>
                <a:lnTo>
                  <a:pt x="5978467" y="152952"/>
                </a:lnTo>
                <a:close/>
              </a:path>
            </a:pathLst>
          </a:custGeom>
          <a:solidFill xmlns:a="http://schemas.openxmlformats.org/drawingml/2006/main">
            <a:srgbClr val="000000"/>
          </a:solidFill>
          <a:ln xmlns:a="http://schemas.openxmlformats.org/drawingml/2006/main" w="0" cap="flat">
            <a:noFill/>
            <a:miter/>
          </a:ln>
        </p:spPr>
      </p:sp>
      <p:sp>
        <p:nvSpPr>
          <p:cNvPr id="88" name="Text theaveragenumberofsuccessfullyreproducedtargeter-">
            <a:extLst xmlns:a="http://schemas.openxmlformats.org/drawingml/2006/main">
              <a:ext uri="{FF2B5EF4-FFF2-40B4-BE49-F238E27FC236}">
                <a16:creationId xmlns:a16="http://schemas.microsoft.com/office/drawing/2014/main" id="{F754A557-6822-4609-ABF7-0A9ED954D0F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9116" y="5428344"/>
            <a:ext cx="6114030" cy="239701"/>
          </a:xfrm>
          <a:custGeom xmlns:a="http://schemas.openxmlformats.org/drawingml/2006/main">
            <a:pathLst>
              <a:path w="6114030" h="239701">
                <a:moveTo>
                  <a:pt x="19859" y="69058"/>
                </a:moveTo>
                <a:cubicBezTo>
                  <a:pt x="14527" y="69058"/>
                  <a:pt x="8988" y="68956"/>
                  <a:pt x="5746" y="68546"/>
                </a:cubicBezTo>
                <a:cubicBezTo>
                  <a:pt x="3972" y="72749"/>
                  <a:pt x="2560" y="75208"/>
                  <a:pt x="0" y="79051"/>
                </a:cubicBezTo>
                <a:lnTo>
                  <a:pt x="1304" y="80845"/>
                </a:lnTo>
                <a:cubicBezTo>
                  <a:pt x="5802" y="80536"/>
                  <a:pt x="13901" y="80384"/>
                  <a:pt x="19859" y="80333"/>
                </a:cubicBezTo>
                <a:lnTo>
                  <a:pt x="19859" y="115386"/>
                </a:lnTo>
                <a:cubicBezTo>
                  <a:pt x="19859" y="130739"/>
                  <a:pt x="19077" y="149164"/>
                  <a:pt x="19077" y="156839"/>
                </a:cubicBezTo>
                <a:cubicBezTo>
                  <a:pt x="19077" y="173478"/>
                  <a:pt x="30051" y="181402"/>
                  <a:pt x="42074" y="181402"/>
                </a:cubicBezTo>
                <a:cubicBezTo>
                  <a:pt x="53053" y="181402"/>
                  <a:pt x="61415" y="178845"/>
                  <a:pt x="72389" y="171945"/>
                </a:cubicBezTo>
                <a:lnTo>
                  <a:pt x="69203" y="165639"/>
                </a:lnTo>
                <a:cubicBezTo>
                  <a:pt x="61152" y="168356"/>
                  <a:pt x="55142" y="168614"/>
                  <a:pt x="48606" y="167590"/>
                </a:cubicBezTo>
                <a:cubicBezTo>
                  <a:pt x="42389" y="166616"/>
                  <a:pt x="39985" y="160471"/>
                  <a:pt x="39985" y="146603"/>
                </a:cubicBezTo>
                <a:cubicBezTo>
                  <a:pt x="39985" y="138929"/>
                  <a:pt x="40766" y="127924"/>
                  <a:pt x="40766" y="112575"/>
                </a:cubicBezTo>
                <a:lnTo>
                  <a:pt x="40766" y="80333"/>
                </a:lnTo>
                <a:lnTo>
                  <a:pt x="50700" y="80333"/>
                </a:lnTo>
                <a:cubicBezTo>
                  <a:pt x="56973" y="80333"/>
                  <a:pt x="66065" y="80536"/>
                  <a:pt x="69514" y="80845"/>
                </a:cubicBezTo>
                <a:cubicBezTo>
                  <a:pt x="70300" y="76748"/>
                  <a:pt x="71085" y="74132"/>
                  <a:pt x="72652" y="70340"/>
                </a:cubicBezTo>
                <a:lnTo>
                  <a:pt x="71344" y="68546"/>
                </a:lnTo>
                <a:cubicBezTo>
                  <a:pt x="66639" y="68753"/>
                  <a:pt x="59062" y="69058"/>
                  <a:pt x="53053" y="69058"/>
                </a:cubicBezTo>
                <a:lnTo>
                  <a:pt x="40766" y="69058"/>
                </a:lnTo>
                <a:cubicBezTo>
                  <a:pt x="40766" y="49893"/>
                  <a:pt x="40926" y="46512"/>
                  <a:pt x="42074" y="31652"/>
                </a:cubicBezTo>
                <a:cubicBezTo>
                  <a:pt x="42074" y="29806"/>
                  <a:pt x="41345" y="29091"/>
                  <a:pt x="39722" y="29091"/>
                </a:cubicBezTo>
                <a:cubicBezTo>
                  <a:pt x="33190" y="31652"/>
                  <a:pt x="29948" y="34369"/>
                  <a:pt x="21430" y="35495"/>
                </a:cubicBezTo>
                <a:lnTo>
                  <a:pt x="20908" y="36265"/>
                </a:lnTo>
                <a:cubicBezTo>
                  <a:pt x="20385" y="45182"/>
                  <a:pt x="19859" y="54198"/>
                  <a:pt x="19859" y="69058"/>
                </a:cubicBezTo>
                <a:close/>
                <a:moveTo>
                  <a:pt x="128318" y="88606"/>
                </a:moveTo>
                <a:lnTo>
                  <a:pt x="128318" y="50437"/>
                </a:lnTo>
                <a:cubicBezTo>
                  <a:pt x="128318" y="31491"/>
                  <a:pt x="129414" y="18281"/>
                  <a:pt x="130667" y="2561"/>
                </a:cubicBezTo>
                <a:cubicBezTo>
                  <a:pt x="130667" y="770"/>
                  <a:pt x="129937" y="0"/>
                  <a:pt x="128318" y="0"/>
                </a:cubicBezTo>
                <a:cubicBezTo>
                  <a:pt x="121782" y="2561"/>
                  <a:pt x="116191" y="4355"/>
                  <a:pt x="105580" y="5121"/>
                </a:cubicBezTo>
                <a:lnTo>
                  <a:pt x="105057" y="5892"/>
                </a:lnTo>
                <a:cubicBezTo>
                  <a:pt x="107095" y="16846"/>
                  <a:pt x="107410" y="36101"/>
                  <a:pt x="107410" y="55554"/>
                </a:cubicBezTo>
                <a:lnTo>
                  <a:pt x="107410" y="132717"/>
                </a:lnTo>
                <a:cubicBezTo>
                  <a:pt x="107410" y="151799"/>
                  <a:pt x="107095" y="164521"/>
                  <a:pt x="105057" y="178884"/>
                </a:cubicBezTo>
                <a:lnTo>
                  <a:pt x="105580" y="179651"/>
                </a:lnTo>
                <a:cubicBezTo>
                  <a:pt x="108714" y="179139"/>
                  <a:pt x="114728" y="178884"/>
                  <a:pt x="117862" y="178884"/>
                </a:cubicBezTo>
                <a:cubicBezTo>
                  <a:pt x="121000" y="178884"/>
                  <a:pt x="127010" y="179139"/>
                  <a:pt x="130144" y="179651"/>
                </a:cubicBezTo>
                <a:lnTo>
                  <a:pt x="130667" y="178884"/>
                </a:lnTo>
                <a:cubicBezTo>
                  <a:pt x="128736" y="164212"/>
                  <a:pt x="128318" y="152210"/>
                  <a:pt x="128318" y="132717"/>
                </a:cubicBezTo>
                <a:lnTo>
                  <a:pt x="128318" y="102711"/>
                </a:lnTo>
                <a:cubicBezTo>
                  <a:pt x="141645" y="87323"/>
                  <a:pt x="156958" y="81682"/>
                  <a:pt x="166209" y="81682"/>
                </a:cubicBezTo>
                <a:cubicBezTo>
                  <a:pt x="179540" y="81682"/>
                  <a:pt x="185027" y="86811"/>
                  <a:pt x="185027" y="107582"/>
                </a:cubicBezTo>
                <a:lnTo>
                  <a:pt x="185027" y="132717"/>
                </a:lnTo>
                <a:cubicBezTo>
                  <a:pt x="185027" y="151956"/>
                  <a:pt x="184764" y="165084"/>
                  <a:pt x="182674" y="178884"/>
                </a:cubicBezTo>
                <a:lnTo>
                  <a:pt x="183197" y="179651"/>
                </a:lnTo>
                <a:cubicBezTo>
                  <a:pt x="186335" y="179139"/>
                  <a:pt x="192345" y="178884"/>
                  <a:pt x="195479" y="178884"/>
                </a:cubicBezTo>
                <a:cubicBezTo>
                  <a:pt x="198617" y="178884"/>
                  <a:pt x="204627" y="179139"/>
                  <a:pt x="207765" y="179651"/>
                </a:cubicBezTo>
                <a:lnTo>
                  <a:pt x="208287" y="178884"/>
                </a:lnTo>
                <a:cubicBezTo>
                  <a:pt x="206194" y="164212"/>
                  <a:pt x="205935" y="152210"/>
                  <a:pt x="205935" y="132717"/>
                </a:cubicBezTo>
                <a:cubicBezTo>
                  <a:pt x="205935" y="124511"/>
                  <a:pt x="206457" y="115022"/>
                  <a:pt x="206457" y="106816"/>
                </a:cubicBezTo>
                <a:cubicBezTo>
                  <a:pt x="206457" y="80141"/>
                  <a:pt x="197572" y="66306"/>
                  <a:pt x="174049" y="66306"/>
                </a:cubicBezTo>
                <a:cubicBezTo>
                  <a:pt x="164120" y="66306"/>
                  <a:pt x="145565" y="70153"/>
                  <a:pt x="128840" y="89376"/>
                </a:cubicBezTo>
                <a:lnTo>
                  <a:pt x="128318" y="88606"/>
                </a:lnTo>
                <a:close/>
                <a:moveTo>
                  <a:pt x="260033" y="108853"/>
                </a:moveTo>
                <a:cubicBezTo>
                  <a:pt x="264475" y="82194"/>
                  <a:pt x="281619" y="76556"/>
                  <a:pt x="289825" y="76556"/>
                </a:cubicBezTo>
                <a:cubicBezTo>
                  <a:pt x="300174" y="76556"/>
                  <a:pt x="311778" y="86041"/>
                  <a:pt x="311778" y="105264"/>
                </a:cubicBezTo>
                <a:cubicBezTo>
                  <a:pt x="311778" y="107571"/>
                  <a:pt x="310733" y="108853"/>
                  <a:pt x="308117" y="108853"/>
                </a:cubicBezTo>
                <a:lnTo>
                  <a:pt x="260033" y="108853"/>
                </a:lnTo>
                <a:moveTo>
                  <a:pt x="329810" y="152182"/>
                </a:moveTo>
                <a:cubicBezTo>
                  <a:pt x="320662" y="161929"/>
                  <a:pt x="308380" y="166288"/>
                  <a:pt x="294005" y="166288"/>
                </a:cubicBezTo>
                <a:cubicBezTo>
                  <a:pt x="285068" y="166288"/>
                  <a:pt x="272734" y="162953"/>
                  <a:pt x="265520" y="151670"/>
                </a:cubicBezTo>
                <a:cubicBezTo>
                  <a:pt x="260918" y="144488"/>
                  <a:pt x="259248" y="134026"/>
                  <a:pt x="259248" y="119100"/>
                </a:cubicBezTo>
                <a:lnTo>
                  <a:pt x="330333" y="119100"/>
                </a:lnTo>
                <a:cubicBezTo>
                  <a:pt x="333208" y="119100"/>
                  <a:pt x="335034" y="117563"/>
                  <a:pt x="335034" y="114745"/>
                </a:cubicBezTo>
                <a:cubicBezTo>
                  <a:pt x="335034" y="93219"/>
                  <a:pt x="324319" y="66306"/>
                  <a:pt x="289825" y="66306"/>
                </a:cubicBezTo>
                <a:cubicBezTo>
                  <a:pt x="262904" y="66306"/>
                  <a:pt x="236250" y="87577"/>
                  <a:pt x="236250" y="125257"/>
                </a:cubicBezTo>
                <a:cubicBezTo>
                  <a:pt x="236250" y="139820"/>
                  <a:pt x="239281" y="154184"/>
                  <a:pt x="248010" y="164493"/>
                </a:cubicBezTo>
                <a:cubicBezTo>
                  <a:pt x="256998" y="175100"/>
                  <a:pt x="271948" y="181402"/>
                  <a:pt x="289562" y="181402"/>
                </a:cubicBezTo>
                <a:cubicBezTo>
                  <a:pt x="308380" y="181402"/>
                  <a:pt x="325105" y="171925"/>
                  <a:pt x="335034" y="158594"/>
                </a:cubicBezTo>
                <a:lnTo>
                  <a:pt x="329810" y="152182"/>
                </a:lnTo>
                <a:close/>
                <a:moveTo>
                  <a:pt x="491840" y="121164"/>
                </a:moveTo>
                <a:lnTo>
                  <a:pt x="490796" y="151674"/>
                </a:lnTo>
                <a:cubicBezTo>
                  <a:pt x="490796" y="155005"/>
                  <a:pt x="489224" y="156799"/>
                  <a:pt x="487135" y="158340"/>
                </a:cubicBezTo>
                <a:cubicBezTo>
                  <a:pt x="479817" y="163723"/>
                  <a:pt x="470933" y="168336"/>
                  <a:pt x="463093" y="168336"/>
                </a:cubicBezTo>
                <a:cubicBezTo>
                  <a:pt x="451333" y="168336"/>
                  <a:pt x="443752" y="160646"/>
                  <a:pt x="443752" y="152698"/>
                </a:cubicBezTo>
                <a:cubicBezTo>
                  <a:pt x="443752" y="141161"/>
                  <a:pt x="449240" y="132443"/>
                  <a:pt x="469625" y="127060"/>
                </a:cubicBezTo>
                <a:lnTo>
                  <a:pt x="491840" y="121164"/>
                </a:lnTo>
                <a:moveTo>
                  <a:pt x="491840" y="166542"/>
                </a:moveTo>
                <a:cubicBezTo>
                  <a:pt x="494871" y="176535"/>
                  <a:pt x="502659" y="181402"/>
                  <a:pt x="512226" y="181402"/>
                </a:cubicBezTo>
                <a:cubicBezTo>
                  <a:pt x="518809" y="181402"/>
                  <a:pt x="526860" y="179866"/>
                  <a:pt x="533026" y="173462"/>
                </a:cubicBezTo>
                <a:lnTo>
                  <a:pt x="531091" y="167105"/>
                </a:lnTo>
                <a:cubicBezTo>
                  <a:pt x="528216" y="168082"/>
                  <a:pt x="526023" y="168438"/>
                  <a:pt x="524037" y="168438"/>
                </a:cubicBezTo>
                <a:cubicBezTo>
                  <a:pt x="521421" y="168438"/>
                  <a:pt x="517972" y="167977"/>
                  <a:pt x="516353" y="166542"/>
                </a:cubicBezTo>
                <a:cubicBezTo>
                  <a:pt x="513689" y="164185"/>
                  <a:pt x="512014" y="157929"/>
                  <a:pt x="512014" y="146545"/>
                </a:cubicBezTo>
                <a:cubicBezTo>
                  <a:pt x="512014" y="139109"/>
                  <a:pt x="512748" y="110655"/>
                  <a:pt x="512748" y="107833"/>
                </a:cubicBezTo>
                <a:cubicBezTo>
                  <a:pt x="512748" y="73225"/>
                  <a:pt x="489488" y="66306"/>
                  <a:pt x="469625" y="66306"/>
                </a:cubicBezTo>
                <a:cubicBezTo>
                  <a:pt x="449762" y="66306"/>
                  <a:pt x="437743" y="75786"/>
                  <a:pt x="431207" y="81170"/>
                </a:cubicBezTo>
                <a:lnTo>
                  <a:pt x="430425" y="82198"/>
                </a:lnTo>
                <a:lnTo>
                  <a:pt x="434868" y="99372"/>
                </a:lnTo>
                <a:lnTo>
                  <a:pt x="438265" y="99630"/>
                </a:lnTo>
                <a:cubicBezTo>
                  <a:pt x="445583" y="88093"/>
                  <a:pt x="454467" y="77839"/>
                  <a:pt x="467013" y="77839"/>
                </a:cubicBezTo>
                <a:cubicBezTo>
                  <a:pt x="476420" y="77839"/>
                  <a:pt x="492100" y="79121"/>
                  <a:pt x="492100" y="108091"/>
                </a:cubicBezTo>
                <a:cubicBezTo>
                  <a:pt x="492100" y="109885"/>
                  <a:pt x="491055" y="110909"/>
                  <a:pt x="490269" y="111167"/>
                </a:cubicBezTo>
                <a:lnTo>
                  <a:pt x="465968" y="116551"/>
                </a:lnTo>
                <a:cubicBezTo>
                  <a:pt x="439310" y="122446"/>
                  <a:pt x="422586" y="136290"/>
                  <a:pt x="422586" y="153723"/>
                </a:cubicBezTo>
                <a:cubicBezTo>
                  <a:pt x="422586" y="172692"/>
                  <a:pt x="435913" y="181402"/>
                  <a:pt x="455253" y="181402"/>
                </a:cubicBezTo>
                <a:cubicBezTo>
                  <a:pt x="469625" y="181402"/>
                  <a:pt x="476942" y="178075"/>
                  <a:pt x="490796" y="166542"/>
                </a:cubicBezTo>
                <a:lnTo>
                  <a:pt x="491840" y="166542"/>
                </a:lnTo>
                <a:close/>
                <a:moveTo>
                  <a:pt x="589319" y="179651"/>
                </a:moveTo>
                <a:cubicBezTo>
                  <a:pt x="591931" y="178884"/>
                  <a:pt x="594807" y="178884"/>
                  <a:pt x="597419" y="178884"/>
                </a:cubicBezTo>
                <a:cubicBezTo>
                  <a:pt x="600034" y="178884"/>
                  <a:pt x="602910" y="178884"/>
                  <a:pt x="605262" y="179651"/>
                </a:cubicBezTo>
                <a:cubicBezTo>
                  <a:pt x="618849" y="142283"/>
                  <a:pt x="635055" y="105937"/>
                  <a:pt x="652038" y="68307"/>
                </a:cubicBezTo>
                <a:cubicBezTo>
                  <a:pt x="649690" y="69077"/>
                  <a:pt x="644721" y="69077"/>
                  <a:pt x="642109" y="69077"/>
                </a:cubicBezTo>
                <a:cubicBezTo>
                  <a:pt x="639497" y="69077"/>
                  <a:pt x="635577" y="69077"/>
                  <a:pt x="633224" y="68307"/>
                </a:cubicBezTo>
                <a:cubicBezTo>
                  <a:pt x="622665" y="97234"/>
                  <a:pt x="613573" y="130711"/>
                  <a:pt x="601550" y="155799"/>
                </a:cubicBezTo>
                <a:lnTo>
                  <a:pt x="601027" y="155799"/>
                </a:lnTo>
                <a:cubicBezTo>
                  <a:pt x="587960" y="126516"/>
                  <a:pt x="579442" y="97640"/>
                  <a:pt x="569979" y="68307"/>
                </a:cubicBezTo>
                <a:cubicBezTo>
                  <a:pt x="566582" y="69077"/>
                  <a:pt x="560572" y="69077"/>
                  <a:pt x="556911" y="69077"/>
                </a:cubicBezTo>
                <a:cubicBezTo>
                  <a:pt x="552732" y="69077"/>
                  <a:pt x="545937" y="69077"/>
                  <a:pt x="541754" y="68307"/>
                </a:cubicBezTo>
                <a:cubicBezTo>
                  <a:pt x="559264" y="105937"/>
                  <a:pt x="574685" y="142283"/>
                  <a:pt x="589319" y="179651"/>
                </a:cubicBezTo>
                <a:close/>
                <a:moveTo>
                  <a:pt x="687845" y="108853"/>
                </a:moveTo>
                <a:cubicBezTo>
                  <a:pt x="692288" y="82194"/>
                  <a:pt x="709431" y="76556"/>
                  <a:pt x="717638" y="76556"/>
                </a:cubicBezTo>
                <a:cubicBezTo>
                  <a:pt x="727986" y="76556"/>
                  <a:pt x="739590" y="86041"/>
                  <a:pt x="739590" y="105264"/>
                </a:cubicBezTo>
                <a:cubicBezTo>
                  <a:pt x="739590" y="107571"/>
                  <a:pt x="738545" y="108853"/>
                  <a:pt x="735929" y="108853"/>
                </a:cubicBezTo>
                <a:lnTo>
                  <a:pt x="687845" y="108853"/>
                </a:lnTo>
                <a:moveTo>
                  <a:pt x="757623" y="152182"/>
                </a:moveTo>
                <a:cubicBezTo>
                  <a:pt x="748475" y="161929"/>
                  <a:pt x="736193" y="166288"/>
                  <a:pt x="721817" y="166288"/>
                </a:cubicBezTo>
                <a:cubicBezTo>
                  <a:pt x="712880" y="166288"/>
                  <a:pt x="700546" y="162953"/>
                  <a:pt x="693333" y="151670"/>
                </a:cubicBezTo>
                <a:cubicBezTo>
                  <a:pt x="688731" y="144488"/>
                  <a:pt x="687060" y="134026"/>
                  <a:pt x="687060" y="119100"/>
                </a:cubicBezTo>
                <a:lnTo>
                  <a:pt x="758145" y="119100"/>
                </a:lnTo>
                <a:cubicBezTo>
                  <a:pt x="761020" y="119100"/>
                  <a:pt x="762846" y="117563"/>
                  <a:pt x="762846" y="114745"/>
                </a:cubicBezTo>
                <a:cubicBezTo>
                  <a:pt x="762846" y="93219"/>
                  <a:pt x="752131" y="66306"/>
                  <a:pt x="717638" y="66306"/>
                </a:cubicBezTo>
                <a:cubicBezTo>
                  <a:pt x="690717" y="66306"/>
                  <a:pt x="664063" y="87577"/>
                  <a:pt x="664063" y="125257"/>
                </a:cubicBezTo>
                <a:cubicBezTo>
                  <a:pt x="664063" y="139820"/>
                  <a:pt x="667093" y="154184"/>
                  <a:pt x="675822" y="164493"/>
                </a:cubicBezTo>
                <a:cubicBezTo>
                  <a:pt x="684811" y="175100"/>
                  <a:pt x="699761" y="181402"/>
                  <a:pt x="717374" y="181402"/>
                </a:cubicBezTo>
                <a:cubicBezTo>
                  <a:pt x="736193" y="181402"/>
                  <a:pt x="752917" y="171925"/>
                  <a:pt x="762846" y="158594"/>
                </a:cubicBezTo>
                <a:lnTo>
                  <a:pt x="757623" y="152182"/>
                </a:lnTo>
                <a:close/>
                <a:moveTo>
                  <a:pt x="817206" y="93219"/>
                </a:moveTo>
                <a:lnTo>
                  <a:pt x="817206" y="69895"/>
                </a:lnTo>
                <a:cubicBezTo>
                  <a:pt x="817206" y="67897"/>
                  <a:pt x="816891" y="67334"/>
                  <a:pt x="815639" y="67334"/>
                </a:cubicBezTo>
                <a:cubicBezTo>
                  <a:pt x="809785" y="68460"/>
                  <a:pt x="800430" y="68663"/>
                  <a:pt x="794468" y="68100"/>
                </a:cubicBezTo>
                <a:lnTo>
                  <a:pt x="793946" y="68870"/>
                </a:lnTo>
                <a:cubicBezTo>
                  <a:pt x="795776" y="79938"/>
                  <a:pt x="796299" y="99376"/>
                  <a:pt x="796299" y="118611"/>
                </a:cubicBezTo>
                <a:lnTo>
                  <a:pt x="796299" y="132717"/>
                </a:lnTo>
                <a:cubicBezTo>
                  <a:pt x="796299" y="151952"/>
                  <a:pt x="795988" y="165084"/>
                  <a:pt x="793946" y="178884"/>
                </a:cubicBezTo>
                <a:lnTo>
                  <a:pt x="794468" y="179651"/>
                </a:lnTo>
                <a:cubicBezTo>
                  <a:pt x="797607" y="179139"/>
                  <a:pt x="803616" y="178884"/>
                  <a:pt x="806754" y="178884"/>
                </a:cubicBezTo>
                <a:cubicBezTo>
                  <a:pt x="809889" y="178884"/>
                  <a:pt x="815898" y="179139"/>
                  <a:pt x="819037" y="179651"/>
                </a:cubicBezTo>
                <a:lnTo>
                  <a:pt x="819559" y="178884"/>
                </a:lnTo>
                <a:cubicBezTo>
                  <a:pt x="817625" y="164263"/>
                  <a:pt x="817206" y="152210"/>
                  <a:pt x="817206" y="132717"/>
                </a:cubicBezTo>
                <a:lnTo>
                  <a:pt x="817206" y="119381"/>
                </a:lnTo>
                <a:cubicBezTo>
                  <a:pt x="817206" y="108607"/>
                  <a:pt x="820500" y="102453"/>
                  <a:pt x="826091" y="93989"/>
                </a:cubicBezTo>
                <a:cubicBezTo>
                  <a:pt x="829907" y="88297"/>
                  <a:pt x="835761" y="85013"/>
                  <a:pt x="840726" y="85013"/>
                </a:cubicBezTo>
                <a:cubicBezTo>
                  <a:pt x="845954" y="85013"/>
                  <a:pt x="850918" y="85525"/>
                  <a:pt x="854316" y="88602"/>
                </a:cubicBezTo>
                <a:lnTo>
                  <a:pt x="856406" y="88090"/>
                </a:lnTo>
                <a:lnTo>
                  <a:pt x="861633" y="69124"/>
                </a:lnTo>
                <a:lnTo>
                  <a:pt x="860589" y="68100"/>
                </a:lnTo>
                <a:cubicBezTo>
                  <a:pt x="856146" y="66822"/>
                  <a:pt x="855883" y="66306"/>
                  <a:pt x="851182" y="66306"/>
                </a:cubicBezTo>
                <a:cubicBezTo>
                  <a:pt x="837069" y="66306"/>
                  <a:pt x="829488" y="74250"/>
                  <a:pt x="817992" y="93731"/>
                </a:cubicBezTo>
                <a:lnTo>
                  <a:pt x="817206" y="93219"/>
                </a:lnTo>
                <a:close/>
                <a:moveTo>
                  <a:pt x="947355" y="121164"/>
                </a:moveTo>
                <a:lnTo>
                  <a:pt x="946310" y="151674"/>
                </a:lnTo>
                <a:cubicBezTo>
                  <a:pt x="946310" y="155005"/>
                  <a:pt x="944739" y="156799"/>
                  <a:pt x="942649" y="158340"/>
                </a:cubicBezTo>
                <a:cubicBezTo>
                  <a:pt x="935332" y="163723"/>
                  <a:pt x="926447" y="168336"/>
                  <a:pt x="918607" y="168336"/>
                </a:cubicBezTo>
                <a:cubicBezTo>
                  <a:pt x="906847" y="168336"/>
                  <a:pt x="899267" y="160646"/>
                  <a:pt x="899267" y="152698"/>
                </a:cubicBezTo>
                <a:cubicBezTo>
                  <a:pt x="899267" y="141161"/>
                  <a:pt x="904754" y="132443"/>
                  <a:pt x="925139" y="127060"/>
                </a:cubicBezTo>
                <a:lnTo>
                  <a:pt x="947355" y="121164"/>
                </a:lnTo>
                <a:moveTo>
                  <a:pt x="947355" y="166542"/>
                </a:moveTo>
                <a:cubicBezTo>
                  <a:pt x="950385" y="176535"/>
                  <a:pt x="958173" y="181402"/>
                  <a:pt x="967740" y="181402"/>
                </a:cubicBezTo>
                <a:cubicBezTo>
                  <a:pt x="974324" y="181402"/>
                  <a:pt x="982375" y="179866"/>
                  <a:pt x="988540" y="173462"/>
                </a:cubicBezTo>
                <a:lnTo>
                  <a:pt x="986606" y="167105"/>
                </a:lnTo>
                <a:cubicBezTo>
                  <a:pt x="983731" y="168082"/>
                  <a:pt x="981537" y="168438"/>
                  <a:pt x="979551" y="168438"/>
                </a:cubicBezTo>
                <a:cubicBezTo>
                  <a:pt x="976936" y="168438"/>
                  <a:pt x="973486" y="167977"/>
                  <a:pt x="971867" y="166542"/>
                </a:cubicBezTo>
                <a:cubicBezTo>
                  <a:pt x="969203" y="164185"/>
                  <a:pt x="967528" y="157929"/>
                  <a:pt x="967528" y="146545"/>
                </a:cubicBezTo>
                <a:cubicBezTo>
                  <a:pt x="967528" y="139109"/>
                  <a:pt x="968262" y="110655"/>
                  <a:pt x="968262" y="107833"/>
                </a:cubicBezTo>
                <a:cubicBezTo>
                  <a:pt x="968262" y="73225"/>
                  <a:pt x="945002" y="66306"/>
                  <a:pt x="925139" y="66306"/>
                </a:cubicBezTo>
                <a:cubicBezTo>
                  <a:pt x="905276" y="66306"/>
                  <a:pt x="893257" y="75786"/>
                  <a:pt x="886721" y="81170"/>
                </a:cubicBezTo>
                <a:lnTo>
                  <a:pt x="885940" y="82198"/>
                </a:lnTo>
                <a:lnTo>
                  <a:pt x="890382" y="99372"/>
                </a:lnTo>
                <a:lnTo>
                  <a:pt x="893780" y="99630"/>
                </a:lnTo>
                <a:cubicBezTo>
                  <a:pt x="901097" y="88093"/>
                  <a:pt x="909982" y="77839"/>
                  <a:pt x="922527" y="77839"/>
                </a:cubicBezTo>
                <a:cubicBezTo>
                  <a:pt x="931934" y="77839"/>
                  <a:pt x="947614" y="79121"/>
                  <a:pt x="947614" y="108091"/>
                </a:cubicBezTo>
                <a:cubicBezTo>
                  <a:pt x="947614" y="109885"/>
                  <a:pt x="946569" y="110909"/>
                  <a:pt x="945783" y="111167"/>
                </a:cubicBezTo>
                <a:lnTo>
                  <a:pt x="921482" y="116551"/>
                </a:lnTo>
                <a:cubicBezTo>
                  <a:pt x="894824" y="122446"/>
                  <a:pt x="878100" y="136290"/>
                  <a:pt x="878100" y="153723"/>
                </a:cubicBezTo>
                <a:cubicBezTo>
                  <a:pt x="878100" y="172692"/>
                  <a:pt x="891427" y="181402"/>
                  <a:pt x="910767" y="181402"/>
                </a:cubicBezTo>
                <a:cubicBezTo>
                  <a:pt x="925139" y="181402"/>
                  <a:pt x="932456" y="178075"/>
                  <a:pt x="946310" y="166542"/>
                </a:cubicBezTo>
                <a:lnTo>
                  <a:pt x="947355" y="166542"/>
                </a:lnTo>
                <a:close/>
                <a:moveTo>
                  <a:pt x="1018439" y="205543"/>
                </a:moveTo>
                <a:cubicBezTo>
                  <a:pt x="1018439" y="197056"/>
                  <a:pt x="1026279" y="187540"/>
                  <a:pt x="1035423" y="182653"/>
                </a:cubicBezTo>
                <a:cubicBezTo>
                  <a:pt x="1043159" y="182677"/>
                  <a:pt x="1055078" y="181903"/>
                  <a:pt x="1058683" y="181903"/>
                </a:cubicBezTo>
                <a:cubicBezTo>
                  <a:pt x="1071228" y="181903"/>
                  <a:pt x="1079224" y="182161"/>
                  <a:pt x="1086386" y="186273"/>
                </a:cubicBezTo>
                <a:cubicBezTo>
                  <a:pt x="1093966" y="190644"/>
                  <a:pt x="1096578" y="198100"/>
                  <a:pt x="1096578" y="204781"/>
                </a:cubicBezTo>
                <a:cubicBezTo>
                  <a:pt x="1096578" y="220462"/>
                  <a:pt x="1075148" y="228684"/>
                  <a:pt x="1052673" y="228684"/>
                </a:cubicBezTo>
                <a:cubicBezTo>
                  <a:pt x="1035686" y="228684"/>
                  <a:pt x="1018439" y="223031"/>
                  <a:pt x="1018439" y="205551"/>
                </a:cubicBezTo>
                <a:lnTo>
                  <a:pt x="1018439" y="205543"/>
                </a:lnTo>
                <a:moveTo>
                  <a:pt x="1093966" y="105729"/>
                </a:moveTo>
                <a:cubicBezTo>
                  <a:pt x="1093966" y="88070"/>
                  <a:pt x="1086908" y="79883"/>
                  <a:pt x="1080795" y="75943"/>
                </a:cubicBezTo>
                <a:cubicBezTo>
                  <a:pt x="1088635" y="76556"/>
                  <a:pt x="1097308" y="77526"/>
                  <a:pt x="1108079" y="78601"/>
                </a:cubicBezTo>
                <a:lnTo>
                  <a:pt x="1108860" y="77835"/>
                </a:lnTo>
                <a:cubicBezTo>
                  <a:pt x="1108338" y="75532"/>
                  <a:pt x="1108079" y="73484"/>
                  <a:pt x="1108079" y="71177"/>
                </a:cubicBezTo>
                <a:cubicBezTo>
                  <a:pt x="1108079" y="68870"/>
                  <a:pt x="1108338" y="66822"/>
                  <a:pt x="1108860" y="64515"/>
                </a:cubicBezTo>
                <a:lnTo>
                  <a:pt x="1108079" y="63745"/>
                </a:lnTo>
                <a:cubicBezTo>
                  <a:pt x="1095585" y="64769"/>
                  <a:pt x="1086334" y="67486"/>
                  <a:pt x="1066838" y="68511"/>
                </a:cubicBezTo>
                <a:cubicBezTo>
                  <a:pt x="1062184" y="67076"/>
                  <a:pt x="1056438" y="66306"/>
                  <a:pt x="1050843" y="66306"/>
                </a:cubicBezTo>
                <a:cubicBezTo>
                  <a:pt x="1030199" y="66306"/>
                  <a:pt x="1006416" y="79883"/>
                  <a:pt x="1006416" y="105217"/>
                </a:cubicBezTo>
                <a:cubicBezTo>
                  <a:pt x="1006416" y="124413"/>
                  <a:pt x="1017653" y="133112"/>
                  <a:pt x="1024971" y="137213"/>
                </a:cubicBezTo>
                <a:cubicBezTo>
                  <a:pt x="1017394" y="142334"/>
                  <a:pt x="1008246" y="149798"/>
                  <a:pt x="1008246" y="158555"/>
                </a:cubicBezTo>
                <a:cubicBezTo>
                  <a:pt x="1008246" y="169095"/>
                  <a:pt x="1014519" y="178318"/>
                  <a:pt x="1028576" y="180675"/>
                </a:cubicBezTo>
                <a:cubicBezTo>
                  <a:pt x="1021314" y="183654"/>
                  <a:pt x="1013159" y="188588"/>
                  <a:pt x="1006416" y="193729"/>
                </a:cubicBezTo>
                <a:cubicBezTo>
                  <a:pt x="1003122" y="198612"/>
                  <a:pt x="1000406" y="205860"/>
                  <a:pt x="1000406" y="210692"/>
                </a:cubicBezTo>
                <a:cubicBezTo>
                  <a:pt x="1000406" y="230940"/>
                  <a:pt x="1022881" y="239701"/>
                  <a:pt x="1050584" y="239701"/>
                </a:cubicBezTo>
                <a:cubicBezTo>
                  <a:pt x="1091350" y="239701"/>
                  <a:pt x="1115656" y="222980"/>
                  <a:pt x="1115656" y="198870"/>
                </a:cubicBezTo>
                <a:cubicBezTo>
                  <a:pt x="1115656" y="187560"/>
                  <a:pt x="1111999" y="179600"/>
                  <a:pt x="1104681" y="173450"/>
                </a:cubicBezTo>
                <a:cubicBezTo>
                  <a:pt x="1094852" y="165252"/>
                  <a:pt x="1076979" y="164994"/>
                  <a:pt x="1067831" y="164994"/>
                </a:cubicBezTo>
                <a:cubicBezTo>
                  <a:pt x="1063389" y="164994"/>
                  <a:pt x="1052933" y="165506"/>
                  <a:pt x="1046923" y="166276"/>
                </a:cubicBezTo>
                <a:cubicBezTo>
                  <a:pt x="1043266" y="166511"/>
                  <a:pt x="1040651" y="166769"/>
                  <a:pt x="1039347" y="166769"/>
                </a:cubicBezTo>
                <a:cubicBezTo>
                  <a:pt x="1032029" y="166769"/>
                  <a:pt x="1024185" y="165741"/>
                  <a:pt x="1024185" y="154677"/>
                </a:cubicBezTo>
                <a:cubicBezTo>
                  <a:pt x="1024185" y="149532"/>
                  <a:pt x="1025493" y="145161"/>
                  <a:pt x="1031243" y="140286"/>
                </a:cubicBezTo>
                <a:cubicBezTo>
                  <a:pt x="1034641" y="142080"/>
                  <a:pt x="1042688" y="143871"/>
                  <a:pt x="1050584" y="143871"/>
                </a:cubicBezTo>
                <a:cubicBezTo>
                  <a:pt x="1077760" y="143871"/>
                  <a:pt x="1093966" y="125895"/>
                  <a:pt x="1093966" y="105729"/>
                </a:cubicBezTo>
                <a:moveTo>
                  <a:pt x="1073581" y="105983"/>
                </a:moveTo>
                <a:cubicBezTo>
                  <a:pt x="1073581" y="121543"/>
                  <a:pt x="1067045" y="133624"/>
                  <a:pt x="1051366" y="133624"/>
                </a:cubicBezTo>
                <a:cubicBezTo>
                  <a:pt x="1032551" y="133624"/>
                  <a:pt x="1026801" y="121594"/>
                  <a:pt x="1026801" y="103939"/>
                </a:cubicBezTo>
                <a:cubicBezTo>
                  <a:pt x="1026801" y="87050"/>
                  <a:pt x="1034641" y="76044"/>
                  <a:pt x="1049798" y="76044"/>
                </a:cubicBezTo>
                <a:cubicBezTo>
                  <a:pt x="1066786" y="76044"/>
                  <a:pt x="1073581" y="87816"/>
                  <a:pt x="1073581" y="105983"/>
                </a:cubicBezTo>
                <a:close/>
                <a:moveTo>
                  <a:pt x="1155120" y="108853"/>
                </a:moveTo>
                <a:cubicBezTo>
                  <a:pt x="1159562" y="82194"/>
                  <a:pt x="1176705" y="76556"/>
                  <a:pt x="1184912" y="76556"/>
                </a:cubicBezTo>
                <a:cubicBezTo>
                  <a:pt x="1195260" y="76556"/>
                  <a:pt x="1206865" y="86041"/>
                  <a:pt x="1206865" y="105264"/>
                </a:cubicBezTo>
                <a:cubicBezTo>
                  <a:pt x="1206865" y="107571"/>
                  <a:pt x="1205820" y="108853"/>
                  <a:pt x="1203204" y="108853"/>
                </a:cubicBezTo>
                <a:lnTo>
                  <a:pt x="1155120" y="108853"/>
                </a:lnTo>
                <a:moveTo>
                  <a:pt x="1224897" y="152182"/>
                </a:moveTo>
                <a:cubicBezTo>
                  <a:pt x="1215749" y="161929"/>
                  <a:pt x="1203467" y="166288"/>
                  <a:pt x="1189091" y="166288"/>
                </a:cubicBezTo>
                <a:cubicBezTo>
                  <a:pt x="1180155" y="166288"/>
                  <a:pt x="1167821" y="162953"/>
                  <a:pt x="1160607" y="151670"/>
                </a:cubicBezTo>
                <a:cubicBezTo>
                  <a:pt x="1156005" y="144488"/>
                  <a:pt x="1154334" y="134026"/>
                  <a:pt x="1154334" y="119100"/>
                </a:cubicBezTo>
                <a:lnTo>
                  <a:pt x="1225419" y="119100"/>
                </a:lnTo>
                <a:cubicBezTo>
                  <a:pt x="1228295" y="119100"/>
                  <a:pt x="1230121" y="117563"/>
                  <a:pt x="1230121" y="114745"/>
                </a:cubicBezTo>
                <a:cubicBezTo>
                  <a:pt x="1230121" y="93219"/>
                  <a:pt x="1219406" y="66306"/>
                  <a:pt x="1184912" y="66306"/>
                </a:cubicBezTo>
                <a:cubicBezTo>
                  <a:pt x="1157991" y="66306"/>
                  <a:pt x="1131337" y="87577"/>
                  <a:pt x="1131337" y="125257"/>
                </a:cubicBezTo>
                <a:cubicBezTo>
                  <a:pt x="1131337" y="139820"/>
                  <a:pt x="1134368" y="154184"/>
                  <a:pt x="1143097" y="164493"/>
                </a:cubicBezTo>
                <a:cubicBezTo>
                  <a:pt x="1152085" y="175100"/>
                  <a:pt x="1167035" y="181402"/>
                  <a:pt x="1184649" y="181402"/>
                </a:cubicBezTo>
                <a:cubicBezTo>
                  <a:pt x="1203467" y="181402"/>
                  <a:pt x="1220192" y="171925"/>
                  <a:pt x="1230121" y="158594"/>
                </a:cubicBezTo>
                <a:lnTo>
                  <a:pt x="1224897" y="152182"/>
                </a:lnTo>
                <a:close/>
                <a:moveTo>
                  <a:pt x="1425865" y="132717"/>
                </a:moveTo>
                <a:cubicBezTo>
                  <a:pt x="1425865" y="124511"/>
                  <a:pt x="1426387" y="115022"/>
                  <a:pt x="1426387" y="106816"/>
                </a:cubicBezTo>
                <a:cubicBezTo>
                  <a:pt x="1426387" y="80141"/>
                  <a:pt x="1417503" y="66306"/>
                  <a:pt x="1393983" y="66306"/>
                </a:cubicBezTo>
                <a:cubicBezTo>
                  <a:pt x="1384050" y="66306"/>
                  <a:pt x="1365495" y="70153"/>
                  <a:pt x="1348771" y="89376"/>
                </a:cubicBezTo>
                <a:lnTo>
                  <a:pt x="1348248" y="88606"/>
                </a:lnTo>
                <a:lnTo>
                  <a:pt x="1348248" y="69895"/>
                </a:lnTo>
                <a:cubicBezTo>
                  <a:pt x="1348196" y="67897"/>
                  <a:pt x="1347933" y="67334"/>
                  <a:pt x="1346681" y="67334"/>
                </a:cubicBezTo>
                <a:cubicBezTo>
                  <a:pt x="1340827" y="68460"/>
                  <a:pt x="1331468" y="68663"/>
                  <a:pt x="1325510" y="68100"/>
                </a:cubicBezTo>
                <a:lnTo>
                  <a:pt x="1324988" y="68870"/>
                </a:lnTo>
                <a:cubicBezTo>
                  <a:pt x="1326818" y="79938"/>
                  <a:pt x="1327341" y="99376"/>
                  <a:pt x="1327341" y="118611"/>
                </a:cubicBezTo>
                <a:lnTo>
                  <a:pt x="1327341" y="132717"/>
                </a:lnTo>
                <a:cubicBezTo>
                  <a:pt x="1327341" y="151956"/>
                  <a:pt x="1327077" y="165033"/>
                  <a:pt x="1324988" y="178884"/>
                </a:cubicBezTo>
                <a:lnTo>
                  <a:pt x="1325510" y="179651"/>
                </a:lnTo>
                <a:cubicBezTo>
                  <a:pt x="1328648" y="179139"/>
                  <a:pt x="1334658" y="178884"/>
                  <a:pt x="1337792" y="178884"/>
                </a:cubicBezTo>
                <a:cubicBezTo>
                  <a:pt x="1340931" y="178884"/>
                  <a:pt x="1346940" y="179139"/>
                  <a:pt x="1350078" y="179651"/>
                </a:cubicBezTo>
                <a:lnTo>
                  <a:pt x="1350601" y="178884"/>
                </a:lnTo>
                <a:cubicBezTo>
                  <a:pt x="1348507" y="164263"/>
                  <a:pt x="1348248" y="152210"/>
                  <a:pt x="1348248" y="132717"/>
                </a:cubicBezTo>
                <a:lnTo>
                  <a:pt x="1348248" y="102711"/>
                </a:lnTo>
                <a:cubicBezTo>
                  <a:pt x="1361575" y="87323"/>
                  <a:pt x="1376732" y="81682"/>
                  <a:pt x="1386143" y="81682"/>
                </a:cubicBezTo>
                <a:cubicBezTo>
                  <a:pt x="1399470" y="81682"/>
                  <a:pt x="1404957" y="86811"/>
                  <a:pt x="1404957" y="107582"/>
                </a:cubicBezTo>
                <a:lnTo>
                  <a:pt x="1404957" y="132717"/>
                </a:lnTo>
                <a:cubicBezTo>
                  <a:pt x="1404957" y="151956"/>
                  <a:pt x="1404487" y="165084"/>
                  <a:pt x="1402605" y="178884"/>
                </a:cubicBezTo>
                <a:lnTo>
                  <a:pt x="1403127" y="179651"/>
                </a:lnTo>
                <a:cubicBezTo>
                  <a:pt x="1406265" y="179139"/>
                  <a:pt x="1412275" y="178884"/>
                  <a:pt x="1415413" y="178884"/>
                </a:cubicBezTo>
                <a:cubicBezTo>
                  <a:pt x="1418548" y="178884"/>
                  <a:pt x="1424557" y="179139"/>
                  <a:pt x="1427695" y="179651"/>
                </a:cubicBezTo>
                <a:lnTo>
                  <a:pt x="1428218" y="178884"/>
                </a:lnTo>
                <a:cubicBezTo>
                  <a:pt x="1426180" y="164263"/>
                  <a:pt x="1425865" y="152210"/>
                  <a:pt x="1425865" y="132717"/>
                </a:cubicBezTo>
                <a:close/>
                <a:moveTo>
                  <a:pt x="1541899" y="155337"/>
                </a:moveTo>
                <a:lnTo>
                  <a:pt x="1542944" y="156104"/>
                </a:lnTo>
                <a:lnTo>
                  <a:pt x="1544252" y="178884"/>
                </a:lnTo>
                <a:cubicBezTo>
                  <a:pt x="1544252" y="179397"/>
                  <a:pt x="1544567" y="179651"/>
                  <a:pt x="1545297" y="179651"/>
                </a:cubicBezTo>
                <a:cubicBezTo>
                  <a:pt x="1548746" y="179193"/>
                  <a:pt x="1551833" y="178884"/>
                  <a:pt x="1555645" y="178884"/>
                </a:cubicBezTo>
                <a:cubicBezTo>
                  <a:pt x="1558887" y="178884"/>
                  <a:pt x="1563852" y="179142"/>
                  <a:pt x="1567249" y="179651"/>
                </a:cubicBezTo>
                <a:lnTo>
                  <a:pt x="1567772" y="178884"/>
                </a:lnTo>
                <a:cubicBezTo>
                  <a:pt x="1565682" y="167879"/>
                  <a:pt x="1563329" y="148937"/>
                  <a:pt x="1563329" y="129742"/>
                </a:cubicBezTo>
                <a:lnTo>
                  <a:pt x="1563329" y="115151"/>
                </a:lnTo>
                <a:cubicBezTo>
                  <a:pt x="1563329" y="95952"/>
                  <a:pt x="1563593" y="82644"/>
                  <a:pt x="1565682" y="69077"/>
                </a:cubicBezTo>
                <a:lnTo>
                  <a:pt x="1565160" y="68307"/>
                </a:lnTo>
                <a:cubicBezTo>
                  <a:pt x="1562021" y="68819"/>
                  <a:pt x="1556012" y="69077"/>
                  <a:pt x="1552878" y="69077"/>
                </a:cubicBezTo>
                <a:cubicBezTo>
                  <a:pt x="1549739" y="69077"/>
                  <a:pt x="1543730" y="68819"/>
                  <a:pt x="1540595" y="68307"/>
                </a:cubicBezTo>
                <a:lnTo>
                  <a:pt x="1540069" y="69077"/>
                </a:lnTo>
                <a:cubicBezTo>
                  <a:pt x="1542111" y="83719"/>
                  <a:pt x="1542422" y="95697"/>
                  <a:pt x="1542422" y="115151"/>
                </a:cubicBezTo>
                <a:lnTo>
                  <a:pt x="1542422" y="140235"/>
                </a:lnTo>
                <a:cubicBezTo>
                  <a:pt x="1534478" y="153343"/>
                  <a:pt x="1519425" y="167054"/>
                  <a:pt x="1506620" y="167054"/>
                </a:cubicBezTo>
                <a:cubicBezTo>
                  <a:pt x="1497628" y="167054"/>
                  <a:pt x="1489110" y="164243"/>
                  <a:pt x="1489110" y="140450"/>
                </a:cubicBezTo>
                <a:lnTo>
                  <a:pt x="1489110" y="115124"/>
                </a:lnTo>
                <a:cubicBezTo>
                  <a:pt x="1489110" y="95936"/>
                  <a:pt x="1489369" y="82636"/>
                  <a:pt x="1491463" y="69077"/>
                </a:cubicBezTo>
                <a:lnTo>
                  <a:pt x="1490940" y="68307"/>
                </a:lnTo>
                <a:cubicBezTo>
                  <a:pt x="1487802" y="68819"/>
                  <a:pt x="1481793" y="69077"/>
                  <a:pt x="1478654" y="69077"/>
                </a:cubicBezTo>
                <a:cubicBezTo>
                  <a:pt x="1475520" y="69077"/>
                  <a:pt x="1469510" y="68819"/>
                  <a:pt x="1466372" y="68307"/>
                </a:cubicBezTo>
                <a:lnTo>
                  <a:pt x="1465850" y="69077"/>
                </a:lnTo>
                <a:cubicBezTo>
                  <a:pt x="1467939" y="83656"/>
                  <a:pt x="1468202" y="95682"/>
                  <a:pt x="1468202" y="115124"/>
                </a:cubicBezTo>
                <a:lnTo>
                  <a:pt x="1468202" y="145822"/>
                </a:lnTo>
                <a:cubicBezTo>
                  <a:pt x="1468202" y="163473"/>
                  <a:pt x="1476565" y="181402"/>
                  <a:pt x="1502437" y="181402"/>
                </a:cubicBezTo>
                <a:cubicBezTo>
                  <a:pt x="1518639" y="181402"/>
                  <a:pt x="1533274" y="168336"/>
                  <a:pt x="1541899" y="155286"/>
                </a:cubicBezTo>
                <a:lnTo>
                  <a:pt x="1541899" y="155337"/>
                </a:lnTo>
                <a:close/>
                <a:moveTo>
                  <a:pt x="1629186" y="88606"/>
                </a:moveTo>
                <a:lnTo>
                  <a:pt x="1629186" y="69895"/>
                </a:lnTo>
                <a:cubicBezTo>
                  <a:pt x="1629186" y="67897"/>
                  <a:pt x="1628875" y="67334"/>
                  <a:pt x="1627619" y="67334"/>
                </a:cubicBezTo>
                <a:cubicBezTo>
                  <a:pt x="1621765" y="68460"/>
                  <a:pt x="1612410" y="68663"/>
                  <a:pt x="1606452" y="68100"/>
                </a:cubicBezTo>
                <a:lnTo>
                  <a:pt x="1605930" y="68870"/>
                </a:lnTo>
                <a:cubicBezTo>
                  <a:pt x="1607756" y="79938"/>
                  <a:pt x="1608278" y="99376"/>
                  <a:pt x="1608278" y="118611"/>
                </a:cubicBezTo>
                <a:lnTo>
                  <a:pt x="1608278" y="132717"/>
                </a:lnTo>
                <a:cubicBezTo>
                  <a:pt x="1608278" y="151956"/>
                  <a:pt x="1608019" y="165033"/>
                  <a:pt x="1605930" y="178884"/>
                </a:cubicBezTo>
                <a:lnTo>
                  <a:pt x="1606452" y="179651"/>
                </a:lnTo>
                <a:cubicBezTo>
                  <a:pt x="1609586" y="179139"/>
                  <a:pt x="1615596" y="178884"/>
                  <a:pt x="1618734" y="178884"/>
                </a:cubicBezTo>
                <a:cubicBezTo>
                  <a:pt x="1621868" y="178884"/>
                  <a:pt x="1627882" y="179139"/>
                  <a:pt x="1631016" y="179651"/>
                </a:cubicBezTo>
                <a:lnTo>
                  <a:pt x="1631539" y="178884"/>
                </a:lnTo>
                <a:cubicBezTo>
                  <a:pt x="1629449" y="164263"/>
                  <a:pt x="1629186" y="152210"/>
                  <a:pt x="1629186" y="132717"/>
                </a:cubicBezTo>
                <a:lnTo>
                  <a:pt x="1629186" y="101687"/>
                </a:lnTo>
                <a:cubicBezTo>
                  <a:pt x="1641472" y="89376"/>
                  <a:pt x="1656107" y="81682"/>
                  <a:pt x="1665251" y="81682"/>
                </a:cubicBezTo>
                <a:cubicBezTo>
                  <a:pt x="1675184" y="81682"/>
                  <a:pt x="1682502" y="87323"/>
                  <a:pt x="1682502" y="104506"/>
                </a:cubicBezTo>
                <a:lnTo>
                  <a:pt x="1682502" y="132717"/>
                </a:lnTo>
                <a:cubicBezTo>
                  <a:pt x="1682502" y="151956"/>
                  <a:pt x="1682239" y="165033"/>
                  <a:pt x="1680149" y="178884"/>
                </a:cubicBezTo>
                <a:lnTo>
                  <a:pt x="1680671" y="179651"/>
                </a:lnTo>
                <a:cubicBezTo>
                  <a:pt x="1683806" y="179139"/>
                  <a:pt x="1689819" y="178884"/>
                  <a:pt x="1692954" y="178884"/>
                </a:cubicBezTo>
                <a:cubicBezTo>
                  <a:pt x="1696092" y="178884"/>
                  <a:pt x="1702101" y="179139"/>
                  <a:pt x="1705236" y="179651"/>
                </a:cubicBezTo>
                <a:lnTo>
                  <a:pt x="1705758" y="178884"/>
                </a:lnTo>
                <a:cubicBezTo>
                  <a:pt x="1703669" y="164263"/>
                  <a:pt x="1703409" y="152210"/>
                  <a:pt x="1703409" y="132717"/>
                </a:cubicBezTo>
                <a:lnTo>
                  <a:pt x="1703409" y="106816"/>
                </a:lnTo>
                <a:cubicBezTo>
                  <a:pt x="1703409" y="103223"/>
                  <a:pt x="1703409" y="100146"/>
                  <a:pt x="1703146" y="97070"/>
                </a:cubicBezTo>
                <a:cubicBezTo>
                  <a:pt x="1715691" y="83476"/>
                  <a:pt x="1726143" y="81682"/>
                  <a:pt x="1736336" y="81682"/>
                </a:cubicBezTo>
                <a:cubicBezTo>
                  <a:pt x="1750448" y="81682"/>
                  <a:pt x="1757244" y="87323"/>
                  <a:pt x="1757244" y="104506"/>
                </a:cubicBezTo>
                <a:lnTo>
                  <a:pt x="1757244" y="132717"/>
                </a:lnTo>
                <a:cubicBezTo>
                  <a:pt x="1757244" y="151956"/>
                  <a:pt x="1756984" y="165033"/>
                  <a:pt x="1754891" y="178884"/>
                </a:cubicBezTo>
                <a:lnTo>
                  <a:pt x="1755413" y="179651"/>
                </a:lnTo>
                <a:cubicBezTo>
                  <a:pt x="1758552" y="179139"/>
                  <a:pt x="1764561" y="178884"/>
                  <a:pt x="1767699" y="178884"/>
                </a:cubicBezTo>
                <a:cubicBezTo>
                  <a:pt x="1770834" y="178884"/>
                  <a:pt x="1776843" y="179139"/>
                  <a:pt x="1779982" y="179651"/>
                </a:cubicBezTo>
                <a:lnTo>
                  <a:pt x="1780504" y="178884"/>
                </a:lnTo>
                <a:cubicBezTo>
                  <a:pt x="1778410" y="164263"/>
                  <a:pt x="1778151" y="152210"/>
                  <a:pt x="1778151" y="132717"/>
                </a:cubicBezTo>
                <a:lnTo>
                  <a:pt x="1778151" y="107070"/>
                </a:lnTo>
                <a:cubicBezTo>
                  <a:pt x="1778151" y="84246"/>
                  <a:pt x="1773968" y="66306"/>
                  <a:pt x="1745743" y="66306"/>
                </a:cubicBezTo>
                <a:cubicBezTo>
                  <a:pt x="1731634" y="66306"/>
                  <a:pt x="1716473" y="71177"/>
                  <a:pt x="1701579" y="86553"/>
                </a:cubicBezTo>
                <a:cubicBezTo>
                  <a:pt x="1699226" y="74250"/>
                  <a:pt x="1688511" y="66306"/>
                  <a:pt x="1673876" y="66306"/>
                </a:cubicBezTo>
                <a:cubicBezTo>
                  <a:pt x="1657674" y="66306"/>
                  <a:pt x="1642254" y="76556"/>
                  <a:pt x="1629971" y="89376"/>
                </a:cubicBezTo>
                <a:lnTo>
                  <a:pt x="1629186" y="88606"/>
                </a:lnTo>
                <a:close/>
                <a:moveTo>
                  <a:pt x="1840087" y="158082"/>
                </a:moveTo>
                <a:lnTo>
                  <a:pt x="1840087" y="91682"/>
                </a:lnTo>
                <a:cubicBezTo>
                  <a:pt x="1850279" y="81428"/>
                  <a:pt x="1856815" y="76556"/>
                  <a:pt x="1867530" y="76556"/>
                </a:cubicBezTo>
                <a:cubicBezTo>
                  <a:pt x="1883469" y="76556"/>
                  <a:pt x="1897581" y="89427"/>
                  <a:pt x="1897581" y="121418"/>
                </a:cubicBezTo>
                <a:cubicBezTo>
                  <a:pt x="1897581" y="153211"/>
                  <a:pt x="1887911" y="171155"/>
                  <a:pt x="1863088" y="171155"/>
                </a:cubicBezTo>
                <a:cubicBezTo>
                  <a:pt x="1854985" y="171155"/>
                  <a:pt x="1845314" y="164490"/>
                  <a:pt x="1840087" y="158082"/>
                </a:cubicBezTo>
                <a:moveTo>
                  <a:pt x="1840087" y="50691"/>
                </a:moveTo>
                <a:cubicBezTo>
                  <a:pt x="1840087" y="31745"/>
                  <a:pt x="1840402" y="18230"/>
                  <a:pt x="1841658" y="2561"/>
                </a:cubicBezTo>
                <a:cubicBezTo>
                  <a:pt x="1841658" y="770"/>
                  <a:pt x="1840924" y="0"/>
                  <a:pt x="1839305" y="0"/>
                </a:cubicBezTo>
                <a:cubicBezTo>
                  <a:pt x="1832769" y="2561"/>
                  <a:pt x="1827178" y="4355"/>
                  <a:pt x="1816567" y="5121"/>
                </a:cubicBezTo>
                <a:lnTo>
                  <a:pt x="1816045" y="5892"/>
                </a:lnTo>
                <a:cubicBezTo>
                  <a:pt x="1818082" y="16846"/>
                  <a:pt x="1819179" y="35843"/>
                  <a:pt x="1819179" y="55300"/>
                </a:cubicBezTo>
                <a:lnTo>
                  <a:pt x="1819179" y="160130"/>
                </a:lnTo>
                <a:cubicBezTo>
                  <a:pt x="1819179" y="170131"/>
                  <a:pt x="1818972" y="173771"/>
                  <a:pt x="1817875" y="179354"/>
                </a:cubicBezTo>
                <a:cubicBezTo>
                  <a:pt x="1819442" y="180890"/>
                  <a:pt x="1822473" y="181402"/>
                  <a:pt x="1825192" y="181402"/>
                </a:cubicBezTo>
                <a:cubicBezTo>
                  <a:pt x="1828068" y="178329"/>
                  <a:pt x="1831098" y="173974"/>
                  <a:pt x="1833814" y="168849"/>
                </a:cubicBezTo>
                <a:cubicBezTo>
                  <a:pt x="1841395" y="175256"/>
                  <a:pt x="1853417" y="181402"/>
                  <a:pt x="1864655" y="181402"/>
                </a:cubicBezTo>
                <a:cubicBezTo>
                  <a:pt x="1891309" y="181402"/>
                  <a:pt x="1920842" y="162953"/>
                  <a:pt x="1920842" y="119370"/>
                </a:cubicBezTo>
                <a:cubicBezTo>
                  <a:pt x="1920842" y="88093"/>
                  <a:pt x="1898104" y="66306"/>
                  <a:pt x="1872754" y="66306"/>
                </a:cubicBezTo>
                <a:cubicBezTo>
                  <a:pt x="1860213" y="66306"/>
                  <a:pt x="1848975" y="69637"/>
                  <a:pt x="1840087" y="79121"/>
                </a:cubicBezTo>
                <a:lnTo>
                  <a:pt x="1840087" y="50691"/>
                </a:lnTo>
                <a:close/>
                <a:moveTo>
                  <a:pt x="1964749" y="108853"/>
                </a:moveTo>
                <a:cubicBezTo>
                  <a:pt x="1969191" y="82194"/>
                  <a:pt x="1986334" y="76556"/>
                  <a:pt x="1994541" y="76556"/>
                </a:cubicBezTo>
                <a:cubicBezTo>
                  <a:pt x="2004889" y="76556"/>
                  <a:pt x="2016493" y="86041"/>
                  <a:pt x="2016493" y="105264"/>
                </a:cubicBezTo>
                <a:cubicBezTo>
                  <a:pt x="2016493" y="107571"/>
                  <a:pt x="2015448" y="108853"/>
                  <a:pt x="2012832" y="108853"/>
                </a:cubicBezTo>
                <a:lnTo>
                  <a:pt x="1964749" y="108853"/>
                </a:lnTo>
                <a:moveTo>
                  <a:pt x="2034526" y="152182"/>
                </a:moveTo>
                <a:cubicBezTo>
                  <a:pt x="2025378" y="161929"/>
                  <a:pt x="2013096" y="166288"/>
                  <a:pt x="1998720" y="166288"/>
                </a:cubicBezTo>
                <a:cubicBezTo>
                  <a:pt x="1989783" y="166288"/>
                  <a:pt x="1977449" y="162953"/>
                  <a:pt x="1970236" y="151670"/>
                </a:cubicBezTo>
                <a:cubicBezTo>
                  <a:pt x="1965634" y="144488"/>
                  <a:pt x="1963963" y="134026"/>
                  <a:pt x="1963963" y="119100"/>
                </a:cubicBezTo>
                <a:lnTo>
                  <a:pt x="2035048" y="119100"/>
                </a:lnTo>
                <a:cubicBezTo>
                  <a:pt x="2037923" y="119100"/>
                  <a:pt x="2039750" y="117563"/>
                  <a:pt x="2039750" y="114745"/>
                </a:cubicBezTo>
                <a:cubicBezTo>
                  <a:pt x="2039750" y="93219"/>
                  <a:pt x="2029035" y="66306"/>
                  <a:pt x="1994541" y="66306"/>
                </a:cubicBezTo>
                <a:cubicBezTo>
                  <a:pt x="1967620" y="66306"/>
                  <a:pt x="1940966" y="87577"/>
                  <a:pt x="1940966" y="125257"/>
                </a:cubicBezTo>
                <a:cubicBezTo>
                  <a:pt x="1940966" y="139820"/>
                  <a:pt x="1943996" y="154184"/>
                  <a:pt x="1952726" y="164493"/>
                </a:cubicBezTo>
                <a:cubicBezTo>
                  <a:pt x="1961714" y="175100"/>
                  <a:pt x="1976664" y="181402"/>
                  <a:pt x="1994278" y="181402"/>
                </a:cubicBezTo>
                <a:cubicBezTo>
                  <a:pt x="2013096" y="181402"/>
                  <a:pt x="2029820" y="171925"/>
                  <a:pt x="2039750" y="158594"/>
                </a:cubicBezTo>
                <a:lnTo>
                  <a:pt x="2034526" y="152182"/>
                </a:lnTo>
                <a:close/>
                <a:moveTo>
                  <a:pt x="2094109" y="93219"/>
                </a:moveTo>
                <a:lnTo>
                  <a:pt x="2094109" y="69895"/>
                </a:lnTo>
                <a:cubicBezTo>
                  <a:pt x="2094109" y="67897"/>
                  <a:pt x="2093794" y="67334"/>
                  <a:pt x="2092542" y="67334"/>
                </a:cubicBezTo>
                <a:cubicBezTo>
                  <a:pt x="2086688" y="68460"/>
                  <a:pt x="2077333" y="68663"/>
                  <a:pt x="2071371" y="68100"/>
                </a:cubicBezTo>
                <a:lnTo>
                  <a:pt x="2070849" y="68870"/>
                </a:lnTo>
                <a:cubicBezTo>
                  <a:pt x="2072679" y="79938"/>
                  <a:pt x="2073202" y="99376"/>
                  <a:pt x="2073202" y="118611"/>
                </a:cubicBezTo>
                <a:lnTo>
                  <a:pt x="2073202" y="132717"/>
                </a:lnTo>
                <a:cubicBezTo>
                  <a:pt x="2073202" y="151952"/>
                  <a:pt x="2072891" y="165084"/>
                  <a:pt x="2070849" y="178884"/>
                </a:cubicBezTo>
                <a:lnTo>
                  <a:pt x="2071371" y="179651"/>
                </a:lnTo>
                <a:cubicBezTo>
                  <a:pt x="2074510" y="179139"/>
                  <a:pt x="2080519" y="178884"/>
                  <a:pt x="2083657" y="178884"/>
                </a:cubicBezTo>
                <a:cubicBezTo>
                  <a:pt x="2086792" y="178884"/>
                  <a:pt x="2092801" y="179139"/>
                  <a:pt x="2095940" y="179651"/>
                </a:cubicBezTo>
                <a:lnTo>
                  <a:pt x="2096462" y="178884"/>
                </a:lnTo>
                <a:cubicBezTo>
                  <a:pt x="2094528" y="164263"/>
                  <a:pt x="2094109" y="152210"/>
                  <a:pt x="2094109" y="132717"/>
                </a:cubicBezTo>
                <a:lnTo>
                  <a:pt x="2094109" y="119381"/>
                </a:lnTo>
                <a:cubicBezTo>
                  <a:pt x="2094109" y="108607"/>
                  <a:pt x="2097403" y="102453"/>
                  <a:pt x="2102994" y="93989"/>
                </a:cubicBezTo>
                <a:cubicBezTo>
                  <a:pt x="2106810" y="88297"/>
                  <a:pt x="2112664" y="85013"/>
                  <a:pt x="2117629" y="85013"/>
                </a:cubicBezTo>
                <a:cubicBezTo>
                  <a:pt x="2122857" y="85013"/>
                  <a:pt x="2127821" y="85525"/>
                  <a:pt x="2131219" y="88602"/>
                </a:cubicBezTo>
                <a:lnTo>
                  <a:pt x="2133309" y="88090"/>
                </a:lnTo>
                <a:lnTo>
                  <a:pt x="2138536" y="69124"/>
                </a:lnTo>
                <a:lnTo>
                  <a:pt x="2137492" y="68100"/>
                </a:lnTo>
                <a:cubicBezTo>
                  <a:pt x="2133049" y="66822"/>
                  <a:pt x="2132786" y="66306"/>
                  <a:pt x="2128085" y="66306"/>
                </a:cubicBezTo>
                <a:cubicBezTo>
                  <a:pt x="2113972" y="66306"/>
                  <a:pt x="2106391" y="74250"/>
                  <a:pt x="2094895" y="93731"/>
                </a:cubicBezTo>
                <a:lnTo>
                  <a:pt x="2094109" y="93219"/>
                </a:lnTo>
                <a:close/>
                <a:moveTo>
                  <a:pt x="2218246" y="126290"/>
                </a:moveTo>
                <a:cubicBezTo>
                  <a:pt x="2218246" y="157054"/>
                  <a:pt x="2238890" y="181402"/>
                  <a:pt x="2273651" y="181402"/>
                </a:cubicBezTo>
                <a:cubicBezTo>
                  <a:pt x="2308145" y="181402"/>
                  <a:pt x="2329053" y="157570"/>
                  <a:pt x="2329053" y="123983"/>
                </a:cubicBezTo>
                <a:cubicBezTo>
                  <a:pt x="2329053" y="89118"/>
                  <a:pt x="2309975" y="66306"/>
                  <a:pt x="2274696" y="66306"/>
                </a:cubicBezTo>
                <a:cubicBezTo>
                  <a:pt x="2240458" y="66306"/>
                  <a:pt x="2218246" y="89888"/>
                  <a:pt x="2218246" y="126290"/>
                </a:cubicBezTo>
                <a:moveTo>
                  <a:pt x="2272866" y="76556"/>
                </a:moveTo>
                <a:cubicBezTo>
                  <a:pt x="2300568" y="76556"/>
                  <a:pt x="2306056" y="97578"/>
                  <a:pt x="2306056" y="128600"/>
                </a:cubicBezTo>
                <a:cubicBezTo>
                  <a:pt x="2306056" y="152952"/>
                  <a:pt x="2293510" y="171155"/>
                  <a:pt x="2276000" y="171155"/>
                </a:cubicBezTo>
                <a:cubicBezTo>
                  <a:pt x="2248301" y="171155"/>
                  <a:pt x="2241243" y="141674"/>
                  <a:pt x="2241243" y="121934"/>
                </a:cubicBezTo>
                <a:cubicBezTo>
                  <a:pt x="2241243" y="99630"/>
                  <a:pt x="2248301" y="76556"/>
                  <a:pt x="2272866" y="76556"/>
                </a:cubicBezTo>
                <a:close/>
                <a:moveTo>
                  <a:pt x="2364859" y="69058"/>
                </a:moveTo>
                <a:cubicBezTo>
                  <a:pt x="2359160" y="69058"/>
                  <a:pt x="2353151" y="69007"/>
                  <a:pt x="2349697" y="68546"/>
                </a:cubicBezTo>
                <a:cubicBezTo>
                  <a:pt x="2347923" y="72698"/>
                  <a:pt x="2346511" y="75208"/>
                  <a:pt x="2343951" y="79051"/>
                </a:cubicBezTo>
                <a:lnTo>
                  <a:pt x="2345255" y="80845"/>
                </a:lnTo>
                <a:cubicBezTo>
                  <a:pt x="2349960" y="80536"/>
                  <a:pt x="2358586" y="80333"/>
                  <a:pt x="2364595" y="80333"/>
                </a:cubicBezTo>
                <a:lnTo>
                  <a:pt x="2364859" y="80333"/>
                </a:lnTo>
                <a:lnTo>
                  <a:pt x="2364859" y="127943"/>
                </a:lnTo>
                <a:cubicBezTo>
                  <a:pt x="2364859" y="147143"/>
                  <a:pt x="2364492" y="165166"/>
                  <a:pt x="2362243" y="178884"/>
                </a:cubicBezTo>
                <a:lnTo>
                  <a:pt x="2362765" y="179651"/>
                </a:lnTo>
                <a:cubicBezTo>
                  <a:pt x="2365903" y="179142"/>
                  <a:pt x="2372176" y="178884"/>
                  <a:pt x="2375310" y="178884"/>
                </a:cubicBezTo>
                <a:cubicBezTo>
                  <a:pt x="2378445" y="178884"/>
                  <a:pt x="2384717" y="179142"/>
                  <a:pt x="2387856" y="179651"/>
                </a:cubicBezTo>
                <a:lnTo>
                  <a:pt x="2388378" y="178884"/>
                </a:lnTo>
                <a:cubicBezTo>
                  <a:pt x="2386181" y="164294"/>
                  <a:pt x="2385762" y="147143"/>
                  <a:pt x="2385762" y="127943"/>
                </a:cubicBezTo>
                <a:lnTo>
                  <a:pt x="2385762" y="80333"/>
                </a:lnTo>
                <a:lnTo>
                  <a:pt x="2394651" y="80333"/>
                </a:lnTo>
                <a:cubicBezTo>
                  <a:pt x="2400924" y="80333"/>
                  <a:pt x="2410016" y="80536"/>
                  <a:pt x="2413465" y="80845"/>
                </a:cubicBezTo>
                <a:cubicBezTo>
                  <a:pt x="2414250" y="76748"/>
                  <a:pt x="2415036" y="74132"/>
                  <a:pt x="2416603" y="70340"/>
                </a:cubicBezTo>
                <a:lnTo>
                  <a:pt x="2415295" y="68546"/>
                </a:lnTo>
                <a:cubicBezTo>
                  <a:pt x="2410905" y="68749"/>
                  <a:pt x="2403013" y="69058"/>
                  <a:pt x="2397004" y="69058"/>
                </a:cubicBezTo>
                <a:lnTo>
                  <a:pt x="2385762" y="69058"/>
                </a:lnTo>
                <a:lnTo>
                  <a:pt x="2385762" y="66743"/>
                </a:lnTo>
                <a:cubicBezTo>
                  <a:pt x="2385762" y="57474"/>
                  <a:pt x="2384458" y="44088"/>
                  <a:pt x="2384458" y="39455"/>
                </a:cubicBezTo>
                <a:cubicBezTo>
                  <a:pt x="2384458" y="25244"/>
                  <a:pt x="2393813" y="15630"/>
                  <a:pt x="2408763" y="15630"/>
                </a:cubicBezTo>
                <a:cubicBezTo>
                  <a:pt x="2415503" y="15630"/>
                  <a:pt x="2421046" y="19442"/>
                  <a:pt x="2423921" y="24521"/>
                </a:cubicBezTo>
                <a:lnTo>
                  <a:pt x="2426796" y="24270"/>
                </a:lnTo>
                <a:cubicBezTo>
                  <a:pt x="2428622" y="17409"/>
                  <a:pt x="2431446" y="8765"/>
                  <a:pt x="2434113" y="3331"/>
                </a:cubicBezTo>
                <a:lnTo>
                  <a:pt x="2433850" y="2565"/>
                </a:lnTo>
                <a:cubicBezTo>
                  <a:pt x="2431761" y="1282"/>
                  <a:pt x="2427055" y="0"/>
                  <a:pt x="2422090" y="0"/>
                </a:cubicBezTo>
                <a:cubicBezTo>
                  <a:pt x="2405625" y="0"/>
                  <a:pt x="2389108" y="7483"/>
                  <a:pt x="2379230" y="19696"/>
                </a:cubicBezTo>
                <a:cubicBezTo>
                  <a:pt x="2369301" y="31988"/>
                  <a:pt x="2364859" y="44088"/>
                  <a:pt x="2364859" y="59018"/>
                </a:cubicBezTo>
                <a:lnTo>
                  <a:pt x="2364859" y="69058"/>
                </a:lnTo>
                <a:close/>
                <a:moveTo>
                  <a:pt x="2498923" y="152952"/>
                </a:moveTo>
                <a:lnTo>
                  <a:pt x="2494480" y="174486"/>
                </a:lnTo>
                <a:cubicBezTo>
                  <a:pt x="2509378" y="179612"/>
                  <a:pt x="2524013" y="181402"/>
                  <a:pt x="2533943" y="181402"/>
                </a:cubicBezTo>
                <a:cubicBezTo>
                  <a:pt x="2570008" y="181402"/>
                  <a:pt x="2578370" y="160388"/>
                  <a:pt x="2578370" y="146287"/>
                </a:cubicBezTo>
                <a:cubicBezTo>
                  <a:pt x="2578370" y="125265"/>
                  <a:pt x="2561382" y="117063"/>
                  <a:pt x="2542827" y="112704"/>
                </a:cubicBezTo>
                <a:cubicBezTo>
                  <a:pt x="2532950" y="110397"/>
                  <a:pt x="2518526" y="105526"/>
                  <a:pt x="2518526" y="92707"/>
                </a:cubicBezTo>
                <a:cubicBezTo>
                  <a:pt x="2518526" y="82194"/>
                  <a:pt x="2527148" y="76556"/>
                  <a:pt x="2538385" y="76556"/>
                </a:cubicBezTo>
                <a:cubicBezTo>
                  <a:pt x="2551975" y="76556"/>
                  <a:pt x="2560338" y="87065"/>
                  <a:pt x="2566351" y="93989"/>
                </a:cubicBezTo>
                <a:lnTo>
                  <a:pt x="2570008" y="93731"/>
                </a:lnTo>
                <a:lnTo>
                  <a:pt x="2575236" y="74762"/>
                </a:lnTo>
                <a:lnTo>
                  <a:pt x="2574713" y="73996"/>
                </a:lnTo>
                <a:cubicBezTo>
                  <a:pt x="2567133" y="70153"/>
                  <a:pt x="2552761" y="66306"/>
                  <a:pt x="2539430" y="66306"/>
                </a:cubicBezTo>
                <a:cubicBezTo>
                  <a:pt x="2520093" y="66306"/>
                  <a:pt x="2499967" y="76298"/>
                  <a:pt x="2499967" y="97578"/>
                </a:cubicBezTo>
                <a:cubicBezTo>
                  <a:pt x="2499967" y="118087"/>
                  <a:pt x="2515599" y="124855"/>
                  <a:pt x="2531331" y="129112"/>
                </a:cubicBezTo>
                <a:cubicBezTo>
                  <a:pt x="2546488" y="133213"/>
                  <a:pt x="2557726" y="137314"/>
                  <a:pt x="2557726" y="149876"/>
                </a:cubicBezTo>
                <a:cubicBezTo>
                  <a:pt x="2557726" y="163465"/>
                  <a:pt x="2547533" y="171155"/>
                  <a:pt x="2533684" y="171155"/>
                </a:cubicBezTo>
                <a:cubicBezTo>
                  <a:pt x="2521138" y="171155"/>
                  <a:pt x="2510160" y="162695"/>
                  <a:pt x="2502843" y="152698"/>
                </a:cubicBezTo>
                <a:lnTo>
                  <a:pt x="2498923" y="152952"/>
                </a:lnTo>
                <a:close/>
                <a:moveTo>
                  <a:pt x="2684736" y="155337"/>
                </a:moveTo>
                <a:lnTo>
                  <a:pt x="2685780" y="156104"/>
                </a:lnTo>
                <a:lnTo>
                  <a:pt x="2687088" y="178884"/>
                </a:lnTo>
                <a:cubicBezTo>
                  <a:pt x="2687088" y="179397"/>
                  <a:pt x="2687403" y="179651"/>
                  <a:pt x="2688133" y="179651"/>
                </a:cubicBezTo>
                <a:cubicBezTo>
                  <a:pt x="2691582" y="179193"/>
                  <a:pt x="2694669" y="178884"/>
                  <a:pt x="2698481" y="178884"/>
                </a:cubicBezTo>
                <a:cubicBezTo>
                  <a:pt x="2701723" y="178884"/>
                  <a:pt x="2706688" y="179142"/>
                  <a:pt x="2710085" y="179651"/>
                </a:cubicBezTo>
                <a:lnTo>
                  <a:pt x="2710608" y="178884"/>
                </a:lnTo>
                <a:cubicBezTo>
                  <a:pt x="2708518" y="167879"/>
                  <a:pt x="2706166" y="148937"/>
                  <a:pt x="2706166" y="129742"/>
                </a:cubicBezTo>
                <a:lnTo>
                  <a:pt x="2706166" y="115151"/>
                </a:lnTo>
                <a:cubicBezTo>
                  <a:pt x="2706166" y="95952"/>
                  <a:pt x="2706429" y="82644"/>
                  <a:pt x="2708518" y="69077"/>
                </a:cubicBezTo>
                <a:lnTo>
                  <a:pt x="2707996" y="68307"/>
                </a:lnTo>
                <a:cubicBezTo>
                  <a:pt x="2704858" y="68819"/>
                  <a:pt x="2698848" y="69077"/>
                  <a:pt x="2695714" y="69077"/>
                </a:cubicBezTo>
                <a:cubicBezTo>
                  <a:pt x="2692575" y="69077"/>
                  <a:pt x="2686566" y="68819"/>
                  <a:pt x="2683432" y="68307"/>
                </a:cubicBezTo>
                <a:lnTo>
                  <a:pt x="2682905" y="69077"/>
                </a:lnTo>
                <a:cubicBezTo>
                  <a:pt x="2684947" y="83719"/>
                  <a:pt x="2685258" y="95697"/>
                  <a:pt x="2685258" y="115151"/>
                </a:cubicBezTo>
                <a:lnTo>
                  <a:pt x="2685258" y="140235"/>
                </a:lnTo>
                <a:cubicBezTo>
                  <a:pt x="2677314" y="153343"/>
                  <a:pt x="2662261" y="167054"/>
                  <a:pt x="2649456" y="167054"/>
                </a:cubicBezTo>
                <a:cubicBezTo>
                  <a:pt x="2640464" y="167054"/>
                  <a:pt x="2631946" y="164243"/>
                  <a:pt x="2631946" y="140450"/>
                </a:cubicBezTo>
                <a:lnTo>
                  <a:pt x="2631946" y="115124"/>
                </a:lnTo>
                <a:cubicBezTo>
                  <a:pt x="2631946" y="95936"/>
                  <a:pt x="2632205" y="82636"/>
                  <a:pt x="2634299" y="69077"/>
                </a:cubicBezTo>
                <a:lnTo>
                  <a:pt x="2633776" y="68307"/>
                </a:lnTo>
                <a:cubicBezTo>
                  <a:pt x="2630638" y="68819"/>
                  <a:pt x="2624629" y="69077"/>
                  <a:pt x="2621490" y="69077"/>
                </a:cubicBezTo>
                <a:cubicBezTo>
                  <a:pt x="2618356" y="69077"/>
                  <a:pt x="2612346" y="68819"/>
                  <a:pt x="2609208" y="68307"/>
                </a:cubicBezTo>
                <a:lnTo>
                  <a:pt x="2608686" y="69077"/>
                </a:lnTo>
                <a:cubicBezTo>
                  <a:pt x="2610775" y="83656"/>
                  <a:pt x="2611038" y="95682"/>
                  <a:pt x="2611038" y="115124"/>
                </a:cubicBezTo>
                <a:lnTo>
                  <a:pt x="2611038" y="145822"/>
                </a:lnTo>
                <a:cubicBezTo>
                  <a:pt x="2611038" y="163473"/>
                  <a:pt x="2619401" y="181402"/>
                  <a:pt x="2645273" y="181402"/>
                </a:cubicBezTo>
                <a:cubicBezTo>
                  <a:pt x="2661475" y="181402"/>
                  <a:pt x="2676110" y="168336"/>
                  <a:pt x="2684736" y="155286"/>
                </a:cubicBezTo>
                <a:lnTo>
                  <a:pt x="2684736" y="155337"/>
                </a:lnTo>
                <a:close/>
                <a:moveTo>
                  <a:pt x="2795023" y="76556"/>
                </a:moveTo>
                <a:cubicBezTo>
                  <a:pt x="2805108" y="76556"/>
                  <a:pt x="2814256" y="83836"/>
                  <a:pt x="2821155" y="95525"/>
                </a:cubicBezTo>
                <a:lnTo>
                  <a:pt x="2824552" y="95271"/>
                </a:lnTo>
                <a:lnTo>
                  <a:pt x="2830562" y="74250"/>
                </a:lnTo>
                <a:lnTo>
                  <a:pt x="2830039" y="73484"/>
                </a:lnTo>
                <a:cubicBezTo>
                  <a:pt x="2821940" y="69382"/>
                  <a:pt x="2808350" y="66306"/>
                  <a:pt x="2795282" y="66306"/>
                </a:cubicBezTo>
                <a:cubicBezTo>
                  <a:pt x="2768102" y="66306"/>
                  <a:pt x="2739618" y="88093"/>
                  <a:pt x="2739618" y="122959"/>
                </a:cubicBezTo>
                <a:cubicBezTo>
                  <a:pt x="2739618" y="158594"/>
                  <a:pt x="2760262" y="181402"/>
                  <a:pt x="2792148" y="181402"/>
                </a:cubicBezTo>
                <a:cubicBezTo>
                  <a:pt x="2807828" y="181402"/>
                  <a:pt x="2820110" y="176281"/>
                  <a:pt x="2830562" y="163211"/>
                </a:cubicBezTo>
                <a:lnTo>
                  <a:pt x="2825597" y="157824"/>
                </a:lnTo>
                <a:lnTo>
                  <a:pt x="2824552" y="157824"/>
                </a:lnTo>
                <a:cubicBezTo>
                  <a:pt x="2814623" y="166542"/>
                  <a:pt x="2806312" y="168595"/>
                  <a:pt x="2796590" y="168595"/>
                </a:cubicBezTo>
                <a:cubicBezTo>
                  <a:pt x="2777513" y="168595"/>
                  <a:pt x="2762615" y="151674"/>
                  <a:pt x="2762615" y="121676"/>
                </a:cubicBezTo>
                <a:cubicBezTo>
                  <a:pt x="2762615" y="93477"/>
                  <a:pt x="2777772" y="76556"/>
                  <a:pt x="2795023" y="76556"/>
                </a:cubicBezTo>
                <a:close/>
                <a:moveTo>
                  <a:pt x="2907138" y="76556"/>
                </a:moveTo>
                <a:cubicBezTo>
                  <a:pt x="2917223" y="76556"/>
                  <a:pt x="2926371" y="83836"/>
                  <a:pt x="2933269" y="95525"/>
                </a:cubicBezTo>
                <a:lnTo>
                  <a:pt x="2936667" y="95271"/>
                </a:lnTo>
                <a:lnTo>
                  <a:pt x="2942676" y="74250"/>
                </a:lnTo>
                <a:lnTo>
                  <a:pt x="2942154" y="73484"/>
                </a:lnTo>
                <a:cubicBezTo>
                  <a:pt x="2934055" y="69382"/>
                  <a:pt x="2920465" y="66306"/>
                  <a:pt x="2907397" y="66306"/>
                </a:cubicBezTo>
                <a:cubicBezTo>
                  <a:pt x="2880217" y="66306"/>
                  <a:pt x="2851733" y="88093"/>
                  <a:pt x="2851733" y="122959"/>
                </a:cubicBezTo>
                <a:cubicBezTo>
                  <a:pt x="2851733" y="158594"/>
                  <a:pt x="2872377" y="181402"/>
                  <a:pt x="2904263" y="181402"/>
                </a:cubicBezTo>
                <a:cubicBezTo>
                  <a:pt x="2919942" y="181402"/>
                  <a:pt x="2932225" y="176281"/>
                  <a:pt x="2942676" y="163211"/>
                </a:cubicBezTo>
                <a:lnTo>
                  <a:pt x="2937712" y="157824"/>
                </a:lnTo>
                <a:lnTo>
                  <a:pt x="2936667" y="157824"/>
                </a:lnTo>
                <a:cubicBezTo>
                  <a:pt x="2926738" y="166542"/>
                  <a:pt x="2918427" y="168595"/>
                  <a:pt x="2908705" y="168595"/>
                </a:cubicBezTo>
                <a:cubicBezTo>
                  <a:pt x="2889628" y="168595"/>
                  <a:pt x="2874730" y="151674"/>
                  <a:pt x="2874730" y="121676"/>
                </a:cubicBezTo>
                <a:cubicBezTo>
                  <a:pt x="2874730" y="93477"/>
                  <a:pt x="2889887" y="76556"/>
                  <a:pt x="2907138" y="76556"/>
                </a:cubicBezTo>
                <a:close/>
                <a:moveTo>
                  <a:pt x="2986585" y="108853"/>
                </a:moveTo>
                <a:cubicBezTo>
                  <a:pt x="2991027" y="82194"/>
                  <a:pt x="3008171" y="76556"/>
                  <a:pt x="3016377" y="76556"/>
                </a:cubicBezTo>
                <a:cubicBezTo>
                  <a:pt x="3026725" y="76556"/>
                  <a:pt x="3038330" y="86041"/>
                  <a:pt x="3038330" y="105264"/>
                </a:cubicBezTo>
                <a:cubicBezTo>
                  <a:pt x="3038330" y="107571"/>
                  <a:pt x="3037285" y="108853"/>
                  <a:pt x="3034669" y="108853"/>
                </a:cubicBezTo>
                <a:lnTo>
                  <a:pt x="2986585" y="108853"/>
                </a:lnTo>
                <a:moveTo>
                  <a:pt x="3056362" y="152182"/>
                </a:moveTo>
                <a:cubicBezTo>
                  <a:pt x="3047214" y="161929"/>
                  <a:pt x="3034932" y="166288"/>
                  <a:pt x="3020556" y="166288"/>
                </a:cubicBezTo>
                <a:cubicBezTo>
                  <a:pt x="3011620" y="166288"/>
                  <a:pt x="2999286" y="162953"/>
                  <a:pt x="2992072" y="151670"/>
                </a:cubicBezTo>
                <a:cubicBezTo>
                  <a:pt x="2987470" y="144488"/>
                  <a:pt x="2985800" y="134026"/>
                  <a:pt x="2985800" y="119100"/>
                </a:cubicBezTo>
                <a:lnTo>
                  <a:pt x="3056885" y="119100"/>
                </a:lnTo>
                <a:cubicBezTo>
                  <a:pt x="3059760" y="119100"/>
                  <a:pt x="3061586" y="117563"/>
                  <a:pt x="3061586" y="114745"/>
                </a:cubicBezTo>
                <a:cubicBezTo>
                  <a:pt x="3061586" y="93219"/>
                  <a:pt x="3050871" y="66306"/>
                  <a:pt x="3016377" y="66306"/>
                </a:cubicBezTo>
                <a:cubicBezTo>
                  <a:pt x="2989456" y="66306"/>
                  <a:pt x="2962802" y="87577"/>
                  <a:pt x="2962802" y="125257"/>
                </a:cubicBezTo>
                <a:cubicBezTo>
                  <a:pt x="2962802" y="139820"/>
                  <a:pt x="2965833" y="154184"/>
                  <a:pt x="2974562" y="164493"/>
                </a:cubicBezTo>
                <a:cubicBezTo>
                  <a:pt x="2983550" y="175100"/>
                  <a:pt x="2998500" y="181402"/>
                  <a:pt x="3016114" y="181402"/>
                </a:cubicBezTo>
                <a:cubicBezTo>
                  <a:pt x="3034932" y="181402"/>
                  <a:pt x="3051657" y="171925"/>
                  <a:pt x="3061586" y="158594"/>
                </a:cubicBezTo>
                <a:lnTo>
                  <a:pt x="3056362" y="152182"/>
                </a:lnTo>
                <a:close/>
                <a:moveTo>
                  <a:pt x="3085368" y="152952"/>
                </a:moveTo>
                <a:lnTo>
                  <a:pt x="3080926" y="174486"/>
                </a:lnTo>
                <a:cubicBezTo>
                  <a:pt x="3095824" y="179612"/>
                  <a:pt x="3110459" y="181402"/>
                  <a:pt x="3120388" y="181402"/>
                </a:cubicBezTo>
                <a:cubicBezTo>
                  <a:pt x="3156453" y="181402"/>
                  <a:pt x="3164816" y="160388"/>
                  <a:pt x="3164816" y="146287"/>
                </a:cubicBezTo>
                <a:cubicBezTo>
                  <a:pt x="3164816" y="125265"/>
                  <a:pt x="3147828" y="117063"/>
                  <a:pt x="3129273" y="112704"/>
                </a:cubicBezTo>
                <a:cubicBezTo>
                  <a:pt x="3119395" y="110397"/>
                  <a:pt x="3104972" y="105526"/>
                  <a:pt x="3104972" y="92707"/>
                </a:cubicBezTo>
                <a:cubicBezTo>
                  <a:pt x="3104972" y="82194"/>
                  <a:pt x="3113593" y="76556"/>
                  <a:pt x="3124831" y="76556"/>
                </a:cubicBezTo>
                <a:cubicBezTo>
                  <a:pt x="3138421" y="76556"/>
                  <a:pt x="3146783" y="87065"/>
                  <a:pt x="3152797" y="93989"/>
                </a:cubicBezTo>
                <a:lnTo>
                  <a:pt x="3156453" y="93731"/>
                </a:lnTo>
                <a:lnTo>
                  <a:pt x="3161681" y="74762"/>
                </a:lnTo>
                <a:lnTo>
                  <a:pt x="3161159" y="73996"/>
                </a:lnTo>
                <a:cubicBezTo>
                  <a:pt x="3153578" y="70153"/>
                  <a:pt x="3139206" y="66306"/>
                  <a:pt x="3125876" y="66306"/>
                </a:cubicBezTo>
                <a:cubicBezTo>
                  <a:pt x="3106539" y="66306"/>
                  <a:pt x="3086413" y="76298"/>
                  <a:pt x="3086413" y="97578"/>
                </a:cubicBezTo>
                <a:cubicBezTo>
                  <a:pt x="3086413" y="118087"/>
                  <a:pt x="3102045" y="124855"/>
                  <a:pt x="3117776" y="129112"/>
                </a:cubicBezTo>
                <a:cubicBezTo>
                  <a:pt x="3132934" y="133213"/>
                  <a:pt x="3144171" y="137314"/>
                  <a:pt x="3144171" y="149876"/>
                </a:cubicBezTo>
                <a:cubicBezTo>
                  <a:pt x="3144171" y="163465"/>
                  <a:pt x="3133979" y="171155"/>
                  <a:pt x="3120129" y="171155"/>
                </a:cubicBezTo>
                <a:cubicBezTo>
                  <a:pt x="3107584" y="171155"/>
                  <a:pt x="3096606" y="162695"/>
                  <a:pt x="3089288" y="152698"/>
                </a:cubicBezTo>
                <a:lnTo>
                  <a:pt x="3085368" y="152952"/>
                </a:lnTo>
                <a:close/>
                <a:moveTo>
                  <a:pt x="3188858" y="152952"/>
                </a:moveTo>
                <a:lnTo>
                  <a:pt x="3184416" y="174486"/>
                </a:lnTo>
                <a:cubicBezTo>
                  <a:pt x="3199314" y="179612"/>
                  <a:pt x="3213949" y="181402"/>
                  <a:pt x="3223878" y="181402"/>
                </a:cubicBezTo>
                <a:cubicBezTo>
                  <a:pt x="3259943" y="181402"/>
                  <a:pt x="3268306" y="160388"/>
                  <a:pt x="3268306" y="146287"/>
                </a:cubicBezTo>
                <a:cubicBezTo>
                  <a:pt x="3268306" y="125265"/>
                  <a:pt x="3251318" y="117063"/>
                  <a:pt x="3232763" y="112704"/>
                </a:cubicBezTo>
                <a:cubicBezTo>
                  <a:pt x="3222886" y="110397"/>
                  <a:pt x="3208462" y="105526"/>
                  <a:pt x="3208462" y="92707"/>
                </a:cubicBezTo>
                <a:cubicBezTo>
                  <a:pt x="3208462" y="82194"/>
                  <a:pt x="3217083" y="76556"/>
                  <a:pt x="3228321" y="76556"/>
                </a:cubicBezTo>
                <a:cubicBezTo>
                  <a:pt x="3241911" y="76556"/>
                  <a:pt x="3250273" y="87065"/>
                  <a:pt x="3256287" y="93989"/>
                </a:cubicBezTo>
                <a:lnTo>
                  <a:pt x="3259943" y="93731"/>
                </a:lnTo>
                <a:lnTo>
                  <a:pt x="3265171" y="74762"/>
                </a:lnTo>
                <a:lnTo>
                  <a:pt x="3264649" y="73996"/>
                </a:lnTo>
                <a:cubicBezTo>
                  <a:pt x="3257068" y="70153"/>
                  <a:pt x="3242697" y="66306"/>
                  <a:pt x="3229366" y="66306"/>
                </a:cubicBezTo>
                <a:cubicBezTo>
                  <a:pt x="3210029" y="66306"/>
                  <a:pt x="3189903" y="76298"/>
                  <a:pt x="3189903" y="97578"/>
                </a:cubicBezTo>
                <a:cubicBezTo>
                  <a:pt x="3189903" y="118087"/>
                  <a:pt x="3205535" y="124855"/>
                  <a:pt x="3221267" y="129112"/>
                </a:cubicBezTo>
                <a:cubicBezTo>
                  <a:pt x="3236424" y="133213"/>
                  <a:pt x="3247661" y="137314"/>
                  <a:pt x="3247661" y="149876"/>
                </a:cubicBezTo>
                <a:cubicBezTo>
                  <a:pt x="3247661" y="163465"/>
                  <a:pt x="3237469" y="171155"/>
                  <a:pt x="3223619" y="171155"/>
                </a:cubicBezTo>
                <a:cubicBezTo>
                  <a:pt x="3211074" y="171155"/>
                  <a:pt x="3200096" y="162695"/>
                  <a:pt x="3192778" y="152698"/>
                </a:cubicBezTo>
                <a:lnTo>
                  <a:pt x="3188858" y="152952"/>
                </a:lnTo>
                <a:close/>
                <a:moveTo>
                  <a:pt x="3305157" y="69058"/>
                </a:moveTo>
                <a:cubicBezTo>
                  <a:pt x="3299459" y="69058"/>
                  <a:pt x="3293449" y="69007"/>
                  <a:pt x="3289996" y="68546"/>
                </a:cubicBezTo>
                <a:cubicBezTo>
                  <a:pt x="3288221" y="72698"/>
                  <a:pt x="3286810" y="75208"/>
                  <a:pt x="3284250" y="79051"/>
                </a:cubicBezTo>
                <a:lnTo>
                  <a:pt x="3285554" y="80845"/>
                </a:lnTo>
                <a:cubicBezTo>
                  <a:pt x="3290259" y="80536"/>
                  <a:pt x="3298885" y="80333"/>
                  <a:pt x="3304894" y="80333"/>
                </a:cubicBezTo>
                <a:lnTo>
                  <a:pt x="3305157" y="80333"/>
                </a:lnTo>
                <a:lnTo>
                  <a:pt x="3305157" y="127943"/>
                </a:lnTo>
                <a:cubicBezTo>
                  <a:pt x="3305157" y="147143"/>
                  <a:pt x="3304790" y="165166"/>
                  <a:pt x="3302541" y="178884"/>
                </a:cubicBezTo>
                <a:lnTo>
                  <a:pt x="3303064" y="179651"/>
                </a:lnTo>
                <a:cubicBezTo>
                  <a:pt x="3306202" y="179142"/>
                  <a:pt x="3312475" y="178884"/>
                  <a:pt x="3315609" y="178884"/>
                </a:cubicBezTo>
                <a:cubicBezTo>
                  <a:pt x="3318743" y="178884"/>
                  <a:pt x="3325016" y="179142"/>
                  <a:pt x="3328154" y="179651"/>
                </a:cubicBezTo>
                <a:lnTo>
                  <a:pt x="3328677" y="178884"/>
                </a:lnTo>
                <a:cubicBezTo>
                  <a:pt x="3326480" y="164294"/>
                  <a:pt x="3326061" y="147143"/>
                  <a:pt x="3326061" y="127943"/>
                </a:cubicBezTo>
                <a:lnTo>
                  <a:pt x="3326061" y="80333"/>
                </a:lnTo>
                <a:lnTo>
                  <a:pt x="3334950" y="80333"/>
                </a:lnTo>
                <a:cubicBezTo>
                  <a:pt x="3341222" y="80333"/>
                  <a:pt x="3350314" y="80536"/>
                  <a:pt x="3353764" y="80845"/>
                </a:cubicBezTo>
                <a:cubicBezTo>
                  <a:pt x="3354549" y="76748"/>
                  <a:pt x="3355335" y="74132"/>
                  <a:pt x="3356902" y="70340"/>
                </a:cubicBezTo>
                <a:lnTo>
                  <a:pt x="3355594" y="68546"/>
                </a:lnTo>
                <a:cubicBezTo>
                  <a:pt x="3351203" y="68749"/>
                  <a:pt x="3343312" y="69058"/>
                  <a:pt x="3337302" y="69058"/>
                </a:cubicBezTo>
                <a:lnTo>
                  <a:pt x="3326061" y="69058"/>
                </a:lnTo>
                <a:lnTo>
                  <a:pt x="3326061" y="66743"/>
                </a:lnTo>
                <a:cubicBezTo>
                  <a:pt x="3326061" y="57474"/>
                  <a:pt x="3324757" y="44088"/>
                  <a:pt x="3324757" y="39455"/>
                </a:cubicBezTo>
                <a:cubicBezTo>
                  <a:pt x="3324757" y="25244"/>
                  <a:pt x="3334112" y="15630"/>
                  <a:pt x="3349062" y="15630"/>
                </a:cubicBezTo>
                <a:cubicBezTo>
                  <a:pt x="3355801" y="15630"/>
                  <a:pt x="3361344" y="19442"/>
                  <a:pt x="3364219" y="24521"/>
                </a:cubicBezTo>
                <a:lnTo>
                  <a:pt x="3367095" y="24270"/>
                </a:lnTo>
                <a:cubicBezTo>
                  <a:pt x="3368921" y="17409"/>
                  <a:pt x="3371744" y="8765"/>
                  <a:pt x="3374412" y="3331"/>
                </a:cubicBezTo>
                <a:lnTo>
                  <a:pt x="3374149" y="2565"/>
                </a:lnTo>
                <a:cubicBezTo>
                  <a:pt x="3372059" y="1282"/>
                  <a:pt x="3367354" y="0"/>
                  <a:pt x="3362389" y="0"/>
                </a:cubicBezTo>
                <a:cubicBezTo>
                  <a:pt x="3345924" y="0"/>
                  <a:pt x="3329407" y="7483"/>
                  <a:pt x="3319529" y="19696"/>
                </a:cubicBezTo>
                <a:cubicBezTo>
                  <a:pt x="3309600" y="31988"/>
                  <a:pt x="3305157" y="44088"/>
                  <a:pt x="3305157" y="59018"/>
                </a:cubicBezTo>
                <a:lnTo>
                  <a:pt x="3305157" y="69058"/>
                </a:lnTo>
                <a:close/>
                <a:moveTo>
                  <a:pt x="3456732" y="155337"/>
                </a:moveTo>
                <a:lnTo>
                  <a:pt x="3457777" y="156104"/>
                </a:lnTo>
                <a:lnTo>
                  <a:pt x="3459084" y="178884"/>
                </a:lnTo>
                <a:cubicBezTo>
                  <a:pt x="3459084" y="179397"/>
                  <a:pt x="3459400" y="179651"/>
                  <a:pt x="3460129" y="179651"/>
                </a:cubicBezTo>
                <a:cubicBezTo>
                  <a:pt x="3463579" y="179193"/>
                  <a:pt x="3466665" y="178884"/>
                  <a:pt x="3470477" y="178884"/>
                </a:cubicBezTo>
                <a:cubicBezTo>
                  <a:pt x="3473719" y="178884"/>
                  <a:pt x="3478684" y="179142"/>
                  <a:pt x="3482082" y="179651"/>
                </a:cubicBezTo>
                <a:lnTo>
                  <a:pt x="3482604" y="178884"/>
                </a:lnTo>
                <a:cubicBezTo>
                  <a:pt x="3480514" y="167879"/>
                  <a:pt x="3478162" y="148937"/>
                  <a:pt x="3478162" y="129742"/>
                </a:cubicBezTo>
                <a:lnTo>
                  <a:pt x="3478162" y="115151"/>
                </a:lnTo>
                <a:cubicBezTo>
                  <a:pt x="3478162" y="95952"/>
                  <a:pt x="3478425" y="82644"/>
                  <a:pt x="3480514" y="69077"/>
                </a:cubicBezTo>
                <a:lnTo>
                  <a:pt x="3479992" y="68307"/>
                </a:lnTo>
                <a:cubicBezTo>
                  <a:pt x="3476854" y="68819"/>
                  <a:pt x="3470844" y="69077"/>
                  <a:pt x="3467710" y="69077"/>
                </a:cubicBezTo>
                <a:cubicBezTo>
                  <a:pt x="3464572" y="69077"/>
                  <a:pt x="3458562" y="68819"/>
                  <a:pt x="3455428" y="68307"/>
                </a:cubicBezTo>
                <a:lnTo>
                  <a:pt x="3454901" y="69077"/>
                </a:lnTo>
                <a:cubicBezTo>
                  <a:pt x="3456943" y="83719"/>
                  <a:pt x="3457254" y="95697"/>
                  <a:pt x="3457254" y="115151"/>
                </a:cubicBezTo>
                <a:lnTo>
                  <a:pt x="3457254" y="140235"/>
                </a:lnTo>
                <a:cubicBezTo>
                  <a:pt x="3449311" y="153343"/>
                  <a:pt x="3434257" y="167054"/>
                  <a:pt x="3421452" y="167054"/>
                </a:cubicBezTo>
                <a:cubicBezTo>
                  <a:pt x="3412460" y="167054"/>
                  <a:pt x="3403942" y="164243"/>
                  <a:pt x="3403942" y="140450"/>
                </a:cubicBezTo>
                <a:lnTo>
                  <a:pt x="3403942" y="115124"/>
                </a:lnTo>
                <a:cubicBezTo>
                  <a:pt x="3403942" y="95936"/>
                  <a:pt x="3404202" y="82636"/>
                  <a:pt x="3406295" y="69077"/>
                </a:cubicBezTo>
                <a:lnTo>
                  <a:pt x="3405773" y="68307"/>
                </a:lnTo>
                <a:cubicBezTo>
                  <a:pt x="3402634" y="68819"/>
                  <a:pt x="3396625" y="69077"/>
                  <a:pt x="3393487" y="69077"/>
                </a:cubicBezTo>
                <a:cubicBezTo>
                  <a:pt x="3390352" y="69077"/>
                  <a:pt x="3384343" y="68819"/>
                  <a:pt x="3381204" y="68307"/>
                </a:cubicBezTo>
                <a:lnTo>
                  <a:pt x="3380682" y="69077"/>
                </a:lnTo>
                <a:cubicBezTo>
                  <a:pt x="3382771" y="83656"/>
                  <a:pt x="3383035" y="95682"/>
                  <a:pt x="3383035" y="115124"/>
                </a:cubicBezTo>
                <a:lnTo>
                  <a:pt x="3383035" y="145822"/>
                </a:lnTo>
                <a:cubicBezTo>
                  <a:pt x="3383035" y="163473"/>
                  <a:pt x="3391397" y="181402"/>
                  <a:pt x="3417269" y="181402"/>
                </a:cubicBezTo>
                <a:cubicBezTo>
                  <a:pt x="3433471" y="181402"/>
                  <a:pt x="3448106" y="168336"/>
                  <a:pt x="3456732" y="155286"/>
                </a:cubicBezTo>
                <a:lnTo>
                  <a:pt x="3456732" y="155337"/>
                </a:lnTo>
                <a:close/>
                <a:moveTo>
                  <a:pt x="3525204" y="127627"/>
                </a:moveTo>
                <a:cubicBezTo>
                  <a:pt x="3525204" y="146697"/>
                  <a:pt x="3524837" y="165146"/>
                  <a:pt x="3522852" y="178884"/>
                </a:cubicBezTo>
                <a:lnTo>
                  <a:pt x="3523374" y="179651"/>
                </a:lnTo>
                <a:cubicBezTo>
                  <a:pt x="3526508" y="179139"/>
                  <a:pt x="3532522" y="178884"/>
                  <a:pt x="3535656" y="178884"/>
                </a:cubicBezTo>
                <a:cubicBezTo>
                  <a:pt x="3538794" y="178884"/>
                  <a:pt x="3544804" y="179139"/>
                  <a:pt x="3547938" y="179651"/>
                </a:cubicBezTo>
                <a:lnTo>
                  <a:pt x="3548461" y="178884"/>
                </a:lnTo>
                <a:cubicBezTo>
                  <a:pt x="3546423" y="164274"/>
                  <a:pt x="3546112" y="146901"/>
                  <a:pt x="3546112" y="127627"/>
                </a:cubicBezTo>
                <a:lnTo>
                  <a:pt x="3546112" y="50746"/>
                </a:lnTo>
                <a:cubicBezTo>
                  <a:pt x="3546112" y="31526"/>
                  <a:pt x="3547209" y="18762"/>
                  <a:pt x="3548461" y="2565"/>
                </a:cubicBezTo>
                <a:cubicBezTo>
                  <a:pt x="3548461" y="770"/>
                  <a:pt x="3547731" y="0"/>
                  <a:pt x="3546112" y="0"/>
                </a:cubicBezTo>
                <a:cubicBezTo>
                  <a:pt x="3539576" y="2565"/>
                  <a:pt x="3533985" y="4359"/>
                  <a:pt x="3523374" y="5129"/>
                </a:cubicBezTo>
                <a:lnTo>
                  <a:pt x="3522852" y="5896"/>
                </a:lnTo>
                <a:cubicBezTo>
                  <a:pt x="3524889" y="16866"/>
                  <a:pt x="3525204" y="35882"/>
                  <a:pt x="3525204" y="55359"/>
                </a:cubicBezTo>
                <a:lnTo>
                  <a:pt x="3525204" y="127627"/>
                </a:lnTo>
                <a:close/>
                <a:moveTo>
                  <a:pt x="3591062" y="127627"/>
                </a:moveTo>
                <a:cubicBezTo>
                  <a:pt x="3591062" y="146697"/>
                  <a:pt x="3590695" y="165146"/>
                  <a:pt x="3588709" y="178884"/>
                </a:cubicBezTo>
                <a:lnTo>
                  <a:pt x="3589231" y="179651"/>
                </a:lnTo>
                <a:cubicBezTo>
                  <a:pt x="3592366" y="179139"/>
                  <a:pt x="3598379" y="178884"/>
                  <a:pt x="3601513" y="178884"/>
                </a:cubicBezTo>
                <a:cubicBezTo>
                  <a:pt x="3604652" y="178884"/>
                  <a:pt x="3610661" y="179139"/>
                  <a:pt x="3613796" y="179651"/>
                </a:cubicBezTo>
                <a:lnTo>
                  <a:pt x="3614318" y="178884"/>
                </a:lnTo>
                <a:cubicBezTo>
                  <a:pt x="3612280" y="164274"/>
                  <a:pt x="3611969" y="146901"/>
                  <a:pt x="3611969" y="127627"/>
                </a:cubicBezTo>
                <a:lnTo>
                  <a:pt x="3611969" y="50746"/>
                </a:lnTo>
                <a:cubicBezTo>
                  <a:pt x="3611969" y="31526"/>
                  <a:pt x="3613066" y="18762"/>
                  <a:pt x="3614318" y="2565"/>
                </a:cubicBezTo>
                <a:cubicBezTo>
                  <a:pt x="3614318" y="770"/>
                  <a:pt x="3613588" y="0"/>
                  <a:pt x="3611969" y="0"/>
                </a:cubicBezTo>
                <a:cubicBezTo>
                  <a:pt x="3605433" y="2565"/>
                  <a:pt x="3599843" y="4359"/>
                  <a:pt x="3589231" y="5129"/>
                </a:cubicBezTo>
                <a:lnTo>
                  <a:pt x="3588709" y="5896"/>
                </a:lnTo>
                <a:cubicBezTo>
                  <a:pt x="3590747" y="16866"/>
                  <a:pt x="3591062" y="35882"/>
                  <a:pt x="3591062" y="55359"/>
                </a:cubicBezTo>
                <a:lnTo>
                  <a:pt x="3591062" y="127627"/>
                </a:lnTo>
                <a:close/>
                <a:moveTo>
                  <a:pt x="3640717" y="68307"/>
                </a:moveTo>
                <a:cubicBezTo>
                  <a:pt x="3651117" y="91061"/>
                  <a:pt x="3682165" y="157159"/>
                  <a:pt x="3691417" y="181547"/>
                </a:cubicBezTo>
                <a:cubicBezTo>
                  <a:pt x="3683051" y="200660"/>
                  <a:pt x="3672387" y="220388"/>
                  <a:pt x="3660576" y="239701"/>
                </a:cubicBezTo>
                <a:cubicBezTo>
                  <a:pt x="3663192" y="238935"/>
                  <a:pt x="3667112" y="238423"/>
                  <a:pt x="3669724" y="238423"/>
                </a:cubicBezTo>
                <a:cubicBezTo>
                  <a:pt x="3672336" y="238423"/>
                  <a:pt x="3679916" y="238935"/>
                  <a:pt x="3682528" y="239701"/>
                </a:cubicBezTo>
                <a:cubicBezTo>
                  <a:pt x="3692462" y="207678"/>
                  <a:pt x="3749693" y="85474"/>
                  <a:pt x="3758319" y="68307"/>
                </a:cubicBezTo>
                <a:cubicBezTo>
                  <a:pt x="3755703" y="69077"/>
                  <a:pt x="3749693" y="69077"/>
                  <a:pt x="3747081" y="69077"/>
                </a:cubicBezTo>
                <a:cubicBezTo>
                  <a:pt x="3744465" y="69077"/>
                  <a:pt x="3739501" y="69077"/>
                  <a:pt x="3736889" y="68307"/>
                </a:cubicBezTo>
                <a:cubicBezTo>
                  <a:pt x="3727482" y="97261"/>
                  <a:pt x="3715247" y="130000"/>
                  <a:pt x="3702598" y="156541"/>
                </a:cubicBezTo>
                <a:lnTo>
                  <a:pt x="3702076" y="156541"/>
                </a:lnTo>
                <a:cubicBezTo>
                  <a:pt x="3689220" y="126055"/>
                  <a:pt x="3676886" y="97566"/>
                  <a:pt x="3667112" y="68311"/>
                </a:cubicBezTo>
                <a:cubicBezTo>
                  <a:pt x="3663714" y="69077"/>
                  <a:pt x="3657964" y="69077"/>
                  <a:pt x="3654303" y="69077"/>
                </a:cubicBezTo>
                <a:cubicBezTo>
                  <a:pt x="3650906" y="69077"/>
                  <a:pt x="3644374" y="69077"/>
                  <a:pt x="3640717" y="68311"/>
                </a:cubicBezTo>
                <a:lnTo>
                  <a:pt x="3640717" y="68307"/>
                </a:lnTo>
                <a:close/>
                <a:moveTo>
                  <a:pt x="3874352" y="93219"/>
                </a:moveTo>
                <a:lnTo>
                  <a:pt x="3874352" y="69895"/>
                </a:lnTo>
                <a:cubicBezTo>
                  <a:pt x="3874352" y="67897"/>
                  <a:pt x="3874037" y="67334"/>
                  <a:pt x="3872785" y="67334"/>
                </a:cubicBezTo>
                <a:cubicBezTo>
                  <a:pt x="3866931" y="68460"/>
                  <a:pt x="3857575" y="68663"/>
                  <a:pt x="3851614" y="68100"/>
                </a:cubicBezTo>
                <a:lnTo>
                  <a:pt x="3851091" y="68870"/>
                </a:lnTo>
                <a:cubicBezTo>
                  <a:pt x="3852922" y="79938"/>
                  <a:pt x="3853444" y="99376"/>
                  <a:pt x="3853444" y="118611"/>
                </a:cubicBezTo>
                <a:lnTo>
                  <a:pt x="3853444" y="132717"/>
                </a:lnTo>
                <a:cubicBezTo>
                  <a:pt x="3853444" y="151952"/>
                  <a:pt x="3853133" y="165084"/>
                  <a:pt x="3851091" y="178884"/>
                </a:cubicBezTo>
                <a:lnTo>
                  <a:pt x="3851614" y="179651"/>
                </a:lnTo>
                <a:cubicBezTo>
                  <a:pt x="3854752" y="179139"/>
                  <a:pt x="3860762" y="178884"/>
                  <a:pt x="3863900" y="178884"/>
                </a:cubicBezTo>
                <a:cubicBezTo>
                  <a:pt x="3867034" y="178884"/>
                  <a:pt x="3873044" y="179139"/>
                  <a:pt x="3876182" y="179651"/>
                </a:cubicBezTo>
                <a:lnTo>
                  <a:pt x="3876705" y="178884"/>
                </a:lnTo>
                <a:cubicBezTo>
                  <a:pt x="3874770" y="164263"/>
                  <a:pt x="3874352" y="152210"/>
                  <a:pt x="3874352" y="132717"/>
                </a:cubicBezTo>
                <a:lnTo>
                  <a:pt x="3874352" y="119381"/>
                </a:lnTo>
                <a:cubicBezTo>
                  <a:pt x="3874352" y="108607"/>
                  <a:pt x="3877646" y="102453"/>
                  <a:pt x="3883236" y="93989"/>
                </a:cubicBezTo>
                <a:cubicBezTo>
                  <a:pt x="3887053" y="88297"/>
                  <a:pt x="3892907" y="85013"/>
                  <a:pt x="3897871" y="85013"/>
                </a:cubicBezTo>
                <a:cubicBezTo>
                  <a:pt x="3903099" y="85013"/>
                  <a:pt x="3908064" y="85525"/>
                  <a:pt x="3911461" y="88602"/>
                </a:cubicBezTo>
                <a:lnTo>
                  <a:pt x="3913551" y="88090"/>
                </a:lnTo>
                <a:lnTo>
                  <a:pt x="3918779" y="69124"/>
                </a:lnTo>
                <a:lnTo>
                  <a:pt x="3917734" y="68100"/>
                </a:lnTo>
                <a:cubicBezTo>
                  <a:pt x="3913292" y="66822"/>
                  <a:pt x="3913029" y="66306"/>
                  <a:pt x="3908327" y="66306"/>
                </a:cubicBezTo>
                <a:cubicBezTo>
                  <a:pt x="3894215" y="66306"/>
                  <a:pt x="3886634" y="74250"/>
                  <a:pt x="3875137" y="93731"/>
                </a:cubicBezTo>
                <a:lnTo>
                  <a:pt x="3874352" y="93219"/>
                </a:lnTo>
                <a:close/>
                <a:moveTo>
                  <a:pt x="3954062" y="108853"/>
                </a:moveTo>
                <a:cubicBezTo>
                  <a:pt x="3958504" y="82194"/>
                  <a:pt x="3975648" y="76556"/>
                  <a:pt x="3983854" y="76556"/>
                </a:cubicBezTo>
                <a:cubicBezTo>
                  <a:pt x="3994202" y="76556"/>
                  <a:pt x="4005807" y="86041"/>
                  <a:pt x="4005807" y="105264"/>
                </a:cubicBezTo>
                <a:cubicBezTo>
                  <a:pt x="4005807" y="107571"/>
                  <a:pt x="4004762" y="108853"/>
                  <a:pt x="4002146" y="108853"/>
                </a:cubicBezTo>
                <a:lnTo>
                  <a:pt x="3954062" y="108853"/>
                </a:lnTo>
                <a:moveTo>
                  <a:pt x="4023839" y="152182"/>
                </a:moveTo>
                <a:cubicBezTo>
                  <a:pt x="4014691" y="161929"/>
                  <a:pt x="4002409" y="166288"/>
                  <a:pt x="3988033" y="166288"/>
                </a:cubicBezTo>
                <a:cubicBezTo>
                  <a:pt x="3979097" y="166288"/>
                  <a:pt x="3966763" y="162953"/>
                  <a:pt x="3959549" y="151670"/>
                </a:cubicBezTo>
                <a:cubicBezTo>
                  <a:pt x="3954947" y="144488"/>
                  <a:pt x="3953276" y="134026"/>
                  <a:pt x="3953276" y="119100"/>
                </a:cubicBezTo>
                <a:lnTo>
                  <a:pt x="4024362" y="119100"/>
                </a:lnTo>
                <a:cubicBezTo>
                  <a:pt x="4027237" y="119100"/>
                  <a:pt x="4029063" y="117563"/>
                  <a:pt x="4029063" y="114745"/>
                </a:cubicBezTo>
                <a:cubicBezTo>
                  <a:pt x="4029063" y="93219"/>
                  <a:pt x="4018348" y="66306"/>
                  <a:pt x="3983854" y="66306"/>
                </a:cubicBezTo>
                <a:cubicBezTo>
                  <a:pt x="3956933" y="66306"/>
                  <a:pt x="3930279" y="87577"/>
                  <a:pt x="3930279" y="125257"/>
                </a:cubicBezTo>
                <a:cubicBezTo>
                  <a:pt x="3930279" y="139820"/>
                  <a:pt x="3933310" y="154184"/>
                  <a:pt x="3942039" y="164493"/>
                </a:cubicBezTo>
                <a:cubicBezTo>
                  <a:pt x="3951027" y="175100"/>
                  <a:pt x="3965977" y="181402"/>
                  <a:pt x="3983591" y="181402"/>
                </a:cubicBezTo>
                <a:cubicBezTo>
                  <a:pt x="4002409" y="181402"/>
                  <a:pt x="4019134" y="171925"/>
                  <a:pt x="4029063" y="158594"/>
                </a:cubicBezTo>
                <a:lnTo>
                  <a:pt x="4023839" y="152182"/>
                </a:lnTo>
                <a:close/>
                <a:moveTo>
                  <a:pt x="4082115" y="103473"/>
                </a:moveTo>
                <a:cubicBezTo>
                  <a:pt x="4087866" y="89888"/>
                  <a:pt x="4103286" y="78093"/>
                  <a:pt x="4113479" y="78093"/>
                </a:cubicBezTo>
                <a:cubicBezTo>
                  <a:pt x="4131248" y="78093"/>
                  <a:pt x="4140396" y="93989"/>
                  <a:pt x="4140396" y="122959"/>
                </a:cubicBezTo>
                <a:cubicBezTo>
                  <a:pt x="4140396" y="143980"/>
                  <a:pt x="4134386" y="171155"/>
                  <a:pt x="4106420" y="171155"/>
                </a:cubicBezTo>
                <a:cubicBezTo>
                  <a:pt x="4102241" y="171155"/>
                  <a:pt x="4091263" y="170131"/>
                  <a:pt x="4082115" y="159618"/>
                </a:cubicBezTo>
                <a:lnTo>
                  <a:pt x="4082115" y="103473"/>
                </a:lnTo>
                <a:moveTo>
                  <a:pt x="4082115" y="88606"/>
                </a:moveTo>
                <a:lnTo>
                  <a:pt x="4082115" y="69895"/>
                </a:lnTo>
                <a:cubicBezTo>
                  <a:pt x="4082115" y="67897"/>
                  <a:pt x="4081804" y="67334"/>
                  <a:pt x="4080548" y="67334"/>
                </a:cubicBezTo>
                <a:cubicBezTo>
                  <a:pt x="4074694" y="68460"/>
                  <a:pt x="4065339" y="68663"/>
                  <a:pt x="4059381" y="68100"/>
                </a:cubicBezTo>
                <a:lnTo>
                  <a:pt x="4058859" y="68870"/>
                </a:lnTo>
                <a:cubicBezTo>
                  <a:pt x="4060685" y="79938"/>
                  <a:pt x="4061208" y="99372"/>
                  <a:pt x="4061208" y="118599"/>
                </a:cubicBezTo>
                <a:lnTo>
                  <a:pt x="4061208" y="187055"/>
                </a:lnTo>
                <a:cubicBezTo>
                  <a:pt x="4061208" y="206169"/>
                  <a:pt x="4060737" y="224610"/>
                  <a:pt x="4058859" y="238430"/>
                </a:cubicBezTo>
                <a:lnTo>
                  <a:pt x="4059381" y="239201"/>
                </a:lnTo>
                <a:cubicBezTo>
                  <a:pt x="4062516" y="238688"/>
                  <a:pt x="4068525" y="238430"/>
                  <a:pt x="4071664" y="238430"/>
                </a:cubicBezTo>
                <a:cubicBezTo>
                  <a:pt x="4074798" y="238430"/>
                  <a:pt x="4080811" y="238688"/>
                  <a:pt x="4083946" y="239201"/>
                </a:cubicBezTo>
                <a:lnTo>
                  <a:pt x="4084468" y="238430"/>
                </a:lnTo>
                <a:cubicBezTo>
                  <a:pt x="4082586" y="223789"/>
                  <a:pt x="4082115" y="206372"/>
                  <a:pt x="4082115" y="187055"/>
                </a:cubicBezTo>
                <a:lnTo>
                  <a:pt x="4082115" y="175769"/>
                </a:lnTo>
                <a:cubicBezTo>
                  <a:pt x="4088910" y="179354"/>
                  <a:pt x="4098581" y="181402"/>
                  <a:pt x="4107988" y="181402"/>
                </a:cubicBezTo>
                <a:cubicBezTo>
                  <a:pt x="4142485" y="181402"/>
                  <a:pt x="4163393" y="155775"/>
                  <a:pt x="4163393" y="119624"/>
                </a:cubicBezTo>
                <a:cubicBezTo>
                  <a:pt x="4163393" y="92449"/>
                  <a:pt x="4147191" y="66306"/>
                  <a:pt x="4117921" y="66306"/>
                </a:cubicBezTo>
                <a:cubicBezTo>
                  <a:pt x="4107728" y="66306"/>
                  <a:pt x="4094661" y="71431"/>
                  <a:pt x="4082638" y="89376"/>
                </a:cubicBezTo>
                <a:lnTo>
                  <a:pt x="4082115" y="88606"/>
                </a:lnTo>
                <a:close/>
                <a:moveTo>
                  <a:pt x="4220104" y="93219"/>
                </a:moveTo>
                <a:lnTo>
                  <a:pt x="4220104" y="69895"/>
                </a:lnTo>
                <a:cubicBezTo>
                  <a:pt x="4220104" y="67897"/>
                  <a:pt x="4219789" y="67334"/>
                  <a:pt x="4218537" y="67334"/>
                </a:cubicBezTo>
                <a:cubicBezTo>
                  <a:pt x="4212683" y="68460"/>
                  <a:pt x="4203327" y="68663"/>
                  <a:pt x="4197366" y="68100"/>
                </a:cubicBezTo>
                <a:lnTo>
                  <a:pt x="4196843" y="68870"/>
                </a:lnTo>
                <a:cubicBezTo>
                  <a:pt x="4198674" y="79938"/>
                  <a:pt x="4199196" y="99376"/>
                  <a:pt x="4199196" y="118611"/>
                </a:cubicBezTo>
                <a:lnTo>
                  <a:pt x="4199196" y="132717"/>
                </a:lnTo>
                <a:cubicBezTo>
                  <a:pt x="4199196" y="151952"/>
                  <a:pt x="4198885" y="165084"/>
                  <a:pt x="4196843" y="178884"/>
                </a:cubicBezTo>
                <a:lnTo>
                  <a:pt x="4197366" y="179651"/>
                </a:lnTo>
                <a:cubicBezTo>
                  <a:pt x="4200504" y="179139"/>
                  <a:pt x="4206514" y="178884"/>
                  <a:pt x="4209652" y="178884"/>
                </a:cubicBezTo>
                <a:cubicBezTo>
                  <a:pt x="4212786" y="178884"/>
                  <a:pt x="4218796" y="179139"/>
                  <a:pt x="4221934" y="179651"/>
                </a:cubicBezTo>
                <a:lnTo>
                  <a:pt x="4222457" y="178884"/>
                </a:lnTo>
                <a:cubicBezTo>
                  <a:pt x="4220523" y="164263"/>
                  <a:pt x="4220104" y="152210"/>
                  <a:pt x="4220104" y="132717"/>
                </a:cubicBezTo>
                <a:lnTo>
                  <a:pt x="4220104" y="119381"/>
                </a:lnTo>
                <a:cubicBezTo>
                  <a:pt x="4220104" y="108607"/>
                  <a:pt x="4223398" y="102453"/>
                  <a:pt x="4228988" y="93989"/>
                </a:cubicBezTo>
                <a:cubicBezTo>
                  <a:pt x="4232805" y="88297"/>
                  <a:pt x="4238659" y="85013"/>
                  <a:pt x="4243623" y="85013"/>
                </a:cubicBezTo>
                <a:cubicBezTo>
                  <a:pt x="4248851" y="85013"/>
                  <a:pt x="4253816" y="85525"/>
                  <a:pt x="4257214" y="88602"/>
                </a:cubicBezTo>
                <a:lnTo>
                  <a:pt x="4259303" y="88090"/>
                </a:lnTo>
                <a:lnTo>
                  <a:pt x="4264531" y="69124"/>
                </a:lnTo>
                <a:lnTo>
                  <a:pt x="4263486" y="68100"/>
                </a:lnTo>
                <a:cubicBezTo>
                  <a:pt x="4259044" y="66822"/>
                  <a:pt x="4258781" y="66306"/>
                  <a:pt x="4254079" y="66306"/>
                </a:cubicBezTo>
                <a:cubicBezTo>
                  <a:pt x="4239967" y="66306"/>
                  <a:pt x="4232386" y="74250"/>
                  <a:pt x="4220889" y="93731"/>
                </a:cubicBezTo>
                <a:lnTo>
                  <a:pt x="4220104" y="93219"/>
                </a:lnTo>
                <a:close/>
                <a:moveTo>
                  <a:pt x="4277076" y="126290"/>
                </a:moveTo>
                <a:cubicBezTo>
                  <a:pt x="4277076" y="157054"/>
                  <a:pt x="4297721" y="181402"/>
                  <a:pt x="4332482" y="181402"/>
                </a:cubicBezTo>
                <a:cubicBezTo>
                  <a:pt x="4366976" y="181402"/>
                  <a:pt x="4387883" y="157570"/>
                  <a:pt x="4387883" y="123983"/>
                </a:cubicBezTo>
                <a:cubicBezTo>
                  <a:pt x="4387883" y="89118"/>
                  <a:pt x="4368806" y="66306"/>
                  <a:pt x="4333527" y="66306"/>
                </a:cubicBezTo>
                <a:cubicBezTo>
                  <a:pt x="4299288" y="66306"/>
                  <a:pt x="4277076" y="89888"/>
                  <a:pt x="4277076" y="126290"/>
                </a:cubicBezTo>
                <a:moveTo>
                  <a:pt x="4331696" y="76556"/>
                </a:moveTo>
                <a:cubicBezTo>
                  <a:pt x="4359399" y="76556"/>
                  <a:pt x="4364886" y="97578"/>
                  <a:pt x="4364886" y="128600"/>
                </a:cubicBezTo>
                <a:cubicBezTo>
                  <a:pt x="4364886" y="152952"/>
                  <a:pt x="4352341" y="171155"/>
                  <a:pt x="4334831" y="171155"/>
                </a:cubicBezTo>
                <a:cubicBezTo>
                  <a:pt x="4307132" y="171155"/>
                  <a:pt x="4300074" y="141674"/>
                  <a:pt x="4300074" y="121934"/>
                </a:cubicBezTo>
                <a:cubicBezTo>
                  <a:pt x="4300074" y="99630"/>
                  <a:pt x="4307132" y="76556"/>
                  <a:pt x="4331696" y="76556"/>
                </a:cubicBezTo>
                <a:close/>
                <a:moveTo>
                  <a:pt x="4493987" y="149880"/>
                </a:moveTo>
                <a:cubicBezTo>
                  <a:pt x="4484477" y="161772"/>
                  <a:pt x="4472454" y="168082"/>
                  <a:pt x="4461842" y="168082"/>
                </a:cubicBezTo>
                <a:cubicBezTo>
                  <a:pt x="4447730" y="168082"/>
                  <a:pt x="4435707" y="154239"/>
                  <a:pt x="4435707" y="122188"/>
                </a:cubicBezTo>
                <a:cubicBezTo>
                  <a:pt x="4435707" y="83734"/>
                  <a:pt x="4456511" y="76556"/>
                  <a:pt x="4469160" y="76556"/>
                </a:cubicBezTo>
                <a:cubicBezTo>
                  <a:pt x="4481442" y="76556"/>
                  <a:pt x="4487715" y="81682"/>
                  <a:pt x="4493987" y="91424"/>
                </a:cubicBezTo>
                <a:lnTo>
                  <a:pt x="4493987" y="149880"/>
                </a:lnTo>
                <a:moveTo>
                  <a:pt x="4493987" y="163977"/>
                </a:moveTo>
                <a:lnTo>
                  <a:pt x="4494510" y="163977"/>
                </a:lnTo>
                <a:lnTo>
                  <a:pt x="4495818" y="178841"/>
                </a:lnTo>
                <a:cubicBezTo>
                  <a:pt x="4495818" y="179397"/>
                  <a:pt x="4496599" y="179651"/>
                  <a:pt x="4498170" y="179651"/>
                </a:cubicBezTo>
                <a:cubicBezTo>
                  <a:pt x="4501620" y="179189"/>
                  <a:pt x="4503394" y="178884"/>
                  <a:pt x="4507211" y="178884"/>
                </a:cubicBezTo>
                <a:cubicBezTo>
                  <a:pt x="4510453" y="178884"/>
                  <a:pt x="4515417" y="179139"/>
                  <a:pt x="4518815" y="179651"/>
                </a:cubicBezTo>
                <a:lnTo>
                  <a:pt x="4519337" y="178884"/>
                </a:lnTo>
                <a:cubicBezTo>
                  <a:pt x="4517248" y="167856"/>
                  <a:pt x="4514895" y="148879"/>
                  <a:pt x="4514895" y="129644"/>
                </a:cubicBezTo>
                <a:lnTo>
                  <a:pt x="4514895" y="50691"/>
                </a:lnTo>
                <a:cubicBezTo>
                  <a:pt x="4514895" y="31745"/>
                  <a:pt x="4515940" y="18383"/>
                  <a:pt x="4517248" y="2561"/>
                </a:cubicBezTo>
                <a:cubicBezTo>
                  <a:pt x="4517248" y="770"/>
                  <a:pt x="4516514" y="0"/>
                  <a:pt x="4514895" y="0"/>
                </a:cubicBezTo>
                <a:cubicBezTo>
                  <a:pt x="4508363" y="2561"/>
                  <a:pt x="4502768" y="4355"/>
                  <a:pt x="4492157" y="5121"/>
                </a:cubicBezTo>
                <a:lnTo>
                  <a:pt x="4491635" y="5892"/>
                </a:lnTo>
                <a:cubicBezTo>
                  <a:pt x="4493672" y="16846"/>
                  <a:pt x="4493987" y="35843"/>
                  <a:pt x="4493987" y="55300"/>
                </a:cubicBezTo>
                <a:lnTo>
                  <a:pt x="4493987" y="71943"/>
                </a:lnTo>
                <a:cubicBezTo>
                  <a:pt x="4487978" y="68612"/>
                  <a:pt x="4477263" y="66306"/>
                  <a:pt x="4472035" y="66306"/>
                </a:cubicBezTo>
                <a:cubicBezTo>
                  <a:pt x="4438008" y="66306"/>
                  <a:pt x="4412973" y="89380"/>
                  <a:pt x="4412973" y="124257"/>
                </a:cubicBezTo>
                <a:cubicBezTo>
                  <a:pt x="4412973" y="155775"/>
                  <a:pt x="4432050" y="181402"/>
                  <a:pt x="4460275" y="181402"/>
                </a:cubicBezTo>
                <a:cubicBezTo>
                  <a:pt x="4472820" y="181402"/>
                  <a:pt x="4484580" y="175870"/>
                  <a:pt x="4493987" y="163977"/>
                </a:cubicBezTo>
                <a:close/>
                <a:moveTo>
                  <a:pt x="4633542" y="155337"/>
                </a:moveTo>
                <a:lnTo>
                  <a:pt x="4634586" y="156104"/>
                </a:lnTo>
                <a:lnTo>
                  <a:pt x="4635894" y="178884"/>
                </a:lnTo>
                <a:cubicBezTo>
                  <a:pt x="4635894" y="179397"/>
                  <a:pt x="4636209" y="179651"/>
                  <a:pt x="4636939" y="179651"/>
                </a:cubicBezTo>
                <a:cubicBezTo>
                  <a:pt x="4640389" y="179193"/>
                  <a:pt x="4643475" y="178884"/>
                  <a:pt x="4647287" y="178884"/>
                </a:cubicBezTo>
                <a:cubicBezTo>
                  <a:pt x="4650529" y="178884"/>
                  <a:pt x="4655494" y="179142"/>
                  <a:pt x="4658892" y="179651"/>
                </a:cubicBezTo>
                <a:lnTo>
                  <a:pt x="4659414" y="178884"/>
                </a:lnTo>
                <a:cubicBezTo>
                  <a:pt x="4657324" y="167879"/>
                  <a:pt x="4654972" y="148937"/>
                  <a:pt x="4654972" y="129742"/>
                </a:cubicBezTo>
                <a:lnTo>
                  <a:pt x="4654972" y="115151"/>
                </a:lnTo>
                <a:cubicBezTo>
                  <a:pt x="4654972" y="95952"/>
                  <a:pt x="4655235" y="82644"/>
                  <a:pt x="4657324" y="69077"/>
                </a:cubicBezTo>
                <a:lnTo>
                  <a:pt x="4656802" y="68307"/>
                </a:lnTo>
                <a:cubicBezTo>
                  <a:pt x="4653664" y="68819"/>
                  <a:pt x="4647654" y="69077"/>
                  <a:pt x="4644520" y="69077"/>
                </a:cubicBezTo>
                <a:cubicBezTo>
                  <a:pt x="4641382" y="69077"/>
                  <a:pt x="4635372" y="68819"/>
                  <a:pt x="4632238" y="68307"/>
                </a:cubicBezTo>
                <a:lnTo>
                  <a:pt x="4631711" y="69077"/>
                </a:lnTo>
                <a:cubicBezTo>
                  <a:pt x="4633753" y="83719"/>
                  <a:pt x="4634064" y="95697"/>
                  <a:pt x="4634064" y="115151"/>
                </a:cubicBezTo>
                <a:lnTo>
                  <a:pt x="4634064" y="140235"/>
                </a:lnTo>
                <a:cubicBezTo>
                  <a:pt x="4626121" y="153343"/>
                  <a:pt x="4611067" y="167054"/>
                  <a:pt x="4598262" y="167054"/>
                </a:cubicBezTo>
                <a:cubicBezTo>
                  <a:pt x="4589270" y="167054"/>
                  <a:pt x="4580752" y="164243"/>
                  <a:pt x="4580752" y="140450"/>
                </a:cubicBezTo>
                <a:lnTo>
                  <a:pt x="4580752" y="115124"/>
                </a:lnTo>
                <a:cubicBezTo>
                  <a:pt x="4580752" y="95936"/>
                  <a:pt x="4581011" y="82636"/>
                  <a:pt x="4583105" y="69077"/>
                </a:cubicBezTo>
                <a:lnTo>
                  <a:pt x="4582583" y="68307"/>
                </a:lnTo>
                <a:cubicBezTo>
                  <a:pt x="4579444" y="68819"/>
                  <a:pt x="4573435" y="69077"/>
                  <a:pt x="4570296" y="69077"/>
                </a:cubicBezTo>
                <a:cubicBezTo>
                  <a:pt x="4567162" y="69077"/>
                  <a:pt x="4561153" y="68819"/>
                  <a:pt x="4558014" y="68307"/>
                </a:cubicBezTo>
                <a:lnTo>
                  <a:pt x="4557492" y="69077"/>
                </a:lnTo>
                <a:cubicBezTo>
                  <a:pt x="4559581" y="83656"/>
                  <a:pt x="4559845" y="95682"/>
                  <a:pt x="4559845" y="115124"/>
                </a:cubicBezTo>
                <a:lnTo>
                  <a:pt x="4559845" y="145822"/>
                </a:lnTo>
                <a:cubicBezTo>
                  <a:pt x="4559845" y="163473"/>
                  <a:pt x="4568207" y="181402"/>
                  <a:pt x="4594079" y="181402"/>
                </a:cubicBezTo>
                <a:cubicBezTo>
                  <a:pt x="4610281" y="181402"/>
                  <a:pt x="4624916" y="168336"/>
                  <a:pt x="4633542" y="155286"/>
                </a:cubicBezTo>
                <a:lnTo>
                  <a:pt x="4633542" y="155337"/>
                </a:lnTo>
                <a:close/>
                <a:moveTo>
                  <a:pt x="4743829" y="76556"/>
                </a:moveTo>
                <a:cubicBezTo>
                  <a:pt x="4753914" y="76556"/>
                  <a:pt x="4763062" y="83836"/>
                  <a:pt x="4769961" y="95525"/>
                </a:cubicBezTo>
                <a:lnTo>
                  <a:pt x="4773359" y="95271"/>
                </a:lnTo>
                <a:lnTo>
                  <a:pt x="4779368" y="74250"/>
                </a:lnTo>
                <a:lnTo>
                  <a:pt x="4778846" y="73484"/>
                </a:lnTo>
                <a:cubicBezTo>
                  <a:pt x="4770747" y="69382"/>
                  <a:pt x="4757156" y="66306"/>
                  <a:pt x="4744089" y="66306"/>
                </a:cubicBezTo>
                <a:cubicBezTo>
                  <a:pt x="4716908" y="66306"/>
                  <a:pt x="4688424" y="88093"/>
                  <a:pt x="4688424" y="122959"/>
                </a:cubicBezTo>
                <a:cubicBezTo>
                  <a:pt x="4688424" y="158594"/>
                  <a:pt x="4709069" y="181402"/>
                  <a:pt x="4740954" y="181402"/>
                </a:cubicBezTo>
                <a:cubicBezTo>
                  <a:pt x="4756634" y="181402"/>
                  <a:pt x="4768916" y="176281"/>
                  <a:pt x="4779368" y="163211"/>
                </a:cubicBezTo>
                <a:lnTo>
                  <a:pt x="4774403" y="157824"/>
                </a:lnTo>
                <a:lnTo>
                  <a:pt x="4773359" y="157824"/>
                </a:lnTo>
                <a:cubicBezTo>
                  <a:pt x="4763429" y="166542"/>
                  <a:pt x="4755119" y="168595"/>
                  <a:pt x="4745397" y="168595"/>
                </a:cubicBezTo>
                <a:cubicBezTo>
                  <a:pt x="4726319" y="168595"/>
                  <a:pt x="4711421" y="151674"/>
                  <a:pt x="4711421" y="121676"/>
                </a:cubicBezTo>
                <a:cubicBezTo>
                  <a:pt x="4711421" y="93477"/>
                  <a:pt x="4726579" y="76556"/>
                  <a:pt x="4743829" y="76556"/>
                </a:cubicBezTo>
                <a:close/>
                <a:moveTo>
                  <a:pt x="4823276" y="108853"/>
                </a:moveTo>
                <a:cubicBezTo>
                  <a:pt x="4827719" y="82194"/>
                  <a:pt x="4844862" y="76556"/>
                  <a:pt x="4853069" y="76556"/>
                </a:cubicBezTo>
                <a:cubicBezTo>
                  <a:pt x="4863417" y="76556"/>
                  <a:pt x="4875021" y="86041"/>
                  <a:pt x="4875021" y="105264"/>
                </a:cubicBezTo>
                <a:cubicBezTo>
                  <a:pt x="4875021" y="107571"/>
                  <a:pt x="4873976" y="108853"/>
                  <a:pt x="4871360" y="108853"/>
                </a:cubicBezTo>
                <a:lnTo>
                  <a:pt x="4823276" y="108853"/>
                </a:lnTo>
                <a:moveTo>
                  <a:pt x="4893053" y="152182"/>
                </a:moveTo>
                <a:cubicBezTo>
                  <a:pt x="4883906" y="161929"/>
                  <a:pt x="4871623" y="166288"/>
                  <a:pt x="4857248" y="166288"/>
                </a:cubicBezTo>
                <a:cubicBezTo>
                  <a:pt x="4848311" y="166288"/>
                  <a:pt x="4835977" y="162953"/>
                  <a:pt x="4828763" y="151670"/>
                </a:cubicBezTo>
                <a:cubicBezTo>
                  <a:pt x="4824162" y="144488"/>
                  <a:pt x="4822491" y="134026"/>
                  <a:pt x="4822491" y="119100"/>
                </a:cubicBezTo>
                <a:lnTo>
                  <a:pt x="4893576" y="119100"/>
                </a:lnTo>
                <a:cubicBezTo>
                  <a:pt x="4896451" y="119100"/>
                  <a:pt x="4898277" y="117563"/>
                  <a:pt x="4898277" y="114745"/>
                </a:cubicBezTo>
                <a:cubicBezTo>
                  <a:pt x="4898277" y="93219"/>
                  <a:pt x="4887562" y="66306"/>
                  <a:pt x="4853069" y="66306"/>
                </a:cubicBezTo>
                <a:cubicBezTo>
                  <a:pt x="4826148" y="66306"/>
                  <a:pt x="4799494" y="87577"/>
                  <a:pt x="4799494" y="125257"/>
                </a:cubicBezTo>
                <a:cubicBezTo>
                  <a:pt x="4799494" y="139820"/>
                  <a:pt x="4802524" y="154184"/>
                  <a:pt x="4811253" y="164493"/>
                </a:cubicBezTo>
                <a:cubicBezTo>
                  <a:pt x="4820242" y="175100"/>
                  <a:pt x="4835192" y="181402"/>
                  <a:pt x="4852805" y="181402"/>
                </a:cubicBezTo>
                <a:cubicBezTo>
                  <a:pt x="4871623" y="181402"/>
                  <a:pt x="4888348" y="171925"/>
                  <a:pt x="4898277" y="158594"/>
                </a:cubicBezTo>
                <a:lnTo>
                  <a:pt x="4893053" y="152182"/>
                </a:lnTo>
                <a:close/>
                <a:moveTo>
                  <a:pt x="5005167" y="149880"/>
                </a:moveTo>
                <a:cubicBezTo>
                  <a:pt x="4995656" y="161772"/>
                  <a:pt x="4983633" y="168082"/>
                  <a:pt x="4973022" y="168082"/>
                </a:cubicBezTo>
                <a:cubicBezTo>
                  <a:pt x="4958910" y="168082"/>
                  <a:pt x="4946887" y="154239"/>
                  <a:pt x="4946887" y="122188"/>
                </a:cubicBezTo>
                <a:cubicBezTo>
                  <a:pt x="4946887" y="83734"/>
                  <a:pt x="4967691" y="76556"/>
                  <a:pt x="4980340" y="76556"/>
                </a:cubicBezTo>
                <a:cubicBezTo>
                  <a:pt x="4992622" y="76556"/>
                  <a:pt x="4998895" y="81682"/>
                  <a:pt x="5005167" y="91424"/>
                </a:cubicBezTo>
                <a:lnTo>
                  <a:pt x="5005167" y="149880"/>
                </a:lnTo>
                <a:moveTo>
                  <a:pt x="5005167" y="163977"/>
                </a:moveTo>
                <a:lnTo>
                  <a:pt x="5005690" y="163977"/>
                </a:lnTo>
                <a:lnTo>
                  <a:pt x="5006998" y="178841"/>
                </a:lnTo>
                <a:cubicBezTo>
                  <a:pt x="5006998" y="179397"/>
                  <a:pt x="5007779" y="179651"/>
                  <a:pt x="5009350" y="179651"/>
                </a:cubicBezTo>
                <a:cubicBezTo>
                  <a:pt x="5012800" y="179189"/>
                  <a:pt x="5014574" y="178884"/>
                  <a:pt x="5018390" y="178884"/>
                </a:cubicBezTo>
                <a:cubicBezTo>
                  <a:pt x="5021632" y="178884"/>
                  <a:pt x="5026597" y="179139"/>
                  <a:pt x="5029995" y="179651"/>
                </a:cubicBezTo>
                <a:lnTo>
                  <a:pt x="5030517" y="178884"/>
                </a:lnTo>
                <a:cubicBezTo>
                  <a:pt x="5028428" y="167856"/>
                  <a:pt x="5026075" y="148879"/>
                  <a:pt x="5026075" y="129644"/>
                </a:cubicBezTo>
                <a:lnTo>
                  <a:pt x="5026075" y="50691"/>
                </a:lnTo>
                <a:cubicBezTo>
                  <a:pt x="5026075" y="31745"/>
                  <a:pt x="5027120" y="18383"/>
                  <a:pt x="5028428" y="2561"/>
                </a:cubicBezTo>
                <a:cubicBezTo>
                  <a:pt x="5028428" y="770"/>
                  <a:pt x="5027694" y="0"/>
                  <a:pt x="5026075" y="0"/>
                </a:cubicBezTo>
                <a:cubicBezTo>
                  <a:pt x="5019543" y="2561"/>
                  <a:pt x="5013948" y="4355"/>
                  <a:pt x="5003337" y="5121"/>
                </a:cubicBezTo>
                <a:lnTo>
                  <a:pt x="5002814" y="5892"/>
                </a:lnTo>
                <a:cubicBezTo>
                  <a:pt x="5004852" y="16846"/>
                  <a:pt x="5005167" y="35843"/>
                  <a:pt x="5005167" y="55300"/>
                </a:cubicBezTo>
                <a:lnTo>
                  <a:pt x="5005167" y="71943"/>
                </a:lnTo>
                <a:cubicBezTo>
                  <a:pt x="4999158" y="68612"/>
                  <a:pt x="4988443" y="66306"/>
                  <a:pt x="4983215" y="66306"/>
                </a:cubicBezTo>
                <a:cubicBezTo>
                  <a:pt x="4949188" y="66306"/>
                  <a:pt x="4924153" y="89380"/>
                  <a:pt x="4924153" y="124257"/>
                </a:cubicBezTo>
                <a:cubicBezTo>
                  <a:pt x="4924153" y="155775"/>
                  <a:pt x="4943230" y="181402"/>
                  <a:pt x="4971455" y="181402"/>
                </a:cubicBezTo>
                <a:cubicBezTo>
                  <a:pt x="4984000" y="181402"/>
                  <a:pt x="4995760" y="175870"/>
                  <a:pt x="5005167" y="163977"/>
                </a:cubicBezTo>
                <a:close/>
                <a:moveTo>
                  <a:pt x="5138971" y="69058"/>
                </a:moveTo>
                <a:cubicBezTo>
                  <a:pt x="5133639" y="69058"/>
                  <a:pt x="5128100" y="68956"/>
                  <a:pt x="5124858" y="68546"/>
                </a:cubicBezTo>
                <a:cubicBezTo>
                  <a:pt x="5123084" y="72749"/>
                  <a:pt x="5121672" y="75208"/>
                  <a:pt x="5119112" y="79051"/>
                </a:cubicBezTo>
                <a:lnTo>
                  <a:pt x="5120416" y="80845"/>
                </a:lnTo>
                <a:cubicBezTo>
                  <a:pt x="5124914" y="80536"/>
                  <a:pt x="5133013" y="80384"/>
                  <a:pt x="5138971" y="80333"/>
                </a:cubicBezTo>
                <a:lnTo>
                  <a:pt x="5138971" y="115386"/>
                </a:lnTo>
                <a:cubicBezTo>
                  <a:pt x="5138971" y="130739"/>
                  <a:pt x="5138189" y="149164"/>
                  <a:pt x="5138189" y="156839"/>
                </a:cubicBezTo>
                <a:cubicBezTo>
                  <a:pt x="5138189" y="173478"/>
                  <a:pt x="5149164" y="181402"/>
                  <a:pt x="5161187" y="181402"/>
                </a:cubicBezTo>
                <a:cubicBezTo>
                  <a:pt x="5172165" y="181402"/>
                  <a:pt x="5180527" y="178845"/>
                  <a:pt x="5191501" y="171945"/>
                </a:cubicBezTo>
                <a:lnTo>
                  <a:pt x="5188315" y="165639"/>
                </a:lnTo>
                <a:cubicBezTo>
                  <a:pt x="5180264" y="168356"/>
                  <a:pt x="5174254" y="168614"/>
                  <a:pt x="5167718" y="167590"/>
                </a:cubicBezTo>
                <a:cubicBezTo>
                  <a:pt x="5161502" y="166616"/>
                  <a:pt x="5159097" y="160471"/>
                  <a:pt x="5159097" y="146603"/>
                </a:cubicBezTo>
                <a:cubicBezTo>
                  <a:pt x="5159097" y="138929"/>
                  <a:pt x="5159879" y="127924"/>
                  <a:pt x="5159879" y="112575"/>
                </a:cubicBezTo>
                <a:lnTo>
                  <a:pt x="5159879" y="80333"/>
                </a:lnTo>
                <a:lnTo>
                  <a:pt x="5169812" y="80333"/>
                </a:lnTo>
                <a:cubicBezTo>
                  <a:pt x="5176085" y="80333"/>
                  <a:pt x="5185177" y="80536"/>
                  <a:pt x="5188626" y="80845"/>
                </a:cubicBezTo>
                <a:cubicBezTo>
                  <a:pt x="5189412" y="76748"/>
                  <a:pt x="5190197" y="74132"/>
                  <a:pt x="5191764" y="70340"/>
                </a:cubicBezTo>
                <a:lnTo>
                  <a:pt x="5190456" y="68546"/>
                </a:lnTo>
                <a:cubicBezTo>
                  <a:pt x="5185751" y="68753"/>
                  <a:pt x="5178174" y="69058"/>
                  <a:pt x="5172165" y="69058"/>
                </a:cubicBezTo>
                <a:lnTo>
                  <a:pt x="5159879" y="69058"/>
                </a:lnTo>
                <a:cubicBezTo>
                  <a:pt x="5159879" y="49893"/>
                  <a:pt x="5160038" y="46512"/>
                  <a:pt x="5161187" y="31652"/>
                </a:cubicBezTo>
                <a:cubicBezTo>
                  <a:pt x="5161187" y="29806"/>
                  <a:pt x="5160457" y="29091"/>
                  <a:pt x="5158834" y="29091"/>
                </a:cubicBezTo>
                <a:cubicBezTo>
                  <a:pt x="5152302" y="31652"/>
                  <a:pt x="5149060" y="34369"/>
                  <a:pt x="5140542" y="35495"/>
                </a:cubicBezTo>
                <a:lnTo>
                  <a:pt x="5140020" y="36265"/>
                </a:lnTo>
                <a:cubicBezTo>
                  <a:pt x="5139497" y="45182"/>
                  <a:pt x="5138971" y="54198"/>
                  <a:pt x="5138971" y="69058"/>
                </a:cubicBezTo>
                <a:close/>
                <a:moveTo>
                  <a:pt x="5284017" y="121164"/>
                </a:moveTo>
                <a:lnTo>
                  <a:pt x="5282972" y="151674"/>
                </a:lnTo>
                <a:cubicBezTo>
                  <a:pt x="5282972" y="155005"/>
                  <a:pt x="5281401" y="156799"/>
                  <a:pt x="5279312" y="158340"/>
                </a:cubicBezTo>
                <a:cubicBezTo>
                  <a:pt x="5271994" y="163723"/>
                  <a:pt x="5263109" y="168336"/>
                  <a:pt x="5255270" y="168336"/>
                </a:cubicBezTo>
                <a:cubicBezTo>
                  <a:pt x="5243510" y="168336"/>
                  <a:pt x="5235929" y="160646"/>
                  <a:pt x="5235929" y="152698"/>
                </a:cubicBezTo>
                <a:cubicBezTo>
                  <a:pt x="5235929" y="141161"/>
                  <a:pt x="5241416" y="132443"/>
                  <a:pt x="5261801" y="127060"/>
                </a:cubicBezTo>
                <a:lnTo>
                  <a:pt x="5284017" y="121164"/>
                </a:lnTo>
                <a:moveTo>
                  <a:pt x="5284017" y="166542"/>
                </a:moveTo>
                <a:cubicBezTo>
                  <a:pt x="5287048" y="176535"/>
                  <a:pt x="5294836" y="181402"/>
                  <a:pt x="5304402" y="181402"/>
                </a:cubicBezTo>
                <a:cubicBezTo>
                  <a:pt x="5310986" y="181402"/>
                  <a:pt x="5319037" y="179866"/>
                  <a:pt x="5325202" y="173462"/>
                </a:cubicBezTo>
                <a:lnTo>
                  <a:pt x="5323268" y="167105"/>
                </a:lnTo>
                <a:cubicBezTo>
                  <a:pt x="5320393" y="168082"/>
                  <a:pt x="5318200" y="168438"/>
                  <a:pt x="5316214" y="168438"/>
                </a:cubicBezTo>
                <a:cubicBezTo>
                  <a:pt x="5313598" y="168438"/>
                  <a:pt x="5310149" y="167977"/>
                  <a:pt x="5308530" y="166542"/>
                </a:cubicBezTo>
                <a:cubicBezTo>
                  <a:pt x="5305866" y="164185"/>
                  <a:pt x="5304191" y="157929"/>
                  <a:pt x="5304191" y="146545"/>
                </a:cubicBezTo>
                <a:cubicBezTo>
                  <a:pt x="5304191" y="139109"/>
                  <a:pt x="5304925" y="110655"/>
                  <a:pt x="5304925" y="107833"/>
                </a:cubicBezTo>
                <a:cubicBezTo>
                  <a:pt x="5304925" y="73225"/>
                  <a:pt x="5281664" y="66306"/>
                  <a:pt x="5261801" y="66306"/>
                </a:cubicBezTo>
                <a:cubicBezTo>
                  <a:pt x="5241939" y="66306"/>
                  <a:pt x="5229920" y="75786"/>
                  <a:pt x="5223384" y="81170"/>
                </a:cubicBezTo>
                <a:lnTo>
                  <a:pt x="5222602" y="82198"/>
                </a:lnTo>
                <a:lnTo>
                  <a:pt x="5227044" y="99372"/>
                </a:lnTo>
                <a:lnTo>
                  <a:pt x="5230442" y="99630"/>
                </a:lnTo>
                <a:cubicBezTo>
                  <a:pt x="5237759" y="88093"/>
                  <a:pt x="5246644" y="77839"/>
                  <a:pt x="5259189" y="77839"/>
                </a:cubicBezTo>
                <a:cubicBezTo>
                  <a:pt x="5268597" y="77839"/>
                  <a:pt x="5284276" y="79121"/>
                  <a:pt x="5284276" y="108091"/>
                </a:cubicBezTo>
                <a:cubicBezTo>
                  <a:pt x="5284276" y="109885"/>
                  <a:pt x="5283231" y="110909"/>
                  <a:pt x="5282446" y="111167"/>
                </a:cubicBezTo>
                <a:lnTo>
                  <a:pt x="5258145" y="116551"/>
                </a:lnTo>
                <a:cubicBezTo>
                  <a:pt x="5231487" y="122446"/>
                  <a:pt x="5214762" y="136290"/>
                  <a:pt x="5214762" y="153723"/>
                </a:cubicBezTo>
                <a:cubicBezTo>
                  <a:pt x="5214762" y="172692"/>
                  <a:pt x="5228089" y="181402"/>
                  <a:pt x="5247430" y="181402"/>
                </a:cubicBezTo>
                <a:cubicBezTo>
                  <a:pt x="5261801" y="181402"/>
                  <a:pt x="5269119" y="178075"/>
                  <a:pt x="5282972" y="166542"/>
                </a:cubicBezTo>
                <a:lnTo>
                  <a:pt x="5284017" y="166542"/>
                </a:lnTo>
                <a:close/>
                <a:moveTo>
                  <a:pt x="5372348" y="93219"/>
                </a:moveTo>
                <a:lnTo>
                  <a:pt x="5372348" y="69895"/>
                </a:lnTo>
                <a:cubicBezTo>
                  <a:pt x="5372348" y="67897"/>
                  <a:pt x="5372033" y="67334"/>
                  <a:pt x="5370781" y="67334"/>
                </a:cubicBezTo>
                <a:cubicBezTo>
                  <a:pt x="5364927" y="68460"/>
                  <a:pt x="5355572" y="68663"/>
                  <a:pt x="5349610" y="68100"/>
                </a:cubicBezTo>
                <a:lnTo>
                  <a:pt x="5349088" y="68870"/>
                </a:lnTo>
                <a:cubicBezTo>
                  <a:pt x="5350918" y="79938"/>
                  <a:pt x="5351441" y="99376"/>
                  <a:pt x="5351441" y="118611"/>
                </a:cubicBezTo>
                <a:lnTo>
                  <a:pt x="5351441" y="132717"/>
                </a:lnTo>
                <a:cubicBezTo>
                  <a:pt x="5351441" y="151952"/>
                  <a:pt x="5351129" y="165084"/>
                  <a:pt x="5349088" y="178884"/>
                </a:cubicBezTo>
                <a:lnTo>
                  <a:pt x="5349610" y="179651"/>
                </a:lnTo>
                <a:cubicBezTo>
                  <a:pt x="5352748" y="179139"/>
                  <a:pt x="5358758" y="178884"/>
                  <a:pt x="5361896" y="178884"/>
                </a:cubicBezTo>
                <a:cubicBezTo>
                  <a:pt x="5365031" y="178884"/>
                  <a:pt x="5371040" y="179139"/>
                  <a:pt x="5374178" y="179651"/>
                </a:cubicBezTo>
                <a:lnTo>
                  <a:pt x="5374701" y="178884"/>
                </a:lnTo>
                <a:cubicBezTo>
                  <a:pt x="5372767" y="164263"/>
                  <a:pt x="5372348" y="152210"/>
                  <a:pt x="5372348" y="132717"/>
                </a:cubicBezTo>
                <a:lnTo>
                  <a:pt x="5372348" y="119381"/>
                </a:lnTo>
                <a:cubicBezTo>
                  <a:pt x="5372348" y="108607"/>
                  <a:pt x="5375642" y="102453"/>
                  <a:pt x="5381233" y="93989"/>
                </a:cubicBezTo>
                <a:cubicBezTo>
                  <a:pt x="5385049" y="88297"/>
                  <a:pt x="5390903" y="85013"/>
                  <a:pt x="5395868" y="85013"/>
                </a:cubicBezTo>
                <a:cubicBezTo>
                  <a:pt x="5401096" y="85013"/>
                  <a:pt x="5406060" y="85525"/>
                  <a:pt x="5409458" y="88602"/>
                </a:cubicBezTo>
                <a:lnTo>
                  <a:pt x="5411547" y="88090"/>
                </a:lnTo>
                <a:lnTo>
                  <a:pt x="5416775" y="69124"/>
                </a:lnTo>
                <a:lnTo>
                  <a:pt x="5415731" y="68100"/>
                </a:lnTo>
                <a:cubicBezTo>
                  <a:pt x="5411288" y="66822"/>
                  <a:pt x="5411025" y="66306"/>
                  <a:pt x="5406323" y="66306"/>
                </a:cubicBezTo>
                <a:cubicBezTo>
                  <a:pt x="5392211" y="66306"/>
                  <a:pt x="5384630" y="74250"/>
                  <a:pt x="5373134" y="93731"/>
                </a:cubicBezTo>
                <a:lnTo>
                  <a:pt x="5372348" y="93219"/>
                </a:lnTo>
                <a:close/>
                <a:moveTo>
                  <a:pt x="5447877" y="205543"/>
                </a:moveTo>
                <a:cubicBezTo>
                  <a:pt x="5447877" y="197056"/>
                  <a:pt x="5455717" y="187540"/>
                  <a:pt x="5464861" y="182653"/>
                </a:cubicBezTo>
                <a:cubicBezTo>
                  <a:pt x="5472597" y="182677"/>
                  <a:pt x="5484516" y="181903"/>
                  <a:pt x="5488121" y="181903"/>
                </a:cubicBezTo>
                <a:cubicBezTo>
                  <a:pt x="5500666" y="181903"/>
                  <a:pt x="5508662" y="182161"/>
                  <a:pt x="5515824" y="186273"/>
                </a:cubicBezTo>
                <a:cubicBezTo>
                  <a:pt x="5523404" y="190644"/>
                  <a:pt x="5526016" y="198100"/>
                  <a:pt x="5526016" y="204781"/>
                </a:cubicBezTo>
                <a:cubicBezTo>
                  <a:pt x="5526016" y="220462"/>
                  <a:pt x="5504586" y="228684"/>
                  <a:pt x="5482111" y="228684"/>
                </a:cubicBezTo>
                <a:cubicBezTo>
                  <a:pt x="5465124" y="228684"/>
                  <a:pt x="5447877" y="223031"/>
                  <a:pt x="5447877" y="205551"/>
                </a:cubicBezTo>
                <a:lnTo>
                  <a:pt x="5447877" y="205543"/>
                </a:lnTo>
                <a:moveTo>
                  <a:pt x="5523404" y="105729"/>
                </a:moveTo>
                <a:cubicBezTo>
                  <a:pt x="5523404" y="88070"/>
                  <a:pt x="5516346" y="79883"/>
                  <a:pt x="5510233" y="75943"/>
                </a:cubicBezTo>
                <a:cubicBezTo>
                  <a:pt x="5518073" y="76556"/>
                  <a:pt x="5526746" y="77526"/>
                  <a:pt x="5537517" y="78601"/>
                </a:cubicBezTo>
                <a:lnTo>
                  <a:pt x="5538298" y="77835"/>
                </a:lnTo>
                <a:cubicBezTo>
                  <a:pt x="5537776" y="75532"/>
                  <a:pt x="5537517" y="73484"/>
                  <a:pt x="5537517" y="71177"/>
                </a:cubicBezTo>
                <a:cubicBezTo>
                  <a:pt x="5537517" y="68870"/>
                  <a:pt x="5537776" y="66822"/>
                  <a:pt x="5538298" y="64515"/>
                </a:cubicBezTo>
                <a:lnTo>
                  <a:pt x="5537517" y="63745"/>
                </a:lnTo>
                <a:cubicBezTo>
                  <a:pt x="5525023" y="64769"/>
                  <a:pt x="5515772" y="67486"/>
                  <a:pt x="5496276" y="68511"/>
                </a:cubicBezTo>
                <a:cubicBezTo>
                  <a:pt x="5491622" y="67076"/>
                  <a:pt x="5485876" y="66306"/>
                  <a:pt x="5480281" y="66306"/>
                </a:cubicBezTo>
                <a:cubicBezTo>
                  <a:pt x="5459637" y="66306"/>
                  <a:pt x="5435854" y="79883"/>
                  <a:pt x="5435854" y="105217"/>
                </a:cubicBezTo>
                <a:cubicBezTo>
                  <a:pt x="5435854" y="124413"/>
                  <a:pt x="5447091" y="133112"/>
                  <a:pt x="5454409" y="137213"/>
                </a:cubicBezTo>
                <a:cubicBezTo>
                  <a:pt x="5446832" y="142334"/>
                  <a:pt x="5437684" y="149798"/>
                  <a:pt x="5437684" y="158555"/>
                </a:cubicBezTo>
                <a:cubicBezTo>
                  <a:pt x="5437684" y="169095"/>
                  <a:pt x="5443957" y="178318"/>
                  <a:pt x="5458014" y="180675"/>
                </a:cubicBezTo>
                <a:cubicBezTo>
                  <a:pt x="5450752" y="183654"/>
                  <a:pt x="5442597" y="188588"/>
                  <a:pt x="5435854" y="193729"/>
                </a:cubicBezTo>
                <a:cubicBezTo>
                  <a:pt x="5432560" y="198612"/>
                  <a:pt x="5429844" y="205860"/>
                  <a:pt x="5429844" y="210692"/>
                </a:cubicBezTo>
                <a:cubicBezTo>
                  <a:pt x="5429844" y="230940"/>
                  <a:pt x="5452319" y="239701"/>
                  <a:pt x="5480022" y="239701"/>
                </a:cubicBezTo>
                <a:cubicBezTo>
                  <a:pt x="5520788" y="239701"/>
                  <a:pt x="5545093" y="222980"/>
                  <a:pt x="5545093" y="198870"/>
                </a:cubicBezTo>
                <a:cubicBezTo>
                  <a:pt x="5545093" y="187560"/>
                  <a:pt x="5541437" y="179600"/>
                  <a:pt x="5534119" y="173450"/>
                </a:cubicBezTo>
                <a:cubicBezTo>
                  <a:pt x="5524290" y="165252"/>
                  <a:pt x="5506417" y="164994"/>
                  <a:pt x="5497269" y="164994"/>
                </a:cubicBezTo>
                <a:cubicBezTo>
                  <a:pt x="5492826" y="164994"/>
                  <a:pt x="5482371" y="165506"/>
                  <a:pt x="5476361" y="166276"/>
                </a:cubicBezTo>
                <a:cubicBezTo>
                  <a:pt x="5472704" y="166511"/>
                  <a:pt x="5470088" y="166769"/>
                  <a:pt x="5468784" y="166769"/>
                </a:cubicBezTo>
                <a:cubicBezTo>
                  <a:pt x="5461467" y="166769"/>
                  <a:pt x="5453623" y="165741"/>
                  <a:pt x="5453623" y="154677"/>
                </a:cubicBezTo>
                <a:cubicBezTo>
                  <a:pt x="5453623" y="149532"/>
                  <a:pt x="5454931" y="145161"/>
                  <a:pt x="5460681" y="140286"/>
                </a:cubicBezTo>
                <a:cubicBezTo>
                  <a:pt x="5464079" y="142080"/>
                  <a:pt x="5472126" y="143871"/>
                  <a:pt x="5480022" y="143871"/>
                </a:cubicBezTo>
                <a:cubicBezTo>
                  <a:pt x="5507198" y="143871"/>
                  <a:pt x="5523404" y="125895"/>
                  <a:pt x="5523404" y="105729"/>
                </a:cubicBezTo>
                <a:moveTo>
                  <a:pt x="5503019" y="105983"/>
                </a:moveTo>
                <a:cubicBezTo>
                  <a:pt x="5503019" y="121543"/>
                  <a:pt x="5496483" y="133624"/>
                  <a:pt x="5480803" y="133624"/>
                </a:cubicBezTo>
                <a:cubicBezTo>
                  <a:pt x="5461989" y="133624"/>
                  <a:pt x="5456239" y="121594"/>
                  <a:pt x="5456239" y="103939"/>
                </a:cubicBezTo>
                <a:cubicBezTo>
                  <a:pt x="5456239" y="87050"/>
                  <a:pt x="5464079" y="76044"/>
                  <a:pt x="5479236" y="76044"/>
                </a:cubicBezTo>
                <a:cubicBezTo>
                  <a:pt x="5496224" y="76044"/>
                  <a:pt x="5503019" y="87816"/>
                  <a:pt x="5503019" y="105983"/>
                </a:cubicBezTo>
                <a:close/>
                <a:moveTo>
                  <a:pt x="5584558" y="108853"/>
                </a:moveTo>
                <a:cubicBezTo>
                  <a:pt x="5589000" y="82194"/>
                  <a:pt x="5606143" y="76556"/>
                  <a:pt x="5614350" y="76556"/>
                </a:cubicBezTo>
                <a:cubicBezTo>
                  <a:pt x="5624698" y="76556"/>
                  <a:pt x="5636302" y="86041"/>
                  <a:pt x="5636302" y="105264"/>
                </a:cubicBezTo>
                <a:cubicBezTo>
                  <a:pt x="5636302" y="107571"/>
                  <a:pt x="5635258" y="108853"/>
                  <a:pt x="5632642" y="108853"/>
                </a:cubicBezTo>
                <a:lnTo>
                  <a:pt x="5584558" y="108853"/>
                </a:lnTo>
                <a:moveTo>
                  <a:pt x="5654335" y="152182"/>
                </a:moveTo>
                <a:cubicBezTo>
                  <a:pt x="5645187" y="161929"/>
                  <a:pt x="5632905" y="166288"/>
                  <a:pt x="5618529" y="166288"/>
                </a:cubicBezTo>
                <a:cubicBezTo>
                  <a:pt x="5609593" y="166288"/>
                  <a:pt x="5597259" y="162953"/>
                  <a:pt x="5590045" y="151670"/>
                </a:cubicBezTo>
                <a:cubicBezTo>
                  <a:pt x="5585443" y="144488"/>
                  <a:pt x="5583772" y="134026"/>
                  <a:pt x="5583772" y="119100"/>
                </a:cubicBezTo>
                <a:lnTo>
                  <a:pt x="5654857" y="119100"/>
                </a:lnTo>
                <a:cubicBezTo>
                  <a:pt x="5657732" y="119100"/>
                  <a:pt x="5659559" y="117563"/>
                  <a:pt x="5659559" y="114745"/>
                </a:cubicBezTo>
                <a:cubicBezTo>
                  <a:pt x="5659559" y="93219"/>
                  <a:pt x="5648844" y="66306"/>
                  <a:pt x="5614350" y="66306"/>
                </a:cubicBezTo>
                <a:cubicBezTo>
                  <a:pt x="5587429" y="66306"/>
                  <a:pt x="5560775" y="87577"/>
                  <a:pt x="5560775" y="125257"/>
                </a:cubicBezTo>
                <a:cubicBezTo>
                  <a:pt x="5560775" y="139820"/>
                  <a:pt x="5563806" y="154184"/>
                  <a:pt x="5572535" y="164493"/>
                </a:cubicBezTo>
                <a:cubicBezTo>
                  <a:pt x="5581523" y="175100"/>
                  <a:pt x="5596473" y="181402"/>
                  <a:pt x="5614087" y="181402"/>
                </a:cubicBezTo>
                <a:cubicBezTo>
                  <a:pt x="5632905" y="181402"/>
                  <a:pt x="5649629" y="171925"/>
                  <a:pt x="5659559" y="158594"/>
                </a:cubicBezTo>
                <a:lnTo>
                  <a:pt x="5654335" y="152182"/>
                </a:lnTo>
                <a:close/>
                <a:moveTo>
                  <a:pt x="5695101" y="69058"/>
                </a:moveTo>
                <a:cubicBezTo>
                  <a:pt x="5689769" y="69058"/>
                  <a:pt x="5684230" y="68956"/>
                  <a:pt x="5680988" y="68546"/>
                </a:cubicBezTo>
                <a:cubicBezTo>
                  <a:pt x="5679214" y="72749"/>
                  <a:pt x="5677802" y="75208"/>
                  <a:pt x="5675242" y="79051"/>
                </a:cubicBezTo>
                <a:lnTo>
                  <a:pt x="5676546" y="80845"/>
                </a:lnTo>
                <a:cubicBezTo>
                  <a:pt x="5681044" y="80536"/>
                  <a:pt x="5689143" y="80384"/>
                  <a:pt x="5695101" y="80333"/>
                </a:cubicBezTo>
                <a:lnTo>
                  <a:pt x="5695101" y="115386"/>
                </a:lnTo>
                <a:cubicBezTo>
                  <a:pt x="5695101" y="130739"/>
                  <a:pt x="5694319" y="149164"/>
                  <a:pt x="5694319" y="156839"/>
                </a:cubicBezTo>
                <a:cubicBezTo>
                  <a:pt x="5694319" y="173478"/>
                  <a:pt x="5705293" y="181402"/>
                  <a:pt x="5717316" y="181402"/>
                </a:cubicBezTo>
                <a:cubicBezTo>
                  <a:pt x="5728295" y="181402"/>
                  <a:pt x="5736657" y="178845"/>
                  <a:pt x="5747631" y="171945"/>
                </a:cubicBezTo>
                <a:lnTo>
                  <a:pt x="5744445" y="165639"/>
                </a:lnTo>
                <a:cubicBezTo>
                  <a:pt x="5736394" y="168356"/>
                  <a:pt x="5730384" y="168614"/>
                  <a:pt x="5723848" y="167590"/>
                </a:cubicBezTo>
                <a:cubicBezTo>
                  <a:pt x="5717631" y="166616"/>
                  <a:pt x="5715227" y="160471"/>
                  <a:pt x="5715227" y="146603"/>
                </a:cubicBezTo>
                <a:cubicBezTo>
                  <a:pt x="5715227" y="138929"/>
                  <a:pt x="5716008" y="127924"/>
                  <a:pt x="5716008" y="112575"/>
                </a:cubicBezTo>
                <a:lnTo>
                  <a:pt x="5716008" y="80333"/>
                </a:lnTo>
                <a:lnTo>
                  <a:pt x="5725942" y="80333"/>
                </a:lnTo>
                <a:cubicBezTo>
                  <a:pt x="5732214" y="80333"/>
                  <a:pt x="5741306" y="80536"/>
                  <a:pt x="5744756" y="80845"/>
                </a:cubicBezTo>
                <a:cubicBezTo>
                  <a:pt x="5745541" y="76748"/>
                  <a:pt x="5746327" y="74132"/>
                  <a:pt x="5747894" y="70340"/>
                </a:cubicBezTo>
                <a:lnTo>
                  <a:pt x="5746586" y="68546"/>
                </a:lnTo>
                <a:cubicBezTo>
                  <a:pt x="5741881" y="68753"/>
                  <a:pt x="5734304" y="69058"/>
                  <a:pt x="5728295" y="69058"/>
                </a:cubicBezTo>
                <a:lnTo>
                  <a:pt x="5716008" y="69058"/>
                </a:lnTo>
                <a:cubicBezTo>
                  <a:pt x="5716008" y="49893"/>
                  <a:pt x="5716168" y="46512"/>
                  <a:pt x="5717316" y="31652"/>
                </a:cubicBezTo>
                <a:cubicBezTo>
                  <a:pt x="5717316" y="29806"/>
                  <a:pt x="5716587" y="29091"/>
                  <a:pt x="5714964" y="29091"/>
                </a:cubicBezTo>
                <a:cubicBezTo>
                  <a:pt x="5708432" y="31652"/>
                  <a:pt x="5705190" y="34369"/>
                  <a:pt x="5696672" y="35495"/>
                </a:cubicBezTo>
                <a:lnTo>
                  <a:pt x="5696150" y="36265"/>
                </a:lnTo>
                <a:cubicBezTo>
                  <a:pt x="5695627" y="45182"/>
                  <a:pt x="5695101" y="54198"/>
                  <a:pt x="5695101" y="69058"/>
                </a:cubicBezTo>
                <a:close/>
                <a:moveTo>
                  <a:pt x="5856873" y="108853"/>
                </a:moveTo>
                <a:cubicBezTo>
                  <a:pt x="5861316" y="82194"/>
                  <a:pt x="5878459" y="76556"/>
                  <a:pt x="5886666" y="76556"/>
                </a:cubicBezTo>
                <a:cubicBezTo>
                  <a:pt x="5897014" y="76556"/>
                  <a:pt x="5908618" y="86041"/>
                  <a:pt x="5908618" y="105264"/>
                </a:cubicBezTo>
                <a:cubicBezTo>
                  <a:pt x="5908618" y="107571"/>
                  <a:pt x="5907573" y="108853"/>
                  <a:pt x="5904957" y="108853"/>
                </a:cubicBezTo>
                <a:lnTo>
                  <a:pt x="5856873" y="108853"/>
                </a:lnTo>
                <a:moveTo>
                  <a:pt x="5926650" y="152182"/>
                </a:moveTo>
                <a:cubicBezTo>
                  <a:pt x="5917503" y="161929"/>
                  <a:pt x="5905220" y="166288"/>
                  <a:pt x="5890845" y="166288"/>
                </a:cubicBezTo>
                <a:cubicBezTo>
                  <a:pt x="5881908" y="166288"/>
                  <a:pt x="5869574" y="162953"/>
                  <a:pt x="5862360" y="151670"/>
                </a:cubicBezTo>
                <a:cubicBezTo>
                  <a:pt x="5857759" y="144488"/>
                  <a:pt x="5856088" y="134026"/>
                  <a:pt x="5856088" y="119100"/>
                </a:cubicBezTo>
                <a:lnTo>
                  <a:pt x="5927173" y="119100"/>
                </a:lnTo>
                <a:cubicBezTo>
                  <a:pt x="5930048" y="119100"/>
                  <a:pt x="5931874" y="117563"/>
                  <a:pt x="5931874" y="114745"/>
                </a:cubicBezTo>
                <a:cubicBezTo>
                  <a:pt x="5931874" y="93219"/>
                  <a:pt x="5921159" y="66306"/>
                  <a:pt x="5886666" y="66306"/>
                </a:cubicBezTo>
                <a:cubicBezTo>
                  <a:pt x="5859744" y="66306"/>
                  <a:pt x="5833091" y="87577"/>
                  <a:pt x="5833091" y="125257"/>
                </a:cubicBezTo>
                <a:cubicBezTo>
                  <a:pt x="5833091" y="139820"/>
                  <a:pt x="5836121" y="154184"/>
                  <a:pt x="5844850" y="164493"/>
                </a:cubicBezTo>
                <a:cubicBezTo>
                  <a:pt x="5853839" y="175100"/>
                  <a:pt x="5868789" y="181402"/>
                  <a:pt x="5886402" y="181402"/>
                </a:cubicBezTo>
                <a:cubicBezTo>
                  <a:pt x="5905220" y="181402"/>
                  <a:pt x="5921945" y="171925"/>
                  <a:pt x="5931874" y="158594"/>
                </a:cubicBezTo>
                <a:lnTo>
                  <a:pt x="5926650" y="152182"/>
                </a:lnTo>
                <a:close/>
                <a:moveTo>
                  <a:pt x="5986234" y="93219"/>
                </a:moveTo>
                <a:lnTo>
                  <a:pt x="5986234" y="69895"/>
                </a:lnTo>
                <a:cubicBezTo>
                  <a:pt x="5986234" y="67897"/>
                  <a:pt x="5985919" y="67334"/>
                  <a:pt x="5984667" y="67334"/>
                </a:cubicBezTo>
                <a:cubicBezTo>
                  <a:pt x="5978813" y="68460"/>
                  <a:pt x="5969458" y="68663"/>
                  <a:pt x="5963496" y="68100"/>
                </a:cubicBezTo>
                <a:lnTo>
                  <a:pt x="5962974" y="68870"/>
                </a:lnTo>
                <a:cubicBezTo>
                  <a:pt x="5964804" y="79938"/>
                  <a:pt x="5965327" y="99376"/>
                  <a:pt x="5965327" y="118611"/>
                </a:cubicBezTo>
                <a:lnTo>
                  <a:pt x="5965327" y="132717"/>
                </a:lnTo>
                <a:cubicBezTo>
                  <a:pt x="5965327" y="151952"/>
                  <a:pt x="5965016" y="165084"/>
                  <a:pt x="5962974" y="178884"/>
                </a:cubicBezTo>
                <a:lnTo>
                  <a:pt x="5963496" y="179651"/>
                </a:lnTo>
                <a:cubicBezTo>
                  <a:pt x="5966635" y="179139"/>
                  <a:pt x="5972644" y="178884"/>
                  <a:pt x="5975782" y="178884"/>
                </a:cubicBezTo>
                <a:cubicBezTo>
                  <a:pt x="5978917" y="178884"/>
                  <a:pt x="5984926" y="179139"/>
                  <a:pt x="5988065" y="179651"/>
                </a:cubicBezTo>
                <a:lnTo>
                  <a:pt x="5988587" y="178884"/>
                </a:lnTo>
                <a:cubicBezTo>
                  <a:pt x="5986653" y="164263"/>
                  <a:pt x="5986234" y="152210"/>
                  <a:pt x="5986234" y="132717"/>
                </a:cubicBezTo>
                <a:lnTo>
                  <a:pt x="5986234" y="119381"/>
                </a:lnTo>
                <a:cubicBezTo>
                  <a:pt x="5986234" y="108607"/>
                  <a:pt x="5989528" y="102453"/>
                  <a:pt x="5995119" y="93989"/>
                </a:cubicBezTo>
                <a:cubicBezTo>
                  <a:pt x="5998935" y="88297"/>
                  <a:pt x="6004789" y="85013"/>
                  <a:pt x="6009754" y="85013"/>
                </a:cubicBezTo>
                <a:cubicBezTo>
                  <a:pt x="6014982" y="85013"/>
                  <a:pt x="6019946" y="85525"/>
                  <a:pt x="6023344" y="88602"/>
                </a:cubicBezTo>
                <a:lnTo>
                  <a:pt x="6025434" y="88090"/>
                </a:lnTo>
                <a:lnTo>
                  <a:pt x="6030661" y="69124"/>
                </a:lnTo>
                <a:lnTo>
                  <a:pt x="6029617" y="68100"/>
                </a:lnTo>
                <a:cubicBezTo>
                  <a:pt x="6025174" y="66822"/>
                  <a:pt x="6024911" y="66306"/>
                  <a:pt x="6020210" y="66306"/>
                </a:cubicBezTo>
                <a:cubicBezTo>
                  <a:pt x="6006097" y="66306"/>
                  <a:pt x="5998516" y="74250"/>
                  <a:pt x="5987020" y="93731"/>
                </a:cubicBezTo>
                <a:lnTo>
                  <a:pt x="5986234" y="93219"/>
                </a:lnTo>
                <a:close/>
                <a:moveTo>
                  <a:pt x="6106971" y="118424"/>
                </a:moveTo>
                <a:cubicBezTo>
                  <a:pt x="6110369" y="118424"/>
                  <a:pt x="6114030" y="112020"/>
                  <a:pt x="6114030" y="109201"/>
                </a:cubicBezTo>
                <a:cubicBezTo>
                  <a:pt x="6114030" y="106894"/>
                  <a:pt x="6112985" y="104588"/>
                  <a:pt x="6110369" y="104588"/>
                </a:cubicBezTo>
                <a:lnTo>
                  <a:pt x="6050525" y="104588"/>
                </a:lnTo>
                <a:cubicBezTo>
                  <a:pt x="6047387" y="104588"/>
                  <a:pt x="6043989" y="109971"/>
                  <a:pt x="6043989" y="114068"/>
                </a:cubicBezTo>
                <a:cubicBezTo>
                  <a:pt x="6043989" y="116375"/>
                  <a:pt x="6045557" y="118424"/>
                  <a:pt x="6047909" y="118424"/>
                </a:cubicBezTo>
                <a:lnTo>
                  <a:pt x="6106971" y="118424"/>
                </a:lnTo>
                <a:close/>
              </a:path>
            </a:pathLst>
          </a:custGeom>
          <a:solidFill xmlns:a="http://schemas.openxmlformats.org/drawingml/2006/main">
            <a:srgbClr val="000000"/>
          </a:solidFill>
          <a:ln xmlns:a="http://schemas.openxmlformats.org/drawingml/2006/main" w="0" cap="flat">
            <a:noFill/>
            <a:miter/>
          </a:ln>
        </p:spPr>
      </p:sp>
      <p:sp>
        <p:nvSpPr>
          <p:cNvPr id="89" name="Text rors.Thewhiskersofeachbardenotethemaximumand">
            <a:extLst xmlns:a="http://schemas.openxmlformats.org/drawingml/2006/main">
              <a:ext uri="{FF2B5EF4-FFF2-40B4-BE49-F238E27FC236}">
                <a16:creationId xmlns:a16="http://schemas.microsoft.com/office/drawing/2014/main" id="{B20B1B73-DD0D-4444-855D-7C8F032BB46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4532" y="5741497"/>
            <a:ext cx="6045560" cy="181402"/>
          </a:xfrm>
          <a:custGeom xmlns:a="http://schemas.openxmlformats.org/drawingml/2006/main">
            <a:pathLst>
              <a:path w="6045560" h="181402">
                <a:moveTo>
                  <a:pt x="23260" y="93219"/>
                </a:moveTo>
                <a:lnTo>
                  <a:pt x="23260" y="69895"/>
                </a:lnTo>
                <a:cubicBezTo>
                  <a:pt x="23260" y="67897"/>
                  <a:pt x="22945" y="67334"/>
                  <a:pt x="21693" y="67334"/>
                </a:cubicBezTo>
                <a:cubicBezTo>
                  <a:pt x="15839" y="68460"/>
                  <a:pt x="6484" y="68663"/>
                  <a:pt x="522" y="68100"/>
                </a:cubicBezTo>
                <a:lnTo>
                  <a:pt x="0" y="68870"/>
                </a:lnTo>
                <a:cubicBezTo>
                  <a:pt x="1830" y="79938"/>
                  <a:pt x="2353" y="99376"/>
                  <a:pt x="2353" y="118611"/>
                </a:cubicBezTo>
                <a:lnTo>
                  <a:pt x="2353" y="132717"/>
                </a:lnTo>
                <a:cubicBezTo>
                  <a:pt x="2353" y="151952"/>
                  <a:pt x="2042" y="165084"/>
                  <a:pt x="0" y="178884"/>
                </a:cubicBezTo>
                <a:lnTo>
                  <a:pt x="522" y="179651"/>
                </a:lnTo>
                <a:cubicBezTo>
                  <a:pt x="3661" y="179139"/>
                  <a:pt x="9670" y="178884"/>
                  <a:pt x="12809" y="178884"/>
                </a:cubicBezTo>
                <a:cubicBezTo>
                  <a:pt x="15943" y="178884"/>
                  <a:pt x="21952" y="179139"/>
                  <a:pt x="25091" y="179651"/>
                </a:cubicBezTo>
                <a:lnTo>
                  <a:pt x="25613" y="178884"/>
                </a:lnTo>
                <a:cubicBezTo>
                  <a:pt x="23679" y="164263"/>
                  <a:pt x="23260" y="152210"/>
                  <a:pt x="23260" y="132717"/>
                </a:cubicBezTo>
                <a:lnTo>
                  <a:pt x="23260" y="119381"/>
                </a:lnTo>
                <a:cubicBezTo>
                  <a:pt x="23260" y="108607"/>
                  <a:pt x="26554" y="102453"/>
                  <a:pt x="32145" y="93989"/>
                </a:cubicBezTo>
                <a:cubicBezTo>
                  <a:pt x="35961" y="88297"/>
                  <a:pt x="41815" y="85013"/>
                  <a:pt x="46780" y="85013"/>
                </a:cubicBezTo>
                <a:cubicBezTo>
                  <a:pt x="52008" y="85013"/>
                  <a:pt x="56973" y="85525"/>
                  <a:pt x="60370" y="88602"/>
                </a:cubicBezTo>
                <a:lnTo>
                  <a:pt x="62460" y="88090"/>
                </a:lnTo>
                <a:lnTo>
                  <a:pt x="67688" y="69124"/>
                </a:lnTo>
                <a:lnTo>
                  <a:pt x="66643" y="68100"/>
                </a:lnTo>
                <a:cubicBezTo>
                  <a:pt x="62200" y="66822"/>
                  <a:pt x="61937" y="66306"/>
                  <a:pt x="57236" y="66306"/>
                </a:cubicBezTo>
                <a:cubicBezTo>
                  <a:pt x="43123" y="66306"/>
                  <a:pt x="35543" y="74250"/>
                  <a:pt x="24046" y="93731"/>
                </a:cubicBezTo>
                <a:lnTo>
                  <a:pt x="23260" y="93219"/>
                </a:lnTo>
                <a:close/>
                <a:moveTo>
                  <a:pt x="80233" y="126290"/>
                </a:moveTo>
                <a:cubicBezTo>
                  <a:pt x="80233" y="157054"/>
                  <a:pt x="100877" y="181402"/>
                  <a:pt x="135638" y="181402"/>
                </a:cubicBezTo>
                <a:cubicBezTo>
                  <a:pt x="170132" y="181402"/>
                  <a:pt x="191040" y="157570"/>
                  <a:pt x="191040" y="123983"/>
                </a:cubicBezTo>
                <a:cubicBezTo>
                  <a:pt x="191040" y="89118"/>
                  <a:pt x="171962" y="66306"/>
                  <a:pt x="136683" y="66306"/>
                </a:cubicBezTo>
                <a:cubicBezTo>
                  <a:pt x="102445" y="66306"/>
                  <a:pt x="80233" y="89888"/>
                  <a:pt x="80233" y="126290"/>
                </a:cubicBezTo>
                <a:moveTo>
                  <a:pt x="134853" y="76556"/>
                </a:moveTo>
                <a:cubicBezTo>
                  <a:pt x="162555" y="76556"/>
                  <a:pt x="168042" y="97578"/>
                  <a:pt x="168042" y="128600"/>
                </a:cubicBezTo>
                <a:cubicBezTo>
                  <a:pt x="168042" y="152952"/>
                  <a:pt x="155497" y="171155"/>
                  <a:pt x="137987" y="171155"/>
                </a:cubicBezTo>
                <a:cubicBezTo>
                  <a:pt x="110288" y="171155"/>
                  <a:pt x="103230" y="141674"/>
                  <a:pt x="103230" y="121934"/>
                </a:cubicBezTo>
                <a:cubicBezTo>
                  <a:pt x="103230" y="99630"/>
                  <a:pt x="110288" y="76556"/>
                  <a:pt x="134853" y="76556"/>
                </a:cubicBezTo>
                <a:close/>
                <a:moveTo>
                  <a:pt x="244615" y="93219"/>
                </a:moveTo>
                <a:lnTo>
                  <a:pt x="244615" y="69895"/>
                </a:lnTo>
                <a:cubicBezTo>
                  <a:pt x="244615" y="67897"/>
                  <a:pt x="244300" y="67334"/>
                  <a:pt x="243048" y="67334"/>
                </a:cubicBezTo>
                <a:cubicBezTo>
                  <a:pt x="237194" y="68460"/>
                  <a:pt x="227838" y="68663"/>
                  <a:pt x="221877" y="68100"/>
                </a:cubicBezTo>
                <a:lnTo>
                  <a:pt x="221354" y="68870"/>
                </a:lnTo>
                <a:cubicBezTo>
                  <a:pt x="223185" y="79938"/>
                  <a:pt x="223707" y="99376"/>
                  <a:pt x="223707" y="118611"/>
                </a:cubicBezTo>
                <a:lnTo>
                  <a:pt x="223707" y="132717"/>
                </a:lnTo>
                <a:cubicBezTo>
                  <a:pt x="223707" y="151952"/>
                  <a:pt x="223396" y="165084"/>
                  <a:pt x="221354" y="178884"/>
                </a:cubicBezTo>
                <a:lnTo>
                  <a:pt x="221877" y="179651"/>
                </a:lnTo>
                <a:cubicBezTo>
                  <a:pt x="225015" y="179139"/>
                  <a:pt x="231025" y="178884"/>
                  <a:pt x="234163" y="178884"/>
                </a:cubicBezTo>
                <a:cubicBezTo>
                  <a:pt x="237297" y="178884"/>
                  <a:pt x="243307" y="179139"/>
                  <a:pt x="246445" y="179651"/>
                </a:cubicBezTo>
                <a:lnTo>
                  <a:pt x="246967" y="178884"/>
                </a:lnTo>
                <a:cubicBezTo>
                  <a:pt x="245033" y="164263"/>
                  <a:pt x="244615" y="152210"/>
                  <a:pt x="244615" y="132717"/>
                </a:cubicBezTo>
                <a:lnTo>
                  <a:pt x="244615" y="119381"/>
                </a:lnTo>
                <a:cubicBezTo>
                  <a:pt x="244615" y="108607"/>
                  <a:pt x="247909" y="102453"/>
                  <a:pt x="253499" y="93989"/>
                </a:cubicBezTo>
                <a:cubicBezTo>
                  <a:pt x="257316" y="88297"/>
                  <a:pt x="263170" y="85013"/>
                  <a:pt x="268134" y="85013"/>
                </a:cubicBezTo>
                <a:cubicBezTo>
                  <a:pt x="273362" y="85013"/>
                  <a:pt x="278327" y="85525"/>
                  <a:pt x="281724" y="88602"/>
                </a:cubicBezTo>
                <a:lnTo>
                  <a:pt x="283814" y="88090"/>
                </a:lnTo>
                <a:lnTo>
                  <a:pt x="289042" y="69124"/>
                </a:lnTo>
                <a:lnTo>
                  <a:pt x="287997" y="68100"/>
                </a:lnTo>
                <a:cubicBezTo>
                  <a:pt x="283555" y="66822"/>
                  <a:pt x="283292" y="66306"/>
                  <a:pt x="278590" y="66306"/>
                </a:cubicBezTo>
                <a:cubicBezTo>
                  <a:pt x="264478" y="66306"/>
                  <a:pt x="256897" y="74250"/>
                  <a:pt x="245400" y="93731"/>
                </a:cubicBezTo>
                <a:lnTo>
                  <a:pt x="244615" y="93219"/>
                </a:lnTo>
                <a:close/>
                <a:moveTo>
                  <a:pt x="306812" y="152952"/>
                </a:moveTo>
                <a:lnTo>
                  <a:pt x="302370" y="174486"/>
                </a:lnTo>
                <a:cubicBezTo>
                  <a:pt x="317268" y="179612"/>
                  <a:pt x="331903" y="181402"/>
                  <a:pt x="341832" y="181402"/>
                </a:cubicBezTo>
                <a:cubicBezTo>
                  <a:pt x="377897" y="181402"/>
                  <a:pt x="386260" y="160388"/>
                  <a:pt x="386260" y="146287"/>
                </a:cubicBezTo>
                <a:cubicBezTo>
                  <a:pt x="386260" y="125265"/>
                  <a:pt x="369272" y="117063"/>
                  <a:pt x="350717" y="112704"/>
                </a:cubicBezTo>
                <a:cubicBezTo>
                  <a:pt x="340840" y="110397"/>
                  <a:pt x="326416" y="105526"/>
                  <a:pt x="326416" y="92707"/>
                </a:cubicBezTo>
                <a:cubicBezTo>
                  <a:pt x="326416" y="82194"/>
                  <a:pt x="335037" y="76556"/>
                  <a:pt x="346275" y="76556"/>
                </a:cubicBezTo>
                <a:cubicBezTo>
                  <a:pt x="359865" y="76556"/>
                  <a:pt x="368227" y="87065"/>
                  <a:pt x="374241" y="93989"/>
                </a:cubicBezTo>
                <a:lnTo>
                  <a:pt x="377897" y="93731"/>
                </a:lnTo>
                <a:lnTo>
                  <a:pt x="383125" y="74762"/>
                </a:lnTo>
                <a:lnTo>
                  <a:pt x="382603" y="73996"/>
                </a:lnTo>
                <a:cubicBezTo>
                  <a:pt x="375022" y="70153"/>
                  <a:pt x="360651" y="66306"/>
                  <a:pt x="347320" y="66306"/>
                </a:cubicBezTo>
                <a:cubicBezTo>
                  <a:pt x="327983" y="66306"/>
                  <a:pt x="307857" y="76298"/>
                  <a:pt x="307857" y="97578"/>
                </a:cubicBezTo>
                <a:cubicBezTo>
                  <a:pt x="307857" y="118087"/>
                  <a:pt x="323489" y="124855"/>
                  <a:pt x="339221" y="129112"/>
                </a:cubicBezTo>
                <a:cubicBezTo>
                  <a:pt x="354378" y="133213"/>
                  <a:pt x="365615" y="137314"/>
                  <a:pt x="365615" y="149876"/>
                </a:cubicBezTo>
                <a:cubicBezTo>
                  <a:pt x="365615" y="163465"/>
                  <a:pt x="355423" y="171155"/>
                  <a:pt x="341573" y="171155"/>
                </a:cubicBezTo>
                <a:cubicBezTo>
                  <a:pt x="329028" y="171155"/>
                  <a:pt x="318050" y="162695"/>
                  <a:pt x="310732" y="152698"/>
                </a:cubicBezTo>
                <a:lnTo>
                  <a:pt x="306812" y="152952"/>
                </a:lnTo>
                <a:close/>
                <a:moveTo>
                  <a:pt x="411347" y="167570"/>
                </a:moveTo>
                <a:cubicBezTo>
                  <a:pt x="413648" y="176124"/>
                  <a:pt x="417309" y="179612"/>
                  <a:pt x="425460" y="181402"/>
                </a:cubicBezTo>
                <a:lnTo>
                  <a:pt x="426509" y="181402"/>
                </a:lnTo>
                <a:cubicBezTo>
                  <a:pt x="433878" y="179612"/>
                  <a:pt x="437953" y="175819"/>
                  <a:pt x="440617" y="167570"/>
                </a:cubicBezTo>
                <a:lnTo>
                  <a:pt x="440617" y="166542"/>
                </a:lnTo>
                <a:cubicBezTo>
                  <a:pt x="438217" y="159317"/>
                  <a:pt x="434085" y="155372"/>
                  <a:pt x="426509" y="152706"/>
                </a:cubicBezTo>
                <a:lnTo>
                  <a:pt x="425460" y="152706"/>
                </a:lnTo>
                <a:cubicBezTo>
                  <a:pt x="417568" y="155834"/>
                  <a:pt x="413752" y="159728"/>
                  <a:pt x="411347" y="166542"/>
                </a:cubicBezTo>
                <a:lnTo>
                  <a:pt x="411347" y="167570"/>
                </a:lnTo>
                <a:close/>
                <a:moveTo>
                  <a:pt x="582787" y="64972"/>
                </a:moveTo>
                <a:lnTo>
                  <a:pt x="582787" y="127689"/>
                </a:lnTo>
                <a:cubicBezTo>
                  <a:pt x="582787" y="146885"/>
                  <a:pt x="582265" y="165060"/>
                  <a:pt x="580175" y="178884"/>
                </a:cubicBezTo>
                <a:lnTo>
                  <a:pt x="580697" y="179651"/>
                </a:lnTo>
                <a:cubicBezTo>
                  <a:pt x="583832" y="179142"/>
                  <a:pt x="590890" y="178884"/>
                  <a:pt x="594024" y="178884"/>
                </a:cubicBezTo>
                <a:cubicBezTo>
                  <a:pt x="597163" y="178884"/>
                  <a:pt x="604217" y="179142"/>
                  <a:pt x="607355" y="179651"/>
                </a:cubicBezTo>
                <a:lnTo>
                  <a:pt x="607878" y="178884"/>
                </a:lnTo>
                <a:cubicBezTo>
                  <a:pt x="605784" y="164294"/>
                  <a:pt x="605262" y="146885"/>
                  <a:pt x="605262" y="127689"/>
                </a:cubicBezTo>
                <a:lnTo>
                  <a:pt x="605262" y="64972"/>
                </a:lnTo>
                <a:cubicBezTo>
                  <a:pt x="605262" y="60621"/>
                  <a:pt x="605525" y="34255"/>
                  <a:pt x="607355" y="28113"/>
                </a:cubicBezTo>
                <a:cubicBezTo>
                  <a:pt x="642371" y="28113"/>
                  <a:pt x="660145" y="31695"/>
                  <a:pt x="660145" y="31695"/>
                </a:cubicBezTo>
                <a:lnTo>
                  <a:pt x="660667" y="30670"/>
                </a:lnTo>
                <a:cubicBezTo>
                  <a:pt x="660145" y="26831"/>
                  <a:pt x="660145" y="20939"/>
                  <a:pt x="660667" y="13762"/>
                </a:cubicBezTo>
                <a:lnTo>
                  <a:pt x="660145" y="12995"/>
                </a:lnTo>
                <a:cubicBezTo>
                  <a:pt x="655962" y="13507"/>
                  <a:pt x="649952" y="13762"/>
                  <a:pt x="644465" y="13762"/>
                </a:cubicBezTo>
                <a:lnTo>
                  <a:pt x="543588" y="13762"/>
                </a:lnTo>
                <a:cubicBezTo>
                  <a:pt x="538101" y="13762"/>
                  <a:pt x="532087" y="13507"/>
                  <a:pt x="527908" y="12995"/>
                </a:cubicBezTo>
                <a:lnTo>
                  <a:pt x="527386" y="13762"/>
                </a:lnTo>
                <a:cubicBezTo>
                  <a:pt x="527908" y="20939"/>
                  <a:pt x="527908" y="26831"/>
                  <a:pt x="527386" y="30670"/>
                </a:cubicBezTo>
                <a:lnTo>
                  <a:pt x="527908" y="31695"/>
                </a:lnTo>
                <a:cubicBezTo>
                  <a:pt x="527908" y="31695"/>
                  <a:pt x="545677" y="28113"/>
                  <a:pt x="580697" y="28113"/>
                </a:cubicBezTo>
                <a:cubicBezTo>
                  <a:pt x="582528" y="34255"/>
                  <a:pt x="582787" y="60621"/>
                  <a:pt x="582787" y="64972"/>
                </a:cubicBezTo>
                <a:close/>
                <a:moveTo>
                  <a:pt x="709016" y="88606"/>
                </a:moveTo>
                <a:lnTo>
                  <a:pt x="709016" y="50437"/>
                </a:lnTo>
                <a:cubicBezTo>
                  <a:pt x="709016" y="31491"/>
                  <a:pt x="710112" y="18281"/>
                  <a:pt x="711365" y="2561"/>
                </a:cubicBezTo>
                <a:cubicBezTo>
                  <a:pt x="711365" y="770"/>
                  <a:pt x="710635" y="0"/>
                  <a:pt x="709016" y="0"/>
                </a:cubicBezTo>
                <a:cubicBezTo>
                  <a:pt x="702480" y="2561"/>
                  <a:pt x="696889" y="4355"/>
                  <a:pt x="686278" y="5121"/>
                </a:cubicBezTo>
                <a:lnTo>
                  <a:pt x="685756" y="5892"/>
                </a:lnTo>
                <a:cubicBezTo>
                  <a:pt x="687793" y="16846"/>
                  <a:pt x="688108" y="36101"/>
                  <a:pt x="688108" y="55554"/>
                </a:cubicBezTo>
                <a:lnTo>
                  <a:pt x="688108" y="132717"/>
                </a:lnTo>
                <a:cubicBezTo>
                  <a:pt x="688108" y="151799"/>
                  <a:pt x="687793" y="164521"/>
                  <a:pt x="685756" y="178884"/>
                </a:cubicBezTo>
                <a:lnTo>
                  <a:pt x="686278" y="179651"/>
                </a:lnTo>
                <a:cubicBezTo>
                  <a:pt x="689412" y="179139"/>
                  <a:pt x="695426" y="178884"/>
                  <a:pt x="698560" y="178884"/>
                </a:cubicBezTo>
                <a:cubicBezTo>
                  <a:pt x="701698" y="178884"/>
                  <a:pt x="707708" y="179139"/>
                  <a:pt x="710842" y="179651"/>
                </a:cubicBezTo>
                <a:lnTo>
                  <a:pt x="711365" y="178884"/>
                </a:lnTo>
                <a:cubicBezTo>
                  <a:pt x="709435" y="164212"/>
                  <a:pt x="709016" y="152210"/>
                  <a:pt x="709016" y="132717"/>
                </a:cubicBezTo>
                <a:lnTo>
                  <a:pt x="709016" y="102711"/>
                </a:lnTo>
                <a:cubicBezTo>
                  <a:pt x="722343" y="87323"/>
                  <a:pt x="737656" y="81682"/>
                  <a:pt x="746907" y="81682"/>
                </a:cubicBezTo>
                <a:cubicBezTo>
                  <a:pt x="760238" y="81682"/>
                  <a:pt x="765725" y="86811"/>
                  <a:pt x="765725" y="107582"/>
                </a:cubicBezTo>
                <a:lnTo>
                  <a:pt x="765725" y="132717"/>
                </a:lnTo>
                <a:cubicBezTo>
                  <a:pt x="765725" y="151956"/>
                  <a:pt x="765462" y="165084"/>
                  <a:pt x="763372" y="178884"/>
                </a:cubicBezTo>
                <a:lnTo>
                  <a:pt x="763895" y="179651"/>
                </a:lnTo>
                <a:cubicBezTo>
                  <a:pt x="767033" y="179139"/>
                  <a:pt x="773043" y="178884"/>
                  <a:pt x="776177" y="178884"/>
                </a:cubicBezTo>
                <a:cubicBezTo>
                  <a:pt x="779315" y="178884"/>
                  <a:pt x="785325" y="179139"/>
                  <a:pt x="788463" y="179651"/>
                </a:cubicBezTo>
                <a:lnTo>
                  <a:pt x="788986" y="178884"/>
                </a:lnTo>
                <a:cubicBezTo>
                  <a:pt x="786892" y="164212"/>
                  <a:pt x="786633" y="152210"/>
                  <a:pt x="786633" y="132717"/>
                </a:cubicBezTo>
                <a:cubicBezTo>
                  <a:pt x="786633" y="124511"/>
                  <a:pt x="787155" y="115022"/>
                  <a:pt x="787155" y="106816"/>
                </a:cubicBezTo>
                <a:cubicBezTo>
                  <a:pt x="787155" y="80141"/>
                  <a:pt x="778271" y="66306"/>
                  <a:pt x="754747" y="66306"/>
                </a:cubicBezTo>
                <a:cubicBezTo>
                  <a:pt x="744818" y="66306"/>
                  <a:pt x="726263" y="70153"/>
                  <a:pt x="709538" y="89376"/>
                </a:cubicBezTo>
                <a:lnTo>
                  <a:pt x="709016" y="88606"/>
                </a:lnTo>
                <a:close/>
                <a:moveTo>
                  <a:pt x="840731" y="108853"/>
                </a:moveTo>
                <a:cubicBezTo>
                  <a:pt x="845174" y="82194"/>
                  <a:pt x="862317" y="76556"/>
                  <a:pt x="870524" y="76556"/>
                </a:cubicBezTo>
                <a:cubicBezTo>
                  <a:pt x="880872" y="76556"/>
                  <a:pt x="892476" y="86041"/>
                  <a:pt x="892476" y="105264"/>
                </a:cubicBezTo>
                <a:cubicBezTo>
                  <a:pt x="892476" y="107571"/>
                  <a:pt x="891431" y="108853"/>
                  <a:pt x="888815" y="108853"/>
                </a:cubicBezTo>
                <a:lnTo>
                  <a:pt x="840731" y="108853"/>
                </a:lnTo>
                <a:moveTo>
                  <a:pt x="910508" y="152182"/>
                </a:moveTo>
                <a:cubicBezTo>
                  <a:pt x="901361" y="161929"/>
                  <a:pt x="889078" y="166288"/>
                  <a:pt x="874703" y="166288"/>
                </a:cubicBezTo>
                <a:cubicBezTo>
                  <a:pt x="865766" y="166288"/>
                  <a:pt x="853432" y="162953"/>
                  <a:pt x="846218" y="151670"/>
                </a:cubicBezTo>
                <a:cubicBezTo>
                  <a:pt x="841617" y="144488"/>
                  <a:pt x="839946" y="134026"/>
                  <a:pt x="839946" y="119100"/>
                </a:cubicBezTo>
                <a:lnTo>
                  <a:pt x="911031" y="119100"/>
                </a:lnTo>
                <a:cubicBezTo>
                  <a:pt x="913906" y="119100"/>
                  <a:pt x="915732" y="117563"/>
                  <a:pt x="915732" y="114745"/>
                </a:cubicBezTo>
                <a:cubicBezTo>
                  <a:pt x="915732" y="93219"/>
                  <a:pt x="905017" y="66306"/>
                  <a:pt x="870524" y="66306"/>
                </a:cubicBezTo>
                <a:cubicBezTo>
                  <a:pt x="843602" y="66306"/>
                  <a:pt x="816949" y="87577"/>
                  <a:pt x="816949" y="125257"/>
                </a:cubicBezTo>
                <a:cubicBezTo>
                  <a:pt x="816949" y="139820"/>
                  <a:pt x="819979" y="154184"/>
                  <a:pt x="828708" y="164493"/>
                </a:cubicBezTo>
                <a:cubicBezTo>
                  <a:pt x="837697" y="175100"/>
                  <a:pt x="852647" y="181402"/>
                  <a:pt x="870260" y="181402"/>
                </a:cubicBezTo>
                <a:cubicBezTo>
                  <a:pt x="889078" y="181402"/>
                  <a:pt x="905803" y="171925"/>
                  <a:pt x="915732" y="158594"/>
                </a:cubicBezTo>
                <a:lnTo>
                  <a:pt x="910508" y="152182"/>
                </a:lnTo>
                <a:close/>
                <a:moveTo>
                  <a:pt x="1048492" y="179928"/>
                </a:moveTo>
                <a:cubicBezTo>
                  <a:pt x="1051108" y="179158"/>
                  <a:pt x="1054506" y="179158"/>
                  <a:pt x="1057118" y="179158"/>
                </a:cubicBezTo>
                <a:cubicBezTo>
                  <a:pt x="1059730" y="179158"/>
                  <a:pt x="1064176" y="179158"/>
                  <a:pt x="1066525" y="179928"/>
                </a:cubicBezTo>
                <a:cubicBezTo>
                  <a:pt x="1073687" y="160197"/>
                  <a:pt x="1081267" y="139156"/>
                  <a:pt x="1089681" y="119037"/>
                </a:cubicBezTo>
                <a:cubicBezTo>
                  <a:pt x="1097521" y="139054"/>
                  <a:pt x="1105884" y="159790"/>
                  <a:pt x="1113305" y="179670"/>
                </a:cubicBezTo>
                <a:cubicBezTo>
                  <a:pt x="1115921" y="178900"/>
                  <a:pt x="1117488" y="178900"/>
                  <a:pt x="1120100" y="178900"/>
                </a:cubicBezTo>
                <a:cubicBezTo>
                  <a:pt x="1122716" y="178900"/>
                  <a:pt x="1127417" y="178900"/>
                  <a:pt x="1129770" y="179670"/>
                </a:cubicBezTo>
                <a:cubicBezTo>
                  <a:pt x="1142575" y="149446"/>
                  <a:pt x="1163482" y="100303"/>
                  <a:pt x="1178380" y="68307"/>
                </a:cubicBezTo>
                <a:cubicBezTo>
                  <a:pt x="1176028" y="69077"/>
                  <a:pt x="1169755" y="69077"/>
                  <a:pt x="1167143" y="69077"/>
                </a:cubicBezTo>
                <a:cubicBezTo>
                  <a:pt x="1164527" y="69077"/>
                  <a:pt x="1160607" y="69077"/>
                  <a:pt x="1158258" y="68307"/>
                </a:cubicBezTo>
                <a:cubicBezTo>
                  <a:pt x="1148588" y="98512"/>
                  <a:pt x="1136828" y="131270"/>
                  <a:pt x="1126061" y="155791"/>
                </a:cubicBezTo>
                <a:lnTo>
                  <a:pt x="1123968" y="155791"/>
                </a:lnTo>
                <a:cubicBezTo>
                  <a:pt x="1113046" y="127689"/>
                  <a:pt x="1104943" y="95439"/>
                  <a:pt x="1098933" y="68307"/>
                </a:cubicBezTo>
                <a:cubicBezTo>
                  <a:pt x="1095535" y="69077"/>
                  <a:pt x="1089526" y="69077"/>
                  <a:pt x="1085865" y="69077"/>
                </a:cubicBezTo>
                <a:cubicBezTo>
                  <a:pt x="1081682" y="69077"/>
                  <a:pt x="1074891" y="69077"/>
                  <a:pt x="1070708" y="68307"/>
                </a:cubicBezTo>
                <a:cubicBezTo>
                  <a:pt x="1074313" y="78804"/>
                  <a:pt x="1078444" y="90064"/>
                  <a:pt x="1082938" y="101738"/>
                </a:cubicBezTo>
                <a:cubicBezTo>
                  <a:pt x="1075936" y="121035"/>
                  <a:pt x="1068826" y="140231"/>
                  <a:pt x="1061249" y="156049"/>
                </a:cubicBezTo>
                <a:lnTo>
                  <a:pt x="1059678" y="156049"/>
                </a:lnTo>
                <a:cubicBezTo>
                  <a:pt x="1046614" y="126766"/>
                  <a:pt x="1037885" y="97899"/>
                  <a:pt x="1028370" y="68565"/>
                </a:cubicBezTo>
                <a:cubicBezTo>
                  <a:pt x="1024973" y="69332"/>
                  <a:pt x="1018963" y="69332"/>
                  <a:pt x="1015303" y="69332"/>
                </a:cubicBezTo>
                <a:cubicBezTo>
                  <a:pt x="1011123" y="69332"/>
                  <a:pt x="1004328" y="69332"/>
                  <a:pt x="1000145" y="68565"/>
                </a:cubicBezTo>
                <a:cubicBezTo>
                  <a:pt x="1017655" y="106191"/>
                  <a:pt x="1033857" y="142534"/>
                  <a:pt x="1048492" y="179928"/>
                </a:cubicBezTo>
                <a:close/>
                <a:moveTo>
                  <a:pt x="1228035" y="88606"/>
                </a:moveTo>
                <a:lnTo>
                  <a:pt x="1228035" y="50437"/>
                </a:lnTo>
                <a:cubicBezTo>
                  <a:pt x="1228035" y="31491"/>
                  <a:pt x="1229132" y="18281"/>
                  <a:pt x="1230384" y="2561"/>
                </a:cubicBezTo>
                <a:cubicBezTo>
                  <a:pt x="1230384" y="770"/>
                  <a:pt x="1229654" y="0"/>
                  <a:pt x="1228035" y="0"/>
                </a:cubicBezTo>
                <a:cubicBezTo>
                  <a:pt x="1221500" y="2561"/>
                  <a:pt x="1215909" y="4355"/>
                  <a:pt x="1205297" y="5121"/>
                </a:cubicBezTo>
                <a:lnTo>
                  <a:pt x="1204775" y="5892"/>
                </a:lnTo>
                <a:cubicBezTo>
                  <a:pt x="1206813" y="16846"/>
                  <a:pt x="1207128" y="36101"/>
                  <a:pt x="1207128" y="55554"/>
                </a:cubicBezTo>
                <a:lnTo>
                  <a:pt x="1207128" y="132717"/>
                </a:lnTo>
                <a:cubicBezTo>
                  <a:pt x="1207128" y="151799"/>
                  <a:pt x="1206813" y="164521"/>
                  <a:pt x="1204775" y="178884"/>
                </a:cubicBezTo>
                <a:lnTo>
                  <a:pt x="1205297" y="179651"/>
                </a:lnTo>
                <a:cubicBezTo>
                  <a:pt x="1208432" y="179139"/>
                  <a:pt x="1214445" y="178884"/>
                  <a:pt x="1217580" y="178884"/>
                </a:cubicBezTo>
                <a:cubicBezTo>
                  <a:pt x="1220718" y="178884"/>
                  <a:pt x="1226727" y="179139"/>
                  <a:pt x="1229862" y="179651"/>
                </a:cubicBezTo>
                <a:lnTo>
                  <a:pt x="1230384" y="178884"/>
                </a:lnTo>
                <a:cubicBezTo>
                  <a:pt x="1228454" y="164212"/>
                  <a:pt x="1228035" y="152210"/>
                  <a:pt x="1228035" y="132717"/>
                </a:cubicBezTo>
                <a:lnTo>
                  <a:pt x="1228035" y="102711"/>
                </a:lnTo>
                <a:cubicBezTo>
                  <a:pt x="1241362" y="87323"/>
                  <a:pt x="1256675" y="81682"/>
                  <a:pt x="1265927" y="81682"/>
                </a:cubicBezTo>
                <a:cubicBezTo>
                  <a:pt x="1279258" y="81682"/>
                  <a:pt x="1284745" y="86811"/>
                  <a:pt x="1284745" y="107582"/>
                </a:cubicBezTo>
                <a:lnTo>
                  <a:pt x="1284745" y="132717"/>
                </a:lnTo>
                <a:cubicBezTo>
                  <a:pt x="1284745" y="151956"/>
                  <a:pt x="1284482" y="165084"/>
                  <a:pt x="1282392" y="178884"/>
                </a:cubicBezTo>
                <a:lnTo>
                  <a:pt x="1282914" y="179651"/>
                </a:lnTo>
                <a:cubicBezTo>
                  <a:pt x="1286053" y="179139"/>
                  <a:pt x="1292062" y="178884"/>
                  <a:pt x="1295197" y="178884"/>
                </a:cubicBezTo>
                <a:cubicBezTo>
                  <a:pt x="1298335" y="178884"/>
                  <a:pt x="1304344" y="179139"/>
                  <a:pt x="1307483" y="179651"/>
                </a:cubicBezTo>
                <a:lnTo>
                  <a:pt x="1308005" y="178884"/>
                </a:lnTo>
                <a:cubicBezTo>
                  <a:pt x="1305912" y="164212"/>
                  <a:pt x="1305652" y="152210"/>
                  <a:pt x="1305652" y="132717"/>
                </a:cubicBezTo>
                <a:cubicBezTo>
                  <a:pt x="1305652" y="124511"/>
                  <a:pt x="1306175" y="115022"/>
                  <a:pt x="1306175" y="106816"/>
                </a:cubicBezTo>
                <a:cubicBezTo>
                  <a:pt x="1306175" y="80141"/>
                  <a:pt x="1297290" y="66306"/>
                  <a:pt x="1273767" y="66306"/>
                </a:cubicBezTo>
                <a:cubicBezTo>
                  <a:pt x="1263837" y="66306"/>
                  <a:pt x="1245282" y="70153"/>
                  <a:pt x="1228558" y="89376"/>
                </a:cubicBezTo>
                <a:lnTo>
                  <a:pt x="1228035" y="88606"/>
                </a:lnTo>
                <a:close/>
                <a:moveTo>
                  <a:pt x="1347987" y="25830"/>
                </a:moveTo>
                <a:cubicBezTo>
                  <a:pt x="1347987" y="32746"/>
                  <a:pt x="1354260" y="38896"/>
                  <a:pt x="1361318" y="38896"/>
                </a:cubicBezTo>
                <a:cubicBezTo>
                  <a:pt x="1368372" y="38896"/>
                  <a:pt x="1374645" y="32746"/>
                  <a:pt x="1374645" y="25830"/>
                </a:cubicBezTo>
                <a:cubicBezTo>
                  <a:pt x="1374645" y="18910"/>
                  <a:pt x="1368372" y="12761"/>
                  <a:pt x="1361318" y="12761"/>
                </a:cubicBezTo>
                <a:cubicBezTo>
                  <a:pt x="1354260" y="12761"/>
                  <a:pt x="1347987" y="18910"/>
                  <a:pt x="1347987" y="25830"/>
                </a:cubicBezTo>
                <a:moveTo>
                  <a:pt x="1350603" y="118736"/>
                </a:moveTo>
                <a:lnTo>
                  <a:pt x="1350603" y="132815"/>
                </a:lnTo>
                <a:cubicBezTo>
                  <a:pt x="1350603" y="152010"/>
                  <a:pt x="1350132" y="165064"/>
                  <a:pt x="1348250" y="178884"/>
                </a:cubicBezTo>
                <a:lnTo>
                  <a:pt x="1348773" y="179651"/>
                </a:lnTo>
                <a:cubicBezTo>
                  <a:pt x="1351907" y="179142"/>
                  <a:pt x="1357920" y="178884"/>
                  <a:pt x="1361055" y="178884"/>
                </a:cubicBezTo>
                <a:cubicBezTo>
                  <a:pt x="1364193" y="178884"/>
                  <a:pt x="1370203" y="179142"/>
                  <a:pt x="1373337" y="179651"/>
                </a:cubicBezTo>
                <a:lnTo>
                  <a:pt x="1373859" y="178884"/>
                </a:lnTo>
                <a:cubicBezTo>
                  <a:pt x="1371981" y="164349"/>
                  <a:pt x="1371511" y="152264"/>
                  <a:pt x="1371511" y="132815"/>
                </a:cubicBezTo>
                <a:lnTo>
                  <a:pt x="1371511" y="114643"/>
                </a:lnTo>
                <a:cubicBezTo>
                  <a:pt x="1371511" y="95447"/>
                  <a:pt x="1372189" y="86232"/>
                  <a:pt x="1373859" y="70618"/>
                </a:cubicBezTo>
                <a:cubicBezTo>
                  <a:pt x="1373859" y="68315"/>
                  <a:pt x="1373548" y="68057"/>
                  <a:pt x="1371511" y="68057"/>
                </a:cubicBezTo>
                <a:cubicBezTo>
                  <a:pt x="1365549" y="68624"/>
                  <a:pt x="1354312" y="68776"/>
                  <a:pt x="1348773" y="68315"/>
                </a:cubicBezTo>
                <a:lnTo>
                  <a:pt x="1348250" y="69081"/>
                </a:lnTo>
                <a:cubicBezTo>
                  <a:pt x="1349869" y="80036"/>
                  <a:pt x="1350603" y="99541"/>
                  <a:pt x="1350603" y="118736"/>
                </a:cubicBezTo>
                <a:close/>
                <a:moveTo>
                  <a:pt x="1408095" y="152952"/>
                </a:moveTo>
                <a:lnTo>
                  <a:pt x="1403653" y="174486"/>
                </a:lnTo>
                <a:cubicBezTo>
                  <a:pt x="1418551" y="179612"/>
                  <a:pt x="1433186" y="181402"/>
                  <a:pt x="1443116" y="181402"/>
                </a:cubicBezTo>
                <a:cubicBezTo>
                  <a:pt x="1479181" y="181402"/>
                  <a:pt x="1487543" y="160388"/>
                  <a:pt x="1487543" y="146287"/>
                </a:cubicBezTo>
                <a:cubicBezTo>
                  <a:pt x="1487543" y="125265"/>
                  <a:pt x="1470555" y="117063"/>
                  <a:pt x="1452000" y="112704"/>
                </a:cubicBezTo>
                <a:cubicBezTo>
                  <a:pt x="1442123" y="110397"/>
                  <a:pt x="1427699" y="105526"/>
                  <a:pt x="1427699" y="92707"/>
                </a:cubicBezTo>
                <a:cubicBezTo>
                  <a:pt x="1427699" y="82194"/>
                  <a:pt x="1436321" y="76556"/>
                  <a:pt x="1447558" y="76556"/>
                </a:cubicBezTo>
                <a:cubicBezTo>
                  <a:pt x="1461148" y="76556"/>
                  <a:pt x="1469510" y="87065"/>
                  <a:pt x="1475524" y="93989"/>
                </a:cubicBezTo>
                <a:lnTo>
                  <a:pt x="1479181" y="93731"/>
                </a:lnTo>
                <a:lnTo>
                  <a:pt x="1484408" y="74762"/>
                </a:lnTo>
                <a:lnTo>
                  <a:pt x="1483886" y="73996"/>
                </a:lnTo>
                <a:cubicBezTo>
                  <a:pt x="1476305" y="70153"/>
                  <a:pt x="1461934" y="66306"/>
                  <a:pt x="1448603" y="66306"/>
                </a:cubicBezTo>
                <a:cubicBezTo>
                  <a:pt x="1429266" y="66306"/>
                  <a:pt x="1409140" y="76298"/>
                  <a:pt x="1409140" y="97578"/>
                </a:cubicBezTo>
                <a:cubicBezTo>
                  <a:pt x="1409140" y="118087"/>
                  <a:pt x="1424772" y="124855"/>
                  <a:pt x="1440504" y="129112"/>
                </a:cubicBezTo>
                <a:cubicBezTo>
                  <a:pt x="1455661" y="133213"/>
                  <a:pt x="1466898" y="137314"/>
                  <a:pt x="1466898" y="149876"/>
                </a:cubicBezTo>
                <a:cubicBezTo>
                  <a:pt x="1466898" y="163465"/>
                  <a:pt x="1456706" y="171155"/>
                  <a:pt x="1442856" y="171155"/>
                </a:cubicBezTo>
                <a:cubicBezTo>
                  <a:pt x="1430311" y="171155"/>
                  <a:pt x="1419333" y="162695"/>
                  <a:pt x="1412015" y="152698"/>
                </a:cubicBezTo>
                <a:lnTo>
                  <a:pt x="1408095" y="152952"/>
                </a:lnTo>
                <a:close/>
                <a:moveTo>
                  <a:pt x="1522042" y="127670"/>
                </a:moveTo>
                <a:cubicBezTo>
                  <a:pt x="1522042" y="146721"/>
                  <a:pt x="1521675" y="165158"/>
                  <a:pt x="1519689" y="178884"/>
                </a:cubicBezTo>
                <a:lnTo>
                  <a:pt x="1520211" y="179651"/>
                </a:lnTo>
                <a:cubicBezTo>
                  <a:pt x="1523346" y="179139"/>
                  <a:pt x="1529359" y="178884"/>
                  <a:pt x="1532493" y="178884"/>
                </a:cubicBezTo>
                <a:cubicBezTo>
                  <a:pt x="1535632" y="178884"/>
                  <a:pt x="1541641" y="179139"/>
                  <a:pt x="1544776" y="179651"/>
                </a:cubicBezTo>
                <a:lnTo>
                  <a:pt x="1545298" y="178884"/>
                </a:lnTo>
                <a:cubicBezTo>
                  <a:pt x="1543260" y="164286"/>
                  <a:pt x="1542949" y="146924"/>
                  <a:pt x="1542949" y="127670"/>
                </a:cubicBezTo>
                <a:lnTo>
                  <a:pt x="1542949" y="125105"/>
                </a:lnTo>
                <a:cubicBezTo>
                  <a:pt x="1545091" y="125160"/>
                  <a:pt x="1551415" y="125926"/>
                  <a:pt x="1553664" y="127924"/>
                </a:cubicBezTo>
                <a:cubicBezTo>
                  <a:pt x="1570648" y="145337"/>
                  <a:pt x="1576921" y="154555"/>
                  <a:pt x="1594694" y="179651"/>
                </a:cubicBezTo>
                <a:cubicBezTo>
                  <a:pt x="1598666" y="179193"/>
                  <a:pt x="1607498" y="178884"/>
                  <a:pt x="1611941" y="178884"/>
                </a:cubicBezTo>
                <a:cubicBezTo>
                  <a:pt x="1616331" y="178884"/>
                  <a:pt x="1625272" y="179193"/>
                  <a:pt x="1627620" y="179651"/>
                </a:cubicBezTo>
                <a:lnTo>
                  <a:pt x="1628143" y="178884"/>
                </a:lnTo>
                <a:cubicBezTo>
                  <a:pt x="1608703" y="158758"/>
                  <a:pt x="1594798" y="147436"/>
                  <a:pt x="1569866" y="117931"/>
                </a:cubicBezTo>
                <a:cubicBezTo>
                  <a:pt x="1580163" y="107446"/>
                  <a:pt x="1605668" y="83144"/>
                  <a:pt x="1622656" y="69077"/>
                </a:cubicBezTo>
                <a:lnTo>
                  <a:pt x="1622133" y="68307"/>
                </a:lnTo>
                <a:cubicBezTo>
                  <a:pt x="1617169" y="69077"/>
                  <a:pt x="1602793" y="69077"/>
                  <a:pt x="1595739" y="69077"/>
                </a:cubicBezTo>
                <a:cubicBezTo>
                  <a:pt x="1584449" y="85036"/>
                  <a:pt x="1564794" y="105757"/>
                  <a:pt x="1554446" y="113584"/>
                </a:cubicBezTo>
                <a:cubicBezTo>
                  <a:pt x="1551100" y="116090"/>
                  <a:pt x="1546347" y="117114"/>
                  <a:pt x="1542949" y="117368"/>
                </a:cubicBezTo>
                <a:lnTo>
                  <a:pt x="1542949" y="50847"/>
                </a:lnTo>
                <a:cubicBezTo>
                  <a:pt x="1542949" y="31589"/>
                  <a:pt x="1544046" y="18801"/>
                  <a:pt x="1545298" y="2569"/>
                </a:cubicBezTo>
                <a:cubicBezTo>
                  <a:pt x="1545298" y="770"/>
                  <a:pt x="1544568" y="0"/>
                  <a:pt x="1542949" y="0"/>
                </a:cubicBezTo>
                <a:cubicBezTo>
                  <a:pt x="1536413" y="2569"/>
                  <a:pt x="1530823" y="4367"/>
                  <a:pt x="1520211" y="5137"/>
                </a:cubicBezTo>
                <a:lnTo>
                  <a:pt x="1519689" y="5907"/>
                </a:lnTo>
                <a:cubicBezTo>
                  <a:pt x="1521727" y="16846"/>
                  <a:pt x="1522042" y="35952"/>
                  <a:pt x="1522042" y="55468"/>
                </a:cubicBezTo>
                <a:lnTo>
                  <a:pt x="1522042" y="127670"/>
                </a:lnTo>
                <a:close/>
                <a:moveTo>
                  <a:pt x="1662643" y="108853"/>
                </a:moveTo>
                <a:cubicBezTo>
                  <a:pt x="1667086" y="82194"/>
                  <a:pt x="1684229" y="76556"/>
                  <a:pt x="1692435" y="76556"/>
                </a:cubicBezTo>
                <a:cubicBezTo>
                  <a:pt x="1702784" y="76556"/>
                  <a:pt x="1714388" y="86041"/>
                  <a:pt x="1714388" y="105264"/>
                </a:cubicBezTo>
                <a:cubicBezTo>
                  <a:pt x="1714388" y="107571"/>
                  <a:pt x="1713343" y="108853"/>
                  <a:pt x="1710727" y="108853"/>
                </a:cubicBezTo>
                <a:lnTo>
                  <a:pt x="1662643" y="108853"/>
                </a:lnTo>
                <a:moveTo>
                  <a:pt x="1732420" y="152182"/>
                </a:moveTo>
                <a:cubicBezTo>
                  <a:pt x="1723272" y="161929"/>
                  <a:pt x="1710990" y="166288"/>
                  <a:pt x="1696615" y="166288"/>
                </a:cubicBezTo>
                <a:cubicBezTo>
                  <a:pt x="1687678" y="166288"/>
                  <a:pt x="1675344" y="162953"/>
                  <a:pt x="1668130" y="151670"/>
                </a:cubicBezTo>
                <a:cubicBezTo>
                  <a:pt x="1663528" y="144488"/>
                  <a:pt x="1661858" y="134026"/>
                  <a:pt x="1661858" y="119100"/>
                </a:cubicBezTo>
                <a:lnTo>
                  <a:pt x="1732943" y="119100"/>
                </a:lnTo>
                <a:cubicBezTo>
                  <a:pt x="1735818" y="119100"/>
                  <a:pt x="1737644" y="117563"/>
                  <a:pt x="1737644" y="114745"/>
                </a:cubicBezTo>
                <a:cubicBezTo>
                  <a:pt x="1737644" y="93219"/>
                  <a:pt x="1726929" y="66306"/>
                  <a:pt x="1692435" y="66306"/>
                </a:cubicBezTo>
                <a:cubicBezTo>
                  <a:pt x="1665514" y="66306"/>
                  <a:pt x="1638860" y="87577"/>
                  <a:pt x="1638860" y="125257"/>
                </a:cubicBezTo>
                <a:cubicBezTo>
                  <a:pt x="1638860" y="139820"/>
                  <a:pt x="1641891" y="154184"/>
                  <a:pt x="1650620" y="164493"/>
                </a:cubicBezTo>
                <a:cubicBezTo>
                  <a:pt x="1659609" y="175100"/>
                  <a:pt x="1674559" y="181402"/>
                  <a:pt x="1692172" y="181402"/>
                </a:cubicBezTo>
                <a:cubicBezTo>
                  <a:pt x="1710990" y="181402"/>
                  <a:pt x="1727715" y="171925"/>
                  <a:pt x="1737644" y="158594"/>
                </a:cubicBezTo>
                <a:lnTo>
                  <a:pt x="1732420" y="152182"/>
                </a:lnTo>
                <a:close/>
                <a:moveTo>
                  <a:pt x="1792004" y="93219"/>
                </a:moveTo>
                <a:lnTo>
                  <a:pt x="1792004" y="69895"/>
                </a:lnTo>
                <a:cubicBezTo>
                  <a:pt x="1792004" y="67897"/>
                  <a:pt x="1791689" y="67334"/>
                  <a:pt x="1790437" y="67334"/>
                </a:cubicBezTo>
                <a:cubicBezTo>
                  <a:pt x="1784583" y="68460"/>
                  <a:pt x="1775228" y="68663"/>
                  <a:pt x="1769266" y="68100"/>
                </a:cubicBezTo>
                <a:lnTo>
                  <a:pt x="1768744" y="68870"/>
                </a:lnTo>
                <a:cubicBezTo>
                  <a:pt x="1770574" y="79938"/>
                  <a:pt x="1771096" y="99376"/>
                  <a:pt x="1771096" y="118611"/>
                </a:cubicBezTo>
                <a:lnTo>
                  <a:pt x="1771096" y="132717"/>
                </a:lnTo>
                <a:cubicBezTo>
                  <a:pt x="1771096" y="151952"/>
                  <a:pt x="1770785" y="165084"/>
                  <a:pt x="1768744" y="178884"/>
                </a:cubicBezTo>
                <a:lnTo>
                  <a:pt x="1769266" y="179651"/>
                </a:lnTo>
                <a:cubicBezTo>
                  <a:pt x="1772404" y="179139"/>
                  <a:pt x="1778414" y="178884"/>
                  <a:pt x="1781552" y="178884"/>
                </a:cubicBezTo>
                <a:cubicBezTo>
                  <a:pt x="1784687" y="178884"/>
                  <a:pt x="1790696" y="179139"/>
                  <a:pt x="1793834" y="179651"/>
                </a:cubicBezTo>
                <a:lnTo>
                  <a:pt x="1794357" y="178884"/>
                </a:lnTo>
                <a:cubicBezTo>
                  <a:pt x="1792423" y="164263"/>
                  <a:pt x="1792004" y="152210"/>
                  <a:pt x="1792004" y="132717"/>
                </a:cubicBezTo>
                <a:lnTo>
                  <a:pt x="1792004" y="119381"/>
                </a:lnTo>
                <a:cubicBezTo>
                  <a:pt x="1792004" y="108607"/>
                  <a:pt x="1795298" y="102453"/>
                  <a:pt x="1800889" y="93989"/>
                </a:cubicBezTo>
                <a:cubicBezTo>
                  <a:pt x="1804705" y="88297"/>
                  <a:pt x="1810559" y="85013"/>
                  <a:pt x="1815524" y="85013"/>
                </a:cubicBezTo>
                <a:cubicBezTo>
                  <a:pt x="1820752" y="85013"/>
                  <a:pt x="1825716" y="85525"/>
                  <a:pt x="1829114" y="88602"/>
                </a:cubicBezTo>
                <a:lnTo>
                  <a:pt x="1831203" y="88090"/>
                </a:lnTo>
                <a:lnTo>
                  <a:pt x="1836431" y="69124"/>
                </a:lnTo>
                <a:lnTo>
                  <a:pt x="1835386" y="68100"/>
                </a:lnTo>
                <a:cubicBezTo>
                  <a:pt x="1830944" y="66822"/>
                  <a:pt x="1830681" y="66306"/>
                  <a:pt x="1825979" y="66306"/>
                </a:cubicBezTo>
                <a:cubicBezTo>
                  <a:pt x="1811867" y="66306"/>
                  <a:pt x="1804286" y="74250"/>
                  <a:pt x="1792790" y="93731"/>
                </a:cubicBezTo>
                <a:lnTo>
                  <a:pt x="1792004" y="93219"/>
                </a:lnTo>
                <a:close/>
                <a:moveTo>
                  <a:pt x="1854202" y="152952"/>
                </a:moveTo>
                <a:lnTo>
                  <a:pt x="1849759" y="174486"/>
                </a:lnTo>
                <a:cubicBezTo>
                  <a:pt x="1864657" y="179612"/>
                  <a:pt x="1879292" y="181402"/>
                  <a:pt x="1889222" y="181402"/>
                </a:cubicBezTo>
                <a:cubicBezTo>
                  <a:pt x="1925287" y="181402"/>
                  <a:pt x="1933649" y="160388"/>
                  <a:pt x="1933649" y="146287"/>
                </a:cubicBezTo>
                <a:cubicBezTo>
                  <a:pt x="1933649" y="125265"/>
                  <a:pt x="1916661" y="117063"/>
                  <a:pt x="1898106" y="112704"/>
                </a:cubicBezTo>
                <a:cubicBezTo>
                  <a:pt x="1888229" y="110397"/>
                  <a:pt x="1873805" y="105526"/>
                  <a:pt x="1873805" y="92707"/>
                </a:cubicBezTo>
                <a:cubicBezTo>
                  <a:pt x="1873805" y="82194"/>
                  <a:pt x="1882427" y="76556"/>
                  <a:pt x="1893664" y="76556"/>
                </a:cubicBezTo>
                <a:cubicBezTo>
                  <a:pt x="1907254" y="76556"/>
                  <a:pt x="1915616" y="87065"/>
                  <a:pt x="1921630" y="93989"/>
                </a:cubicBezTo>
                <a:lnTo>
                  <a:pt x="1925287" y="93731"/>
                </a:lnTo>
                <a:lnTo>
                  <a:pt x="1930514" y="74762"/>
                </a:lnTo>
                <a:lnTo>
                  <a:pt x="1929992" y="73996"/>
                </a:lnTo>
                <a:cubicBezTo>
                  <a:pt x="1922411" y="70153"/>
                  <a:pt x="1908040" y="66306"/>
                  <a:pt x="1894709" y="66306"/>
                </a:cubicBezTo>
                <a:cubicBezTo>
                  <a:pt x="1875372" y="66306"/>
                  <a:pt x="1855246" y="76298"/>
                  <a:pt x="1855246" y="97578"/>
                </a:cubicBezTo>
                <a:cubicBezTo>
                  <a:pt x="1855246" y="118087"/>
                  <a:pt x="1870878" y="124855"/>
                  <a:pt x="1886610" y="129112"/>
                </a:cubicBezTo>
                <a:cubicBezTo>
                  <a:pt x="1901767" y="133213"/>
                  <a:pt x="1913004" y="137314"/>
                  <a:pt x="1913004" y="149876"/>
                </a:cubicBezTo>
                <a:cubicBezTo>
                  <a:pt x="1913004" y="163465"/>
                  <a:pt x="1902812" y="171155"/>
                  <a:pt x="1888962" y="171155"/>
                </a:cubicBezTo>
                <a:cubicBezTo>
                  <a:pt x="1876417" y="171155"/>
                  <a:pt x="1865439" y="162695"/>
                  <a:pt x="1858121" y="152698"/>
                </a:cubicBezTo>
                <a:lnTo>
                  <a:pt x="1854202" y="152952"/>
                </a:lnTo>
                <a:close/>
                <a:moveTo>
                  <a:pt x="2023290" y="126290"/>
                </a:moveTo>
                <a:cubicBezTo>
                  <a:pt x="2023290" y="157054"/>
                  <a:pt x="2043934" y="181402"/>
                  <a:pt x="2078695" y="181402"/>
                </a:cubicBezTo>
                <a:cubicBezTo>
                  <a:pt x="2113189" y="181402"/>
                  <a:pt x="2134097" y="157570"/>
                  <a:pt x="2134097" y="123983"/>
                </a:cubicBezTo>
                <a:cubicBezTo>
                  <a:pt x="2134097" y="89118"/>
                  <a:pt x="2115019" y="66306"/>
                  <a:pt x="2079740" y="66306"/>
                </a:cubicBezTo>
                <a:cubicBezTo>
                  <a:pt x="2045501" y="66306"/>
                  <a:pt x="2023290" y="89888"/>
                  <a:pt x="2023290" y="126290"/>
                </a:cubicBezTo>
                <a:moveTo>
                  <a:pt x="2077910" y="76556"/>
                </a:moveTo>
                <a:cubicBezTo>
                  <a:pt x="2105612" y="76556"/>
                  <a:pt x="2111099" y="97578"/>
                  <a:pt x="2111099" y="128600"/>
                </a:cubicBezTo>
                <a:cubicBezTo>
                  <a:pt x="2111099" y="152952"/>
                  <a:pt x="2098554" y="171155"/>
                  <a:pt x="2081044" y="171155"/>
                </a:cubicBezTo>
                <a:cubicBezTo>
                  <a:pt x="2053345" y="171155"/>
                  <a:pt x="2046287" y="141674"/>
                  <a:pt x="2046287" y="121934"/>
                </a:cubicBezTo>
                <a:cubicBezTo>
                  <a:pt x="2046287" y="99630"/>
                  <a:pt x="2053345" y="76556"/>
                  <a:pt x="2077910" y="76556"/>
                </a:cubicBezTo>
                <a:close/>
                <a:moveTo>
                  <a:pt x="2169902" y="69058"/>
                </a:moveTo>
                <a:cubicBezTo>
                  <a:pt x="2164204" y="69058"/>
                  <a:pt x="2158194" y="69007"/>
                  <a:pt x="2154741" y="68546"/>
                </a:cubicBezTo>
                <a:cubicBezTo>
                  <a:pt x="2152966" y="72698"/>
                  <a:pt x="2151555" y="75208"/>
                  <a:pt x="2148995" y="79051"/>
                </a:cubicBezTo>
                <a:lnTo>
                  <a:pt x="2150299" y="80845"/>
                </a:lnTo>
                <a:cubicBezTo>
                  <a:pt x="2155004" y="80536"/>
                  <a:pt x="2163630" y="80333"/>
                  <a:pt x="2169639" y="80333"/>
                </a:cubicBezTo>
                <a:lnTo>
                  <a:pt x="2169902" y="80333"/>
                </a:lnTo>
                <a:lnTo>
                  <a:pt x="2169902" y="127943"/>
                </a:lnTo>
                <a:cubicBezTo>
                  <a:pt x="2169902" y="147143"/>
                  <a:pt x="2169535" y="165166"/>
                  <a:pt x="2167286" y="178884"/>
                </a:cubicBezTo>
                <a:lnTo>
                  <a:pt x="2167809" y="179651"/>
                </a:lnTo>
                <a:cubicBezTo>
                  <a:pt x="2170947" y="179142"/>
                  <a:pt x="2177220" y="178884"/>
                  <a:pt x="2180354" y="178884"/>
                </a:cubicBezTo>
                <a:cubicBezTo>
                  <a:pt x="2183488" y="178884"/>
                  <a:pt x="2189761" y="179142"/>
                  <a:pt x="2192899" y="179651"/>
                </a:cubicBezTo>
                <a:lnTo>
                  <a:pt x="2193422" y="178884"/>
                </a:lnTo>
                <a:cubicBezTo>
                  <a:pt x="2191225" y="164294"/>
                  <a:pt x="2190806" y="147143"/>
                  <a:pt x="2190806" y="127943"/>
                </a:cubicBezTo>
                <a:lnTo>
                  <a:pt x="2190806" y="80333"/>
                </a:lnTo>
                <a:lnTo>
                  <a:pt x="2199694" y="80333"/>
                </a:lnTo>
                <a:cubicBezTo>
                  <a:pt x="2205967" y="80333"/>
                  <a:pt x="2215059" y="80536"/>
                  <a:pt x="2218509" y="80845"/>
                </a:cubicBezTo>
                <a:cubicBezTo>
                  <a:pt x="2219294" y="76748"/>
                  <a:pt x="2220080" y="74132"/>
                  <a:pt x="2221647" y="70340"/>
                </a:cubicBezTo>
                <a:lnTo>
                  <a:pt x="2220339" y="68546"/>
                </a:lnTo>
                <a:cubicBezTo>
                  <a:pt x="2215948" y="68749"/>
                  <a:pt x="2208057" y="69058"/>
                  <a:pt x="2202047" y="69058"/>
                </a:cubicBezTo>
                <a:lnTo>
                  <a:pt x="2190806" y="69058"/>
                </a:lnTo>
                <a:lnTo>
                  <a:pt x="2190806" y="66743"/>
                </a:lnTo>
                <a:cubicBezTo>
                  <a:pt x="2190806" y="57474"/>
                  <a:pt x="2189502" y="44088"/>
                  <a:pt x="2189502" y="39455"/>
                </a:cubicBezTo>
                <a:cubicBezTo>
                  <a:pt x="2189502" y="25244"/>
                  <a:pt x="2198857" y="15630"/>
                  <a:pt x="2213807" y="15630"/>
                </a:cubicBezTo>
                <a:cubicBezTo>
                  <a:pt x="2220546" y="15630"/>
                  <a:pt x="2226089" y="19442"/>
                  <a:pt x="2228964" y="24521"/>
                </a:cubicBezTo>
                <a:lnTo>
                  <a:pt x="2231839" y="24270"/>
                </a:lnTo>
                <a:cubicBezTo>
                  <a:pt x="2233666" y="17409"/>
                  <a:pt x="2236489" y="8765"/>
                  <a:pt x="2239157" y="3331"/>
                </a:cubicBezTo>
                <a:lnTo>
                  <a:pt x="2238894" y="2565"/>
                </a:lnTo>
                <a:cubicBezTo>
                  <a:pt x="2236804" y="1282"/>
                  <a:pt x="2232099" y="0"/>
                  <a:pt x="2227134" y="0"/>
                </a:cubicBezTo>
                <a:cubicBezTo>
                  <a:pt x="2210669" y="0"/>
                  <a:pt x="2194152" y="7483"/>
                  <a:pt x="2184274" y="19696"/>
                </a:cubicBezTo>
                <a:cubicBezTo>
                  <a:pt x="2174345" y="31988"/>
                  <a:pt x="2169902" y="44088"/>
                  <a:pt x="2169902" y="59018"/>
                </a:cubicBezTo>
                <a:lnTo>
                  <a:pt x="2169902" y="69058"/>
                </a:lnTo>
                <a:close/>
                <a:moveTo>
                  <a:pt x="2327229" y="108853"/>
                </a:moveTo>
                <a:cubicBezTo>
                  <a:pt x="2331671" y="82194"/>
                  <a:pt x="2348814" y="76556"/>
                  <a:pt x="2357021" y="76556"/>
                </a:cubicBezTo>
                <a:cubicBezTo>
                  <a:pt x="2367369" y="76556"/>
                  <a:pt x="2378973" y="86041"/>
                  <a:pt x="2378973" y="105264"/>
                </a:cubicBezTo>
                <a:cubicBezTo>
                  <a:pt x="2378973" y="107571"/>
                  <a:pt x="2377929" y="108853"/>
                  <a:pt x="2375313" y="108853"/>
                </a:cubicBezTo>
                <a:lnTo>
                  <a:pt x="2327229" y="108853"/>
                </a:lnTo>
                <a:moveTo>
                  <a:pt x="2397006" y="152182"/>
                </a:moveTo>
                <a:cubicBezTo>
                  <a:pt x="2387858" y="161929"/>
                  <a:pt x="2375576" y="166288"/>
                  <a:pt x="2361200" y="166288"/>
                </a:cubicBezTo>
                <a:cubicBezTo>
                  <a:pt x="2352264" y="166288"/>
                  <a:pt x="2339930" y="162953"/>
                  <a:pt x="2332716" y="151670"/>
                </a:cubicBezTo>
                <a:cubicBezTo>
                  <a:pt x="2328114" y="144488"/>
                  <a:pt x="2326443" y="134026"/>
                  <a:pt x="2326443" y="119100"/>
                </a:cubicBezTo>
                <a:lnTo>
                  <a:pt x="2397528" y="119100"/>
                </a:lnTo>
                <a:cubicBezTo>
                  <a:pt x="2400403" y="119100"/>
                  <a:pt x="2402230" y="117563"/>
                  <a:pt x="2402230" y="114745"/>
                </a:cubicBezTo>
                <a:cubicBezTo>
                  <a:pt x="2402230" y="93219"/>
                  <a:pt x="2391515" y="66306"/>
                  <a:pt x="2357021" y="66306"/>
                </a:cubicBezTo>
                <a:cubicBezTo>
                  <a:pt x="2330100" y="66306"/>
                  <a:pt x="2303446" y="87577"/>
                  <a:pt x="2303446" y="125257"/>
                </a:cubicBezTo>
                <a:cubicBezTo>
                  <a:pt x="2303446" y="139820"/>
                  <a:pt x="2306477" y="154184"/>
                  <a:pt x="2315206" y="164493"/>
                </a:cubicBezTo>
                <a:cubicBezTo>
                  <a:pt x="2324194" y="175100"/>
                  <a:pt x="2339144" y="181402"/>
                  <a:pt x="2356758" y="181402"/>
                </a:cubicBezTo>
                <a:cubicBezTo>
                  <a:pt x="2375576" y="181402"/>
                  <a:pt x="2392300" y="171925"/>
                  <a:pt x="2402230" y="158594"/>
                </a:cubicBezTo>
                <a:lnTo>
                  <a:pt x="2397006" y="152182"/>
                </a:lnTo>
                <a:close/>
                <a:moveTo>
                  <a:pt x="2493963" y="121164"/>
                </a:moveTo>
                <a:lnTo>
                  <a:pt x="2492918" y="151674"/>
                </a:lnTo>
                <a:cubicBezTo>
                  <a:pt x="2492918" y="155005"/>
                  <a:pt x="2491347" y="156799"/>
                  <a:pt x="2489257" y="158340"/>
                </a:cubicBezTo>
                <a:cubicBezTo>
                  <a:pt x="2481940" y="163723"/>
                  <a:pt x="2473055" y="168336"/>
                  <a:pt x="2465215" y="168336"/>
                </a:cubicBezTo>
                <a:cubicBezTo>
                  <a:pt x="2453455" y="168336"/>
                  <a:pt x="2445875" y="160646"/>
                  <a:pt x="2445875" y="152698"/>
                </a:cubicBezTo>
                <a:cubicBezTo>
                  <a:pt x="2445875" y="141161"/>
                  <a:pt x="2451362" y="132443"/>
                  <a:pt x="2471747" y="127060"/>
                </a:cubicBezTo>
                <a:lnTo>
                  <a:pt x="2493963" y="121164"/>
                </a:lnTo>
                <a:moveTo>
                  <a:pt x="2493963" y="166542"/>
                </a:moveTo>
                <a:cubicBezTo>
                  <a:pt x="2496993" y="176535"/>
                  <a:pt x="2504781" y="181402"/>
                  <a:pt x="2514348" y="181402"/>
                </a:cubicBezTo>
                <a:cubicBezTo>
                  <a:pt x="2520932" y="181402"/>
                  <a:pt x="2528983" y="179866"/>
                  <a:pt x="2535148" y="173462"/>
                </a:cubicBezTo>
                <a:lnTo>
                  <a:pt x="2533214" y="167105"/>
                </a:lnTo>
                <a:cubicBezTo>
                  <a:pt x="2530339" y="168082"/>
                  <a:pt x="2528145" y="168438"/>
                  <a:pt x="2526159" y="168438"/>
                </a:cubicBezTo>
                <a:cubicBezTo>
                  <a:pt x="2523543" y="168438"/>
                  <a:pt x="2520094" y="167977"/>
                  <a:pt x="2518475" y="166542"/>
                </a:cubicBezTo>
                <a:cubicBezTo>
                  <a:pt x="2515811" y="164185"/>
                  <a:pt x="2514136" y="157929"/>
                  <a:pt x="2514136" y="146545"/>
                </a:cubicBezTo>
                <a:cubicBezTo>
                  <a:pt x="2514136" y="139109"/>
                  <a:pt x="2514870" y="110655"/>
                  <a:pt x="2514870" y="107833"/>
                </a:cubicBezTo>
                <a:cubicBezTo>
                  <a:pt x="2514870" y="73225"/>
                  <a:pt x="2491610" y="66306"/>
                  <a:pt x="2471747" y="66306"/>
                </a:cubicBezTo>
                <a:cubicBezTo>
                  <a:pt x="2451884" y="66306"/>
                  <a:pt x="2439865" y="75786"/>
                  <a:pt x="2433329" y="81170"/>
                </a:cubicBezTo>
                <a:lnTo>
                  <a:pt x="2432548" y="82198"/>
                </a:lnTo>
                <a:lnTo>
                  <a:pt x="2436990" y="99372"/>
                </a:lnTo>
                <a:lnTo>
                  <a:pt x="2440388" y="99630"/>
                </a:lnTo>
                <a:cubicBezTo>
                  <a:pt x="2447705" y="88093"/>
                  <a:pt x="2456590" y="77839"/>
                  <a:pt x="2469135" y="77839"/>
                </a:cubicBezTo>
                <a:cubicBezTo>
                  <a:pt x="2478542" y="77839"/>
                  <a:pt x="2494222" y="79121"/>
                  <a:pt x="2494222" y="108091"/>
                </a:cubicBezTo>
                <a:cubicBezTo>
                  <a:pt x="2494222" y="109885"/>
                  <a:pt x="2493177" y="110909"/>
                  <a:pt x="2492391" y="111167"/>
                </a:cubicBezTo>
                <a:lnTo>
                  <a:pt x="2468090" y="116551"/>
                </a:lnTo>
                <a:cubicBezTo>
                  <a:pt x="2441432" y="122446"/>
                  <a:pt x="2424708" y="136290"/>
                  <a:pt x="2424708" y="153723"/>
                </a:cubicBezTo>
                <a:cubicBezTo>
                  <a:pt x="2424708" y="172692"/>
                  <a:pt x="2438035" y="181402"/>
                  <a:pt x="2457375" y="181402"/>
                </a:cubicBezTo>
                <a:cubicBezTo>
                  <a:pt x="2471747" y="181402"/>
                  <a:pt x="2479064" y="178075"/>
                  <a:pt x="2492918" y="166542"/>
                </a:cubicBezTo>
                <a:lnTo>
                  <a:pt x="2493963" y="166542"/>
                </a:lnTo>
                <a:close/>
                <a:moveTo>
                  <a:pt x="2603987" y="76556"/>
                </a:moveTo>
                <a:cubicBezTo>
                  <a:pt x="2614072" y="76556"/>
                  <a:pt x="2623220" y="83836"/>
                  <a:pt x="2630118" y="95525"/>
                </a:cubicBezTo>
                <a:lnTo>
                  <a:pt x="2633516" y="95271"/>
                </a:lnTo>
                <a:lnTo>
                  <a:pt x="2639525" y="74250"/>
                </a:lnTo>
                <a:lnTo>
                  <a:pt x="2639003" y="73484"/>
                </a:lnTo>
                <a:cubicBezTo>
                  <a:pt x="2630904" y="69382"/>
                  <a:pt x="2617314" y="66306"/>
                  <a:pt x="2604246" y="66306"/>
                </a:cubicBezTo>
                <a:cubicBezTo>
                  <a:pt x="2577066" y="66306"/>
                  <a:pt x="2548581" y="88093"/>
                  <a:pt x="2548581" y="122959"/>
                </a:cubicBezTo>
                <a:cubicBezTo>
                  <a:pt x="2548581" y="158594"/>
                  <a:pt x="2569226" y="181402"/>
                  <a:pt x="2601112" y="181402"/>
                </a:cubicBezTo>
                <a:cubicBezTo>
                  <a:pt x="2616791" y="181402"/>
                  <a:pt x="2629074" y="176281"/>
                  <a:pt x="2639525" y="163211"/>
                </a:cubicBezTo>
                <a:lnTo>
                  <a:pt x="2634561" y="157824"/>
                </a:lnTo>
                <a:lnTo>
                  <a:pt x="2633516" y="157824"/>
                </a:lnTo>
                <a:cubicBezTo>
                  <a:pt x="2623587" y="166542"/>
                  <a:pt x="2615276" y="168595"/>
                  <a:pt x="2605554" y="168595"/>
                </a:cubicBezTo>
                <a:cubicBezTo>
                  <a:pt x="2586477" y="168595"/>
                  <a:pt x="2571579" y="151674"/>
                  <a:pt x="2571579" y="121676"/>
                </a:cubicBezTo>
                <a:cubicBezTo>
                  <a:pt x="2571579" y="93477"/>
                  <a:pt x="2586736" y="76556"/>
                  <a:pt x="2603987" y="76556"/>
                </a:cubicBezTo>
                <a:close/>
                <a:moveTo>
                  <a:pt x="2695194" y="88606"/>
                </a:moveTo>
                <a:lnTo>
                  <a:pt x="2695194" y="50437"/>
                </a:lnTo>
                <a:cubicBezTo>
                  <a:pt x="2695194" y="31491"/>
                  <a:pt x="2696291" y="18281"/>
                  <a:pt x="2697543" y="2561"/>
                </a:cubicBezTo>
                <a:cubicBezTo>
                  <a:pt x="2697543" y="770"/>
                  <a:pt x="2696813" y="0"/>
                  <a:pt x="2695194" y="0"/>
                </a:cubicBezTo>
                <a:cubicBezTo>
                  <a:pt x="2688658" y="2561"/>
                  <a:pt x="2683067" y="4355"/>
                  <a:pt x="2672456" y="5121"/>
                </a:cubicBezTo>
                <a:lnTo>
                  <a:pt x="2671934" y="5892"/>
                </a:lnTo>
                <a:cubicBezTo>
                  <a:pt x="2673971" y="16846"/>
                  <a:pt x="2674286" y="36101"/>
                  <a:pt x="2674286" y="55554"/>
                </a:cubicBezTo>
                <a:lnTo>
                  <a:pt x="2674286" y="132717"/>
                </a:lnTo>
                <a:cubicBezTo>
                  <a:pt x="2674286" y="151799"/>
                  <a:pt x="2673971" y="164521"/>
                  <a:pt x="2671934" y="178884"/>
                </a:cubicBezTo>
                <a:lnTo>
                  <a:pt x="2672456" y="179651"/>
                </a:lnTo>
                <a:cubicBezTo>
                  <a:pt x="2675590" y="179139"/>
                  <a:pt x="2681604" y="178884"/>
                  <a:pt x="2684738" y="178884"/>
                </a:cubicBezTo>
                <a:cubicBezTo>
                  <a:pt x="2687877" y="178884"/>
                  <a:pt x="2693886" y="179139"/>
                  <a:pt x="2697020" y="179651"/>
                </a:cubicBezTo>
                <a:lnTo>
                  <a:pt x="2697543" y="178884"/>
                </a:lnTo>
                <a:cubicBezTo>
                  <a:pt x="2695613" y="164212"/>
                  <a:pt x="2695194" y="152210"/>
                  <a:pt x="2695194" y="132717"/>
                </a:cubicBezTo>
                <a:lnTo>
                  <a:pt x="2695194" y="102711"/>
                </a:lnTo>
                <a:cubicBezTo>
                  <a:pt x="2708521" y="87323"/>
                  <a:pt x="2723834" y="81682"/>
                  <a:pt x="2733085" y="81682"/>
                </a:cubicBezTo>
                <a:cubicBezTo>
                  <a:pt x="2746416" y="81682"/>
                  <a:pt x="2751903" y="86811"/>
                  <a:pt x="2751903" y="107582"/>
                </a:cubicBezTo>
                <a:lnTo>
                  <a:pt x="2751903" y="132717"/>
                </a:lnTo>
                <a:cubicBezTo>
                  <a:pt x="2751903" y="151956"/>
                  <a:pt x="2751640" y="165084"/>
                  <a:pt x="2749551" y="178884"/>
                </a:cubicBezTo>
                <a:lnTo>
                  <a:pt x="2750073" y="179651"/>
                </a:lnTo>
                <a:cubicBezTo>
                  <a:pt x="2753211" y="179139"/>
                  <a:pt x="2759221" y="178884"/>
                  <a:pt x="2762355" y="178884"/>
                </a:cubicBezTo>
                <a:cubicBezTo>
                  <a:pt x="2765494" y="178884"/>
                  <a:pt x="2771503" y="179139"/>
                  <a:pt x="2774641" y="179651"/>
                </a:cubicBezTo>
                <a:lnTo>
                  <a:pt x="2775164" y="178884"/>
                </a:lnTo>
                <a:cubicBezTo>
                  <a:pt x="2773070" y="164212"/>
                  <a:pt x="2772811" y="152210"/>
                  <a:pt x="2772811" y="132717"/>
                </a:cubicBezTo>
                <a:cubicBezTo>
                  <a:pt x="2772811" y="124511"/>
                  <a:pt x="2773333" y="115022"/>
                  <a:pt x="2773333" y="106816"/>
                </a:cubicBezTo>
                <a:cubicBezTo>
                  <a:pt x="2773333" y="80141"/>
                  <a:pt x="2764449" y="66306"/>
                  <a:pt x="2740925" y="66306"/>
                </a:cubicBezTo>
                <a:cubicBezTo>
                  <a:pt x="2730996" y="66306"/>
                  <a:pt x="2712441" y="70153"/>
                  <a:pt x="2695716" y="89376"/>
                </a:cubicBezTo>
                <a:lnTo>
                  <a:pt x="2695194" y="88606"/>
                </a:lnTo>
                <a:close/>
                <a:moveTo>
                  <a:pt x="2905308" y="158082"/>
                </a:moveTo>
                <a:lnTo>
                  <a:pt x="2905308" y="91682"/>
                </a:lnTo>
                <a:cubicBezTo>
                  <a:pt x="2915501" y="81428"/>
                  <a:pt x="2922036" y="76556"/>
                  <a:pt x="2932751" y="76556"/>
                </a:cubicBezTo>
                <a:cubicBezTo>
                  <a:pt x="2948690" y="76556"/>
                  <a:pt x="2962803" y="89427"/>
                  <a:pt x="2962803" y="121418"/>
                </a:cubicBezTo>
                <a:cubicBezTo>
                  <a:pt x="2962803" y="153211"/>
                  <a:pt x="2953133" y="171155"/>
                  <a:pt x="2928309" y="171155"/>
                </a:cubicBezTo>
                <a:cubicBezTo>
                  <a:pt x="2920206" y="171155"/>
                  <a:pt x="2910536" y="164490"/>
                  <a:pt x="2905308" y="158082"/>
                </a:cubicBezTo>
                <a:moveTo>
                  <a:pt x="2905308" y="50691"/>
                </a:moveTo>
                <a:cubicBezTo>
                  <a:pt x="2905308" y="31745"/>
                  <a:pt x="2905623" y="18230"/>
                  <a:pt x="2906879" y="2561"/>
                </a:cubicBezTo>
                <a:cubicBezTo>
                  <a:pt x="2906879" y="770"/>
                  <a:pt x="2906145" y="0"/>
                  <a:pt x="2904526" y="0"/>
                </a:cubicBezTo>
                <a:cubicBezTo>
                  <a:pt x="2897990" y="2561"/>
                  <a:pt x="2892400" y="4355"/>
                  <a:pt x="2881788" y="5121"/>
                </a:cubicBezTo>
                <a:lnTo>
                  <a:pt x="2881266" y="5892"/>
                </a:lnTo>
                <a:cubicBezTo>
                  <a:pt x="2883304" y="16846"/>
                  <a:pt x="2884400" y="35843"/>
                  <a:pt x="2884400" y="55300"/>
                </a:cubicBezTo>
                <a:lnTo>
                  <a:pt x="2884400" y="160130"/>
                </a:lnTo>
                <a:cubicBezTo>
                  <a:pt x="2884400" y="170131"/>
                  <a:pt x="2884193" y="173771"/>
                  <a:pt x="2883096" y="179354"/>
                </a:cubicBezTo>
                <a:cubicBezTo>
                  <a:pt x="2884663" y="180890"/>
                  <a:pt x="2887694" y="181402"/>
                  <a:pt x="2890414" y="181402"/>
                </a:cubicBezTo>
                <a:cubicBezTo>
                  <a:pt x="2893289" y="178329"/>
                  <a:pt x="2896320" y="173974"/>
                  <a:pt x="2899035" y="168849"/>
                </a:cubicBezTo>
                <a:cubicBezTo>
                  <a:pt x="2906616" y="175256"/>
                  <a:pt x="2918639" y="181402"/>
                  <a:pt x="2929876" y="181402"/>
                </a:cubicBezTo>
                <a:cubicBezTo>
                  <a:pt x="2956530" y="181402"/>
                  <a:pt x="2986063" y="162953"/>
                  <a:pt x="2986063" y="119370"/>
                </a:cubicBezTo>
                <a:cubicBezTo>
                  <a:pt x="2986063" y="88093"/>
                  <a:pt x="2963325" y="66306"/>
                  <a:pt x="2937975" y="66306"/>
                </a:cubicBezTo>
                <a:cubicBezTo>
                  <a:pt x="2925434" y="66306"/>
                  <a:pt x="2914197" y="69637"/>
                  <a:pt x="2905308" y="79121"/>
                </a:cubicBezTo>
                <a:lnTo>
                  <a:pt x="2905308" y="50691"/>
                </a:lnTo>
                <a:close/>
                <a:moveTo>
                  <a:pt x="3075704" y="121164"/>
                </a:moveTo>
                <a:lnTo>
                  <a:pt x="3074659" y="151674"/>
                </a:lnTo>
                <a:cubicBezTo>
                  <a:pt x="3074659" y="155005"/>
                  <a:pt x="3073088" y="156799"/>
                  <a:pt x="3070998" y="158340"/>
                </a:cubicBezTo>
                <a:cubicBezTo>
                  <a:pt x="3063681" y="163723"/>
                  <a:pt x="3054796" y="168336"/>
                  <a:pt x="3046956" y="168336"/>
                </a:cubicBezTo>
                <a:cubicBezTo>
                  <a:pt x="3035197" y="168336"/>
                  <a:pt x="3027616" y="160646"/>
                  <a:pt x="3027616" y="152698"/>
                </a:cubicBezTo>
                <a:cubicBezTo>
                  <a:pt x="3027616" y="141161"/>
                  <a:pt x="3033103" y="132443"/>
                  <a:pt x="3053488" y="127060"/>
                </a:cubicBezTo>
                <a:lnTo>
                  <a:pt x="3075704" y="121164"/>
                </a:lnTo>
                <a:moveTo>
                  <a:pt x="3075704" y="166542"/>
                </a:moveTo>
                <a:cubicBezTo>
                  <a:pt x="3078735" y="176535"/>
                  <a:pt x="3086523" y="181402"/>
                  <a:pt x="3096089" y="181402"/>
                </a:cubicBezTo>
                <a:cubicBezTo>
                  <a:pt x="3102673" y="181402"/>
                  <a:pt x="3110724" y="179866"/>
                  <a:pt x="3116889" y="173462"/>
                </a:cubicBezTo>
                <a:lnTo>
                  <a:pt x="3114955" y="167105"/>
                </a:lnTo>
                <a:cubicBezTo>
                  <a:pt x="3112080" y="168082"/>
                  <a:pt x="3109887" y="168438"/>
                  <a:pt x="3107901" y="168438"/>
                </a:cubicBezTo>
                <a:cubicBezTo>
                  <a:pt x="3105285" y="168438"/>
                  <a:pt x="3101835" y="167977"/>
                  <a:pt x="3100216" y="166542"/>
                </a:cubicBezTo>
                <a:cubicBezTo>
                  <a:pt x="3097553" y="164185"/>
                  <a:pt x="3095878" y="157929"/>
                  <a:pt x="3095878" y="146545"/>
                </a:cubicBezTo>
                <a:cubicBezTo>
                  <a:pt x="3095878" y="139109"/>
                  <a:pt x="3096611" y="110655"/>
                  <a:pt x="3096611" y="107833"/>
                </a:cubicBezTo>
                <a:cubicBezTo>
                  <a:pt x="3096611" y="73225"/>
                  <a:pt x="3073351" y="66306"/>
                  <a:pt x="3053488" y="66306"/>
                </a:cubicBezTo>
                <a:cubicBezTo>
                  <a:pt x="3033625" y="66306"/>
                  <a:pt x="3021606" y="75786"/>
                  <a:pt x="3015071" y="81170"/>
                </a:cubicBezTo>
                <a:lnTo>
                  <a:pt x="3014289" y="82198"/>
                </a:lnTo>
                <a:lnTo>
                  <a:pt x="3018731" y="99372"/>
                </a:lnTo>
                <a:lnTo>
                  <a:pt x="3022129" y="99630"/>
                </a:lnTo>
                <a:cubicBezTo>
                  <a:pt x="3029446" y="88093"/>
                  <a:pt x="3038331" y="77839"/>
                  <a:pt x="3050876" y="77839"/>
                </a:cubicBezTo>
                <a:cubicBezTo>
                  <a:pt x="3060283" y="77839"/>
                  <a:pt x="3075963" y="79121"/>
                  <a:pt x="3075963" y="108091"/>
                </a:cubicBezTo>
                <a:cubicBezTo>
                  <a:pt x="3075963" y="109885"/>
                  <a:pt x="3074918" y="110909"/>
                  <a:pt x="3074133" y="111167"/>
                </a:cubicBezTo>
                <a:lnTo>
                  <a:pt x="3049832" y="116551"/>
                </a:lnTo>
                <a:cubicBezTo>
                  <a:pt x="3023174" y="122446"/>
                  <a:pt x="3006449" y="136290"/>
                  <a:pt x="3006449" y="153723"/>
                </a:cubicBezTo>
                <a:cubicBezTo>
                  <a:pt x="3006449" y="172692"/>
                  <a:pt x="3019776" y="181402"/>
                  <a:pt x="3039117" y="181402"/>
                </a:cubicBezTo>
                <a:cubicBezTo>
                  <a:pt x="3053488" y="181402"/>
                  <a:pt x="3060806" y="178075"/>
                  <a:pt x="3074659" y="166542"/>
                </a:cubicBezTo>
                <a:lnTo>
                  <a:pt x="3075704" y="166542"/>
                </a:lnTo>
                <a:close/>
                <a:moveTo>
                  <a:pt x="3163774" y="93219"/>
                </a:moveTo>
                <a:lnTo>
                  <a:pt x="3163774" y="69895"/>
                </a:lnTo>
                <a:cubicBezTo>
                  <a:pt x="3163774" y="67897"/>
                  <a:pt x="3163459" y="67334"/>
                  <a:pt x="3162207" y="67334"/>
                </a:cubicBezTo>
                <a:cubicBezTo>
                  <a:pt x="3156353" y="68460"/>
                  <a:pt x="3146997" y="68663"/>
                  <a:pt x="3141036" y="68100"/>
                </a:cubicBezTo>
                <a:lnTo>
                  <a:pt x="3140513" y="68870"/>
                </a:lnTo>
                <a:cubicBezTo>
                  <a:pt x="3142344" y="79938"/>
                  <a:pt x="3142866" y="99376"/>
                  <a:pt x="3142866" y="118611"/>
                </a:cubicBezTo>
                <a:lnTo>
                  <a:pt x="3142866" y="132717"/>
                </a:lnTo>
                <a:cubicBezTo>
                  <a:pt x="3142866" y="151952"/>
                  <a:pt x="3142555" y="165084"/>
                  <a:pt x="3140513" y="178884"/>
                </a:cubicBezTo>
                <a:lnTo>
                  <a:pt x="3141036" y="179651"/>
                </a:lnTo>
                <a:cubicBezTo>
                  <a:pt x="3144174" y="179139"/>
                  <a:pt x="3150184" y="178884"/>
                  <a:pt x="3153322" y="178884"/>
                </a:cubicBezTo>
                <a:cubicBezTo>
                  <a:pt x="3156456" y="178884"/>
                  <a:pt x="3162466" y="179139"/>
                  <a:pt x="3165604" y="179651"/>
                </a:cubicBezTo>
                <a:lnTo>
                  <a:pt x="3166127" y="178884"/>
                </a:lnTo>
                <a:cubicBezTo>
                  <a:pt x="3164192" y="164263"/>
                  <a:pt x="3163774" y="152210"/>
                  <a:pt x="3163774" y="132717"/>
                </a:cubicBezTo>
                <a:lnTo>
                  <a:pt x="3163774" y="119381"/>
                </a:lnTo>
                <a:cubicBezTo>
                  <a:pt x="3163774" y="108607"/>
                  <a:pt x="3167068" y="102453"/>
                  <a:pt x="3172658" y="93989"/>
                </a:cubicBezTo>
                <a:cubicBezTo>
                  <a:pt x="3176475" y="88297"/>
                  <a:pt x="3182329" y="85013"/>
                  <a:pt x="3187293" y="85013"/>
                </a:cubicBezTo>
                <a:cubicBezTo>
                  <a:pt x="3192521" y="85013"/>
                  <a:pt x="3197486" y="85525"/>
                  <a:pt x="3200883" y="88602"/>
                </a:cubicBezTo>
                <a:lnTo>
                  <a:pt x="3202973" y="88090"/>
                </a:lnTo>
                <a:lnTo>
                  <a:pt x="3208201" y="69124"/>
                </a:lnTo>
                <a:lnTo>
                  <a:pt x="3207156" y="68100"/>
                </a:lnTo>
                <a:cubicBezTo>
                  <a:pt x="3202714" y="66822"/>
                  <a:pt x="3202451" y="66306"/>
                  <a:pt x="3197749" y="66306"/>
                </a:cubicBezTo>
                <a:cubicBezTo>
                  <a:pt x="3183637" y="66306"/>
                  <a:pt x="3176056" y="74250"/>
                  <a:pt x="3164559" y="93731"/>
                </a:cubicBezTo>
                <a:lnTo>
                  <a:pt x="3163774" y="93219"/>
                </a:lnTo>
                <a:close/>
                <a:moveTo>
                  <a:pt x="3375981" y="149880"/>
                </a:moveTo>
                <a:cubicBezTo>
                  <a:pt x="3366470" y="161772"/>
                  <a:pt x="3354448" y="168082"/>
                  <a:pt x="3343836" y="168082"/>
                </a:cubicBezTo>
                <a:cubicBezTo>
                  <a:pt x="3329724" y="168082"/>
                  <a:pt x="3317701" y="154239"/>
                  <a:pt x="3317701" y="122188"/>
                </a:cubicBezTo>
                <a:cubicBezTo>
                  <a:pt x="3317701" y="83734"/>
                  <a:pt x="3338505" y="76556"/>
                  <a:pt x="3351154" y="76556"/>
                </a:cubicBezTo>
                <a:cubicBezTo>
                  <a:pt x="3363436" y="76556"/>
                  <a:pt x="3369709" y="81682"/>
                  <a:pt x="3375981" y="91424"/>
                </a:cubicBezTo>
                <a:lnTo>
                  <a:pt x="3375981" y="149880"/>
                </a:lnTo>
                <a:moveTo>
                  <a:pt x="3375981" y="163977"/>
                </a:moveTo>
                <a:lnTo>
                  <a:pt x="3376504" y="163977"/>
                </a:lnTo>
                <a:lnTo>
                  <a:pt x="3377812" y="178841"/>
                </a:lnTo>
                <a:cubicBezTo>
                  <a:pt x="3377812" y="179397"/>
                  <a:pt x="3378593" y="179651"/>
                  <a:pt x="3380164" y="179651"/>
                </a:cubicBezTo>
                <a:cubicBezTo>
                  <a:pt x="3383614" y="179189"/>
                  <a:pt x="3385388" y="178884"/>
                  <a:pt x="3389204" y="178884"/>
                </a:cubicBezTo>
                <a:cubicBezTo>
                  <a:pt x="3392446" y="178884"/>
                  <a:pt x="3397411" y="179139"/>
                  <a:pt x="3400809" y="179651"/>
                </a:cubicBezTo>
                <a:lnTo>
                  <a:pt x="3401331" y="178884"/>
                </a:lnTo>
                <a:cubicBezTo>
                  <a:pt x="3399242" y="167856"/>
                  <a:pt x="3396889" y="148879"/>
                  <a:pt x="3396889" y="129644"/>
                </a:cubicBezTo>
                <a:lnTo>
                  <a:pt x="3396889" y="50691"/>
                </a:lnTo>
                <a:cubicBezTo>
                  <a:pt x="3396889" y="31745"/>
                  <a:pt x="3397934" y="18383"/>
                  <a:pt x="3399242" y="2561"/>
                </a:cubicBezTo>
                <a:cubicBezTo>
                  <a:pt x="3399242" y="770"/>
                  <a:pt x="3398508" y="0"/>
                  <a:pt x="3396889" y="0"/>
                </a:cubicBezTo>
                <a:cubicBezTo>
                  <a:pt x="3390357" y="2561"/>
                  <a:pt x="3384762" y="4355"/>
                  <a:pt x="3374151" y="5121"/>
                </a:cubicBezTo>
                <a:lnTo>
                  <a:pt x="3373628" y="5892"/>
                </a:lnTo>
                <a:cubicBezTo>
                  <a:pt x="3375666" y="16846"/>
                  <a:pt x="3375981" y="35843"/>
                  <a:pt x="3375981" y="55300"/>
                </a:cubicBezTo>
                <a:lnTo>
                  <a:pt x="3375981" y="71943"/>
                </a:lnTo>
                <a:cubicBezTo>
                  <a:pt x="3369972" y="68612"/>
                  <a:pt x="3359257" y="66306"/>
                  <a:pt x="3354029" y="66306"/>
                </a:cubicBezTo>
                <a:cubicBezTo>
                  <a:pt x="3320002" y="66306"/>
                  <a:pt x="3294967" y="89380"/>
                  <a:pt x="3294967" y="124257"/>
                </a:cubicBezTo>
                <a:cubicBezTo>
                  <a:pt x="3294967" y="155775"/>
                  <a:pt x="3314044" y="181402"/>
                  <a:pt x="3342269" y="181402"/>
                </a:cubicBezTo>
                <a:cubicBezTo>
                  <a:pt x="3354814" y="181402"/>
                  <a:pt x="3366574" y="175870"/>
                  <a:pt x="3375981" y="163977"/>
                </a:cubicBezTo>
                <a:close/>
                <a:moveTo>
                  <a:pt x="3452816" y="108853"/>
                </a:moveTo>
                <a:cubicBezTo>
                  <a:pt x="3457259" y="82194"/>
                  <a:pt x="3474402" y="76556"/>
                  <a:pt x="3482609" y="76556"/>
                </a:cubicBezTo>
                <a:cubicBezTo>
                  <a:pt x="3492957" y="76556"/>
                  <a:pt x="3504561" y="86041"/>
                  <a:pt x="3504561" y="105264"/>
                </a:cubicBezTo>
                <a:cubicBezTo>
                  <a:pt x="3504561" y="107571"/>
                  <a:pt x="3503516" y="108853"/>
                  <a:pt x="3500900" y="108853"/>
                </a:cubicBezTo>
                <a:lnTo>
                  <a:pt x="3452816" y="108853"/>
                </a:lnTo>
                <a:moveTo>
                  <a:pt x="3522594" y="152182"/>
                </a:moveTo>
                <a:cubicBezTo>
                  <a:pt x="3513446" y="161929"/>
                  <a:pt x="3501164" y="166288"/>
                  <a:pt x="3486788" y="166288"/>
                </a:cubicBezTo>
                <a:cubicBezTo>
                  <a:pt x="3477851" y="166288"/>
                  <a:pt x="3465517" y="162953"/>
                  <a:pt x="3458304" y="151670"/>
                </a:cubicBezTo>
                <a:cubicBezTo>
                  <a:pt x="3453702" y="144488"/>
                  <a:pt x="3452031" y="134026"/>
                  <a:pt x="3452031" y="119100"/>
                </a:cubicBezTo>
                <a:lnTo>
                  <a:pt x="3523116" y="119100"/>
                </a:lnTo>
                <a:cubicBezTo>
                  <a:pt x="3525991" y="119100"/>
                  <a:pt x="3527818" y="117563"/>
                  <a:pt x="3527818" y="114745"/>
                </a:cubicBezTo>
                <a:cubicBezTo>
                  <a:pt x="3527818" y="93219"/>
                  <a:pt x="3517103" y="66306"/>
                  <a:pt x="3482609" y="66306"/>
                </a:cubicBezTo>
                <a:cubicBezTo>
                  <a:pt x="3455688" y="66306"/>
                  <a:pt x="3429034" y="87577"/>
                  <a:pt x="3429034" y="125257"/>
                </a:cubicBezTo>
                <a:cubicBezTo>
                  <a:pt x="3429034" y="139820"/>
                  <a:pt x="3432064" y="154184"/>
                  <a:pt x="3440794" y="164493"/>
                </a:cubicBezTo>
                <a:cubicBezTo>
                  <a:pt x="3449782" y="175100"/>
                  <a:pt x="3464732" y="181402"/>
                  <a:pt x="3482346" y="181402"/>
                </a:cubicBezTo>
                <a:cubicBezTo>
                  <a:pt x="3501164" y="181402"/>
                  <a:pt x="3517888" y="171925"/>
                  <a:pt x="3527818" y="158594"/>
                </a:cubicBezTo>
                <a:lnTo>
                  <a:pt x="3522594" y="152182"/>
                </a:lnTo>
                <a:close/>
                <a:moveTo>
                  <a:pt x="3658750" y="132717"/>
                </a:moveTo>
                <a:cubicBezTo>
                  <a:pt x="3658750" y="124511"/>
                  <a:pt x="3659272" y="115022"/>
                  <a:pt x="3659272" y="106816"/>
                </a:cubicBezTo>
                <a:cubicBezTo>
                  <a:pt x="3659272" y="80141"/>
                  <a:pt x="3650388" y="66306"/>
                  <a:pt x="3626868" y="66306"/>
                </a:cubicBezTo>
                <a:cubicBezTo>
                  <a:pt x="3616935" y="66306"/>
                  <a:pt x="3598380" y="70153"/>
                  <a:pt x="3581655" y="89376"/>
                </a:cubicBezTo>
                <a:lnTo>
                  <a:pt x="3581133" y="88606"/>
                </a:lnTo>
                <a:lnTo>
                  <a:pt x="3581133" y="69895"/>
                </a:lnTo>
                <a:cubicBezTo>
                  <a:pt x="3581081" y="67897"/>
                  <a:pt x="3580818" y="67334"/>
                  <a:pt x="3579566" y="67334"/>
                </a:cubicBezTo>
                <a:cubicBezTo>
                  <a:pt x="3573712" y="68460"/>
                  <a:pt x="3564353" y="68663"/>
                  <a:pt x="3558395" y="68100"/>
                </a:cubicBezTo>
                <a:lnTo>
                  <a:pt x="3557873" y="68870"/>
                </a:lnTo>
                <a:cubicBezTo>
                  <a:pt x="3559703" y="79938"/>
                  <a:pt x="3560225" y="99376"/>
                  <a:pt x="3560225" y="118611"/>
                </a:cubicBezTo>
                <a:lnTo>
                  <a:pt x="3560225" y="132717"/>
                </a:lnTo>
                <a:cubicBezTo>
                  <a:pt x="3560225" y="151956"/>
                  <a:pt x="3559962" y="165033"/>
                  <a:pt x="3557873" y="178884"/>
                </a:cubicBezTo>
                <a:lnTo>
                  <a:pt x="3558395" y="179651"/>
                </a:lnTo>
                <a:cubicBezTo>
                  <a:pt x="3561533" y="179139"/>
                  <a:pt x="3567543" y="178884"/>
                  <a:pt x="3570677" y="178884"/>
                </a:cubicBezTo>
                <a:cubicBezTo>
                  <a:pt x="3573815" y="178884"/>
                  <a:pt x="3579825" y="179139"/>
                  <a:pt x="3582963" y="179651"/>
                </a:cubicBezTo>
                <a:lnTo>
                  <a:pt x="3583486" y="178884"/>
                </a:lnTo>
                <a:cubicBezTo>
                  <a:pt x="3581392" y="164263"/>
                  <a:pt x="3581133" y="152210"/>
                  <a:pt x="3581133" y="132717"/>
                </a:cubicBezTo>
                <a:lnTo>
                  <a:pt x="3581133" y="102711"/>
                </a:lnTo>
                <a:cubicBezTo>
                  <a:pt x="3594460" y="87323"/>
                  <a:pt x="3609617" y="81682"/>
                  <a:pt x="3619028" y="81682"/>
                </a:cubicBezTo>
                <a:cubicBezTo>
                  <a:pt x="3632355" y="81682"/>
                  <a:pt x="3637842" y="86811"/>
                  <a:pt x="3637842" y="107582"/>
                </a:cubicBezTo>
                <a:lnTo>
                  <a:pt x="3637842" y="132717"/>
                </a:lnTo>
                <a:cubicBezTo>
                  <a:pt x="3637842" y="151956"/>
                  <a:pt x="3637372" y="165084"/>
                  <a:pt x="3635490" y="178884"/>
                </a:cubicBezTo>
                <a:lnTo>
                  <a:pt x="3636012" y="179651"/>
                </a:lnTo>
                <a:cubicBezTo>
                  <a:pt x="3639150" y="179139"/>
                  <a:pt x="3645160" y="178884"/>
                  <a:pt x="3648298" y="178884"/>
                </a:cubicBezTo>
                <a:cubicBezTo>
                  <a:pt x="3651432" y="178884"/>
                  <a:pt x="3657442" y="179139"/>
                  <a:pt x="3660580" y="179651"/>
                </a:cubicBezTo>
                <a:lnTo>
                  <a:pt x="3661103" y="178884"/>
                </a:lnTo>
                <a:cubicBezTo>
                  <a:pt x="3659065" y="164263"/>
                  <a:pt x="3658750" y="152210"/>
                  <a:pt x="3658750" y="132717"/>
                </a:cubicBezTo>
                <a:close/>
                <a:moveTo>
                  <a:pt x="3689327" y="126290"/>
                </a:moveTo>
                <a:cubicBezTo>
                  <a:pt x="3689327" y="157054"/>
                  <a:pt x="3709972" y="181402"/>
                  <a:pt x="3744733" y="181402"/>
                </a:cubicBezTo>
                <a:cubicBezTo>
                  <a:pt x="3779227" y="181402"/>
                  <a:pt x="3800134" y="157570"/>
                  <a:pt x="3800134" y="123983"/>
                </a:cubicBezTo>
                <a:cubicBezTo>
                  <a:pt x="3800134" y="89118"/>
                  <a:pt x="3781057" y="66306"/>
                  <a:pt x="3745778" y="66306"/>
                </a:cubicBezTo>
                <a:cubicBezTo>
                  <a:pt x="3711539" y="66306"/>
                  <a:pt x="3689327" y="89888"/>
                  <a:pt x="3689327" y="126290"/>
                </a:cubicBezTo>
                <a:moveTo>
                  <a:pt x="3743947" y="76556"/>
                </a:moveTo>
                <a:cubicBezTo>
                  <a:pt x="3771650" y="76556"/>
                  <a:pt x="3777137" y="97578"/>
                  <a:pt x="3777137" y="128600"/>
                </a:cubicBezTo>
                <a:cubicBezTo>
                  <a:pt x="3777137" y="152952"/>
                  <a:pt x="3764592" y="171155"/>
                  <a:pt x="3747082" y="171155"/>
                </a:cubicBezTo>
                <a:cubicBezTo>
                  <a:pt x="3719383" y="171155"/>
                  <a:pt x="3712325" y="141674"/>
                  <a:pt x="3712325" y="121934"/>
                </a:cubicBezTo>
                <a:cubicBezTo>
                  <a:pt x="3712325" y="99630"/>
                  <a:pt x="3719383" y="76556"/>
                  <a:pt x="3743947" y="76556"/>
                </a:cubicBezTo>
                <a:close/>
                <a:moveTo>
                  <a:pt x="3834891" y="69058"/>
                </a:moveTo>
                <a:cubicBezTo>
                  <a:pt x="3829560" y="69058"/>
                  <a:pt x="3824021" y="68956"/>
                  <a:pt x="3820779" y="68546"/>
                </a:cubicBezTo>
                <a:cubicBezTo>
                  <a:pt x="3819004" y="72749"/>
                  <a:pt x="3817592" y="75208"/>
                  <a:pt x="3815032" y="79051"/>
                </a:cubicBezTo>
                <a:lnTo>
                  <a:pt x="3816336" y="80845"/>
                </a:lnTo>
                <a:cubicBezTo>
                  <a:pt x="3820834" y="80536"/>
                  <a:pt x="3828933" y="80384"/>
                  <a:pt x="3834891" y="80333"/>
                </a:cubicBezTo>
                <a:lnTo>
                  <a:pt x="3834891" y="115386"/>
                </a:lnTo>
                <a:cubicBezTo>
                  <a:pt x="3834891" y="130739"/>
                  <a:pt x="3834110" y="149164"/>
                  <a:pt x="3834110" y="156839"/>
                </a:cubicBezTo>
                <a:cubicBezTo>
                  <a:pt x="3834110" y="173478"/>
                  <a:pt x="3845084" y="181402"/>
                  <a:pt x="3857107" y="181402"/>
                </a:cubicBezTo>
                <a:cubicBezTo>
                  <a:pt x="3868085" y="181402"/>
                  <a:pt x="3876447" y="178845"/>
                  <a:pt x="3887421" y="171945"/>
                </a:cubicBezTo>
                <a:lnTo>
                  <a:pt x="3884235" y="165639"/>
                </a:lnTo>
                <a:cubicBezTo>
                  <a:pt x="3876184" y="168356"/>
                  <a:pt x="3870174" y="168614"/>
                  <a:pt x="3863639" y="167590"/>
                </a:cubicBezTo>
                <a:cubicBezTo>
                  <a:pt x="3857422" y="166616"/>
                  <a:pt x="3855017" y="160471"/>
                  <a:pt x="3855017" y="146603"/>
                </a:cubicBezTo>
                <a:cubicBezTo>
                  <a:pt x="3855017" y="138929"/>
                  <a:pt x="3855799" y="127924"/>
                  <a:pt x="3855799" y="112575"/>
                </a:cubicBezTo>
                <a:lnTo>
                  <a:pt x="3855799" y="80333"/>
                </a:lnTo>
                <a:lnTo>
                  <a:pt x="3865732" y="80333"/>
                </a:lnTo>
                <a:cubicBezTo>
                  <a:pt x="3872005" y="80333"/>
                  <a:pt x="3881097" y="80536"/>
                  <a:pt x="3884546" y="80845"/>
                </a:cubicBezTo>
                <a:cubicBezTo>
                  <a:pt x="3885332" y="76748"/>
                  <a:pt x="3886117" y="74132"/>
                  <a:pt x="3887685" y="70340"/>
                </a:cubicBezTo>
                <a:lnTo>
                  <a:pt x="3886377" y="68546"/>
                </a:lnTo>
                <a:cubicBezTo>
                  <a:pt x="3881671" y="68753"/>
                  <a:pt x="3874094" y="69058"/>
                  <a:pt x="3868085" y="69058"/>
                </a:cubicBezTo>
                <a:lnTo>
                  <a:pt x="3855799" y="69058"/>
                </a:lnTo>
                <a:cubicBezTo>
                  <a:pt x="3855799" y="49893"/>
                  <a:pt x="3855958" y="46512"/>
                  <a:pt x="3857107" y="31652"/>
                </a:cubicBezTo>
                <a:cubicBezTo>
                  <a:pt x="3857107" y="29806"/>
                  <a:pt x="3856377" y="29091"/>
                  <a:pt x="3854754" y="29091"/>
                </a:cubicBezTo>
                <a:cubicBezTo>
                  <a:pt x="3848222" y="31652"/>
                  <a:pt x="3844980" y="34369"/>
                  <a:pt x="3836462" y="35495"/>
                </a:cubicBezTo>
                <a:lnTo>
                  <a:pt x="3835940" y="36265"/>
                </a:lnTo>
                <a:cubicBezTo>
                  <a:pt x="3835417" y="45182"/>
                  <a:pt x="3834891" y="54198"/>
                  <a:pt x="3834891" y="69058"/>
                </a:cubicBezTo>
                <a:close/>
                <a:moveTo>
                  <a:pt x="3931590" y="108853"/>
                </a:moveTo>
                <a:cubicBezTo>
                  <a:pt x="3936032" y="82194"/>
                  <a:pt x="3953176" y="76556"/>
                  <a:pt x="3961382" y="76556"/>
                </a:cubicBezTo>
                <a:cubicBezTo>
                  <a:pt x="3971730" y="76556"/>
                  <a:pt x="3983335" y="86041"/>
                  <a:pt x="3983335" y="105264"/>
                </a:cubicBezTo>
                <a:cubicBezTo>
                  <a:pt x="3983335" y="107571"/>
                  <a:pt x="3982290" y="108853"/>
                  <a:pt x="3979674" y="108853"/>
                </a:cubicBezTo>
                <a:lnTo>
                  <a:pt x="3931590" y="108853"/>
                </a:lnTo>
                <a:moveTo>
                  <a:pt x="4001367" y="152182"/>
                </a:moveTo>
                <a:cubicBezTo>
                  <a:pt x="3992219" y="161929"/>
                  <a:pt x="3979937" y="166288"/>
                  <a:pt x="3965561" y="166288"/>
                </a:cubicBezTo>
                <a:cubicBezTo>
                  <a:pt x="3956625" y="166288"/>
                  <a:pt x="3944291" y="162953"/>
                  <a:pt x="3937077" y="151670"/>
                </a:cubicBezTo>
                <a:cubicBezTo>
                  <a:pt x="3932475" y="144488"/>
                  <a:pt x="3930804" y="134026"/>
                  <a:pt x="3930804" y="119100"/>
                </a:cubicBezTo>
                <a:lnTo>
                  <a:pt x="4001890" y="119100"/>
                </a:lnTo>
                <a:cubicBezTo>
                  <a:pt x="4004765" y="119100"/>
                  <a:pt x="4006591" y="117563"/>
                  <a:pt x="4006591" y="114745"/>
                </a:cubicBezTo>
                <a:cubicBezTo>
                  <a:pt x="4006591" y="93219"/>
                  <a:pt x="3995876" y="66306"/>
                  <a:pt x="3961382" y="66306"/>
                </a:cubicBezTo>
                <a:cubicBezTo>
                  <a:pt x="3934461" y="66306"/>
                  <a:pt x="3907807" y="87577"/>
                  <a:pt x="3907807" y="125257"/>
                </a:cubicBezTo>
                <a:cubicBezTo>
                  <a:pt x="3907807" y="139820"/>
                  <a:pt x="3910838" y="154184"/>
                  <a:pt x="3919567" y="164493"/>
                </a:cubicBezTo>
                <a:cubicBezTo>
                  <a:pt x="3928555" y="175100"/>
                  <a:pt x="3943505" y="181402"/>
                  <a:pt x="3961119" y="181402"/>
                </a:cubicBezTo>
                <a:cubicBezTo>
                  <a:pt x="3979937" y="181402"/>
                  <a:pt x="3996662" y="171925"/>
                  <a:pt x="4006591" y="158594"/>
                </a:cubicBezTo>
                <a:lnTo>
                  <a:pt x="4001367" y="152182"/>
                </a:lnTo>
                <a:close/>
                <a:moveTo>
                  <a:pt x="4110604" y="69058"/>
                </a:moveTo>
                <a:cubicBezTo>
                  <a:pt x="4105272" y="69058"/>
                  <a:pt x="4099733" y="68956"/>
                  <a:pt x="4096491" y="68546"/>
                </a:cubicBezTo>
                <a:cubicBezTo>
                  <a:pt x="4094717" y="72749"/>
                  <a:pt x="4093305" y="75208"/>
                  <a:pt x="4090745" y="79051"/>
                </a:cubicBezTo>
                <a:lnTo>
                  <a:pt x="4092049" y="80845"/>
                </a:lnTo>
                <a:cubicBezTo>
                  <a:pt x="4096547" y="80536"/>
                  <a:pt x="4104646" y="80384"/>
                  <a:pt x="4110604" y="80333"/>
                </a:cubicBezTo>
                <a:lnTo>
                  <a:pt x="4110604" y="115386"/>
                </a:lnTo>
                <a:cubicBezTo>
                  <a:pt x="4110604" y="130739"/>
                  <a:pt x="4109822" y="149164"/>
                  <a:pt x="4109822" y="156839"/>
                </a:cubicBezTo>
                <a:cubicBezTo>
                  <a:pt x="4109822" y="173478"/>
                  <a:pt x="4120796" y="181402"/>
                  <a:pt x="4132819" y="181402"/>
                </a:cubicBezTo>
                <a:cubicBezTo>
                  <a:pt x="4143798" y="181402"/>
                  <a:pt x="4152160" y="178845"/>
                  <a:pt x="4163134" y="171945"/>
                </a:cubicBezTo>
                <a:lnTo>
                  <a:pt x="4159948" y="165639"/>
                </a:lnTo>
                <a:cubicBezTo>
                  <a:pt x="4151897" y="168356"/>
                  <a:pt x="4145887" y="168614"/>
                  <a:pt x="4139351" y="167590"/>
                </a:cubicBezTo>
                <a:cubicBezTo>
                  <a:pt x="4133134" y="166616"/>
                  <a:pt x="4130730" y="160471"/>
                  <a:pt x="4130730" y="146603"/>
                </a:cubicBezTo>
                <a:cubicBezTo>
                  <a:pt x="4130730" y="138929"/>
                  <a:pt x="4131511" y="127924"/>
                  <a:pt x="4131511" y="112575"/>
                </a:cubicBezTo>
                <a:lnTo>
                  <a:pt x="4131511" y="80333"/>
                </a:lnTo>
                <a:lnTo>
                  <a:pt x="4141445" y="80333"/>
                </a:lnTo>
                <a:cubicBezTo>
                  <a:pt x="4147718" y="80333"/>
                  <a:pt x="4156810" y="80536"/>
                  <a:pt x="4160259" y="80845"/>
                </a:cubicBezTo>
                <a:cubicBezTo>
                  <a:pt x="4161045" y="76748"/>
                  <a:pt x="4161830" y="74132"/>
                  <a:pt x="4163397" y="70340"/>
                </a:cubicBezTo>
                <a:lnTo>
                  <a:pt x="4162089" y="68546"/>
                </a:lnTo>
                <a:cubicBezTo>
                  <a:pt x="4157384" y="68753"/>
                  <a:pt x="4149807" y="69058"/>
                  <a:pt x="4143798" y="69058"/>
                </a:cubicBezTo>
                <a:lnTo>
                  <a:pt x="4131511" y="69058"/>
                </a:lnTo>
                <a:cubicBezTo>
                  <a:pt x="4131511" y="49893"/>
                  <a:pt x="4131671" y="46512"/>
                  <a:pt x="4132819" y="31652"/>
                </a:cubicBezTo>
                <a:cubicBezTo>
                  <a:pt x="4132819" y="29806"/>
                  <a:pt x="4132090" y="29091"/>
                  <a:pt x="4130467" y="29091"/>
                </a:cubicBezTo>
                <a:cubicBezTo>
                  <a:pt x="4123935" y="31652"/>
                  <a:pt x="4120693" y="34369"/>
                  <a:pt x="4112175" y="35495"/>
                </a:cubicBezTo>
                <a:lnTo>
                  <a:pt x="4111653" y="36265"/>
                </a:lnTo>
                <a:cubicBezTo>
                  <a:pt x="4111130" y="45182"/>
                  <a:pt x="4110604" y="54198"/>
                  <a:pt x="4110604" y="69058"/>
                </a:cubicBezTo>
                <a:close/>
                <a:moveTo>
                  <a:pt x="4219063" y="88606"/>
                </a:moveTo>
                <a:lnTo>
                  <a:pt x="4219063" y="50437"/>
                </a:lnTo>
                <a:cubicBezTo>
                  <a:pt x="4219063" y="31491"/>
                  <a:pt x="4220159" y="18281"/>
                  <a:pt x="4221411" y="2561"/>
                </a:cubicBezTo>
                <a:cubicBezTo>
                  <a:pt x="4221411" y="770"/>
                  <a:pt x="4220682" y="0"/>
                  <a:pt x="4219063" y="0"/>
                </a:cubicBezTo>
                <a:cubicBezTo>
                  <a:pt x="4212527" y="2561"/>
                  <a:pt x="4206936" y="4355"/>
                  <a:pt x="4196325" y="5121"/>
                </a:cubicBezTo>
                <a:lnTo>
                  <a:pt x="4195802" y="5892"/>
                </a:lnTo>
                <a:cubicBezTo>
                  <a:pt x="4197840" y="16846"/>
                  <a:pt x="4198155" y="36101"/>
                  <a:pt x="4198155" y="55554"/>
                </a:cubicBezTo>
                <a:lnTo>
                  <a:pt x="4198155" y="132717"/>
                </a:lnTo>
                <a:cubicBezTo>
                  <a:pt x="4198155" y="151799"/>
                  <a:pt x="4197840" y="164521"/>
                  <a:pt x="4195802" y="178884"/>
                </a:cubicBezTo>
                <a:lnTo>
                  <a:pt x="4196325" y="179651"/>
                </a:lnTo>
                <a:cubicBezTo>
                  <a:pt x="4199459" y="179139"/>
                  <a:pt x="4205472" y="178884"/>
                  <a:pt x="4208607" y="178884"/>
                </a:cubicBezTo>
                <a:cubicBezTo>
                  <a:pt x="4211745" y="178884"/>
                  <a:pt x="4217755" y="179139"/>
                  <a:pt x="4220889" y="179651"/>
                </a:cubicBezTo>
                <a:lnTo>
                  <a:pt x="4221411" y="178884"/>
                </a:lnTo>
                <a:cubicBezTo>
                  <a:pt x="4219481" y="164212"/>
                  <a:pt x="4219063" y="152210"/>
                  <a:pt x="4219063" y="132717"/>
                </a:cubicBezTo>
                <a:lnTo>
                  <a:pt x="4219063" y="102711"/>
                </a:lnTo>
                <a:cubicBezTo>
                  <a:pt x="4232390" y="87323"/>
                  <a:pt x="4247702" y="81682"/>
                  <a:pt x="4256954" y="81682"/>
                </a:cubicBezTo>
                <a:cubicBezTo>
                  <a:pt x="4270285" y="81682"/>
                  <a:pt x="4275772" y="86811"/>
                  <a:pt x="4275772" y="107582"/>
                </a:cubicBezTo>
                <a:lnTo>
                  <a:pt x="4275772" y="132717"/>
                </a:lnTo>
                <a:cubicBezTo>
                  <a:pt x="4275772" y="151956"/>
                  <a:pt x="4275509" y="165084"/>
                  <a:pt x="4273419" y="178884"/>
                </a:cubicBezTo>
                <a:lnTo>
                  <a:pt x="4273942" y="179651"/>
                </a:lnTo>
                <a:cubicBezTo>
                  <a:pt x="4277080" y="179139"/>
                  <a:pt x="4283089" y="178884"/>
                  <a:pt x="4286224" y="178884"/>
                </a:cubicBezTo>
                <a:cubicBezTo>
                  <a:pt x="4289362" y="178884"/>
                  <a:pt x="4295372" y="179139"/>
                  <a:pt x="4298510" y="179651"/>
                </a:cubicBezTo>
                <a:lnTo>
                  <a:pt x="4299032" y="178884"/>
                </a:lnTo>
                <a:cubicBezTo>
                  <a:pt x="4296939" y="164212"/>
                  <a:pt x="4296680" y="152210"/>
                  <a:pt x="4296680" y="132717"/>
                </a:cubicBezTo>
                <a:cubicBezTo>
                  <a:pt x="4296680" y="124511"/>
                  <a:pt x="4297202" y="115022"/>
                  <a:pt x="4297202" y="106816"/>
                </a:cubicBezTo>
                <a:cubicBezTo>
                  <a:pt x="4297202" y="80141"/>
                  <a:pt x="4288317" y="66306"/>
                  <a:pt x="4264794" y="66306"/>
                </a:cubicBezTo>
                <a:cubicBezTo>
                  <a:pt x="4254864" y="66306"/>
                  <a:pt x="4236309" y="70153"/>
                  <a:pt x="4219585" y="89376"/>
                </a:cubicBezTo>
                <a:lnTo>
                  <a:pt x="4219063" y="88606"/>
                </a:lnTo>
                <a:close/>
                <a:moveTo>
                  <a:pt x="4350778" y="108853"/>
                </a:moveTo>
                <a:cubicBezTo>
                  <a:pt x="4355220" y="82194"/>
                  <a:pt x="4372364" y="76556"/>
                  <a:pt x="4380570" y="76556"/>
                </a:cubicBezTo>
                <a:cubicBezTo>
                  <a:pt x="4390919" y="76556"/>
                  <a:pt x="4402523" y="86041"/>
                  <a:pt x="4402523" y="105264"/>
                </a:cubicBezTo>
                <a:cubicBezTo>
                  <a:pt x="4402523" y="107571"/>
                  <a:pt x="4401478" y="108853"/>
                  <a:pt x="4398862" y="108853"/>
                </a:cubicBezTo>
                <a:lnTo>
                  <a:pt x="4350778" y="108853"/>
                </a:lnTo>
                <a:moveTo>
                  <a:pt x="4420555" y="152182"/>
                </a:moveTo>
                <a:cubicBezTo>
                  <a:pt x="4411407" y="161929"/>
                  <a:pt x="4399125" y="166288"/>
                  <a:pt x="4384750" y="166288"/>
                </a:cubicBezTo>
                <a:cubicBezTo>
                  <a:pt x="4375813" y="166288"/>
                  <a:pt x="4363479" y="162953"/>
                  <a:pt x="4356265" y="151670"/>
                </a:cubicBezTo>
                <a:cubicBezTo>
                  <a:pt x="4351663" y="144488"/>
                  <a:pt x="4349993" y="134026"/>
                  <a:pt x="4349993" y="119100"/>
                </a:cubicBezTo>
                <a:lnTo>
                  <a:pt x="4421078" y="119100"/>
                </a:lnTo>
                <a:cubicBezTo>
                  <a:pt x="4423953" y="119100"/>
                  <a:pt x="4425779" y="117563"/>
                  <a:pt x="4425779" y="114745"/>
                </a:cubicBezTo>
                <a:cubicBezTo>
                  <a:pt x="4425779" y="93219"/>
                  <a:pt x="4415064" y="66306"/>
                  <a:pt x="4380570" y="66306"/>
                </a:cubicBezTo>
                <a:cubicBezTo>
                  <a:pt x="4353649" y="66306"/>
                  <a:pt x="4326995" y="87577"/>
                  <a:pt x="4326995" y="125257"/>
                </a:cubicBezTo>
                <a:cubicBezTo>
                  <a:pt x="4326995" y="139820"/>
                  <a:pt x="4330026" y="154184"/>
                  <a:pt x="4338755" y="164493"/>
                </a:cubicBezTo>
                <a:cubicBezTo>
                  <a:pt x="4347743" y="175100"/>
                  <a:pt x="4362693" y="181402"/>
                  <a:pt x="4380307" y="181402"/>
                </a:cubicBezTo>
                <a:cubicBezTo>
                  <a:pt x="4399125" y="181402"/>
                  <a:pt x="4415850" y="171925"/>
                  <a:pt x="4425779" y="158594"/>
                </a:cubicBezTo>
                <a:lnTo>
                  <a:pt x="4420555" y="152182"/>
                </a:lnTo>
                <a:close/>
                <a:moveTo>
                  <a:pt x="4547563" y="88606"/>
                </a:moveTo>
                <a:lnTo>
                  <a:pt x="4547563" y="69895"/>
                </a:lnTo>
                <a:cubicBezTo>
                  <a:pt x="4547563" y="67897"/>
                  <a:pt x="4547252" y="67334"/>
                  <a:pt x="4545996" y="67334"/>
                </a:cubicBezTo>
                <a:cubicBezTo>
                  <a:pt x="4540142" y="68460"/>
                  <a:pt x="4530787" y="68663"/>
                  <a:pt x="4524829" y="68100"/>
                </a:cubicBezTo>
                <a:lnTo>
                  <a:pt x="4524307" y="68870"/>
                </a:lnTo>
                <a:cubicBezTo>
                  <a:pt x="4526133" y="79938"/>
                  <a:pt x="4526656" y="99376"/>
                  <a:pt x="4526656" y="118611"/>
                </a:cubicBezTo>
                <a:lnTo>
                  <a:pt x="4526656" y="132717"/>
                </a:lnTo>
                <a:cubicBezTo>
                  <a:pt x="4526656" y="151956"/>
                  <a:pt x="4526396" y="165033"/>
                  <a:pt x="4524307" y="178884"/>
                </a:cubicBezTo>
                <a:lnTo>
                  <a:pt x="4524829" y="179651"/>
                </a:lnTo>
                <a:cubicBezTo>
                  <a:pt x="4527964" y="179139"/>
                  <a:pt x="4533973" y="178884"/>
                  <a:pt x="4537111" y="178884"/>
                </a:cubicBezTo>
                <a:cubicBezTo>
                  <a:pt x="4540246" y="178884"/>
                  <a:pt x="4546259" y="179139"/>
                  <a:pt x="4549394" y="179651"/>
                </a:cubicBezTo>
                <a:lnTo>
                  <a:pt x="4549916" y="178884"/>
                </a:lnTo>
                <a:cubicBezTo>
                  <a:pt x="4547826" y="164263"/>
                  <a:pt x="4547563" y="152210"/>
                  <a:pt x="4547563" y="132717"/>
                </a:cubicBezTo>
                <a:lnTo>
                  <a:pt x="4547563" y="101687"/>
                </a:lnTo>
                <a:cubicBezTo>
                  <a:pt x="4559849" y="89376"/>
                  <a:pt x="4574484" y="81682"/>
                  <a:pt x="4583628" y="81682"/>
                </a:cubicBezTo>
                <a:cubicBezTo>
                  <a:pt x="4593562" y="81682"/>
                  <a:pt x="4600879" y="87323"/>
                  <a:pt x="4600879" y="104506"/>
                </a:cubicBezTo>
                <a:lnTo>
                  <a:pt x="4600879" y="132717"/>
                </a:lnTo>
                <a:cubicBezTo>
                  <a:pt x="4600879" y="151956"/>
                  <a:pt x="4600616" y="165033"/>
                  <a:pt x="4598526" y="178884"/>
                </a:cubicBezTo>
                <a:lnTo>
                  <a:pt x="4599049" y="179651"/>
                </a:lnTo>
                <a:cubicBezTo>
                  <a:pt x="4602183" y="179139"/>
                  <a:pt x="4608196" y="178884"/>
                  <a:pt x="4611331" y="178884"/>
                </a:cubicBezTo>
                <a:cubicBezTo>
                  <a:pt x="4614469" y="178884"/>
                  <a:pt x="4620479" y="179139"/>
                  <a:pt x="4623613" y="179651"/>
                </a:cubicBezTo>
                <a:lnTo>
                  <a:pt x="4624135" y="178884"/>
                </a:lnTo>
                <a:cubicBezTo>
                  <a:pt x="4622046" y="164263"/>
                  <a:pt x="4621787" y="152210"/>
                  <a:pt x="4621787" y="132717"/>
                </a:cubicBezTo>
                <a:lnTo>
                  <a:pt x="4621787" y="106816"/>
                </a:lnTo>
                <a:cubicBezTo>
                  <a:pt x="4621787" y="103223"/>
                  <a:pt x="4621787" y="100146"/>
                  <a:pt x="4621523" y="97070"/>
                </a:cubicBezTo>
                <a:cubicBezTo>
                  <a:pt x="4634069" y="83476"/>
                  <a:pt x="4644521" y="81682"/>
                  <a:pt x="4654713" y="81682"/>
                </a:cubicBezTo>
                <a:cubicBezTo>
                  <a:pt x="4668826" y="81682"/>
                  <a:pt x="4675621" y="87323"/>
                  <a:pt x="4675621" y="104506"/>
                </a:cubicBezTo>
                <a:lnTo>
                  <a:pt x="4675621" y="132717"/>
                </a:lnTo>
                <a:cubicBezTo>
                  <a:pt x="4675621" y="151956"/>
                  <a:pt x="4675362" y="165033"/>
                  <a:pt x="4673268" y="178884"/>
                </a:cubicBezTo>
                <a:lnTo>
                  <a:pt x="4673790" y="179651"/>
                </a:lnTo>
                <a:cubicBezTo>
                  <a:pt x="4676929" y="179139"/>
                  <a:pt x="4682938" y="178884"/>
                  <a:pt x="4686077" y="178884"/>
                </a:cubicBezTo>
                <a:cubicBezTo>
                  <a:pt x="4689211" y="178884"/>
                  <a:pt x="4695220" y="179139"/>
                  <a:pt x="4698359" y="179651"/>
                </a:cubicBezTo>
                <a:lnTo>
                  <a:pt x="4698881" y="178884"/>
                </a:lnTo>
                <a:cubicBezTo>
                  <a:pt x="4696788" y="164263"/>
                  <a:pt x="4696528" y="152210"/>
                  <a:pt x="4696528" y="132717"/>
                </a:cubicBezTo>
                <a:lnTo>
                  <a:pt x="4696528" y="107070"/>
                </a:lnTo>
                <a:cubicBezTo>
                  <a:pt x="4696528" y="84246"/>
                  <a:pt x="4692345" y="66306"/>
                  <a:pt x="4664120" y="66306"/>
                </a:cubicBezTo>
                <a:cubicBezTo>
                  <a:pt x="4650012" y="66306"/>
                  <a:pt x="4634850" y="71177"/>
                  <a:pt x="4619956" y="86553"/>
                </a:cubicBezTo>
                <a:cubicBezTo>
                  <a:pt x="4617604" y="74250"/>
                  <a:pt x="4606888" y="66306"/>
                  <a:pt x="4592254" y="66306"/>
                </a:cubicBezTo>
                <a:cubicBezTo>
                  <a:pt x="4576051" y="66306"/>
                  <a:pt x="4560631" y="76556"/>
                  <a:pt x="4548349" y="89376"/>
                </a:cubicBezTo>
                <a:lnTo>
                  <a:pt x="4547563" y="88606"/>
                </a:lnTo>
                <a:close/>
                <a:moveTo>
                  <a:pt x="4797145" y="121164"/>
                </a:moveTo>
                <a:lnTo>
                  <a:pt x="4796100" y="151674"/>
                </a:lnTo>
                <a:cubicBezTo>
                  <a:pt x="4796100" y="155005"/>
                  <a:pt x="4794529" y="156799"/>
                  <a:pt x="4792439" y="158340"/>
                </a:cubicBezTo>
                <a:cubicBezTo>
                  <a:pt x="4785122" y="163723"/>
                  <a:pt x="4776237" y="168336"/>
                  <a:pt x="4768397" y="168336"/>
                </a:cubicBezTo>
                <a:cubicBezTo>
                  <a:pt x="4756637" y="168336"/>
                  <a:pt x="4749057" y="160646"/>
                  <a:pt x="4749057" y="152698"/>
                </a:cubicBezTo>
                <a:cubicBezTo>
                  <a:pt x="4749057" y="141161"/>
                  <a:pt x="4754544" y="132443"/>
                  <a:pt x="4774929" y="127060"/>
                </a:cubicBezTo>
                <a:lnTo>
                  <a:pt x="4797145" y="121164"/>
                </a:lnTo>
                <a:moveTo>
                  <a:pt x="4797145" y="166542"/>
                </a:moveTo>
                <a:cubicBezTo>
                  <a:pt x="4800175" y="176535"/>
                  <a:pt x="4807963" y="181402"/>
                  <a:pt x="4817530" y="181402"/>
                </a:cubicBezTo>
                <a:cubicBezTo>
                  <a:pt x="4824114" y="181402"/>
                  <a:pt x="4832165" y="179866"/>
                  <a:pt x="4838330" y="173462"/>
                </a:cubicBezTo>
                <a:lnTo>
                  <a:pt x="4836396" y="167105"/>
                </a:lnTo>
                <a:cubicBezTo>
                  <a:pt x="4833521" y="168082"/>
                  <a:pt x="4831327" y="168438"/>
                  <a:pt x="4829342" y="168438"/>
                </a:cubicBezTo>
                <a:cubicBezTo>
                  <a:pt x="4826726" y="168438"/>
                  <a:pt x="4823276" y="167977"/>
                  <a:pt x="4821657" y="166542"/>
                </a:cubicBezTo>
                <a:cubicBezTo>
                  <a:pt x="4818993" y="164185"/>
                  <a:pt x="4817319" y="157929"/>
                  <a:pt x="4817319" y="146545"/>
                </a:cubicBezTo>
                <a:cubicBezTo>
                  <a:pt x="4817319" y="139109"/>
                  <a:pt x="4818052" y="110655"/>
                  <a:pt x="4818052" y="107833"/>
                </a:cubicBezTo>
                <a:cubicBezTo>
                  <a:pt x="4818052" y="73225"/>
                  <a:pt x="4794792" y="66306"/>
                  <a:pt x="4774929" y="66306"/>
                </a:cubicBezTo>
                <a:cubicBezTo>
                  <a:pt x="4755066" y="66306"/>
                  <a:pt x="4743047" y="75786"/>
                  <a:pt x="4736511" y="81170"/>
                </a:cubicBezTo>
                <a:lnTo>
                  <a:pt x="4735730" y="82198"/>
                </a:lnTo>
                <a:lnTo>
                  <a:pt x="4740172" y="99372"/>
                </a:lnTo>
                <a:lnTo>
                  <a:pt x="4743570" y="99630"/>
                </a:lnTo>
                <a:cubicBezTo>
                  <a:pt x="4750887" y="88093"/>
                  <a:pt x="4759772" y="77839"/>
                  <a:pt x="4772317" y="77839"/>
                </a:cubicBezTo>
                <a:cubicBezTo>
                  <a:pt x="4781724" y="77839"/>
                  <a:pt x="4797404" y="79121"/>
                  <a:pt x="4797404" y="108091"/>
                </a:cubicBezTo>
                <a:cubicBezTo>
                  <a:pt x="4797404" y="109885"/>
                  <a:pt x="4796359" y="110909"/>
                  <a:pt x="4795574" y="111167"/>
                </a:cubicBezTo>
                <a:lnTo>
                  <a:pt x="4771272" y="116551"/>
                </a:lnTo>
                <a:cubicBezTo>
                  <a:pt x="4744614" y="122446"/>
                  <a:pt x="4727890" y="136290"/>
                  <a:pt x="4727890" y="153723"/>
                </a:cubicBezTo>
                <a:cubicBezTo>
                  <a:pt x="4727890" y="172692"/>
                  <a:pt x="4741217" y="181402"/>
                  <a:pt x="4760557" y="181402"/>
                </a:cubicBezTo>
                <a:cubicBezTo>
                  <a:pt x="4774929" y="181402"/>
                  <a:pt x="4782247" y="178075"/>
                  <a:pt x="4796100" y="166542"/>
                </a:cubicBezTo>
                <a:lnTo>
                  <a:pt x="4797145" y="166542"/>
                </a:lnTo>
                <a:close/>
                <a:moveTo>
                  <a:pt x="4890074" y="125953"/>
                </a:moveTo>
                <a:lnTo>
                  <a:pt x="4849152" y="179651"/>
                </a:lnTo>
                <a:cubicBezTo>
                  <a:pt x="4851712" y="179193"/>
                  <a:pt x="4855943" y="178884"/>
                  <a:pt x="4858559" y="178884"/>
                </a:cubicBezTo>
                <a:cubicBezTo>
                  <a:pt x="4861171" y="178884"/>
                  <a:pt x="4867392" y="179193"/>
                  <a:pt x="4870056" y="179651"/>
                </a:cubicBezTo>
                <a:cubicBezTo>
                  <a:pt x="4880041" y="165013"/>
                  <a:pt x="4887829" y="150986"/>
                  <a:pt x="4898281" y="136650"/>
                </a:cubicBezTo>
                <a:cubicBezTo>
                  <a:pt x="4908736" y="150986"/>
                  <a:pt x="4916473" y="165013"/>
                  <a:pt x="4925983" y="179651"/>
                </a:cubicBezTo>
                <a:cubicBezTo>
                  <a:pt x="4929800" y="179088"/>
                  <a:pt x="4935131" y="178884"/>
                  <a:pt x="4939310" y="178884"/>
                </a:cubicBezTo>
                <a:cubicBezTo>
                  <a:pt x="4943234" y="178884"/>
                  <a:pt x="4950185" y="179193"/>
                  <a:pt x="4954208" y="179651"/>
                </a:cubicBezTo>
                <a:cubicBezTo>
                  <a:pt x="4938425" y="159689"/>
                  <a:pt x="4925668" y="139926"/>
                  <a:pt x="4911560" y="119964"/>
                </a:cubicBezTo>
                <a:lnTo>
                  <a:pt x="4954472" y="68307"/>
                </a:lnTo>
                <a:cubicBezTo>
                  <a:pt x="4951126" y="68870"/>
                  <a:pt x="4945324" y="69077"/>
                  <a:pt x="4942708" y="69077"/>
                </a:cubicBezTo>
                <a:cubicBezTo>
                  <a:pt x="4939837" y="69077"/>
                  <a:pt x="4935757" y="68870"/>
                  <a:pt x="4933042" y="68307"/>
                </a:cubicBezTo>
                <a:cubicBezTo>
                  <a:pt x="4923005" y="82593"/>
                  <a:pt x="4914798" y="96159"/>
                  <a:pt x="4903772" y="110131"/>
                </a:cubicBezTo>
                <a:cubicBezTo>
                  <a:pt x="4893316" y="96159"/>
                  <a:pt x="4886154" y="82593"/>
                  <a:pt x="4877373" y="68307"/>
                </a:cubicBezTo>
                <a:cubicBezTo>
                  <a:pt x="4872827" y="68870"/>
                  <a:pt x="4867707" y="69077"/>
                  <a:pt x="4863261" y="69077"/>
                </a:cubicBezTo>
                <a:cubicBezTo>
                  <a:pt x="4859081" y="69077"/>
                  <a:pt x="4852286" y="68870"/>
                  <a:pt x="4848103" y="68307"/>
                </a:cubicBezTo>
                <a:lnTo>
                  <a:pt x="4890074" y="125953"/>
                </a:lnTo>
                <a:close/>
                <a:moveTo>
                  <a:pt x="4981647" y="25830"/>
                </a:moveTo>
                <a:cubicBezTo>
                  <a:pt x="4981647" y="32746"/>
                  <a:pt x="4987920" y="38896"/>
                  <a:pt x="4994978" y="38896"/>
                </a:cubicBezTo>
                <a:cubicBezTo>
                  <a:pt x="5002032" y="38896"/>
                  <a:pt x="5008305" y="32746"/>
                  <a:pt x="5008305" y="25830"/>
                </a:cubicBezTo>
                <a:cubicBezTo>
                  <a:pt x="5008305" y="18910"/>
                  <a:pt x="5002032" y="12761"/>
                  <a:pt x="4994978" y="12761"/>
                </a:cubicBezTo>
                <a:cubicBezTo>
                  <a:pt x="4987920" y="12761"/>
                  <a:pt x="4981647" y="18910"/>
                  <a:pt x="4981647" y="25830"/>
                </a:cubicBezTo>
                <a:moveTo>
                  <a:pt x="4984263" y="118736"/>
                </a:moveTo>
                <a:lnTo>
                  <a:pt x="4984263" y="132815"/>
                </a:lnTo>
                <a:cubicBezTo>
                  <a:pt x="4984263" y="152010"/>
                  <a:pt x="4983793" y="165064"/>
                  <a:pt x="4981910" y="178884"/>
                </a:cubicBezTo>
                <a:lnTo>
                  <a:pt x="4982433" y="179651"/>
                </a:lnTo>
                <a:cubicBezTo>
                  <a:pt x="4985567" y="179142"/>
                  <a:pt x="4991581" y="178884"/>
                  <a:pt x="4994715" y="178884"/>
                </a:cubicBezTo>
                <a:cubicBezTo>
                  <a:pt x="4997853" y="178884"/>
                  <a:pt x="5003863" y="179142"/>
                  <a:pt x="5006997" y="179651"/>
                </a:cubicBezTo>
                <a:lnTo>
                  <a:pt x="5007520" y="178884"/>
                </a:lnTo>
                <a:cubicBezTo>
                  <a:pt x="5005641" y="164349"/>
                  <a:pt x="5005171" y="152264"/>
                  <a:pt x="5005171" y="132815"/>
                </a:cubicBezTo>
                <a:lnTo>
                  <a:pt x="5005171" y="114643"/>
                </a:lnTo>
                <a:cubicBezTo>
                  <a:pt x="5005171" y="95447"/>
                  <a:pt x="5005849" y="86232"/>
                  <a:pt x="5007520" y="70618"/>
                </a:cubicBezTo>
                <a:cubicBezTo>
                  <a:pt x="5007520" y="68315"/>
                  <a:pt x="5007209" y="68057"/>
                  <a:pt x="5005171" y="68057"/>
                </a:cubicBezTo>
                <a:cubicBezTo>
                  <a:pt x="4999209" y="68624"/>
                  <a:pt x="4987972" y="68776"/>
                  <a:pt x="4982433" y="68315"/>
                </a:cubicBezTo>
                <a:lnTo>
                  <a:pt x="4981910" y="69081"/>
                </a:lnTo>
                <a:cubicBezTo>
                  <a:pt x="4983529" y="80036"/>
                  <a:pt x="4984263" y="99541"/>
                  <a:pt x="4984263" y="118736"/>
                </a:cubicBezTo>
                <a:close/>
                <a:moveTo>
                  <a:pt x="5071025" y="88606"/>
                </a:moveTo>
                <a:lnTo>
                  <a:pt x="5071025" y="69895"/>
                </a:lnTo>
                <a:cubicBezTo>
                  <a:pt x="5071025" y="67897"/>
                  <a:pt x="5070714" y="67334"/>
                  <a:pt x="5069458" y="67334"/>
                </a:cubicBezTo>
                <a:cubicBezTo>
                  <a:pt x="5063604" y="68460"/>
                  <a:pt x="5054249" y="68663"/>
                  <a:pt x="5048291" y="68100"/>
                </a:cubicBezTo>
                <a:lnTo>
                  <a:pt x="5047769" y="68870"/>
                </a:lnTo>
                <a:cubicBezTo>
                  <a:pt x="5049595" y="79938"/>
                  <a:pt x="5050118" y="99376"/>
                  <a:pt x="5050118" y="118611"/>
                </a:cubicBezTo>
                <a:lnTo>
                  <a:pt x="5050118" y="132717"/>
                </a:lnTo>
                <a:cubicBezTo>
                  <a:pt x="5050118" y="151956"/>
                  <a:pt x="5049858" y="165033"/>
                  <a:pt x="5047769" y="178884"/>
                </a:cubicBezTo>
                <a:lnTo>
                  <a:pt x="5048291" y="179651"/>
                </a:lnTo>
                <a:cubicBezTo>
                  <a:pt x="5051426" y="179139"/>
                  <a:pt x="5057435" y="178884"/>
                  <a:pt x="5060573" y="178884"/>
                </a:cubicBezTo>
                <a:cubicBezTo>
                  <a:pt x="5063708" y="178884"/>
                  <a:pt x="5069721" y="179139"/>
                  <a:pt x="5072856" y="179651"/>
                </a:cubicBezTo>
                <a:lnTo>
                  <a:pt x="5073378" y="178884"/>
                </a:lnTo>
                <a:cubicBezTo>
                  <a:pt x="5071288" y="164263"/>
                  <a:pt x="5071025" y="152210"/>
                  <a:pt x="5071025" y="132717"/>
                </a:cubicBezTo>
                <a:lnTo>
                  <a:pt x="5071025" y="101687"/>
                </a:lnTo>
                <a:cubicBezTo>
                  <a:pt x="5083311" y="89376"/>
                  <a:pt x="5097946" y="81682"/>
                  <a:pt x="5107090" y="81682"/>
                </a:cubicBezTo>
                <a:cubicBezTo>
                  <a:pt x="5117024" y="81682"/>
                  <a:pt x="5124341" y="87323"/>
                  <a:pt x="5124341" y="104506"/>
                </a:cubicBezTo>
                <a:lnTo>
                  <a:pt x="5124341" y="132717"/>
                </a:lnTo>
                <a:cubicBezTo>
                  <a:pt x="5124341" y="151956"/>
                  <a:pt x="5124078" y="165033"/>
                  <a:pt x="5121988" y="178884"/>
                </a:cubicBezTo>
                <a:lnTo>
                  <a:pt x="5122511" y="179651"/>
                </a:lnTo>
                <a:cubicBezTo>
                  <a:pt x="5125645" y="179139"/>
                  <a:pt x="5131658" y="178884"/>
                  <a:pt x="5134793" y="178884"/>
                </a:cubicBezTo>
                <a:cubicBezTo>
                  <a:pt x="5137931" y="178884"/>
                  <a:pt x="5143941" y="179139"/>
                  <a:pt x="5147075" y="179651"/>
                </a:cubicBezTo>
                <a:lnTo>
                  <a:pt x="5147597" y="178884"/>
                </a:lnTo>
                <a:cubicBezTo>
                  <a:pt x="5145508" y="164263"/>
                  <a:pt x="5145249" y="152210"/>
                  <a:pt x="5145249" y="132717"/>
                </a:cubicBezTo>
                <a:lnTo>
                  <a:pt x="5145249" y="106816"/>
                </a:lnTo>
                <a:cubicBezTo>
                  <a:pt x="5145249" y="103223"/>
                  <a:pt x="5145249" y="100146"/>
                  <a:pt x="5144985" y="97070"/>
                </a:cubicBezTo>
                <a:cubicBezTo>
                  <a:pt x="5157531" y="83476"/>
                  <a:pt x="5167983" y="81682"/>
                  <a:pt x="5178175" y="81682"/>
                </a:cubicBezTo>
                <a:cubicBezTo>
                  <a:pt x="5192288" y="81682"/>
                  <a:pt x="5199083" y="87323"/>
                  <a:pt x="5199083" y="104506"/>
                </a:cubicBezTo>
                <a:lnTo>
                  <a:pt x="5199083" y="132717"/>
                </a:lnTo>
                <a:cubicBezTo>
                  <a:pt x="5199083" y="151956"/>
                  <a:pt x="5198824" y="165033"/>
                  <a:pt x="5196730" y="178884"/>
                </a:cubicBezTo>
                <a:lnTo>
                  <a:pt x="5197252" y="179651"/>
                </a:lnTo>
                <a:cubicBezTo>
                  <a:pt x="5200391" y="179139"/>
                  <a:pt x="5206400" y="178884"/>
                  <a:pt x="5209539" y="178884"/>
                </a:cubicBezTo>
                <a:cubicBezTo>
                  <a:pt x="5212673" y="178884"/>
                  <a:pt x="5218682" y="179139"/>
                  <a:pt x="5221821" y="179651"/>
                </a:cubicBezTo>
                <a:lnTo>
                  <a:pt x="5222343" y="178884"/>
                </a:lnTo>
                <a:cubicBezTo>
                  <a:pt x="5220250" y="164263"/>
                  <a:pt x="5219990" y="152210"/>
                  <a:pt x="5219990" y="132717"/>
                </a:cubicBezTo>
                <a:lnTo>
                  <a:pt x="5219990" y="107070"/>
                </a:lnTo>
                <a:cubicBezTo>
                  <a:pt x="5219990" y="84246"/>
                  <a:pt x="5215807" y="66306"/>
                  <a:pt x="5187582" y="66306"/>
                </a:cubicBezTo>
                <a:cubicBezTo>
                  <a:pt x="5173474" y="66306"/>
                  <a:pt x="5158312" y="71177"/>
                  <a:pt x="5143418" y="86553"/>
                </a:cubicBezTo>
                <a:cubicBezTo>
                  <a:pt x="5141066" y="74250"/>
                  <a:pt x="5130350" y="66306"/>
                  <a:pt x="5115716" y="66306"/>
                </a:cubicBezTo>
                <a:cubicBezTo>
                  <a:pt x="5099513" y="66306"/>
                  <a:pt x="5084093" y="76556"/>
                  <a:pt x="5071811" y="89376"/>
                </a:cubicBezTo>
                <a:lnTo>
                  <a:pt x="5071025" y="88606"/>
                </a:lnTo>
                <a:close/>
                <a:moveTo>
                  <a:pt x="5334978" y="155337"/>
                </a:moveTo>
                <a:lnTo>
                  <a:pt x="5336023" y="156104"/>
                </a:lnTo>
                <a:lnTo>
                  <a:pt x="5337331" y="178884"/>
                </a:lnTo>
                <a:cubicBezTo>
                  <a:pt x="5337331" y="179397"/>
                  <a:pt x="5337646" y="179651"/>
                  <a:pt x="5338376" y="179651"/>
                </a:cubicBezTo>
                <a:cubicBezTo>
                  <a:pt x="5341825" y="179193"/>
                  <a:pt x="5344912" y="178884"/>
                  <a:pt x="5348724" y="178884"/>
                </a:cubicBezTo>
                <a:cubicBezTo>
                  <a:pt x="5351966" y="178884"/>
                  <a:pt x="5356931" y="179142"/>
                  <a:pt x="5360328" y="179651"/>
                </a:cubicBezTo>
                <a:lnTo>
                  <a:pt x="5360851" y="178884"/>
                </a:lnTo>
                <a:cubicBezTo>
                  <a:pt x="5358761" y="167879"/>
                  <a:pt x="5356408" y="148937"/>
                  <a:pt x="5356408" y="129742"/>
                </a:cubicBezTo>
                <a:lnTo>
                  <a:pt x="5356408" y="115151"/>
                </a:lnTo>
                <a:cubicBezTo>
                  <a:pt x="5356408" y="95952"/>
                  <a:pt x="5356672" y="82644"/>
                  <a:pt x="5358761" y="69077"/>
                </a:cubicBezTo>
                <a:lnTo>
                  <a:pt x="5358239" y="68307"/>
                </a:lnTo>
                <a:cubicBezTo>
                  <a:pt x="5355100" y="68819"/>
                  <a:pt x="5349091" y="69077"/>
                  <a:pt x="5345957" y="69077"/>
                </a:cubicBezTo>
                <a:cubicBezTo>
                  <a:pt x="5342818" y="69077"/>
                  <a:pt x="5336809" y="68819"/>
                  <a:pt x="5333674" y="68307"/>
                </a:cubicBezTo>
                <a:lnTo>
                  <a:pt x="5333148" y="69077"/>
                </a:lnTo>
                <a:cubicBezTo>
                  <a:pt x="5335190" y="83719"/>
                  <a:pt x="5335501" y="95697"/>
                  <a:pt x="5335501" y="115151"/>
                </a:cubicBezTo>
                <a:lnTo>
                  <a:pt x="5335501" y="140235"/>
                </a:lnTo>
                <a:cubicBezTo>
                  <a:pt x="5327557" y="153343"/>
                  <a:pt x="5312504" y="167054"/>
                  <a:pt x="5299699" y="167054"/>
                </a:cubicBezTo>
                <a:cubicBezTo>
                  <a:pt x="5290707" y="167054"/>
                  <a:pt x="5282189" y="164243"/>
                  <a:pt x="5282189" y="140450"/>
                </a:cubicBezTo>
                <a:lnTo>
                  <a:pt x="5282189" y="115124"/>
                </a:lnTo>
                <a:cubicBezTo>
                  <a:pt x="5282189" y="95936"/>
                  <a:pt x="5282448" y="82636"/>
                  <a:pt x="5284542" y="69077"/>
                </a:cubicBezTo>
                <a:lnTo>
                  <a:pt x="5284019" y="68307"/>
                </a:lnTo>
                <a:cubicBezTo>
                  <a:pt x="5280881" y="68819"/>
                  <a:pt x="5274872" y="69077"/>
                  <a:pt x="5271733" y="69077"/>
                </a:cubicBezTo>
                <a:cubicBezTo>
                  <a:pt x="5268599" y="69077"/>
                  <a:pt x="5262589" y="68819"/>
                  <a:pt x="5259451" y="68307"/>
                </a:cubicBezTo>
                <a:lnTo>
                  <a:pt x="5258929" y="69077"/>
                </a:lnTo>
                <a:cubicBezTo>
                  <a:pt x="5261018" y="83656"/>
                  <a:pt x="5261281" y="95682"/>
                  <a:pt x="5261281" y="115124"/>
                </a:cubicBezTo>
                <a:lnTo>
                  <a:pt x="5261281" y="145822"/>
                </a:lnTo>
                <a:cubicBezTo>
                  <a:pt x="5261281" y="163473"/>
                  <a:pt x="5269644" y="181402"/>
                  <a:pt x="5295516" y="181402"/>
                </a:cubicBezTo>
                <a:cubicBezTo>
                  <a:pt x="5311718" y="181402"/>
                  <a:pt x="5326353" y="168336"/>
                  <a:pt x="5334978" y="155286"/>
                </a:cubicBezTo>
                <a:lnTo>
                  <a:pt x="5334978" y="155337"/>
                </a:lnTo>
                <a:close/>
                <a:moveTo>
                  <a:pt x="5422265" y="88606"/>
                </a:moveTo>
                <a:lnTo>
                  <a:pt x="5422265" y="69895"/>
                </a:lnTo>
                <a:cubicBezTo>
                  <a:pt x="5422265" y="67897"/>
                  <a:pt x="5421954" y="67334"/>
                  <a:pt x="5420698" y="67334"/>
                </a:cubicBezTo>
                <a:cubicBezTo>
                  <a:pt x="5414844" y="68460"/>
                  <a:pt x="5405489" y="68663"/>
                  <a:pt x="5399531" y="68100"/>
                </a:cubicBezTo>
                <a:lnTo>
                  <a:pt x="5399009" y="68870"/>
                </a:lnTo>
                <a:cubicBezTo>
                  <a:pt x="5400835" y="79938"/>
                  <a:pt x="5401357" y="99376"/>
                  <a:pt x="5401357" y="118611"/>
                </a:cubicBezTo>
                <a:lnTo>
                  <a:pt x="5401357" y="132717"/>
                </a:lnTo>
                <a:cubicBezTo>
                  <a:pt x="5401357" y="151956"/>
                  <a:pt x="5401098" y="165033"/>
                  <a:pt x="5399009" y="178884"/>
                </a:cubicBezTo>
                <a:lnTo>
                  <a:pt x="5399531" y="179651"/>
                </a:lnTo>
                <a:cubicBezTo>
                  <a:pt x="5402665" y="179139"/>
                  <a:pt x="5408675" y="178884"/>
                  <a:pt x="5411813" y="178884"/>
                </a:cubicBezTo>
                <a:cubicBezTo>
                  <a:pt x="5414948" y="178884"/>
                  <a:pt x="5420961" y="179139"/>
                  <a:pt x="5424095" y="179651"/>
                </a:cubicBezTo>
                <a:lnTo>
                  <a:pt x="5424618" y="178884"/>
                </a:lnTo>
                <a:cubicBezTo>
                  <a:pt x="5422528" y="164263"/>
                  <a:pt x="5422265" y="152210"/>
                  <a:pt x="5422265" y="132717"/>
                </a:cubicBezTo>
                <a:lnTo>
                  <a:pt x="5422265" y="101687"/>
                </a:lnTo>
                <a:cubicBezTo>
                  <a:pt x="5434551" y="89376"/>
                  <a:pt x="5449186" y="81682"/>
                  <a:pt x="5458330" y="81682"/>
                </a:cubicBezTo>
                <a:cubicBezTo>
                  <a:pt x="5468263" y="81682"/>
                  <a:pt x="5475581" y="87323"/>
                  <a:pt x="5475581" y="104506"/>
                </a:cubicBezTo>
                <a:lnTo>
                  <a:pt x="5475581" y="132717"/>
                </a:lnTo>
                <a:cubicBezTo>
                  <a:pt x="5475581" y="151956"/>
                  <a:pt x="5475318" y="165033"/>
                  <a:pt x="5473228" y="178884"/>
                </a:cubicBezTo>
                <a:lnTo>
                  <a:pt x="5473751" y="179651"/>
                </a:lnTo>
                <a:cubicBezTo>
                  <a:pt x="5476885" y="179139"/>
                  <a:pt x="5482898" y="178884"/>
                  <a:pt x="5486033" y="178884"/>
                </a:cubicBezTo>
                <a:cubicBezTo>
                  <a:pt x="5489171" y="178884"/>
                  <a:pt x="5495181" y="179139"/>
                  <a:pt x="5498315" y="179651"/>
                </a:cubicBezTo>
                <a:lnTo>
                  <a:pt x="5498837" y="178884"/>
                </a:lnTo>
                <a:cubicBezTo>
                  <a:pt x="5496748" y="164263"/>
                  <a:pt x="5496489" y="152210"/>
                  <a:pt x="5496489" y="132717"/>
                </a:cubicBezTo>
                <a:lnTo>
                  <a:pt x="5496489" y="106816"/>
                </a:lnTo>
                <a:cubicBezTo>
                  <a:pt x="5496489" y="103223"/>
                  <a:pt x="5496489" y="100146"/>
                  <a:pt x="5496225" y="97070"/>
                </a:cubicBezTo>
                <a:cubicBezTo>
                  <a:pt x="5508771" y="83476"/>
                  <a:pt x="5519223" y="81682"/>
                  <a:pt x="5529415" y="81682"/>
                </a:cubicBezTo>
                <a:cubicBezTo>
                  <a:pt x="5543528" y="81682"/>
                  <a:pt x="5550323" y="87323"/>
                  <a:pt x="5550323" y="104506"/>
                </a:cubicBezTo>
                <a:lnTo>
                  <a:pt x="5550323" y="132717"/>
                </a:lnTo>
                <a:cubicBezTo>
                  <a:pt x="5550323" y="151956"/>
                  <a:pt x="5550064" y="165033"/>
                  <a:pt x="5547970" y="178884"/>
                </a:cubicBezTo>
                <a:lnTo>
                  <a:pt x="5548492" y="179651"/>
                </a:lnTo>
                <a:cubicBezTo>
                  <a:pt x="5551631" y="179139"/>
                  <a:pt x="5557640" y="178884"/>
                  <a:pt x="5560779" y="178884"/>
                </a:cubicBezTo>
                <a:cubicBezTo>
                  <a:pt x="5563913" y="178884"/>
                  <a:pt x="5569922" y="179139"/>
                  <a:pt x="5573061" y="179651"/>
                </a:cubicBezTo>
                <a:lnTo>
                  <a:pt x="5573583" y="178884"/>
                </a:lnTo>
                <a:cubicBezTo>
                  <a:pt x="5571490" y="164263"/>
                  <a:pt x="5571230" y="152210"/>
                  <a:pt x="5571230" y="132717"/>
                </a:cubicBezTo>
                <a:lnTo>
                  <a:pt x="5571230" y="107070"/>
                </a:lnTo>
                <a:cubicBezTo>
                  <a:pt x="5571230" y="84246"/>
                  <a:pt x="5567047" y="66306"/>
                  <a:pt x="5538822" y="66306"/>
                </a:cubicBezTo>
                <a:cubicBezTo>
                  <a:pt x="5524714" y="66306"/>
                  <a:pt x="5509552" y="71177"/>
                  <a:pt x="5494658" y="86553"/>
                </a:cubicBezTo>
                <a:cubicBezTo>
                  <a:pt x="5492305" y="74250"/>
                  <a:pt x="5481590" y="66306"/>
                  <a:pt x="5466955" y="66306"/>
                </a:cubicBezTo>
                <a:cubicBezTo>
                  <a:pt x="5450753" y="66306"/>
                  <a:pt x="5435333" y="76556"/>
                  <a:pt x="5423051" y="89376"/>
                </a:cubicBezTo>
                <a:lnTo>
                  <a:pt x="5422265" y="88606"/>
                </a:lnTo>
                <a:close/>
                <a:moveTo>
                  <a:pt x="5740317" y="121164"/>
                </a:moveTo>
                <a:lnTo>
                  <a:pt x="5739273" y="151674"/>
                </a:lnTo>
                <a:cubicBezTo>
                  <a:pt x="5739273" y="155005"/>
                  <a:pt x="5737702" y="156799"/>
                  <a:pt x="5735612" y="158340"/>
                </a:cubicBezTo>
                <a:cubicBezTo>
                  <a:pt x="5728294" y="163723"/>
                  <a:pt x="5719410" y="168336"/>
                  <a:pt x="5711570" y="168336"/>
                </a:cubicBezTo>
                <a:cubicBezTo>
                  <a:pt x="5699810" y="168336"/>
                  <a:pt x="5692230" y="160646"/>
                  <a:pt x="5692230" y="152698"/>
                </a:cubicBezTo>
                <a:cubicBezTo>
                  <a:pt x="5692230" y="141161"/>
                  <a:pt x="5697717" y="132443"/>
                  <a:pt x="5718102" y="127060"/>
                </a:cubicBezTo>
                <a:lnTo>
                  <a:pt x="5740317" y="121164"/>
                </a:lnTo>
                <a:moveTo>
                  <a:pt x="5740317" y="166542"/>
                </a:moveTo>
                <a:cubicBezTo>
                  <a:pt x="5743348" y="176535"/>
                  <a:pt x="5751136" y="181402"/>
                  <a:pt x="5760703" y="181402"/>
                </a:cubicBezTo>
                <a:cubicBezTo>
                  <a:pt x="5767286" y="181402"/>
                  <a:pt x="5775338" y="179866"/>
                  <a:pt x="5781503" y="173462"/>
                </a:cubicBezTo>
                <a:lnTo>
                  <a:pt x="5779569" y="167105"/>
                </a:lnTo>
                <a:cubicBezTo>
                  <a:pt x="5776693" y="168082"/>
                  <a:pt x="5774500" y="168438"/>
                  <a:pt x="5772514" y="168438"/>
                </a:cubicBezTo>
                <a:cubicBezTo>
                  <a:pt x="5769898" y="168438"/>
                  <a:pt x="5766449" y="167977"/>
                  <a:pt x="5764830" y="166542"/>
                </a:cubicBezTo>
                <a:cubicBezTo>
                  <a:pt x="5762166" y="164185"/>
                  <a:pt x="5760491" y="157929"/>
                  <a:pt x="5760491" y="146545"/>
                </a:cubicBezTo>
                <a:cubicBezTo>
                  <a:pt x="5760491" y="139109"/>
                  <a:pt x="5761225" y="110655"/>
                  <a:pt x="5761225" y="107833"/>
                </a:cubicBezTo>
                <a:cubicBezTo>
                  <a:pt x="5761225" y="73225"/>
                  <a:pt x="5737965" y="66306"/>
                  <a:pt x="5718102" y="66306"/>
                </a:cubicBezTo>
                <a:cubicBezTo>
                  <a:pt x="5698239" y="66306"/>
                  <a:pt x="5686220" y="75786"/>
                  <a:pt x="5679684" y="81170"/>
                </a:cubicBezTo>
                <a:lnTo>
                  <a:pt x="5678903" y="82198"/>
                </a:lnTo>
                <a:lnTo>
                  <a:pt x="5683345" y="99372"/>
                </a:lnTo>
                <a:lnTo>
                  <a:pt x="5686742" y="99630"/>
                </a:lnTo>
                <a:cubicBezTo>
                  <a:pt x="5694060" y="88093"/>
                  <a:pt x="5702945" y="77839"/>
                  <a:pt x="5715490" y="77839"/>
                </a:cubicBezTo>
                <a:cubicBezTo>
                  <a:pt x="5724897" y="77839"/>
                  <a:pt x="5740577" y="79121"/>
                  <a:pt x="5740577" y="108091"/>
                </a:cubicBezTo>
                <a:cubicBezTo>
                  <a:pt x="5740577" y="109885"/>
                  <a:pt x="5739532" y="110909"/>
                  <a:pt x="5738746" y="111167"/>
                </a:cubicBezTo>
                <a:lnTo>
                  <a:pt x="5714445" y="116551"/>
                </a:lnTo>
                <a:cubicBezTo>
                  <a:pt x="5687787" y="122446"/>
                  <a:pt x="5671063" y="136290"/>
                  <a:pt x="5671063" y="153723"/>
                </a:cubicBezTo>
                <a:cubicBezTo>
                  <a:pt x="5671063" y="172692"/>
                  <a:pt x="5684390" y="181402"/>
                  <a:pt x="5703730" y="181402"/>
                </a:cubicBezTo>
                <a:cubicBezTo>
                  <a:pt x="5718102" y="181402"/>
                  <a:pt x="5725419" y="178075"/>
                  <a:pt x="5739273" y="166542"/>
                </a:cubicBezTo>
                <a:lnTo>
                  <a:pt x="5740317" y="166542"/>
                </a:lnTo>
                <a:close/>
                <a:moveTo>
                  <a:pt x="5905221" y="132717"/>
                </a:moveTo>
                <a:cubicBezTo>
                  <a:pt x="5905221" y="124511"/>
                  <a:pt x="5905743" y="115022"/>
                  <a:pt x="5905743" y="106816"/>
                </a:cubicBezTo>
                <a:cubicBezTo>
                  <a:pt x="5905743" y="80141"/>
                  <a:pt x="5896858" y="66306"/>
                  <a:pt x="5873339" y="66306"/>
                </a:cubicBezTo>
                <a:cubicBezTo>
                  <a:pt x="5863406" y="66306"/>
                  <a:pt x="5844851" y="70153"/>
                  <a:pt x="5828126" y="89376"/>
                </a:cubicBezTo>
                <a:lnTo>
                  <a:pt x="5827604" y="88606"/>
                </a:lnTo>
                <a:lnTo>
                  <a:pt x="5827604" y="69895"/>
                </a:lnTo>
                <a:cubicBezTo>
                  <a:pt x="5827552" y="67897"/>
                  <a:pt x="5827289" y="67334"/>
                  <a:pt x="5826037" y="67334"/>
                </a:cubicBezTo>
                <a:cubicBezTo>
                  <a:pt x="5820183" y="68460"/>
                  <a:pt x="5810823" y="68663"/>
                  <a:pt x="5804866" y="68100"/>
                </a:cubicBezTo>
                <a:lnTo>
                  <a:pt x="5804343" y="68870"/>
                </a:lnTo>
                <a:cubicBezTo>
                  <a:pt x="5806174" y="79938"/>
                  <a:pt x="5806696" y="99376"/>
                  <a:pt x="5806696" y="118611"/>
                </a:cubicBezTo>
                <a:lnTo>
                  <a:pt x="5806696" y="132717"/>
                </a:lnTo>
                <a:cubicBezTo>
                  <a:pt x="5806696" y="151956"/>
                  <a:pt x="5806433" y="165033"/>
                  <a:pt x="5804343" y="178884"/>
                </a:cubicBezTo>
                <a:lnTo>
                  <a:pt x="5804866" y="179651"/>
                </a:lnTo>
                <a:cubicBezTo>
                  <a:pt x="5808004" y="179139"/>
                  <a:pt x="5814014" y="178884"/>
                  <a:pt x="5817148" y="178884"/>
                </a:cubicBezTo>
                <a:cubicBezTo>
                  <a:pt x="5820286" y="178884"/>
                  <a:pt x="5826296" y="179139"/>
                  <a:pt x="5829434" y="179651"/>
                </a:cubicBezTo>
                <a:lnTo>
                  <a:pt x="5829957" y="178884"/>
                </a:lnTo>
                <a:cubicBezTo>
                  <a:pt x="5827863" y="164263"/>
                  <a:pt x="5827604" y="152210"/>
                  <a:pt x="5827604" y="132717"/>
                </a:cubicBezTo>
                <a:lnTo>
                  <a:pt x="5827604" y="102711"/>
                </a:lnTo>
                <a:cubicBezTo>
                  <a:pt x="5840931" y="87323"/>
                  <a:pt x="5856088" y="81682"/>
                  <a:pt x="5865499" y="81682"/>
                </a:cubicBezTo>
                <a:cubicBezTo>
                  <a:pt x="5878826" y="81682"/>
                  <a:pt x="5884313" y="86811"/>
                  <a:pt x="5884313" y="107582"/>
                </a:cubicBezTo>
                <a:lnTo>
                  <a:pt x="5884313" y="132717"/>
                </a:lnTo>
                <a:cubicBezTo>
                  <a:pt x="5884313" y="151956"/>
                  <a:pt x="5883843" y="165084"/>
                  <a:pt x="5881960" y="178884"/>
                </a:cubicBezTo>
                <a:lnTo>
                  <a:pt x="5882483" y="179651"/>
                </a:lnTo>
                <a:cubicBezTo>
                  <a:pt x="5885621" y="179139"/>
                  <a:pt x="5891631" y="178884"/>
                  <a:pt x="5894769" y="178884"/>
                </a:cubicBezTo>
                <a:cubicBezTo>
                  <a:pt x="5897903" y="178884"/>
                  <a:pt x="5903913" y="179139"/>
                  <a:pt x="5907051" y="179651"/>
                </a:cubicBezTo>
                <a:lnTo>
                  <a:pt x="5907573" y="178884"/>
                </a:lnTo>
                <a:cubicBezTo>
                  <a:pt x="5905536" y="164263"/>
                  <a:pt x="5905221" y="152210"/>
                  <a:pt x="5905221" y="132717"/>
                </a:cubicBezTo>
                <a:close/>
                <a:moveTo>
                  <a:pt x="6020210" y="149880"/>
                </a:moveTo>
                <a:cubicBezTo>
                  <a:pt x="6010700" y="161772"/>
                  <a:pt x="5998677" y="168082"/>
                  <a:pt x="5988065" y="168082"/>
                </a:cubicBezTo>
                <a:cubicBezTo>
                  <a:pt x="5973953" y="168082"/>
                  <a:pt x="5961930" y="154239"/>
                  <a:pt x="5961930" y="122188"/>
                </a:cubicBezTo>
                <a:cubicBezTo>
                  <a:pt x="5961930" y="83734"/>
                  <a:pt x="5982734" y="76556"/>
                  <a:pt x="5995383" y="76556"/>
                </a:cubicBezTo>
                <a:cubicBezTo>
                  <a:pt x="6007665" y="76556"/>
                  <a:pt x="6013938" y="81682"/>
                  <a:pt x="6020210" y="91424"/>
                </a:cubicBezTo>
                <a:lnTo>
                  <a:pt x="6020210" y="149880"/>
                </a:lnTo>
                <a:moveTo>
                  <a:pt x="6020210" y="163977"/>
                </a:moveTo>
                <a:lnTo>
                  <a:pt x="6020733" y="163977"/>
                </a:lnTo>
                <a:lnTo>
                  <a:pt x="6022041" y="178841"/>
                </a:lnTo>
                <a:cubicBezTo>
                  <a:pt x="6022041" y="179397"/>
                  <a:pt x="6022822" y="179651"/>
                  <a:pt x="6024393" y="179651"/>
                </a:cubicBezTo>
                <a:cubicBezTo>
                  <a:pt x="6027843" y="179189"/>
                  <a:pt x="6029617" y="178884"/>
                  <a:pt x="6033434" y="178884"/>
                </a:cubicBezTo>
                <a:cubicBezTo>
                  <a:pt x="6036676" y="178884"/>
                  <a:pt x="6041640" y="179139"/>
                  <a:pt x="6045038" y="179651"/>
                </a:cubicBezTo>
                <a:lnTo>
                  <a:pt x="6045560" y="178884"/>
                </a:lnTo>
                <a:cubicBezTo>
                  <a:pt x="6043471" y="167856"/>
                  <a:pt x="6041118" y="148879"/>
                  <a:pt x="6041118" y="129644"/>
                </a:cubicBezTo>
                <a:lnTo>
                  <a:pt x="6041118" y="50691"/>
                </a:lnTo>
                <a:cubicBezTo>
                  <a:pt x="6041118" y="31745"/>
                  <a:pt x="6042163" y="18383"/>
                  <a:pt x="6043471" y="2561"/>
                </a:cubicBezTo>
                <a:cubicBezTo>
                  <a:pt x="6043471" y="770"/>
                  <a:pt x="6042737" y="0"/>
                  <a:pt x="6041118" y="0"/>
                </a:cubicBezTo>
                <a:cubicBezTo>
                  <a:pt x="6034586" y="2561"/>
                  <a:pt x="6028991" y="4355"/>
                  <a:pt x="6018380" y="5121"/>
                </a:cubicBezTo>
                <a:lnTo>
                  <a:pt x="6017858" y="5892"/>
                </a:lnTo>
                <a:cubicBezTo>
                  <a:pt x="6019895" y="16846"/>
                  <a:pt x="6020210" y="35843"/>
                  <a:pt x="6020210" y="55300"/>
                </a:cubicBezTo>
                <a:lnTo>
                  <a:pt x="6020210" y="71943"/>
                </a:lnTo>
                <a:cubicBezTo>
                  <a:pt x="6014201" y="68612"/>
                  <a:pt x="6003486" y="66306"/>
                  <a:pt x="5998258" y="66306"/>
                </a:cubicBezTo>
                <a:cubicBezTo>
                  <a:pt x="5964231" y="66306"/>
                  <a:pt x="5939196" y="89380"/>
                  <a:pt x="5939196" y="124257"/>
                </a:cubicBezTo>
                <a:cubicBezTo>
                  <a:pt x="5939196" y="155775"/>
                  <a:pt x="5958273" y="181402"/>
                  <a:pt x="5986498" y="181402"/>
                </a:cubicBezTo>
                <a:cubicBezTo>
                  <a:pt x="5999043" y="181402"/>
                  <a:pt x="6010803" y="175870"/>
                  <a:pt x="6020210" y="163977"/>
                </a:cubicBezTo>
                <a:close/>
              </a:path>
            </a:pathLst>
          </a:custGeom>
          <a:solidFill xmlns:a="http://schemas.openxmlformats.org/drawingml/2006/main">
            <a:srgbClr val="000000"/>
          </a:solidFill>
          <a:ln xmlns:a="http://schemas.openxmlformats.org/drawingml/2006/main" w="0" cap="flat">
            <a:noFill/>
            <a:miter/>
          </a:ln>
        </p:spPr>
      </p:sp>
      <p:sp>
        <p:nvSpPr>
          <p:cNvPr id="90" name="Text minimumnumberofreproducederrorsoutof10experi-">
            <a:extLst xmlns:a="http://schemas.openxmlformats.org/drawingml/2006/main">
              <a:ext uri="{FF2B5EF4-FFF2-40B4-BE49-F238E27FC236}">
                <a16:creationId xmlns:a16="http://schemas.microsoft.com/office/drawing/2014/main" id="{9CAC4F31-5237-4FF4-983E-657BC92924E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3228" y="6054650"/>
            <a:ext cx="6099917" cy="239201"/>
          </a:xfrm>
          <a:custGeom xmlns:a="http://schemas.openxmlformats.org/drawingml/2006/main">
            <a:pathLst>
              <a:path w="6099917" h="239201">
                <a:moveTo>
                  <a:pt x="23256" y="88606"/>
                </a:moveTo>
                <a:lnTo>
                  <a:pt x="23256" y="69895"/>
                </a:lnTo>
                <a:cubicBezTo>
                  <a:pt x="23256" y="67897"/>
                  <a:pt x="22945" y="67334"/>
                  <a:pt x="21689" y="67334"/>
                </a:cubicBezTo>
                <a:cubicBezTo>
                  <a:pt x="15835" y="68460"/>
                  <a:pt x="6480" y="68663"/>
                  <a:pt x="522" y="68100"/>
                </a:cubicBezTo>
                <a:lnTo>
                  <a:pt x="0" y="68870"/>
                </a:lnTo>
                <a:cubicBezTo>
                  <a:pt x="1826" y="79938"/>
                  <a:pt x="2349" y="99376"/>
                  <a:pt x="2349" y="118611"/>
                </a:cubicBezTo>
                <a:lnTo>
                  <a:pt x="2349" y="132717"/>
                </a:lnTo>
                <a:cubicBezTo>
                  <a:pt x="2349" y="151956"/>
                  <a:pt x="2090" y="165033"/>
                  <a:pt x="0" y="178884"/>
                </a:cubicBezTo>
                <a:lnTo>
                  <a:pt x="522" y="179651"/>
                </a:lnTo>
                <a:cubicBezTo>
                  <a:pt x="3657" y="179139"/>
                  <a:pt x="9666" y="178884"/>
                  <a:pt x="12805" y="178884"/>
                </a:cubicBezTo>
                <a:cubicBezTo>
                  <a:pt x="15939" y="178884"/>
                  <a:pt x="21952" y="179139"/>
                  <a:pt x="25087" y="179651"/>
                </a:cubicBezTo>
                <a:lnTo>
                  <a:pt x="25609" y="178884"/>
                </a:lnTo>
                <a:cubicBezTo>
                  <a:pt x="23520" y="164263"/>
                  <a:pt x="23256" y="152210"/>
                  <a:pt x="23256" y="132717"/>
                </a:cubicBezTo>
                <a:lnTo>
                  <a:pt x="23256" y="101687"/>
                </a:lnTo>
                <a:cubicBezTo>
                  <a:pt x="35543" y="89376"/>
                  <a:pt x="50177" y="81682"/>
                  <a:pt x="59321" y="81682"/>
                </a:cubicBezTo>
                <a:cubicBezTo>
                  <a:pt x="69255" y="81682"/>
                  <a:pt x="76572" y="87323"/>
                  <a:pt x="76572" y="104506"/>
                </a:cubicBezTo>
                <a:lnTo>
                  <a:pt x="76572" y="132717"/>
                </a:lnTo>
                <a:cubicBezTo>
                  <a:pt x="76572" y="151956"/>
                  <a:pt x="76309" y="165033"/>
                  <a:pt x="74219" y="178884"/>
                </a:cubicBezTo>
                <a:lnTo>
                  <a:pt x="74742" y="179651"/>
                </a:lnTo>
                <a:cubicBezTo>
                  <a:pt x="77876" y="179139"/>
                  <a:pt x="83890" y="178884"/>
                  <a:pt x="87024" y="178884"/>
                </a:cubicBezTo>
                <a:cubicBezTo>
                  <a:pt x="90162" y="178884"/>
                  <a:pt x="96172" y="179139"/>
                  <a:pt x="99306" y="179651"/>
                </a:cubicBezTo>
                <a:lnTo>
                  <a:pt x="99829" y="178884"/>
                </a:lnTo>
                <a:cubicBezTo>
                  <a:pt x="97739" y="164263"/>
                  <a:pt x="97480" y="152210"/>
                  <a:pt x="97480" y="132717"/>
                </a:cubicBezTo>
                <a:lnTo>
                  <a:pt x="97480" y="106816"/>
                </a:lnTo>
                <a:cubicBezTo>
                  <a:pt x="97480" y="103223"/>
                  <a:pt x="97480" y="100146"/>
                  <a:pt x="97217" y="97070"/>
                </a:cubicBezTo>
                <a:cubicBezTo>
                  <a:pt x="109762" y="83476"/>
                  <a:pt x="120214" y="81682"/>
                  <a:pt x="130406" y="81682"/>
                </a:cubicBezTo>
                <a:cubicBezTo>
                  <a:pt x="144519" y="81682"/>
                  <a:pt x="151314" y="87323"/>
                  <a:pt x="151314" y="104506"/>
                </a:cubicBezTo>
                <a:lnTo>
                  <a:pt x="151314" y="132717"/>
                </a:lnTo>
                <a:cubicBezTo>
                  <a:pt x="151314" y="151956"/>
                  <a:pt x="151055" y="165033"/>
                  <a:pt x="148961" y="178884"/>
                </a:cubicBezTo>
                <a:lnTo>
                  <a:pt x="149484" y="179651"/>
                </a:lnTo>
                <a:cubicBezTo>
                  <a:pt x="152622" y="179139"/>
                  <a:pt x="158631" y="178884"/>
                  <a:pt x="161770" y="178884"/>
                </a:cubicBezTo>
                <a:cubicBezTo>
                  <a:pt x="164904" y="178884"/>
                  <a:pt x="170914" y="179139"/>
                  <a:pt x="174052" y="179651"/>
                </a:cubicBezTo>
                <a:lnTo>
                  <a:pt x="174574" y="178884"/>
                </a:lnTo>
                <a:cubicBezTo>
                  <a:pt x="172481" y="164263"/>
                  <a:pt x="172222" y="152210"/>
                  <a:pt x="172222" y="132717"/>
                </a:cubicBezTo>
                <a:lnTo>
                  <a:pt x="172222" y="107070"/>
                </a:lnTo>
                <a:cubicBezTo>
                  <a:pt x="172222" y="84246"/>
                  <a:pt x="168039" y="66306"/>
                  <a:pt x="139813" y="66306"/>
                </a:cubicBezTo>
                <a:cubicBezTo>
                  <a:pt x="125705" y="66306"/>
                  <a:pt x="110544" y="71177"/>
                  <a:pt x="95649" y="86553"/>
                </a:cubicBezTo>
                <a:cubicBezTo>
                  <a:pt x="93297" y="74250"/>
                  <a:pt x="82582" y="66306"/>
                  <a:pt x="67947" y="66306"/>
                </a:cubicBezTo>
                <a:cubicBezTo>
                  <a:pt x="51745" y="66306"/>
                  <a:pt x="36324" y="76556"/>
                  <a:pt x="24042" y="89376"/>
                </a:cubicBezTo>
                <a:lnTo>
                  <a:pt x="23256" y="88606"/>
                </a:lnTo>
                <a:close/>
                <a:moveTo>
                  <a:pt x="212727" y="25830"/>
                </a:moveTo>
                <a:cubicBezTo>
                  <a:pt x="212727" y="32746"/>
                  <a:pt x="219000" y="38896"/>
                  <a:pt x="226058" y="38896"/>
                </a:cubicBezTo>
                <a:cubicBezTo>
                  <a:pt x="233112" y="38896"/>
                  <a:pt x="239385" y="32746"/>
                  <a:pt x="239385" y="25830"/>
                </a:cubicBezTo>
                <a:cubicBezTo>
                  <a:pt x="239385" y="18910"/>
                  <a:pt x="233112" y="12761"/>
                  <a:pt x="226058" y="12761"/>
                </a:cubicBezTo>
                <a:cubicBezTo>
                  <a:pt x="219000" y="12761"/>
                  <a:pt x="212727" y="18910"/>
                  <a:pt x="212727" y="25830"/>
                </a:cubicBezTo>
                <a:moveTo>
                  <a:pt x="215343" y="118736"/>
                </a:moveTo>
                <a:lnTo>
                  <a:pt x="215343" y="132815"/>
                </a:lnTo>
                <a:cubicBezTo>
                  <a:pt x="215343" y="152010"/>
                  <a:pt x="214873" y="165064"/>
                  <a:pt x="212990" y="178884"/>
                </a:cubicBezTo>
                <a:lnTo>
                  <a:pt x="213513" y="179651"/>
                </a:lnTo>
                <a:cubicBezTo>
                  <a:pt x="216647" y="179142"/>
                  <a:pt x="222661" y="178884"/>
                  <a:pt x="225795" y="178884"/>
                </a:cubicBezTo>
                <a:cubicBezTo>
                  <a:pt x="228933" y="178884"/>
                  <a:pt x="234943" y="179142"/>
                  <a:pt x="238077" y="179651"/>
                </a:cubicBezTo>
                <a:lnTo>
                  <a:pt x="238599" y="178884"/>
                </a:lnTo>
                <a:cubicBezTo>
                  <a:pt x="236721" y="164349"/>
                  <a:pt x="236251" y="152264"/>
                  <a:pt x="236251" y="132815"/>
                </a:cubicBezTo>
                <a:lnTo>
                  <a:pt x="236251" y="114643"/>
                </a:lnTo>
                <a:cubicBezTo>
                  <a:pt x="236251" y="95447"/>
                  <a:pt x="236929" y="86232"/>
                  <a:pt x="238599" y="70618"/>
                </a:cubicBezTo>
                <a:cubicBezTo>
                  <a:pt x="238599" y="68315"/>
                  <a:pt x="238288" y="68057"/>
                  <a:pt x="236251" y="68057"/>
                </a:cubicBezTo>
                <a:cubicBezTo>
                  <a:pt x="230289" y="68624"/>
                  <a:pt x="219052" y="68776"/>
                  <a:pt x="213513" y="68315"/>
                </a:cubicBezTo>
                <a:lnTo>
                  <a:pt x="212990" y="69081"/>
                </a:lnTo>
                <a:cubicBezTo>
                  <a:pt x="214609" y="80036"/>
                  <a:pt x="215343" y="99541"/>
                  <a:pt x="215343" y="118736"/>
                </a:cubicBezTo>
                <a:close/>
                <a:moveTo>
                  <a:pt x="379985" y="132717"/>
                </a:moveTo>
                <a:cubicBezTo>
                  <a:pt x="379985" y="124511"/>
                  <a:pt x="380508" y="115022"/>
                  <a:pt x="380508" y="106816"/>
                </a:cubicBezTo>
                <a:cubicBezTo>
                  <a:pt x="380508" y="80141"/>
                  <a:pt x="371623" y="66306"/>
                  <a:pt x="348104" y="66306"/>
                </a:cubicBezTo>
                <a:cubicBezTo>
                  <a:pt x="338170" y="66306"/>
                  <a:pt x="319615" y="70153"/>
                  <a:pt x="302891" y="89376"/>
                </a:cubicBezTo>
                <a:lnTo>
                  <a:pt x="302368" y="88606"/>
                </a:lnTo>
                <a:lnTo>
                  <a:pt x="302368" y="69895"/>
                </a:lnTo>
                <a:cubicBezTo>
                  <a:pt x="302317" y="67897"/>
                  <a:pt x="302053" y="67334"/>
                  <a:pt x="300801" y="67334"/>
                </a:cubicBezTo>
                <a:cubicBezTo>
                  <a:pt x="294947" y="68460"/>
                  <a:pt x="285588" y="68663"/>
                  <a:pt x="279630" y="68100"/>
                </a:cubicBezTo>
                <a:lnTo>
                  <a:pt x="279108" y="68870"/>
                </a:lnTo>
                <a:cubicBezTo>
                  <a:pt x="280938" y="79938"/>
                  <a:pt x="281461" y="99376"/>
                  <a:pt x="281461" y="118611"/>
                </a:cubicBezTo>
                <a:lnTo>
                  <a:pt x="281461" y="132717"/>
                </a:lnTo>
                <a:cubicBezTo>
                  <a:pt x="281461" y="151956"/>
                  <a:pt x="281198" y="165033"/>
                  <a:pt x="279108" y="178884"/>
                </a:cubicBezTo>
                <a:lnTo>
                  <a:pt x="279630" y="179651"/>
                </a:lnTo>
                <a:cubicBezTo>
                  <a:pt x="282769" y="179139"/>
                  <a:pt x="288778" y="178884"/>
                  <a:pt x="291913" y="178884"/>
                </a:cubicBezTo>
                <a:cubicBezTo>
                  <a:pt x="295051" y="178884"/>
                  <a:pt x="301060" y="179139"/>
                  <a:pt x="304199" y="179651"/>
                </a:cubicBezTo>
                <a:lnTo>
                  <a:pt x="304721" y="178884"/>
                </a:lnTo>
                <a:cubicBezTo>
                  <a:pt x="302628" y="164263"/>
                  <a:pt x="302368" y="152210"/>
                  <a:pt x="302368" y="132717"/>
                </a:cubicBezTo>
                <a:lnTo>
                  <a:pt x="302368" y="102711"/>
                </a:lnTo>
                <a:cubicBezTo>
                  <a:pt x="315695" y="87323"/>
                  <a:pt x="330853" y="81682"/>
                  <a:pt x="340264" y="81682"/>
                </a:cubicBezTo>
                <a:cubicBezTo>
                  <a:pt x="353591" y="81682"/>
                  <a:pt x="359078" y="86811"/>
                  <a:pt x="359078" y="107582"/>
                </a:cubicBezTo>
                <a:lnTo>
                  <a:pt x="359078" y="132717"/>
                </a:lnTo>
                <a:cubicBezTo>
                  <a:pt x="359078" y="151956"/>
                  <a:pt x="358607" y="165084"/>
                  <a:pt x="356725" y="178884"/>
                </a:cubicBezTo>
                <a:lnTo>
                  <a:pt x="357247" y="179651"/>
                </a:lnTo>
                <a:cubicBezTo>
                  <a:pt x="360386" y="179139"/>
                  <a:pt x="366395" y="178884"/>
                  <a:pt x="369534" y="178884"/>
                </a:cubicBezTo>
                <a:cubicBezTo>
                  <a:pt x="372668" y="178884"/>
                  <a:pt x="378677" y="179139"/>
                  <a:pt x="381816" y="179651"/>
                </a:cubicBezTo>
                <a:lnTo>
                  <a:pt x="382338" y="178884"/>
                </a:lnTo>
                <a:cubicBezTo>
                  <a:pt x="380300" y="164263"/>
                  <a:pt x="379985" y="152210"/>
                  <a:pt x="379985" y="132717"/>
                </a:cubicBezTo>
                <a:close/>
                <a:moveTo>
                  <a:pt x="421537" y="25830"/>
                </a:moveTo>
                <a:cubicBezTo>
                  <a:pt x="421537" y="32746"/>
                  <a:pt x="427810" y="38896"/>
                  <a:pt x="434868" y="38896"/>
                </a:cubicBezTo>
                <a:cubicBezTo>
                  <a:pt x="441922" y="38896"/>
                  <a:pt x="448195" y="32746"/>
                  <a:pt x="448195" y="25830"/>
                </a:cubicBezTo>
                <a:cubicBezTo>
                  <a:pt x="448195" y="18910"/>
                  <a:pt x="441922" y="12761"/>
                  <a:pt x="434868" y="12761"/>
                </a:cubicBezTo>
                <a:cubicBezTo>
                  <a:pt x="427810" y="12761"/>
                  <a:pt x="421537" y="18910"/>
                  <a:pt x="421537" y="25830"/>
                </a:cubicBezTo>
                <a:moveTo>
                  <a:pt x="424153" y="118736"/>
                </a:moveTo>
                <a:lnTo>
                  <a:pt x="424153" y="132815"/>
                </a:lnTo>
                <a:cubicBezTo>
                  <a:pt x="424153" y="152010"/>
                  <a:pt x="423682" y="165064"/>
                  <a:pt x="421800" y="178884"/>
                </a:cubicBezTo>
                <a:lnTo>
                  <a:pt x="422323" y="179651"/>
                </a:lnTo>
                <a:cubicBezTo>
                  <a:pt x="425457" y="179142"/>
                  <a:pt x="431470" y="178884"/>
                  <a:pt x="434605" y="178884"/>
                </a:cubicBezTo>
                <a:cubicBezTo>
                  <a:pt x="437743" y="178884"/>
                  <a:pt x="443753" y="179142"/>
                  <a:pt x="446887" y="179651"/>
                </a:cubicBezTo>
                <a:lnTo>
                  <a:pt x="447409" y="178884"/>
                </a:lnTo>
                <a:cubicBezTo>
                  <a:pt x="445531" y="164349"/>
                  <a:pt x="445061" y="152264"/>
                  <a:pt x="445061" y="132815"/>
                </a:cubicBezTo>
                <a:lnTo>
                  <a:pt x="445061" y="114643"/>
                </a:lnTo>
                <a:cubicBezTo>
                  <a:pt x="445061" y="95447"/>
                  <a:pt x="445739" y="86232"/>
                  <a:pt x="447409" y="70618"/>
                </a:cubicBezTo>
                <a:cubicBezTo>
                  <a:pt x="447409" y="68315"/>
                  <a:pt x="447098" y="68057"/>
                  <a:pt x="445061" y="68057"/>
                </a:cubicBezTo>
                <a:cubicBezTo>
                  <a:pt x="439099" y="68624"/>
                  <a:pt x="427862" y="68776"/>
                  <a:pt x="422323" y="68315"/>
                </a:cubicBezTo>
                <a:lnTo>
                  <a:pt x="421800" y="69081"/>
                </a:lnTo>
                <a:cubicBezTo>
                  <a:pt x="423419" y="80036"/>
                  <a:pt x="424153" y="99541"/>
                  <a:pt x="424153" y="118736"/>
                </a:cubicBezTo>
                <a:close/>
                <a:moveTo>
                  <a:pt x="510915" y="88606"/>
                </a:moveTo>
                <a:lnTo>
                  <a:pt x="510915" y="69895"/>
                </a:lnTo>
                <a:cubicBezTo>
                  <a:pt x="510915" y="67897"/>
                  <a:pt x="510604" y="67334"/>
                  <a:pt x="509348" y="67334"/>
                </a:cubicBezTo>
                <a:cubicBezTo>
                  <a:pt x="503494" y="68460"/>
                  <a:pt x="494139" y="68663"/>
                  <a:pt x="488181" y="68100"/>
                </a:cubicBezTo>
                <a:lnTo>
                  <a:pt x="487659" y="68870"/>
                </a:lnTo>
                <a:cubicBezTo>
                  <a:pt x="489485" y="79938"/>
                  <a:pt x="490008" y="99376"/>
                  <a:pt x="490008" y="118611"/>
                </a:cubicBezTo>
                <a:lnTo>
                  <a:pt x="490008" y="132717"/>
                </a:lnTo>
                <a:cubicBezTo>
                  <a:pt x="490008" y="151956"/>
                  <a:pt x="489748" y="165033"/>
                  <a:pt x="487659" y="178884"/>
                </a:cubicBezTo>
                <a:lnTo>
                  <a:pt x="488181" y="179651"/>
                </a:lnTo>
                <a:cubicBezTo>
                  <a:pt x="491316" y="179139"/>
                  <a:pt x="497325" y="178884"/>
                  <a:pt x="500463" y="178884"/>
                </a:cubicBezTo>
                <a:cubicBezTo>
                  <a:pt x="503598" y="178884"/>
                  <a:pt x="509611" y="179139"/>
                  <a:pt x="512746" y="179651"/>
                </a:cubicBezTo>
                <a:lnTo>
                  <a:pt x="513268" y="178884"/>
                </a:lnTo>
                <a:cubicBezTo>
                  <a:pt x="511178" y="164263"/>
                  <a:pt x="510915" y="152210"/>
                  <a:pt x="510915" y="132717"/>
                </a:cubicBezTo>
                <a:lnTo>
                  <a:pt x="510915" y="101687"/>
                </a:lnTo>
                <a:cubicBezTo>
                  <a:pt x="523201" y="89376"/>
                  <a:pt x="537836" y="81682"/>
                  <a:pt x="546980" y="81682"/>
                </a:cubicBezTo>
                <a:cubicBezTo>
                  <a:pt x="556914" y="81682"/>
                  <a:pt x="564231" y="87323"/>
                  <a:pt x="564231" y="104506"/>
                </a:cubicBezTo>
                <a:lnTo>
                  <a:pt x="564231" y="132717"/>
                </a:lnTo>
                <a:cubicBezTo>
                  <a:pt x="564231" y="151956"/>
                  <a:pt x="563968" y="165033"/>
                  <a:pt x="561878" y="178884"/>
                </a:cubicBezTo>
                <a:lnTo>
                  <a:pt x="562401" y="179651"/>
                </a:lnTo>
                <a:cubicBezTo>
                  <a:pt x="565535" y="179139"/>
                  <a:pt x="571548" y="178884"/>
                  <a:pt x="574683" y="178884"/>
                </a:cubicBezTo>
                <a:cubicBezTo>
                  <a:pt x="577821" y="178884"/>
                  <a:pt x="583831" y="179139"/>
                  <a:pt x="586965" y="179651"/>
                </a:cubicBezTo>
                <a:lnTo>
                  <a:pt x="587487" y="178884"/>
                </a:lnTo>
                <a:cubicBezTo>
                  <a:pt x="585398" y="164263"/>
                  <a:pt x="585139" y="152210"/>
                  <a:pt x="585139" y="132717"/>
                </a:cubicBezTo>
                <a:lnTo>
                  <a:pt x="585139" y="106816"/>
                </a:lnTo>
                <a:cubicBezTo>
                  <a:pt x="585139" y="103223"/>
                  <a:pt x="585139" y="100146"/>
                  <a:pt x="584875" y="97070"/>
                </a:cubicBezTo>
                <a:cubicBezTo>
                  <a:pt x="597421" y="83476"/>
                  <a:pt x="607873" y="81682"/>
                  <a:pt x="618065" y="81682"/>
                </a:cubicBezTo>
                <a:cubicBezTo>
                  <a:pt x="632178" y="81682"/>
                  <a:pt x="638973" y="87323"/>
                  <a:pt x="638973" y="104506"/>
                </a:cubicBezTo>
                <a:lnTo>
                  <a:pt x="638973" y="132717"/>
                </a:lnTo>
                <a:cubicBezTo>
                  <a:pt x="638973" y="151956"/>
                  <a:pt x="638714" y="165033"/>
                  <a:pt x="636620" y="178884"/>
                </a:cubicBezTo>
                <a:lnTo>
                  <a:pt x="637142" y="179651"/>
                </a:lnTo>
                <a:cubicBezTo>
                  <a:pt x="640281" y="179139"/>
                  <a:pt x="646290" y="178884"/>
                  <a:pt x="649429" y="178884"/>
                </a:cubicBezTo>
                <a:cubicBezTo>
                  <a:pt x="652563" y="178884"/>
                  <a:pt x="658572" y="179139"/>
                  <a:pt x="661711" y="179651"/>
                </a:cubicBezTo>
                <a:lnTo>
                  <a:pt x="662233" y="178884"/>
                </a:lnTo>
                <a:cubicBezTo>
                  <a:pt x="660140" y="164263"/>
                  <a:pt x="659880" y="152210"/>
                  <a:pt x="659880" y="132717"/>
                </a:cubicBezTo>
                <a:lnTo>
                  <a:pt x="659880" y="107070"/>
                </a:lnTo>
                <a:cubicBezTo>
                  <a:pt x="659880" y="84246"/>
                  <a:pt x="655697" y="66306"/>
                  <a:pt x="627472" y="66306"/>
                </a:cubicBezTo>
                <a:cubicBezTo>
                  <a:pt x="613364" y="66306"/>
                  <a:pt x="598202" y="71177"/>
                  <a:pt x="583308" y="86553"/>
                </a:cubicBezTo>
                <a:cubicBezTo>
                  <a:pt x="580956" y="74250"/>
                  <a:pt x="570241" y="66306"/>
                  <a:pt x="555606" y="66306"/>
                </a:cubicBezTo>
                <a:cubicBezTo>
                  <a:pt x="539403" y="66306"/>
                  <a:pt x="523983" y="76556"/>
                  <a:pt x="511701" y="89376"/>
                </a:cubicBezTo>
                <a:lnTo>
                  <a:pt x="510915" y="88606"/>
                </a:lnTo>
                <a:close/>
                <a:moveTo>
                  <a:pt x="774869" y="155337"/>
                </a:moveTo>
                <a:lnTo>
                  <a:pt x="775913" y="156104"/>
                </a:lnTo>
                <a:lnTo>
                  <a:pt x="777221" y="178884"/>
                </a:lnTo>
                <a:cubicBezTo>
                  <a:pt x="777221" y="179397"/>
                  <a:pt x="777536" y="179651"/>
                  <a:pt x="778266" y="179651"/>
                </a:cubicBezTo>
                <a:cubicBezTo>
                  <a:pt x="781716" y="179193"/>
                  <a:pt x="784802" y="178884"/>
                  <a:pt x="788614" y="178884"/>
                </a:cubicBezTo>
                <a:cubicBezTo>
                  <a:pt x="791856" y="178884"/>
                  <a:pt x="796821" y="179142"/>
                  <a:pt x="800219" y="179651"/>
                </a:cubicBezTo>
                <a:lnTo>
                  <a:pt x="800741" y="178884"/>
                </a:lnTo>
                <a:cubicBezTo>
                  <a:pt x="798651" y="167879"/>
                  <a:pt x="796299" y="148937"/>
                  <a:pt x="796299" y="129742"/>
                </a:cubicBezTo>
                <a:lnTo>
                  <a:pt x="796299" y="115151"/>
                </a:lnTo>
                <a:cubicBezTo>
                  <a:pt x="796299" y="95952"/>
                  <a:pt x="796562" y="82644"/>
                  <a:pt x="798651" y="69077"/>
                </a:cubicBezTo>
                <a:lnTo>
                  <a:pt x="798129" y="68307"/>
                </a:lnTo>
                <a:cubicBezTo>
                  <a:pt x="794991" y="68819"/>
                  <a:pt x="788981" y="69077"/>
                  <a:pt x="785847" y="69077"/>
                </a:cubicBezTo>
                <a:cubicBezTo>
                  <a:pt x="782708" y="69077"/>
                  <a:pt x="776699" y="68819"/>
                  <a:pt x="773565" y="68307"/>
                </a:cubicBezTo>
                <a:lnTo>
                  <a:pt x="773038" y="69077"/>
                </a:lnTo>
                <a:cubicBezTo>
                  <a:pt x="775080" y="83719"/>
                  <a:pt x="775391" y="95697"/>
                  <a:pt x="775391" y="115151"/>
                </a:cubicBezTo>
                <a:lnTo>
                  <a:pt x="775391" y="140235"/>
                </a:lnTo>
                <a:cubicBezTo>
                  <a:pt x="767447" y="153343"/>
                  <a:pt x="752394" y="167054"/>
                  <a:pt x="739589" y="167054"/>
                </a:cubicBezTo>
                <a:cubicBezTo>
                  <a:pt x="730597" y="167054"/>
                  <a:pt x="722079" y="164243"/>
                  <a:pt x="722079" y="140450"/>
                </a:cubicBezTo>
                <a:lnTo>
                  <a:pt x="722079" y="115124"/>
                </a:lnTo>
                <a:cubicBezTo>
                  <a:pt x="722079" y="95936"/>
                  <a:pt x="722338" y="82636"/>
                  <a:pt x="724432" y="69077"/>
                </a:cubicBezTo>
                <a:lnTo>
                  <a:pt x="723910" y="68307"/>
                </a:lnTo>
                <a:cubicBezTo>
                  <a:pt x="720771" y="68819"/>
                  <a:pt x="714762" y="69077"/>
                  <a:pt x="711623" y="69077"/>
                </a:cubicBezTo>
                <a:cubicBezTo>
                  <a:pt x="708489" y="69077"/>
                  <a:pt x="702480" y="68819"/>
                  <a:pt x="699341" y="68307"/>
                </a:cubicBezTo>
                <a:lnTo>
                  <a:pt x="698819" y="69077"/>
                </a:lnTo>
                <a:cubicBezTo>
                  <a:pt x="700908" y="83656"/>
                  <a:pt x="701172" y="95682"/>
                  <a:pt x="701172" y="115124"/>
                </a:cubicBezTo>
                <a:lnTo>
                  <a:pt x="701172" y="145822"/>
                </a:lnTo>
                <a:cubicBezTo>
                  <a:pt x="701172" y="163473"/>
                  <a:pt x="709534" y="181402"/>
                  <a:pt x="735406" y="181402"/>
                </a:cubicBezTo>
                <a:cubicBezTo>
                  <a:pt x="751608" y="181402"/>
                  <a:pt x="766243" y="168336"/>
                  <a:pt x="774869" y="155286"/>
                </a:cubicBezTo>
                <a:lnTo>
                  <a:pt x="774869" y="155337"/>
                </a:lnTo>
                <a:close/>
                <a:moveTo>
                  <a:pt x="862155" y="88606"/>
                </a:moveTo>
                <a:lnTo>
                  <a:pt x="862155" y="69895"/>
                </a:lnTo>
                <a:cubicBezTo>
                  <a:pt x="862155" y="67897"/>
                  <a:pt x="861844" y="67334"/>
                  <a:pt x="860588" y="67334"/>
                </a:cubicBezTo>
                <a:cubicBezTo>
                  <a:pt x="854734" y="68460"/>
                  <a:pt x="845379" y="68663"/>
                  <a:pt x="839421" y="68100"/>
                </a:cubicBezTo>
                <a:lnTo>
                  <a:pt x="838899" y="68870"/>
                </a:lnTo>
                <a:cubicBezTo>
                  <a:pt x="840725" y="79938"/>
                  <a:pt x="841247" y="99376"/>
                  <a:pt x="841247" y="118611"/>
                </a:cubicBezTo>
                <a:lnTo>
                  <a:pt x="841247" y="132717"/>
                </a:lnTo>
                <a:cubicBezTo>
                  <a:pt x="841247" y="151956"/>
                  <a:pt x="840988" y="165033"/>
                  <a:pt x="838899" y="178884"/>
                </a:cubicBezTo>
                <a:lnTo>
                  <a:pt x="839421" y="179651"/>
                </a:lnTo>
                <a:cubicBezTo>
                  <a:pt x="842555" y="179139"/>
                  <a:pt x="848565" y="178884"/>
                  <a:pt x="851703" y="178884"/>
                </a:cubicBezTo>
                <a:cubicBezTo>
                  <a:pt x="854838" y="178884"/>
                  <a:pt x="860851" y="179139"/>
                  <a:pt x="863985" y="179651"/>
                </a:cubicBezTo>
                <a:lnTo>
                  <a:pt x="864508" y="178884"/>
                </a:lnTo>
                <a:cubicBezTo>
                  <a:pt x="862418" y="164263"/>
                  <a:pt x="862155" y="152210"/>
                  <a:pt x="862155" y="132717"/>
                </a:cubicBezTo>
                <a:lnTo>
                  <a:pt x="862155" y="101687"/>
                </a:lnTo>
                <a:cubicBezTo>
                  <a:pt x="874441" y="89376"/>
                  <a:pt x="889076" y="81682"/>
                  <a:pt x="898220" y="81682"/>
                </a:cubicBezTo>
                <a:cubicBezTo>
                  <a:pt x="908153" y="81682"/>
                  <a:pt x="915471" y="87323"/>
                  <a:pt x="915471" y="104506"/>
                </a:cubicBezTo>
                <a:lnTo>
                  <a:pt x="915471" y="132717"/>
                </a:lnTo>
                <a:cubicBezTo>
                  <a:pt x="915471" y="151956"/>
                  <a:pt x="915208" y="165033"/>
                  <a:pt x="913118" y="178884"/>
                </a:cubicBezTo>
                <a:lnTo>
                  <a:pt x="913641" y="179651"/>
                </a:lnTo>
                <a:cubicBezTo>
                  <a:pt x="916775" y="179139"/>
                  <a:pt x="922788" y="178884"/>
                  <a:pt x="925923" y="178884"/>
                </a:cubicBezTo>
                <a:cubicBezTo>
                  <a:pt x="929061" y="178884"/>
                  <a:pt x="935071" y="179139"/>
                  <a:pt x="938205" y="179651"/>
                </a:cubicBezTo>
                <a:lnTo>
                  <a:pt x="938727" y="178884"/>
                </a:lnTo>
                <a:cubicBezTo>
                  <a:pt x="936638" y="164263"/>
                  <a:pt x="936379" y="152210"/>
                  <a:pt x="936379" y="132717"/>
                </a:cubicBezTo>
                <a:lnTo>
                  <a:pt x="936379" y="106816"/>
                </a:lnTo>
                <a:cubicBezTo>
                  <a:pt x="936379" y="103223"/>
                  <a:pt x="936379" y="100146"/>
                  <a:pt x="936115" y="97070"/>
                </a:cubicBezTo>
                <a:cubicBezTo>
                  <a:pt x="948661" y="83476"/>
                  <a:pt x="959112" y="81682"/>
                  <a:pt x="969305" y="81682"/>
                </a:cubicBezTo>
                <a:cubicBezTo>
                  <a:pt x="983418" y="81682"/>
                  <a:pt x="990213" y="87323"/>
                  <a:pt x="990213" y="104506"/>
                </a:cubicBezTo>
                <a:lnTo>
                  <a:pt x="990213" y="132717"/>
                </a:lnTo>
                <a:cubicBezTo>
                  <a:pt x="990213" y="151956"/>
                  <a:pt x="989954" y="165033"/>
                  <a:pt x="987860" y="178884"/>
                </a:cubicBezTo>
                <a:lnTo>
                  <a:pt x="988382" y="179651"/>
                </a:lnTo>
                <a:cubicBezTo>
                  <a:pt x="991521" y="179139"/>
                  <a:pt x="997530" y="178884"/>
                  <a:pt x="1000669" y="178884"/>
                </a:cubicBezTo>
                <a:cubicBezTo>
                  <a:pt x="1003803" y="178884"/>
                  <a:pt x="1009812" y="179139"/>
                  <a:pt x="1012951" y="179651"/>
                </a:cubicBezTo>
                <a:lnTo>
                  <a:pt x="1013473" y="178884"/>
                </a:lnTo>
                <a:cubicBezTo>
                  <a:pt x="1011380" y="164263"/>
                  <a:pt x="1011120" y="152210"/>
                  <a:pt x="1011120" y="132717"/>
                </a:cubicBezTo>
                <a:lnTo>
                  <a:pt x="1011120" y="107070"/>
                </a:lnTo>
                <a:cubicBezTo>
                  <a:pt x="1011120" y="84246"/>
                  <a:pt x="1006937" y="66306"/>
                  <a:pt x="978712" y="66306"/>
                </a:cubicBezTo>
                <a:cubicBezTo>
                  <a:pt x="964604" y="66306"/>
                  <a:pt x="949442" y="71177"/>
                  <a:pt x="934548" y="86553"/>
                </a:cubicBezTo>
                <a:cubicBezTo>
                  <a:pt x="932195" y="74250"/>
                  <a:pt x="921480" y="66306"/>
                  <a:pt x="906845" y="66306"/>
                </a:cubicBezTo>
                <a:cubicBezTo>
                  <a:pt x="890643" y="66306"/>
                  <a:pt x="875223" y="76556"/>
                  <a:pt x="862941" y="89376"/>
                </a:cubicBezTo>
                <a:lnTo>
                  <a:pt x="862155" y="88606"/>
                </a:lnTo>
                <a:close/>
                <a:moveTo>
                  <a:pt x="1228815" y="132717"/>
                </a:moveTo>
                <a:cubicBezTo>
                  <a:pt x="1228815" y="124511"/>
                  <a:pt x="1229337" y="115022"/>
                  <a:pt x="1229337" y="106816"/>
                </a:cubicBezTo>
                <a:cubicBezTo>
                  <a:pt x="1229337" y="80141"/>
                  <a:pt x="1220453" y="66306"/>
                  <a:pt x="1196933" y="66306"/>
                </a:cubicBezTo>
                <a:cubicBezTo>
                  <a:pt x="1187000" y="66306"/>
                  <a:pt x="1168445" y="70153"/>
                  <a:pt x="1151720" y="89376"/>
                </a:cubicBezTo>
                <a:lnTo>
                  <a:pt x="1151198" y="88606"/>
                </a:lnTo>
                <a:lnTo>
                  <a:pt x="1151198" y="69895"/>
                </a:lnTo>
                <a:cubicBezTo>
                  <a:pt x="1151146" y="67897"/>
                  <a:pt x="1150883" y="67334"/>
                  <a:pt x="1149631" y="67334"/>
                </a:cubicBezTo>
                <a:cubicBezTo>
                  <a:pt x="1143777" y="68460"/>
                  <a:pt x="1134418" y="68663"/>
                  <a:pt x="1128460" y="68100"/>
                </a:cubicBezTo>
                <a:lnTo>
                  <a:pt x="1127938" y="68870"/>
                </a:lnTo>
                <a:cubicBezTo>
                  <a:pt x="1129768" y="79938"/>
                  <a:pt x="1130290" y="99376"/>
                  <a:pt x="1130290" y="118611"/>
                </a:cubicBezTo>
                <a:lnTo>
                  <a:pt x="1130290" y="132717"/>
                </a:lnTo>
                <a:cubicBezTo>
                  <a:pt x="1130290" y="151956"/>
                  <a:pt x="1130027" y="165033"/>
                  <a:pt x="1127938" y="178884"/>
                </a:cubicBezTo>
                <a:lnTo>
                  <a:pt x="1128460" y="179651"/>
                </a:lnTo>
                <a:cubicBezTo>
                  <a:pt x="1131598" y="179139"/>
                  <a:pt x="1137608" y="178884"/>
                  <a:pt x="1140742" y="178884"/>
                </a:cubicBezTo>
                <a:cubicBezTo>
                  <a:pt x="1143881" y="178884"/>
                  <a:pt x="1149890" y="179139"/>
                  <a:pt x="1153028" y="179651"/>
                </a:cubicBezTo>
                <a:lnTo>
                  <a:pt x="1153551" y="178884"/>
                </a:lnTo>
                <a:cubicBezTo>
                  <a:pt x="1151457" y="164263"/>
                  <a:pt x="1151198" y="152210"/>
                  <a:pt x="1151198" y="132717"/>
                </a:cubicBezTo>
                <a:lnTo>
                  <a:pt x="1151198" y="102711"/>
                </a:lnTo>
                <a:cubicBezTo>
                  <a:pt x="1164525" y="87323"/>
                  <a:pt x="1179682" y="81682"/>
                  <a:pt x="1189093" y="81682"/>
                </a:cubicBezTo>
                <a:cubicBezTo>
                  <a:pt x="1202420" y="81682"/>
                  <a:pt x="1207907" y="86811"/>
                  <a:pt x="1207907" y="107582"/>
                </a:cubicBezTo>
                <a:lnTo>
                  <a:pt x="1207907" y="132717"/>
                </a:lnTo>
                <a:cubicBezTo>
                  <a:pt x="1207907" y="151956"/>
                  <a:pt x="1207437" y="165084"/>
                  <a:pt x="1205555" y="178884"/>
                </a:cubicBezTo>
                <a:lnTo>
                  <a:pt x="1206077" y="179651"/>
                </a:lnTo>
                <a:cubicBezTo>
                  <a:pt x="1209215" y="179139"/>
                  <a:pt x="1215225" y="178884"/>
                  <a:pt x="1218363" y="178884"/>
                </a:cubicBezTo>
                <a:cubicBezTo>
                  <a:pt x="1221497" y="178884"/>
                  <a:pt x="1227507" y="179139"/>
                  <a:pt x="1230645" y="179651"/>
                </a:cubicBezTo>
                <a:lnTo>
                  <a:pt x="1231168" y="178884"/>
                </a:lnTo>
                <a:cubicBezTo>
                  <a:pt x="1229130" y="164263"/>
                  <a:pt x="1228815" y="152210"/>
                  <a:pt x="1228815" y="132717"/>
                </a:cubicBezTo>
                <a:close/>
                <a:moveTo>
                  <a:pt x="1344849" y="155337"/>
                </a:moveTo>
                <a:lnTo>
                  <a:pt x="1345894" y="156104"/>
                </a:lnTo>
                <a:lnTo>
                  <a:pt x="1347202" y="178884"/>
                </a:lnTo>
                <a:cubicBezTo>
                  <a:pt x="1347202" y="179397"/>
                  <a:pt x="1347517" y="179651"/>
                  <a:pt x="1348247" y="179651"/>
                </a:cubicBezTo>
                <a:cubicBezTo>
                  <a:pt x="1351696" y="179193"/>
                  <a:pt x="1354783" y="178884"/>
                  <a:pt x="1358595" y="178884"/>
                </a:cubicBezTo>
                <a:cubicBezTo>
                  <a:pt x="1361837" y="178884"/>
                  <a:pt x="1366802" y="179142"/>
                  <a:pt x="1370199" y="179651"/>
                </a:cubicBezTo>
                <a:lnTo>
                  <a:pt x="1370722" y="178884"/>
                </a:lnTo>
                <a:cubicBezTo>
                  <a:pt x="1368632" y="167879"/>
                  <a:pt x="1366279" y="148937"/>
                  <a:pt x="1366279" y="129742"/>
                </a:cubicBezTo>
                <a:lnTo>
                  <a:pt x="1366279" y="115151"/>
                </a:lnTo>
                <a:cubicBezTo>
                  <a:pt x="1366279" y="95952"/>
                  <a:pt x="1366542" y="82644"/>
                  <a:pt x="1368632" y="69077"/>
                </a:cubicBezTo>
                <a:lnTo>
                  <a:pt x="1368110" y="68307"/>
                </a:lnTo>
                <a:cubicBezTo>
                  <a:pt x="1364971" y="68819"/>
                  <a:pt x="1358962" y="69077"/>
                  <a:pt x="1355827" y="69077"/>
                </a:cubicBezTo>
                <a:cubicBezTo>
                  <a:pt x="1352689" y="69077"/>
                  <a:pt x="1346680" y="68819"/>
                  <a:pt x="1343545" y="68307"/>
                </a:cubicBezTo>
                <a:lnTo>
                  <a:pt x="1343019" y="69077"/>
                </a:lnTo>
                <a:cubicBezTo>
                  <a:pt x="1345061" y="83719"/>
                  <a:pt x="1345372" y="95697"/>
                  <a:pt x="1345372" y="115151"/>
                </a:cubicBezTo>
                <a:lnTo>
                  <a:pt x="1345372" y="140235"/>
                </a:lnTo>
                <a:cubicBezTo>
                  <a:pt x="1337428" y="153343"/>
                  <a:pt x="1322375" y="167054"/>
                  <a:pt x="1309570" y="167054"/>
                </a:cubicBezTo>
                <a:cubicBezTo>
                  <a:pt x="1300578" y="167054"/>
                  <a:pt x="1292060" y="164243"/>
                  <a:pt x="1292060" y="140450"/>
                </a:cubicBezTo>
                <a:lnTo>
                  <a:pt x="1292060" y="115124"/>
                </a:lnTo>
                <a:cubicBezTo>
                  <a:pt x="1292060" y="95936"/>
                  <a:pt x="1292319" y="82636"/>
                  <a:pt x="1294413" y="69077"/>
                </a:cubicBezTo>
                <a:lnTo>
                  <a:pt x="1293890" y="68307"/>
                </a:lnTo>
                <a:cubicBezTo>
                  <a:pt x="1290752" y="68819"/>
                  <a:pt x="1284742" y="69077"/>
                  <a:pt x="1281604" y="69077"/>
                </a:cubicBezTo>
                <a:cubicBezTo>
                  <a:pt x="1278470" y="69077"/>
                  <a:pt x="1272460" y="68819"/>
                  <a:pt x="1269322" y="68307"/>
                </a:cubicBezTo>
                <a:lnTo>
                  <a:pt x="1268799" y="69077"/>
                </a:lnTo>
                <a:cubicBezTo>
                  <a:pt x="1270889" y="83656"/>
                  <a:pt x="1271152" y="95682"/>
                  <a:pt x="1271152" y="115124"/>
                </a:cubicBezTo>
                <a:lnTo>
                  <a:pt x="1271152" y="145822"/>
                </a:lnTo>
                <a:cubicBezTo>
                  <a:pt x="1271152" y="163473"/>
                  <a:pt x="1279514" y="181402"/>
                  <a:pt x="1305387" y="181402"/>
                </a:cubicBezTo>
                <a:cubicBezTo>
                  <a:pt x="1321589" y="181402"/>
                  <a:pt x="1336224" y="168336"/>
                  <a:pt x="1344849" y="155286"/>
                </a:cubicBezTo>
                <a:lnTo>
                  <a:pt x="1344849" y="155337"/>
                </a:lnTo>
                <a:close/>
                <a:moveTo>
                  <a:pt x="1432136" y="88606"/>
                </a:moveTo>
                <a:lnTo>
                  <a:pt x="1432136" y="69895"/>
                </a:lnTo>
                <a:cubicBezTo>
                  <a:pt x="1432136" y="67897"/>
                  <a:pt x="1431825" y="67334"/>
                  <a:pt x="1430569" y="67334"/>
                </a:cubicBezTo>
                <a:cubicBezTo>
                  <a:pt x="1424715" y="68460"/>
                  <a:pt x="1415359" y="68663"/>
                  <a:pt x="1409402" y="68100"/>
                </a:cubicBezTo>
                <a:lnTo>
                  <a:pt x="1408879" y="68870"/>
                </a:lnTo>
                <a:cubicBezTo>
                  <a:pt x="1410706" y="79938"/>
                  <a:pt x="1411228" y="99376"/>
                  <a:pt x="1411228" y="118611"/>
                </a:cubicBezTo>
                <a:lnTo>
                  <a:pt x="1411228" y="132717"/>
                </a:lnTo>
                <a:cubicBezTo>
                  <a:pt x="1411228" y="151956"/>
                  <a:pt x="1410969" y="165033"/>
                  <a:pt x="1408879" y="178884"/>
                </a:cubicBezTo>
                <a:lnTo>
                  <a:pt x="1409402" y="179651"/>
                </a:lnTo>
                <a:cubicBezTo>
                  <a:pt x="1412536" y="179139"/>
                  <a:pt x="1418546" y="178884"/>
                  <a:pt x="1421684" y="178884"/>
                </a:cubicBezTo>
                <a:cubicBezTo>
                  <a:pt x="1424818" y="178884"/>
                  <a:pt x="1430832" y="179139"/>
                  <a:pt x="1433966" y="179651"/>
                </a:cubicBezTo>
                <a:lnTo>
                  <a:pt x="1434489" y="178884"/>
                </a:lnTo>
                <a:cubicBezTo>
                  <a:pt x="1432399" y="164263"/>
                  <a:pt x="1432136" y="152210"/>
                  <a:pt x="1432136" y="132717"/>
                </a:cubicBezTo>
                <a:lnTo>
                  <a:pt x="1432136" y="101687"/>
                </a:lnTo>
                <a:cubicBezTo>
                  <a:pt x="1444422" y="89376"/>
                  <a:pt x="1459057" y="81682"/>
                  <a:pt x="1468201" y="81682"/>
                </a:cubicBezTo>
                <a:cubicBezTo>
                  <a:pt x="1478134" y="81682"/>
                  <a:pt x="1485452" y="87323"/>
                  <a:pt x="1485452" y="104506"/>
                </a:cubicBezTo>
                <a:lnTo>
                  <a:pt x="1485452" y="132717"/>
                </a:lnTo>
                <a:cubicBezTo>
                  <a:pt x="1485452" y="151956"/>
                  <a:pt x="1485188" y="165033"/>
                  <a:pt x="1483099" y="178884"/>
                </a:cubicBezTo>
                <a:lnTo>
                  <a:pt x="1483621" y="179651"/>
                </a:lnTo>
                <a:cubicBezTo>
                  <a:pt x="1486756" y="179139"/>
                  <a:pt x="1492769" y="178884"/>
                  <a:pt x="1495903" y="178884"/>
                </a:cubicBezTo>
                <a:cubicBezTo>
                  <a:pt x="1499042" y="178884"/>
                  <a:pt x="1505051" y="179139"/>
                  <a:pt x="1508186" y="179651"/>
                </a:cubicBezTo>
                <a:lnTo>
                  <a:pt x="1508708" y="178884"/>
                </a:lnTo>
                <a:cubicBezTo>
                  <a:pt x="1506618" y="164263"/>
                  <a:pt x="1506359" y="152210"/>
                  <a:pt x="1506359" y="132717"/>
                </a:cubicBezTo>
                <a:lnTo>
                  <a:pt x="1506359" y="106816"/>
                </a:lnTo>
                <a:cubicBezTo>
                  <a:pt x="1506359" y="103223"/>
                  <a:pt x="1506359" y="100146"/>
                  <a:pt x="1506096" y="97070"/>
                </a:cubicBezTo>
                <a:cubicBezTo>
                  <a:pt x="1518641" y="83476"/>
                  <a:pt x="1529093" y="81682"/>
                  <a:pt x="1539286" y="81682"/>
                </a:cubicBezTo>
                <a:cubicBezTo>
                  <a:pt x="1553398" y="81682"/>
                  <a:pt x="1560193" y="87323"/>
                  <a:pt x="1560193" y="104506"/>
                </a:cubicBezTo>
                <a:lnTo>
                  <a:pt x="1560193" y="132717"/>
                </a:lnTo>
                <a:cubicBezTo>
                  <a:pt x="1560193" y="151956"/>
                  <a:pt x="1559934" y="165033"/>
                  <a:pt x="1557841" y="178884"/>
                </a:cubicBezTo>
                <a:lnTo>
                  <a:pt x="1558363" y="179651"/>
                </a:lnTo>
                <a:cubicBezTo>
                  <a:pt x="1561501" y="179139"/>
                  <a:pt x="1567511" y="178884"/>
                  <a:pt x="1570649" y="178884"/>
                </a:cubicBezTo>
                <a:cubicBezTo>
                  <a:pt x="1573784" y="178884"/>
                  <a:pt x="1579793" y="179139"/>
                  <a:pt x="1582931" y="179651"/>
                </a:cubicBezTo>
                <a:lnTo>
                  <a:pt x="1583454" y="178884"/>
                </a:lnTo>
                <a:cubicBezTo>
                  <a:pt x="1581360" y="164263"/>
                  <a:pt x="1581101" y="152210"/>
                  <a:pt x="1581101" y="132717"/>
                </a:cubicBezTo>
                <a:lnTo>
                  <a:pt x="1581101" y="107070"/>
                </a:lnTo>
                <a:cubicBezTo>
                  <a:pt x="1581101" y="84246"/>
                  <a:pt x="1576918" y="66306"/>
                  <a:pt x="1548693" y="66306"/>
                </a:cubicBezTo>
                <a:cubicBezTo>
                  <a:pt x="1534584" y="66306"/>
                  <a:pt x="1519423" y="71177"/>
                  <a:pt x="1504529" y="86553"/>
                </a:cubicBezTo>
                <a:cubicBezTo>
                  <a:pt x="1502176" y="74250"/>
                  <a:pt x="1491461" y="66306"/>
                  <a:pt x="1476826" y="66306"/>
                </a:cubicBezTo>
                <a:cubicBezTo>
                  <a:pt x="1460624" y="66306"/>
                  <a:pt x="1445204" y="76556"/>
                  <a:pt x="1432921" y="89376"/>
                </a:cubicBezTo>
                <a:lnTo>
                  <a:pt x="1432136" y="88606"/>
                </a:lnTo>
                <a:close/>
                <a:moveTo>
                  <a:pt x="1643036" y="158082"/>
                </a:moveTo>
                <a:lnTo>
                  <a:pt x="1643036" y="91682"/>
                </a:lnTo>
                <a:cubicBezTo>
                  <a:pt x="1653229" y="81428"/>
                  <a:pt x="1659765" y="76556"/>
                  <a:pt x="1670480" y="76556"/>
                </a:cubicBezTo>
                <a:cubicBezTo>
                  <a:pt x="1686419" y="76556"/>
                  <a:pt x="1700531" y="89427"/>
                  <a:pt x="1700531" y="121418"/>
                </a:cubicBezTo>
                <a:cubicBezTo>
                  <a:pt x="1700531" y="153211"/>
                  <a:pt x="1690861" y="171155"/>
                  <a:pt x="1666038" y="171155"/>
                </a:cubicBezTo>
                <a:cubicBezTo>
                  <a:pt x="1657935" y="171155"/>
                  <a:pt x="1648264" y="164490"/>
                  <a:pt x="1643036" y="158082"/>
                </a:cubicBezTo>
                <a:moveTo>
                  <a:pt x="1643036" y="50691"/>
                </a:moveTo>
                <a:cubicBezTo>
                  <a:pt x="1643036" y="31745"/>
                  <a:pt x="1643351" y="18230"/>
                  <a:pt x="1644608" y="2561"/>
                </a:cubicBezTo>
                <a:cubicBezTo>
                  <a:pt x="1644608" y="770"/>
                  <a:pt x="1643874" y="0"/>
                  <a:pt x="1642255" y="0"/>
                </a:cubicBezTo>
                <a:cubicBezTo>
                  <a:pt x="1635719" y="2561"/>
                  <a:pt x="1630128" y="4355"/>
                  <a:pt x="1619517" y="5121"/>
                </a:cubicBezTo>
                <a:lnTo>
                  <a:pt x="1618994" y="5892"/>
                </a:lnTo>
                <a:cubicBezTo>
                  <a:pt x="1621032" y="16846"/>
                  <a:pt x="1622129" y="35843"/>
                  <a:pt x="1622129" y="55300"/>
                </a:cubicBezTo>
                <a:lnTo>
                  <a:pt x="1622129" y="160130"/>
                </a:lnTo>
                <a:cubicBezTo>
                  <a:pt x="1622129" y="170131"/>
                  <a:pt x="1621921" y="173771"/>
                  <a:pt x="1620825" y="179354"/>
                </a:cubicBezTo>
                <a:cubicBezTo>
                  <a:pt x="1622392" y="180890"/>
                  <a:pt x="1625423" y="181402"/>
                  <a:pt x="1628142" y="181402"/>
                </a:cubicBezTo>
                <a:cubicBezTo>
                  <a:pt x="1631017" y="178329"/>
                  <a:pt x="1634048" y="173974"/>
                  <a:pt x="1636764" y="168849"/>
                </a:cubicBezTo>
                <a:cubicBezTo>
                  <a:pt x="1644344" y="175256"/>
                  <a:pt x="1656367" y="181402"/>
                  <a:pt x="1667605" y="181402"/>
                </a:cubicBezTo>
                <a:cubicBezTo>
                  <a:pt x="1694259" y="181402"/>
                  <a:pt x="1723792" y="162953"/>
                  <a:pt x="1723792" y="119370"/>
                </a:cubicBezTo>
                <a:cubicBezTo>
                  <a:pt x="1723792" y="88093"/>
                  <a:pt x="1701054" y="66306"/>
                  <a:pt x="1675704" y="66306"/>
                </a:cubicBezTo>
                <a:cubicBezTo>
                  <a:pt x="1663162" y="66306"/>
                  <a:pt x="1651925" y="69637"/>
                  <a:pt x="1643036" y="79121"/>
                </a:cubicBezTo>
                <a:lnTo>
                  <a:pt x="1643036" y="50691"/>
                </a:lnTo>
                <a:close/>
                <a:moveTo>
                  <a:pt x="1767698" y="108853"/>
                </a:moveTo>
                <a:cubicBezTo>
                  <a:pt x="1772141" y="82194"/>
                  <a:pt x="1789284" y="76556"/>
                  <a:pt x="1797491" y="76556"/>
                </a:cubicBezTo>
                <a:cubicBezTo>
                  <a:pt x="1807839" y="76556"/>
                  <a:pt x="1819443" y="86041"/>
                  <a:pt x="1819443" y="105264"/>
                </a:cubicBezTo>
                <a:cubicBezTo>
                  <a:pt x="1819443" y="107571"/>
                  <a:pt x="1818398" y="108853"/>
                  <a:pt x="1815782" y="108853"/>
                </a:cubicBezTo>
                <a:lnTo>
                  <a:pt x="1767698" y="108853"/>
                </a:lnTo>
                <a:moveTo>
                  <a:pt x="1837475" y="152182"/>
                </a:moveTo>
                <a:cubicBezTo>
                  <a:pt x="1828328" y="161929"/>
                  <a:pt x="1816045" y="166288"/>
                  <a:pt x="1801670" y="166288"/>
                </a:cubicBezTo>
                <a:cubicBezTo>
                  <a:pt x="1792733" y="166288"/>
                  <a:pt x="1780399" y="162953"/>
                  <a:pt x="1773185" y="151670"/>
                </a:cubicBezTo>
                <a:cubicBezTo>
                  <a:pt x="1768584" y="144488"/>
                  <a:pt x="1766913" y="134026"/>
                  <a:pt x="1766913" y="119100"/>
                </a:cubicBezTo>
                <a:lnTo>
                  <a:pt x="1837998" y="119100"/>
                </a:lnTo>
                <a:cubicBezTo>
                  <a:pt x="1840873" y="119100"/>
                  <a:pt x="1842699" y="117563"/>
                  <a:pt x="1842699" y="114745"/>
                </a:cubicBezTo>
                <a:cubicBezTo>
                  <a:pt x="1842699" y="93219"/>
                  <a:pt x="1831984" y="66306"/>
                  <a:pt x="1797491" y="66306"/>
                </a:cubicBezTo>
                <a:cubicBezTo>
                  <a:pt x="1770569" y="66306"/>
                  <a:pt x="1743916" y="87577"/>
                  <a:pt x="1743916" y="125257"/>
                </a:cubicBezTo>
                <a:cubicBezTo>
                  <a:pt x="1743916" y="139820"/>
                  <a:pt x="1746946" y="154184"/>
                  <a:pt x="1755675" y="164493"/>
                </a:cubicBezTo>
                <a:cubicBezTo>
                  <a:pt x="1764664" y="175100"/>
                  <a:pt x="1779614" y="181402"/>
                  <a:pt x="1797227" y="181402"/>
                </a:cubicBezTo>
                <a:cubicBezTo>
                  <a:pt x="1816045" y="181402"/>
                  <a:pt x="1832770" y="171925"/>
                  <a:pt x="1842699" y="158594"/>
                </a:cubicBezTo>
                <a:lnTo>
                  <a:pt x="1837475" y="152182"/>
                </a:lnTo>
                <a:close/>
                <a:moveTo>
                  <a:pt x="1897059" y="93219"/>
                </a:moveTo>
                <a:lnTo>
                  <a:pt x="1897059" y="69895"/>
                </a:lnTo>
                <a:cubicBezTo>
                  <a:pt x="1897059" y="67897"/>
                  <a:pt x="1896744" y="67334"/>
                  <a:pt x="1895492" y="67334"/>
                </a:cubicBezTo>
                <a:cubicBezTo>
                  <a:pt x="1889638" y="68460"/>
                  <a:pt x="1880283" y="68663"/>
                  <a:pt x="1874321" y="68100"/>
                </a:cubicBezTo>
                <a:lnTo>
                  <a:pt x="1873799" y="68870"/>
                </a:lnTo>
                <a:cubicBezTo>
                  <a:pt x="1875629" y="79938"/>
                  <a:pt x="1876152" y="99376"/>
                  <a:pt x="1876152" y="118611"/>
                </a:cubicBezTo>
                <a:lnTo>
                  <a:pt x="1876152" y="132717"/>
                </a:lnTo>
                <a:cubicBezTo>
                  <a:pt x="1876152" y="151952"/>
                  <a:pt x="1875841" y="165084"/>
                  <a:pt x="1873799" y="178884"/>
                </a:cubicBezTo>
                <a:lnTo>
                  <a:pt x="1874321" y="179651"/>
                </a:lnTo>
                <a:cubicBezTo>
                  <a:pt x="1877460" y="179139"/>
                  <a:pt x="1883469" y="178884"/>
                  <a:pt x="1886607" y="178884"/>
                </a:cubicBezTo>
                <a:cubicBezTo>
                  <a:pt x="1889742" y="178884"/>
                  <a:pt x="1895751" y="179139"/>
                  <a:pt x="1898890" y="179651"/>
                </a:cubicBezTo>
                <a:lnTo>
                  <a:pt x="1899412" y="178884"/>
                </a:lnTo>
                <a:cubicBezTo>
                  <a:pt x="1897478" y="164263"/>
                  <a:pt x="1897059" y="152210"/>
                  <a:pt x="1897059" y="132717"/>
                </a:cubicBezTo>
                <a:lnTo>
                  <a:pt x="1897059" y="119381"/>
                </a:lnTo>
                <a:cubicBezTo>
                  <a:pt x="1897059" y="108607"/>
                  <a:pt x="1900353" y="102453"/>
                  <a:pt x="1905944" y="93989"/>
                </a:cubicBezTo>
                <a:cubicBezTo>
                  <a:pt x="1909760" y="88297"/>
                  <a:pt x="1915614" y="85013"/>
                  <a:pt x="1920579" y="85013"/>
                </a:cubicBezTo>
                <a:cubicBezTo>
                  <a:pt x="1925807" y="85013"/>
                  <a:pt x="1930771" y="85525"/>
                  <a:pt x="1934169" y="88602"/>
                </a:cubicBezTo>
                <a:lnTo>
                  <a:pt x="1936258" y="88090"/>
                </a:lnTo>
                <a:lnTo>
                  <a:pt x="1941486" y="69124"/>
                </a:lnTo>
                <a:lnTo>
                  <a:pt x="1940442" y="68100"/>
                </a:lnTo>
                <a:cubicBezTo>
                  <a:pt x="1935999" y="66822"/>
                  <a:pt x="1935736" y="66306"/>
                  <a:pt x="1931035" y="66306"/>
                </a:cubicBezTo>
                <a:cubicBezTo>
                  <a:pt x="1916922" y="66306"/>
                  <a:pt x="1909341" y="74250"/>
                  <a:pt x="1897845" y="93731"/>
                </a:cubicBezTo>
                <a:lnTo>
                  <a:pt x="1897059" y="93219"/>
                </a:lnTo>
                <a:close/>
                <a:moveTo>
                  <a:pt x="2034263" y="126290"/>
                </a:moveTo>
                <a:cubicBezTo>
                  <a:pt x="2034263" y="157054"/>
                  <a:pt x="2054907" y="181402"/>
                  <a:pt x="2089668" y="181402"/>
                </a:cubicBezTo>
                <a:cubicBezTo>
                  <a:pt x="2124162" y="181402"/>
                  <a:pt x="2145069" y="157570"/>
                  <a:pt x="2145069" y="123983"/>
                </a:cubicBezTo>
                <a:cubicBezTo>
                  <a:pt x="2145069" y="89118"/>
                  <a:pt x="2125992" y="66306"/>
                  <a:pt x="2090713" y="66306"/>
                </a:cubicBezTo>
                <a:cubicBezTo>
                  <a:pt x="2056474" y="66306"/>
                  <a:pt x="2034263" y="89888"/>
                  <a:pt x="2034263" y="126290"/>
                </a:cubicBezTo>
                <a:moveTo>
                  <a:pt x="2088883" y="76556"/>
                </a:moveTo>
                <a:cubicBezTo>
                  <a:pt x="2116585" y="76556"/>
                  <a:pt x="2122072" y="97578"/>
                  <a:pt x="2122072" y="128600"/>
                </a:cubicBezTo>
                <a:cubicBezTo>
                  <a:pt x="2122072" y="152952"/>
                  <a:pt x="2109527" y="171155"/>
                  <a:pt x="2092017" y="171155"/>
                </a:cubicBezTo>
                <a:cubicBezTo>
                  <a:pt x="2064318" y="171155"/>
                  <a:pt x="2057260" y="141674"/>
                  <a:pt x="2057260" y="121934"/>
                </a:cubicBezTo>
                <a:cubicBezTo>
                  <a:pt x="2057260" y="99630"/>
                  <a:pt x="2064318" y="76556"/>
                  <a:pt x="2088883" y="76556"/>
                </a:cubicBezTo>
                <a:close/>
                <a:moveTo>
                  <a:pt x="2180875" y="69058"/>
                </a:moveTo>
                <a:cubicBezTo>
                  <a:pt x="2175177" y="69058"/>
                  <a:pt x="2169167" y="69007"/>
                  <a:pt x="2165714" y="68546"/>
                </a:cubicBezTo>
                <a:cubicBezTo>
                  <a:pt x="2163939" y="72698"/>
                  <a:pt x="2162528" y="75208"/>
                  <a:pt x="2159968" y="79051"/>
                </a:cubicBezTo>
                <a:lnTo>
                  <a:pt x="2161271" y="80845"/>
                </a:lnTo>
                <a:cubicBezTo>
                  <a:pt x="2165977" y="80536"/>
                  <a:pt x="2174602" y="80333"/>
                  <a:pt x="2180612" y="80333"/>
                </a:cubicBezTo>
                <a:lnTo>
                  <a:pt x="2180875" y="80333"/>
                </a:lnTo>
                <a:lnTo>
                  <a:pt x="2180875" y="127943"/>
                </a:lnTo>
                <a:cubicBezTo>
                  <a:pt x="2180875" y="147143"/>
                  <a:pt x="2180508" y="165166"/>
                  <a:pt x="2178259" y="178884"/>
                </a:cubicBezTo>
                <a:lnTo>
                  <a:pt x="2178782" y="179651"/>
                </a:lnTo>
                <a:cubicBezTo>
                  <a:pt x="2181920" y="179142"/>
                  <a:pt x="2188193" y="178884"/>
                  <a:pt x="2191327" y="178884"/>
                </a:cubicBezTo>
                <a:cubicBezTo>
                  <a:pt x="2194461" y="178884"/>
                  <a:pt x="2200734" y="179142"/>
                  <a:pt x="2203872" y="179651"/>
                </a:cubicBezTo>
                <a:lnTo>
                  <a:pt x="2204395" y="178884"/>
                </a:lnTo>
                <a:cubicBezTo>
                  <a:pt x="2202197" y="164294"/>
                  <a:pt x="2201779" y="147143"/>
                  <a:pt x="2201779" y="127943"/>
                </a:cubicBezTo>
                <a:lnTo>
                  <a:pt x="2201779" y="80333"/>
                </a:lnTo>
                <a:lnTo>
                  <a:pt x="2210667" y="80333"/>
                </a:lnTo>
                <a:cubicBezTo>
                  <a:pt x="2216940" y="80333"/>
                  <a:pt x="2226032" y="80536"/>
                  <a:pt x="2229481" y="80845"/>
                </a:cubicBezTo>
                <a:cubicBezTo>
                  <a:pt x="2230267" y="76748"/>
                  <a:pt x="2231053" y="74132"/>
                  <a:pt x="2232620" y="70340"/>
                </a:cubicBezTo>
                <a:lnTo>
                  <a:pt x="2231312" y="68546"/>
                </a:lnTo>
                <a:cubicBezTo>
                  <a:pt x="2226921" y="68749"/>
                  <a:pt x="2219030" y="69058"/>
                  <a:pt x="2213020" y="69058"/>
                </a:cubicBezTo>
                <a:lnTo>
                  <a:pt x="2201779" y="69058"/>
                </a:lnTo>
                <a:lnTo>
                  <a:pt x="2201779" y="66743"/>
                </a:lnTo>
                <a:cubicBezTo>
                  <a:pt x="2201779" y="57474"/>
                  <a:pt x="2200475" y="44088"/>
                  <a:pt x="2200475" y="39455"/>
                </a:cubicBezTo>
                <a:cubicBezTo>
                  <a:pt x="2200475" y="25244"/>
                  <a:pt x="2209830" y="15630"/>
                  <a:pt x="2224780" y="15630"/>
                </a:cubicBezTo>
                <a:cubicBezTo>
                  <a:pt x="2231519" y="15630"/>
                  <a:pt x="2237062" y="19442"/>
                  <a:pt x="2239937" y="24521"/>
                </a:cubicBezTo>
                <a:lnTo>
                  <a:pt x="2242812" y="24270"/>
                </a:lnTo>
                <a:cubicBezTo>
                  <a:pt x="2244639" y="17409"/>
                  <a:pt x="2247462" y="8765"/>
                  <a:pt x="2250130" y="3331"/>
                </a:cubicBezTo>
                <a:lnTo>
                  <a:pt x="2249867" y="2565"/>
                </a:lnTo>
                <a:cubicBezTo>
                  <a:pt x="2247777" y="1282"/>
                  <a:pt x="2243072" y="0"/>
                  <a:pt x="2238107" y="0"/>
                </a:cubicBezTo>
                <a:cubicBezTo>
                  <a:pt x="2221642" y="0"/>
                  <a:pt x="2205124" y="7483"/>
                  <a:pt x="2195247" y="19696"/>
                </a:cubicBezTo>
                <a:cubicBezTo>
                  <a:pt x="2185317" y="31988"/>
                  <a:pt x="2180875" y="44088"/>
                  <a:pt x="2180875" y="59018"/>
                </a:cubicBezTo>
                <a:lnTo>
                  <a:pt x="2180875" y="69058"/>
                </a:lnTo>
                <a:close/>
                <a:moveTo>
                  <a:pt x="2358584" y="93219"/>
                </a:moveTo>
                <a:lnTo>
                  <a:pt x="2358584" y="69895"/>
                </a:lnTo>
                <a:cubicBezTo>
                  <a:pt x="2358584" y="67897"/>
                  <a:pt x="2358269" y="67334"/>
                  <a:pt x="2357017" y="67334"/>
                </a:cubicBezTo>
                <a:cubicBezTo>
                  <a:pt x="2351163" y="68460"/>
                  <a:pt x="2341808" y="68663"/>
                  <a:pt x="2335846" y="68100"/>
                </a:cubicBezTo>
                <a:lnTo>
                  <a:pt x="2335324" y="68870"/>
                </a:lnTo>
                <a:cubicBezTo>
                  <a:pt x="2337154" y="79938"/>
                  <a:pt x="2337676" y="99376"/>
                  <a:pt x="2337676" y="118611"/>
                </a:cubicBezTo>
                <a:lnTo>
                  <a:pt x="2337676" y="132717"/>
                </a:lnTo>
                <a:cubicBezTo>
                  <a:pt x="2337676" y="151952"/>
                  <a:pt x="2337365" y="165084"/>
                  <a:pt x="2335324" y="178884"/>
                </a:cubicBezTo>
                <a:lnTo>
                  <a:pt x="2335846" y="179651"/>
                </a:lnTo>
                <a:cubicBezTo>
                  <a:pt x="2338984" y="179139"/>
                  <a:pt x="2344994" y="178884"/>
                  <a:pt x="2348132" y="178884"/>
                </a:cubicBezTo>
                <a:cubicBezTo>
                  <a:pt x="2351267" y="178884"/>
                  <a:pt x="2357276" y="179139"/>
                  <a:pt x="2360414" y="179651"/>
                </a:cubicBezTo>
                <a:lnTo>
                  <a:pt x="2360937" y="178884"/>
                </a:lnTo>
                <a:cubicBezTo>
                  <a:pt x="2359003" y="164263"/>
                  <a:pt x="2358584" y="152210"/>
                  <a:pt x="2358584" y="132717"/>
                </a:cubicBezTo>
                <a:lnTo>
                  <a:pt x="2358584" y="119381"/>
                </a:lnTo>
                <a:cubicBezTo>
                  <a:pt x="2358584" y="108607"/>
                  <a:pt x="2361878" y="102453"/>
                  <a:pt x="2367469" y="93989"/>
                </a:cubicBezTo>
                <a:cubicBezTo>
                  <a:pt x="2371285" y="88297"/>
                  <a:pt x="2377139" y="85013"/>
                  <a:pt x="2382104" y="85013"/>
                </a:cubicBezTo>
                <a:cubicBezTo>
                  <a:pt x="2387332" y="85013"/>
                  <a:pt x="2392296" y="85525"/>
                  <a:pt x="2395694" y="88602"/>
                </a:cubicBezTo>
                <a:lnTo>
                  <a:pt x="2397783" y="88090"/>
                </a:lnTo>
                <a:lnTo>
                  <a:pt x="2403011" y="69124"/>
                </a:lnTo>
                <a:lnTo>
                  <a:pt x="2401966" y="68100"/>
                </a:lnTo>
                <a:cubicBezTo>
                  <a:pt x="2397524" y="66822"/>
                  <a:pt x="2397261" y="66306"/>
                  <a:pt x="2392559" y="66306"/>
                </a:cubicBezTo>
                <a:cubicBezTo>
                  <a:pt x="2378447" y="66306"/>
                  <a:pt x="2370866" y="74250"/>
                  <a:pt x="2359370" y="93731"/>
                </a:cubicBezTo>
                <a:lnTo>
                  <a:pt x="2358584" y="93219"/>
                </a:lnTo>
                <a:close/>
                <a:moveTo>
                  <a:pt x="2438295" y="108853"/>
                </a:moveTo>
                <a:cubicBezTo>
                  <a:pt x="2442737" y="82194"/>
                  <a:pt x="2459880" y="76556"/>
                  <a:pt x="2468087" y="76556"/>
                </a:cubicBezTo>
                <a:cubicBezTo>
                  <a:pt x="2478435" y="76556"/>
                  <a:pt x="2490039" y="86041"/>
                  <a:pt x="2490039" y="105264"/>
                </a:cubicBezTo>
                <a:cubicBezTo>
                  <a:pt x="2490039" y="107571"/>
                  <a:pt x="2488994" y="108853"/>
                  <a:pt x="2486379" y="108853"/>
                </a:cubicBezTo>
                <a:lnTo>
                  <a:pt x="2438295" y="108853"/>
                </a:lnTo>
                <a:moveTo>
                  <a:pt x="2508072" y="152182"/>
                </a:moveTo>
                <a:cubicBezTo>
                  <a:pt x="2498924" y="161929"/>
                  <a:pt x="2486642" y="166288"/>
                  <a:pt x="2472266" y="166288"/>
                </a:cubicBezTo>
                <a:cubicBezTo>
                  <a:pt x="2463329" y="166288"/>
                  <a:pt x="2450995" y="162953"/>
                  <a:pt x="2443782" y="151670"/>
                </a:cubicBezTo>
                <a:cubicBezTo>
                  <a:pt x="2439180" y="144488"/>
                  <a:pt x="2437509" y="134026"/>
                  <a:pt x="2437509" y="119100"/>
                </a:cubicBezTo>
                <a:lnTo>
                  <a:pt x="2508594" y="119100"/>
                </a:lnTo>
                <a:cubicBezTo>
                  <a:pt x="2511469" y="119100"/>
                  <a:pt x="2513296" y="117563"/>
                  <a:pt x="2513296" y="114745"/>
                </a:cubicBezTo>
                <a:cubicBezTo>
                  <a:pt x="2513296" y="93219"/>
                  <a:pt x="2502581" y="66306"/>
                  <a:pt x="2468087" y="66306"/>
                </a:cubicBezTo>
                <a:cubicBezTo>
                  <a:pt x="2441166" y="66306"/>
                  <a:pt x="2414512" y="87577"/>
                  <a:pt x="2414512" y="125257"/>
                </a:cubicBezTo>
                <a:cubicBezTo>
                  <a:pt x="2414512" y="139820"/>
                  <a:pt x="2417543" y="154184"/>
                  <a:pt x="2426272" y="164493"/>
                </a:cubicBezTo>
                <a:cubicBezTo>
                  <a:pt x="2435260" y="175100"/>
                  <a:pt x="2450210" y="181402"/>
                  <a:pt x="2467824" y="181402"/>
                </a:cubicBezTo>
                <a:cubicBezTo>
                  <a:pt x="2486642" y="181402"/>
                  <a:pt x="2503366" y="171925"/>
                  <a:pt x="2513296" y="158594"/>
                </a:cubicBezTo>
                <a:lnTo>
                  <a:pt x="2508072" y="152182"/>
                </a:lnTo>
                <a:close/>
                <a:moveTo>
                  <a:pt x="2566348" y="103473"/>
                </a:moveTo>
                <a:cubicBezTo>
                  <a:pt x="2572098" y="89888"/>
                  <a:pt x="2587518" y="78093"/>
                  <a:pt x="2597711" y="78093"/>
                </a:cubicBezTo>
                <a:cubicBezTo>
                  <a:pt x="2615480" y="78093"/>
                  <a:pt x="2624628" y="93989"/>
                  <a:pt x="2624628" y="122959"/>
                </a:cubicBezTo>
                <a:cubicBezTo>
                  <a:pt x="2624628" y="143980"/>
                  <a:pt x="2618619" y="171155"/>
                  <a:pt x="2590653" y="171155"/>
                </a:cubicBezTo>
                <a:cubicBezTo>
                  <a:pt x="2586474" y="171155"/>
                  <a:pt x="2575495" y="170131"/>
                  <a:pt x="2566348" y="159618"/>
                </a:cubicBezTo>
                <a:lnTo>
                  <a:pt x="2566348" y="103473"/>
                </a:lnTo>
                <a:moveTo>
                  <a:pt x="2566348" y="88606"/>
                </a:moveTo>
                <a:lnTo>
                  <a:pt x="2566348" y="69895"/>
                </a:lnTo>
                <a:cubicBezTo>
                  <a:pt x="2566348" y="67897"/>
                  <a:pt x="2566037" y="67334"/>
                  <a:pt x="2564780" y="67334"/>
                </a:cubicBezTo>
                <a:cubicBezTo>
                  <a:pt x="2558927" y="68460"/>
                  <a:pt x="2549571" y="68663"/>
                  <a:pt x="2543614" y="68100"/>
                </a:cubicBezTo>
                <a:lnTo>
                  <a:pt x="2543091" y="68870"/>
                </a:lnTo>
                <a:cubicBezTo>
                  <a:pt x="2544918" y="79938"/>
                  <a:pt x="2545440" y="99372"/>
                  <a:pt x="2545440" y="118599"/>
                </a:cubicBezTo>
                <a:lnTo>
                  <a:pt x="2545440" y="187055"/>
                </a:lnTo>
                <a:cubicBezTo>
                  <a:pt x="2545440" y="206169"/>
                  <a:pt x="2544969" y="224610"/>
                  <a:pt x="2543091" y="238430"/>
                </a:cubicBezTo>
                <a:lnTo>
                  <a:pt x="2543614" y="239201"/>
                </a:lnTo>
                <a:cubicBezTo>
                  <a:pt x="2546748" y="238688"/>
                  <a:pt x="2552758" y="238430"/>
                  <a:pt x="2555896" y="238430"/>
                </a:cubicBezTo>
                <a:cubicBezTo>
                  <a:pt x="2559030" y="238430"/>
                  <a:pt x="2565044" y="238688"/>
                  <a:pt x="2568178" y="239201"/>
                </a:cubicBezTo>
                <a:lnTo>
                  <a:pt x="2568700" y="238430"/>
                </a:lnTo>
                <a:cubicBezTo>
                  <a:pt x="2566818" y="223789"/>
                  <a:pt x="2566348" y="206372"/>
                  <a:pt x="2566348" y="187055"/>
                </a:cubicBezTo>
                <a:lnTo>
                  <a:pt x="2566348" y="175769"/>
                </a:lnTo>
                <a:cubicBezTo>
                  <a:pt x="2573143" y="179354"/>
                  <a:pt x="2582813" y="181402"/>
                  <a:pt x="2592220" y="181402"/>
                </a:cubicBezTo>
                <a:cubicBezTo>
                  <a:pt x="2626718" y="181402"/>
                  <a:pt x="2647625" y="155775"/>
                  <a:pt x="2647625" y="119624"/>
                </a:cubicBezTo>
                <a:cubicBezTo>
                  <a:pt x="2647625" y="92449"/>
                  <a:pt x="2631423" y="66306"/>
                  <a:pt x="2602153" y="66306"/>
                </a:cubicBezTo>
                <a:cubicBezTo>
                  <a:pt x="2591961" y="66306"/>
                  <a:pt x="2578893" y="71431"/>
                  <a:pt x="2566870" y="89376"/>
                </a:cubicBezTo>
                <a:lnTo>
                  <a:pt x="2566348" y="88606"/>
                </a:lnTo>
                <a:close/>
                <a:moveTo>
                  <a:pt x="2704336" y="93219"/>
                </a:moveTo>
                <a:lnTo>
                  <a:pt x="2704336" y="69895"/>
                </a:lnTo>
                <a:cubicBezTo>
                  <a:pt x="2704336" y="67897"/>
                  <a:pt x="2704021" y="67334"/>
                  <a:pt x="2702769" y="67334"/>
                </a:cubicBezTo>
                <a:cubicBezTo>
                  <a:pt x="2696915" y="68460"/>
                  <a:pt x="2687560" y="68663"/>
                  <a:pt x="2681598" y="68100"/>
                </a:cubicBezTo>
                <a:lnTo>
                  <a:pt x="2681076" y="68870"/>
                </a:lnTo>
                <a:cubicBezTo>
                  <a:pt x="2682906" y="79938"/>
                  <a:pt x="2683428" y="99376"/>
                  <a:pt x="2683428" y="118611"/>
                </a:cubicBezTo>
                <a:lnTo>
                  <a:pt x="2683428" y="132717"/>
                </a:lnTo>
                <a:cubicBezTo>
                  <a:pt x="2683428" y="151952"/>
                  <a:pt x="2683117" y="165084"/>
                  <a:pt x="2681076" y="178884"/>
                </a:cubicBezTo>
                <a:lnTo>
                  <a:pt x="2681598" y="179651"/>
                </a:lnTo>
                <a:cubicBezTo>
                  <a:pt x="2684736" y="179139"/>
                  <a:pt x="2690746" y="178884"/>
                  <a:pt x="2693884" y="178884"/>
                </a:cubicBezTo>
                <a:cubicBezTo>
                  <a:pt x="2697018" y="178884"/>
                  <a:pt x="2703028" y="179139"/>
                  <a:pt x="2706166" y="179651"/>
                </a:cubicBezTo>
                <a:lnTo>
                  <a:pt x="2706689" y="178884"/>
                </a:lnTo>
                <a:cubicBezTo>
                  <a:pt x="2704755" y="164263"/>
                  <a:pt x="2704336" y="152210"/>
                  <a:pt x="2704336" y="132717"/>
                </a:cubicBezTo>
                <a:lnTo>
                  <a:pt x="2704336" y="119381"/>
                </a:lnTo>
                <a:cubicBezTo>
                  <a:pt x="2704336" y="108607"/>
                  <a:pt x="2707630" y="102453"/>
                  <a:pt x="2713221" y="93989"/>
                </a:cubicBezTo>
                <a:cubicBezTo>
                  <a:pt x="2717037" y="88297"/>
                  <a:pt x="2722891" y="85013"/>
                  <a:pt x="2727855" y="85013"/>
                </a:cubicBezTo>
                <a:cubicBezTo>
                  <a:pt x="2733083" y="85013"/>
                  <a:pt x="2738048" y="85525"/>
                  <a:pt x="2741446" y="88602"/>
                </a:cubicBezTo>
                <a:lnTo>
                  <a:pt x="2743535" y="88090"/>
                </a:lnTo>
                <a:lnTo>
                  <a:pt x="2748763" y="69124"/>
                </a:lnTo>
                <a:lnTo>
                  <a:pt x="2747718" y="68100"/>
                </a:lnTo>
                <a:cubicBezTo>
                  <a:pt x="2743276" y="66822"/>
                  <a:pt x="2743013" y="66306"/>
                  <a:pt x="2738311" y="66306"/>
                </a:cubicBezTo>
                <a:cubicBezTo>
                  <a:pt x="2724199" y="66306"/>
                  <a:pt x="2716618" y="74250"/>
                  <a:pt x="2705121" y="93731"/>
                </a:cubicBezTo>
                <a:lnTo>
                  <a:pt x="2704336" y="93219"/>
                </a:lnTo>
                <a:close/>
                <a:moveTo>
                  <a:pt x="2761570" y="126290"/>
                </a:moveTo>
                <a:cubicBezTo>
                  <a:pt x="2761570" y="157054"/>
                  <a:pt x="2782214" y="181402"/>
                  <a:pt x="2816975" y="181402"/>
                </a:cubicBezTo>
                <a:cubicBezTo>
                  <a:pt x="2851469" y="181402"/>
                  <a:pt x="2872376" y="157570"/>
                  <a:pt x="2872376" y="123983"/>
                </a:cubicBezTo>
                <a:cubicBezTo>
                  <a:pt x="2872376" y="89118"/>
                  <a:pt x="2853299" y="66306"/>
                  <a:pt x="2818020" y="66306"/>
                </a:cubicBezTo>
                <a:cubicBezTo>
                  <a:pt x="2783781" y="66306"/>
                  <a:pt x="2761570" y="89888"/>
                  <a:pt x="2761570" y="126290"/>
                </a:cubicBezTo>
                <a:moveTo>
                  <a:pt x="2816189" y="76556"/>
                </a:moveTo>
                <a:cubicBezTo>
                  <a:pt x="2843892" y="76556"/>
                  <a:pt x="2849379" y="97578"/>
                  <a:pt x="2849379" y="128600"/>
                </a:cubicBezTo>
                <a:cubicBezTo>
                  <a:pt x="2849379" y="152952"/>
                  <a:pt x="2836834" y="171155"/>
                  <a:pt x="2819324" y="171155"/>
                </a:cubicBezTo>
                <a:cubicBezTo>
                  <a:pt x="2791625" y="171155"/>
                  <a:pt x="2784567" y="141674"/>
                  <a:pt x="2784567" y="121934"/>
                </a:cubicBezTo>
                <a:cubicBezTo>
                  <a:pt x="2784567" y="99630"/>
                  <a:pt x="2791625" y="76556"/>
                  <a:pt x="2816189" y="76556"/>
                </a:cubicBezTo>
                <a:close/>
                <a:moveTo>
                  <a:pt x="2978219" y="149880"/>
                </a:moveTo>
                <a:cubicBezTo>
                  <a:pt x="2968709" y="161772"/>
                  <a:pt x="2956686" y="168082"/>
                  <a:pt x="2946074" y="168082"/>
                </a:cubicBezTo>
                <a:cubicBezTo>
                  <a:pt x="2931962" y="168082"/>
                  <a:pt x="2919939" y="154239"/>
                  <a:pt x="2919939" y="122188"/>
                </a:cubicBezTo>
                <a:cubicBezTo>
                  <a:pt x="2919939" y="83734"/>
                  <a:pt x="2940743" y="76556"/>
                  <a:pt x="2953392" y="76556"/>
                </a:cubicBezTo>
                <a:cubicBezTo>
                  <a:pt x="2965674" y="76556"/>
                  <a:pt x="2971947" y="81682"/>
                  <a:pt x="2978219" y="91424"/>
                </a:cubicBezTo>
                <a:lnTo>
                  <a:pt x="2978219" y="149880"/>
                </a:lnTo>
                <a:moveTo>
                  <a:pt x="2978219" y="163977"/>
                </a:moveTo>
                <a:lnTo>
                  <a:pt x="2978742" y="163977"/>
                </a:lnTo>
                <a:lnTo>
                  <a:pt x="2980050" y="178841"/>
                </a:lnTo>
                <a:cubicBezTo>
                  <a:pt x="2980050" y="179397"/>
                  <a:pt x="2980831" y="179651"/>
                  <a:pt x="2982402" y="179651"/>
                </a:cubicBezTo>
                <a:cubicBezTo>
                  <a:pt x="2985852" y="179189"/>
                  <a:pt x="2987626" y="178884"/>
                  <a:pt x="2991443" y="178884"/>
                </a:cubicBezTo>
                <a:cubicBezTo>
                  <a:pt x="2994685" y="178884"/>
                  <a:pt x="2999649" y="179139"/>
                  <a:pt x="3003047" y="179651"/>
                </a:cubicBezTo>
                <a:lnTo>
                  <a:pt x="3003569" y="178884"/>
                </a:lnTo>
                <a:cubicBezTo>
                  <a:pt x="3001480" y="167856"/>
                  <a:pt x="2999127" y="148879"/>
                  <a:pt x="2999127" y="129644"/>
                </a:cubicBezTo>
                <a:lnTo>
                  <a:pt x="2999127" y="50691"/>
                </a:lnTo>
                <a:cubicBezTo>
                  <a:pt x="2999127" y="31745"/>
                  <a:pt x="3000172" y="18383"/>
                  <a:pt x="3001480" y="2561"/>
                </a:cubicBezTo>
                <a:cubicBezTo>
                  <a:pt x="3001480" y="770"/>
                  <a:pt x="3000746" y="0"/>
                  <a:pt x="2999127" y="0"/>
                </a:cubicBezTo>
                <a:cubicBezTo>
                  <a:pt x="2992595" y="2561"/>
                  <a:pt x="2987000" y="4355"/>
                  <a:pt x="2976389" y="5121"/>
                </a:cubicBezTo>
                <a:lnTo>
                  <a:pt x="2975867" y="5892"/>
                </a:lnTo>
                <a:cubicBezTo>
                  <a:pt x="2977904" y="16846"/>
                  <a:pt x="2978219" y="35843"/>
                  <a:pt x="2978219" y="55300"/>
                </a:cubicBezTo>
                <a:lnTo>
                  <a:pt x="2978219" y="71943"/>
                </a:lnTo>
                <a:cubicBezTo>
                  <a:pt x="2972210" y="68612"/>
                  <a:pt x="2961495" y="66306"/>
                  <a:pt x="2956267" y="66306"/>
                </a:cubicBezTo>
                <a:cubicBezTo>
                  <a:pt x="2922240" y="66306"/>
                  <a:pt x="2897205" y="89380"/>
                  <a:pt x="2897205" y="124257"/>
                </a:cubicBezTo>
                <a:cubicBezTo>
                  <a:pt x="2897205" y="155775"/>
                  <a:pt x="2916282" y="181402"/>
                  <a:pt x="2944507" y="181402"/>
                </a:cubicBezTo>
                <a:cubicBezTo>
                  <a:pt x="2957052" y="181402"/>
                  <a:pt x="2968812" y="175870"/>
                  <a:pt x="2978219" y="163977"/>
                </a:cubicBezTo>
                <a:close/>
                <a:moveTo>
                  <a:pt x="3117773" y="155337"/>
                </a:moveTo>
                <a:lnTo>
                  <a:pt x="3118818" y="156104"/>
                </a:lnTo>
                <a:lnTo>
                  <a:pt x="3120126" y="178884"/>
                </a:lnTo>
                <a:cubicBezTo>
                  <a:pt x="3120126" y="179397"/>
                  <a:pt x="3120441" y="179651"/>
                  <a:pt x="3121171" y="179651"/>
                </a:cubicBezTo>
                <a:cubicBezTo>
                  <a:pt x="3124620" y="179193"/>
                  <a:pt x="3127707" y="178884"/>
                  <a:pt x="3131519" y="178884"/>
                </a:cubicBezTo>
                <a:cubicBezTo>
                  <a:pt x="3134761" y="178884"/>
                  <a:pt x="3139726" y="179142"/>
                  <a:pt x="3143123" y="179651"/>
                </a:cubicBezTo>
                <a:lnTo>
                  <a:pt x="3143646" y="178884"/>
                </a:lnTo>
                <a:cubicBezTo>
                  <a:pt x="3141556" y="167879"/>
                  <a:pt x="3139203" y="148937"/>
                  <a:pt x="3139203" y="129742"/>
                </a:cubicBezTo>
                <a:lnTo>
                  <a:pt x="3139203" y="115151"/>
                </a:lnTo>
                <a:cubicBezTo>
                  <a:pt x="3139203" y="95952"/>
                  <a:pt x="3139467" y="82644"/>
                  <a:pt x="3141556" y="69077"/>
                </a:cubicBezTo>
                <a:lnTo>
                  <a:pt x="3141034" y="68307"/>
                </a:lnTo>
                <a:cubicBezTo>
                  <a:pt x="3137895" y="68819"/>
                  <a:pt x="3131886" y="69077"/>
                  <a:pt x="3128752" y="69077"/>
                </a:cubicBezTo>
                <a:cubicBezTo>
                  <a:pt x="3125613" y="69077"/>
                  <a:pt x="3119604" y="68819"/>
                  <a:pt x="3116469" y="68307"/>
                </a:cubicBezTo>
                <a:lnTo>
                  <a:pt x="3115943" y="69077"/>
                </a:lnTo>
                <a:cubicBezTo>
                  <a:pt x="3117985" y="83719"/>
                  <a:pt x="3118296" y="95697"/>
                  <a:pt x="3118296" y="115151"/>
                </a:cubicBezTo>
                <a:lnTo>
                  <a:pt x="3118296" y="140235"/>
                </a:lnTo>
                <a:cubicBezTo>
                  <a:pt x="3110352" y="153343"/>
                  <a:pt x="3095299" y="167054"/>
                  <a:pt x="3082494" y="167054"/>
                </a:cubicBezTo>
                <a:cubicBezTo>
                  <a:pt x="3073502" y="167054"/>
                  <a:pt x="3064984" y="164243"/>
                  <a:pt x="3064984" y="140450"/>
                </a:cubicBezTo>
                <a:lnTo>
                  <a:pt x="3064984" y="115124"/>
                </a:lnTo>
                <a:cubicBezTo>
                  <a:pt x="3064984" y="95936"/>
                  <a:pt x="3065243" y="82636"/>
                  <a:pt x="3067337" y="69077"/>
                </a:cubicBezTo>
                <a:lnTo>
                  <a:pt x="3066814" y="68307"/>
                </a:lnTo>
                <a:cubicBezTo>
                  <a:pt x="3063676" y="68819"/>
                  <a:pt x="3057667" y="69077"/>
                  <a:pt x="3054528" y="69077"/>
                </a:cubicBezTo>
                <a:cubicBezTo>
                  <a:pt x="3051394" y="69077"/>
                  <a:pt x="3045384" y="68819"/>
                  <a:pt x="3042246" y="68307"/>
                </a:cubicBezTo>
                <a:lnTo>
                  <a:pt x="3041724" y="69077"/>
                </a:lnTo>
                <a:cubicBezTo>
                  <a:pt x="3043813" y="83656"/>
                  <a:pt x="3044076" y="95682"/>
                  <a:pt x="3044076" y="115124"/>
                </a:cubicBezTo>
                <a:lnTo>
                  <a:pt x="3044076" y="145822"/>
                </a:lnTo>
                <a:cubicBezTo>
                  <a:pt x="3044076" y="163473"/>
                  <a:pt x="3052439" y="181402"/>
                  <a:pt x="3078311" y="181402"/>
                </a:cubicBezTo>
                <a:cubicBezTo>
                  <a:pt x="3094513" y="181402"/>
                  <a:pt x="3109148" y="168336"/>
                  <a:pt x="3117773" y="155286"/>
                </a:cubicBezTo>
                <a:lnTo>
                  <a:pt x="3117773" y="155337"/>
                </a:lnTo>
                <a:close/>
                <a:moveTo>
                  <a:pt x="3228061" y="76556"/>
                </a:moveTo>
                <a:cubicBezTo>
                  <a:pt x="3238146" y="76556"/>
                  <a:pt x="3247294" y="83836"/>
                  <a:pt x="3254193" y="95525"/>
                </a:cubicBezTo>
                <a:lnTo>
                  <a:pt x="3257590" y="95271"/>
                </a:lnTo>
                <a:lnTo>
                  <a:pt x="3263600" y="74250"/>
                </a:lnTo>
                <a:lnTo>
                  <a:pt x="3263077" y="73484"/>
                </a:lnTo>
                <a:cubicBezTo>
                  <a:pt x="3254978" y="69382"/>
                  <a:pt x="3241388" y="66306"/>
                  <a:pt x="3228320" y="66306"/>
                </a:cubicBezTo>
                <a:cubicBezTo>
                  <a:pt x="3201140" y="66306"/>
                  <a:pt x="3172656" y="88093"/>
                  <a:pt x="3172656" y="122959"/>
                </a:cubicBezTo>
                <a:cubicBezTo>
                  <a:pt x="3172656" y="158594"/>
                  <a:pt x="3193300" y="181402"/>
                  <a:pt x="3225186" y="181402"/>
                </a:cubicBezTo>
                <a:cubicBezTo>
                  <a:pt x="3240866" y="181402"/>
                  <a:pt x="3253148" y="176281"/>
                  <a:pt x="3263600" y="163211"/>
                </a:cubicBezTo>
                <a:lnTo>
                  <a:pt x="3258635" y="157824"/>
                </a:lnTo>
                <a:lnTo>
                  <a:pt x="3257590" y="157824"/>
                </a:lnTo>
                <a:cubicBezTo>
                  <a:pt x="3247661" y="166542"/>
                  <a:pt x="3239350" y="168595"/>
                  <a:pt x="3229628" y="168595"/>
                </a:cubicBezTo>
                <a:cubicBezTo>
                  <a:pt x="3210551" y="168595"/>
                  <a:pt x="3195653" y="151674"/>
                  <a:pt x="3195653" y="121676"/>
                </a:cubicBezTo>
                <a:cubicBezTo>
                  <a:pt x="3195653" y="93477"/>
                  <a:pt x="3210810" y="76556"/>
                  <a:pt x="3228061" y="76556"/>
                </a:cubicBezTo>
                <a:close/>
                <a:moveTo>
                  <a:pt x="3307508" y="108853"/>
                </a:moveTo>
                <a:cubicBezTo>
                  <a:pt x="3311951" y="82194"/>
                  <a:pt x="3329094" y="76556"/>
                  <a:pt x="3337301" y="76556"/>
                </a:cubicBezTo>
                <a:cubicBezTo>
                  <a:pt x="3347649" y="76556"/>
                  <a:pt x="3359253" y="86041"/>
                  <a:pt x="3359253" y="105264"/>
                </a:cubicBezTo>
                <a:cubicBezTo>
                  <a:pt x="3359253" y="107571"/>
                  <a:pt x="3358208" y="108853"/>
                  <a:pt x="3355592" y="108853"/>
                </a:cubicBezTo>
                <a:lnTo>
                  <a:pt x="3307508" y="108853"/>
                </a:lnTo>
                <a:moveTo>
                  <a:pt x="3377286" y="152182"/>
                </a:moveTo>
                <a:cubicBezTo>
                  <a:pt x="3368138" y="161929"/>
                  <a:pt x="3355856" y="166288"/>
                  <a:pt x="3341480" y="166288"/>
                </a:cubicBezTo>
                <a:cubicBezTo>
                  <a:pt x="3332543" y="166288"/>
                  <a:pt x="3320209" y="162953"/>
                  <a:pt x="3312996" y="151670"/>
                </a:cubicBezTo>
                <a:cubicBezTo>
                  <a:pt x="3308394" y="144488"/>
                  <a:pt x="3306723" y="134026"/>
                  <a:pt x="3306723" y="119100"/>
                </a:cubicBezTo>
                <a:lnTo>
                  <a:pt x="3377808" y="119100"/>
                </a:lnTo>
                <a:cubicBezTo>
                  <a:pt x="3380683" y="119100"/>
                  <a:pt x="3382509" y="117563"/>
                  <a:pt x="3382509" y="114745"/>
                </a:cubicBezTo>
                <a:cubicBezTo>
                  <a:pt x="3382509" y="93219"/>
                  <a:pt x="3371794" y="66306"/>
                  <a:pt x="3337301" y="66306"/>
                </a:cubicBezTo>
                <a:cubicBezTo>
                  <a:pt x="3310380" y="66306"/>
                  <a:pt x="3283726" y="87577"/>
                  <a:pt x="3283726" y="125257"/>
                </a:cubicBezTo>
                <a:cubicBezTo>
                  <a:pt x="3283726" y="139820"/>
                  <a:pt x="3286756" y="154184"/>
                  <a:pt x="3295485" y="164493"/>
                </a:cubicBezTo>
                <a:cubicBezTo>
                  <a:pt x="3304474" y="175100"/>
                  <a:pt x="3319424" y="181402"/>
                  <a:pt x="3337037" y="181402"/>
                </a:cubicBezTo>
                <a:cubicBezTo>
                  <a:pt x="3355856" y="181402"/>
                  <a:pt x="3372580" y="171925"/>
                  <a:pt x="3382509" y="158594"/>
                </a:cubicBezTo>
                <a:lnTo>
                  <a:pt x="3377286" y="152182"/>
                </a:lnTo>
                <a:close/>
                <a:moveTo>
                  <a:pt x="3489399" y="149880"/>
                </a:moveTo>
                <a:cubicBezTo>
                  <a:pt x="3479888" y="161772"/>
                  <a:pt x="3467865" y="168082"/>
                  <a:pt x="3457254" y="168082"/>
                </a:cubicBezTo>
                <a:cubicBezTo>
                  <a:pt x="3443141" y="168082"/>
                  <a:pt x="3431118" y="154239"/>
                  <a:pt x="3431118" y="122188"/>
                </a:cubicBezTo>
                <a:cubicBezTo>
                  <a:pt x="3431118" y="83734"/>
                  <a:pt x="3451922" y="76556"/>
                  <a:pt x="3464571" y="76556"/>
                </a:cubicBezTo>
                <a:cubicBezTo>
                  <a:pt x="3476854" y="76556"/>
                  <a:pt x="3483126" y="81682"/>
                  <a:pt x="3489399" y="91424"/>
                </a:cubicBezTo>
                <a:lnTo>
                  <a:pt x="3489399" y="149880"/>
                </a:lnTo>
                <a:moveTo>
                  <a:pt x="3489399" y="163977"/>
                </a:moveTo>
                <a:lnTo>
                  <a:pt x="3489921" y="163977"/>
                </a:lnTo>
                <a:lnTo>
                  <a:pt x="3491229" y="178841"/>
                </a:lnTo>
                <a:cubicBezTo>
                  <a:pt x="3491229" y="179397"/>
                  <a:pt x="3492011" y="179651"/>
                  <a:pt x="3493582" y="179651"/>
                </a:cubicBezTo>
                <a:cubicBezTo>
                  <a:pt x="3497031" y="179189"/>
                  <a:pt x="3498806" y="178884"/>
                  <a:pt x="3502622" y="178884"/>
                </a:cubicBezTo>
                <a:cubicBezTo>
                  <a:pt x="3505864" y="178884"/>
                  <a:pt x="3510829" y="179139"/>
                  <a:pt x="3514226" y="179651"/>
                </a:cubicBezTo>
                <a:lnTo>
                  <a:pt x="3514749" y="178884"/>
                </a:lnTo>
                <a:cubicBezTo>
                  <a:pt x="3512659" y="167856"/>
                  <a:pt x="3510307" y="148879"/>
                  <a:pt x="3510307" y="129644"/>
                </a:cubicBezTo>
                <a:lnTo>
                  <a:pt x="3510307" y="50691"/>
                </a:lnTo>
                <a:cubicBezTo>
                  <a:pt x="3510307" y="31745"/>
                  <a:pt x="3511351" y="18383"/>
                  <a:pt x="3512659" y="2561"/>
                </a:cubicBezTo>
                <a:cubicBezTo>
                  <a:pt x="3512659" y="770"/>
                  <a:pt x="3511926" y="0"/>
                  <a:pt x="3510307" y="0"/>
                </a:cubicBezTo>
                <a:cubicBezTo>
                  <a:pt x="3503775" y="2561"/>
                  <a:pt x="3498180" y="4355"/>
                  <a:pt x="3487569" y="5121"/>
                </a:cubicBezTo>
                <a:lnTo>
                  <a:pt x="3487046" y="5892"/>
                </a:lnTo>
                <a:cubicBezTo>
                  <a:pt x="3489084" y="16846"/>
                  <a:pt x="3489399" y="35843"/>
                  <a:pt x="3489399" y="55300"/>
                </a:cubicBezTo>
                <a:lnTo>
                  <a:pt x="3489399" y="71943"/>
                </a:lnTo>
                <a:cubicBezTo>
                  <a:pt x="3483389" y="68612"/>
                  <a:pt x="3472674" y="66306"/>
                  <a:pt x="3467447" y="66306"/>
                </a:cubicBezTo>
                <a:cubicBezTo>
                  <a:pt x="3433419" y="66306"/>
                  <a:pt x="3408384" y="89380"/>
                  <a:pt x="3408384" y="124257"/>
                </a:cubicBezTo>
                <a:cubicBezTo>
                  <a:pt x="3408384" y="155775"/>
                  <a:pt x="3427462" y="181402"/>
                  <a:pt x="3455687" y="181402"/>
                </a:cubicBezTo>
                <a:cubicBezTo>
                  <a:pt x="3468232" y="181402"/>
                  <a:pt x="3479992" y="175870"/>
                  <a:pt x="3489399" y="163977"/>
                </a:cubicBezTo>
                <a:close/>
                <a:moveTo>
                  <a:pt x="3644375" y="108853"/>
                </a:moveTo>
                <a:cubicBezTo>
                  <a:pt x="3648817" y="82194"/>
                  <a:pt x="3665960" y="76556"/>
                  <a:pt x="3674167" y="76556"/>
                </a:cubicBezTo>
                <a:cubicBezTo>
                  <a:pt x="3684515" y="76556"/>
                  <a:pt x="3696119" y="86041"/>
                  <a:pt x="3696119" y="105264"/>
                </a:cubicBezTo>
                <a:cubicBezTo>
                  <a:pt x="3696119" y="107571"/>
                  <a:pt x="3695075" y="108853"/>
                  <a:pt x="3692459" y="108853"/>
                </a:cubicBezTo>
                <a:lnTo>
                  <a:pt x="3644375" y="108853"/>
                </a:lnTo>
                <a:moveTo>
                  <a:pt x="3714152" y="152182"/>
                </a:moveTo>
                <a:cubicBezTo>
                  <a:pt x="3705004" y="161929"/>
                  <a:pt x="3692722" y="166288"/>
                  <a:pt x="3678346" y="166288"/>
                </a:cubicBezTo>
                <a:cubicBezTo>
                  <a:pt x="3669410" y="166288"/>
                  <a:pt x="3657076" y="162953"/>
                  <a:pt x="3649862" y="151670"/>
                </a:cubicBezTo>
                <a:cubicBezTo>
                  <a:pt x="3645260" y="144488"/>
                  <a:pt x="3643589" y="134026"/>
                  <a:pt x="3643589" y="119100"/>
                </a:cubicBezTo>
                <a:lnTo>
                  <a:pt x="3714674" y="119100"/>
                </a:lnTo>
                <a:cubicBezTo>
                  <a:pt x="3717549" y="119100"/>
                  <a:pt x="3719376" y="117563"/>
                  <a:pt x="3719376" y="114745"/>
                </a:cubicBezTo>
                <a:cubicBezTo>
                  <a:pt x="3719376" y="93219"/>
                  <a:pt x="3708661" y="66306"/>
                  <a:pt x="3674167" y="66306"/>
                </a:cubicBezTo>
                <a:cubicBezTo>
                  <a:pt x="3647246" y="66306"/>
                  <a:pt x="3620592" y="87577"/>
                  <a:pt x="3620592" y="125257"/>
                </a:cubicBezTo>
                <a:cubicBezTo>
                  <a:pt x="3620592" y="139820"/>
                  <a:pt x="3623623" y="154184"/>
                  <a:pt x="3632352" y="164493"/>
                </a:cubicBezTo>
                <a:cubicBezTo>
                  <a:pt x="3641340" y="175100"/>
                  <a:pt x="3656290" y="181402"/>
                  <a:pt x="3673904" y="181402"/>
                </a:cubicBezTo>
                <a:cubicBezTo>
                  <a:pt x="3692722" y="181402"/>
                  <a:pt x="3709446" y="171925"/>
                  <a:pt x="3719376" y="158594"/>
                </a:cubicBezTo>
                <a:lnTo>
                  <a:pt x="3714152" y="152182"/>
                </a:lnTo>
                <a:close/>
                <a:moveTo>
                  <a:pt x="3773736" y="93219"/>
                </a:moveTo>
                <a:lnTo>
                  <a:pt x="3773736" y="69895"/>
                </a:lnTo>
                <a:cubicBezTo>
                  <a:pt x="3773736" y="67897"/>
                  <a:pt x="3773421" y="67334"/>
                  <a:pt x="3772169" y="67334"/>
                </a:cubicBezTo>
                <a:cubicBezTo>
                  <a:pt x="3766315" y="68460"/>
                  <a:pt x="3756959" y="68663"/>
                  <a:pt x="3750998" y="68100"/>
                </a:cubicBezTo>
                <a:lnTo>
                  <a:pt x="3750475" y="68870"/>
                </a:lnTo>
                <a:cubicBezTo>
                  <a:pt x="3752306" y="79938"/>
                  <a:pt x="3752828" y="99376"/>
                  <a:pt x="3752828" y="118611"/>
                </a:cubicBezTo>
                <a:lnTo>
                  <a:pt x="3752828" y="132717"/>
                </a:lnTo>
                <a:cubicBezTo>
                  <a:pt x="3752828" y="151952"/>
                  <a:pt x="3752517" y="165084"/>
                  <a:pt x="3750475" y="178884"/>
                </a:cubicBezTo>
                <a:lnTo>
                  <a:pt x="3750998" y="179651"/>
                </a:lnTo>
                <a:cubicBezTo>
                  <a:pt x="3754136" y="179139"/>
                  <a:pt x="3760146" y="178884"/>
                  <a:pt x="3763284" y="178884"/>
                </a:cubicBezTo>
                <a:cubicBezTo>
                  <a:pt x="3766418" y="178884"/>
                  <a:pt x="3772428" y="179139"/>
                  <a:pt x="3775566" y="179651"/>
                </a:cubicBezTo>
                <a:lnTo>
                  <a:pt x="3776089" y="178884"/>
                </a:lnTo>
                <a:cubicBezTo>
                  <a:pt x="3774155" y="164263"/>
                  <a:pt x="3773736" y="152210"/>
                  <a:pt x="3773736" y="132717"/>
                </a:cubicBezTo>
                <a:lnTo>
                  <a:pt x="3773736" y="119381"/>
                </a:lnTo>
                <a:cubicBezTo>
                  <a:pt x="3773736" y="108607"/>
                  <a:pt x="3777030" y="102453"/>
                  <a:pt x="3782620" y="93989"/>
                </a:cubicBezTo>
                <a:cubicBezTo>
                  <a:pt x="3786437" y="88297"/>
                  <a:pt x="3792291" y="85013"/>
                  <a:pt x="3797255" y="85013"/>
                </a:cubicBezTo>
                <a:cubicBezTo>
                  <a:pt x="3802483" y="85013"/>
                  <a:pt x="3807448" y="85525"/>
                  <a:pt x="3810846" y="88602"/>
                </a:cubicBezTo>
                <a:lnTo>
                  <a:pt x="3812935" y="88090"/>
                </a:lnTo>
                <a:lnTo>
                  <a:pt x="3818163" y="69124"/>
                </a:lnTo>
                <a:lnTo>
                  <a:pt x="3817118" y="68100"/>
                </a:lnTo>
                <a:cubicBezTo>
                  <a:pt x="3812676" y="66822"/>
                  <a:pt x="3812413" y="66306"/>
                  <a:pt x="3807711" y="66306"/>
                </a:cubicBezTo>
                <a:cubicBezTo>
                  <a:pt x="3793599" y="66306"/>
                  <a:pt x="3786018" y="74250"/>
                  <a:pt x="3774521" y="93731"/>
                </a:cubicBezTo>
                <a:lnTo>
                  <a:pt x="3773736" y="93219"/>
                </a:lnTo>
                <a:close/>
                <a:moveTo>
                  <a:pt x="3866511" y="93219"/>
                </a:moveTo>
                <a:lnTo>
                  <a:pt x="3866511" y="69895"/>
                </a:lnTo>
                <a:cubicBezTo>
                  <a:pt x="3866511" y="67897"/>
                  <a:pt x="3866196" y="67334"/>
                  <a:pt x="3864944" y="67334"/>
                </a:cubicBezTo>
                <a:cubicBezTo>
                  <a:pt x="3859090" y="68460"/>
                  <a:pt x="3849735" y="68663"/>
                  <a:pt x="3843773" y="68100"/>
                </a:cubicBezTo>
                <a:lnTo>
                  <a:pt x="3843251" y="68870"/>
                </a:lnTo>
                <a:cubicBezTo>
                  <a:pt x="3845081" y="79938"/>
                  <a:pt x="3845604" y="99376"/>
                  <a:pt x="3845604" y="118611"/>
                </a:cubicBezTo>
                <a:lnTo>
                  <a:pt x="3845604" y="132717"/>
                </a:lnTo>
                <a:cubicBezTo>
                  <a:pt x="3845604" y="151952"/>
                  <a:pt x="3845293" y="165084"/>
                  <a:pt x="3843251" y="178884"/>
                </a:cubicBezTo>
                <a:lnTo>
                  <a:pt x="3843773" y="179651"/>
                </a:lnTo>
                <a:cubicBezTo>
                  <a:pt x="3846912" y="179139"/>
                  <a:pt x="3852921" y="178884"/>
                  <a:pt x="3856060" y="178884"/>
                </a:cubicBezTo>
                <a:cubicBezTo>
                  <a:pt x="3859194" y="178884"/>
                  <a:pt x="3865203" y="179139"/>
                  <a:pt x="3868342" y="179651"/>
                </a:cubicBezTo>
                <a:lnTo>
                  <a:pt x="3868864" y="178884"/>
                </a:lnTo>
                <a:cubicBezTo>
                  <a:pt x="3866930" y="164263"/>
                  <a:pt x="3866511" y="152210"/>
                  <a:pt x="3866511" y="132717"/>
                </a:cubicBezTo>
                <a:lnTo>
                  <a:pt x="3866511" y="119381"/>
                </a:lnTo>
                <a:cubicBezTo>
                  <a:pt x="3866511" y="108607"/>
                  <a:pt x="3869805" y="102453"/>
                  <a:pt x="3875396" y="93989"/>
                </a:cubicBezTo>
                <a:cubicBezTo>
                  <a:pt x="3879212" y="88297"/>
                  <a:pt x="3885066" y="85013"/>
                  <a:pt x="3890031" y="85013"/>
                </a:cubicBezTo>
                <a:cubicBezTo>
                  <a:pt x="3895259" y="85013"/>
                  <a:pt x="3900224" y="85525"/>
                  <a:pt x="3903621" y="88602"/>
                </a:cubicBezTo>
                <a:lnTo>
                  <a:pt x="3905711" y="88090"/>
                </a:lnTo>
                <a:lnTo>
                  <a:pt x="3910939" y="69124"/>
                </a:lnTo>
                <a:lnTo>
                  <a:pt x="3909894" y="68100"/>
                </a:lnTo>
                <a:cubicBezTo>
                  <a:pt x="3905452" y="66822"/>
                  <a:pt x="3905188" y="66306"/>
                  <a:pt x="3900487" y="66306"/>
                </a:cubicBezTo>
                <a:cubicBezTo>
                  <a:pt x="3886374" y="66306"/>
                  <a:pt x="3878794" y="74250"/>
                  <a:pt x="3867297" y="93731"/>
                </a:cubicBezTo>
                <a:lnTo>
                  <a:pt x="3866511" y="93219"/>
                </a:lnTo>
                <a:close/>
                <a:moveTo>
                  <a:pt x="3923484" y="126290"/>
                </a:moveTo>
                <a:cubicBezTo>
                  <a:pt x="3923484" y="157054"/>
                  <a:pt x="3944128" y="181402"/>
                  <a:pt x="3978889" y="181402"/>
                </a:cubicBezTo>
                <a:cubicBezTo>
                  <a:pt x="4013383" y="181402"/>
                  <a:pt x="4034290" y="157570"/>
                  <a:pt x="4034290" y="123983"/>
                </a:cubicBezTo>
                <a:cubicBezTo>
                  <a:pt x="4034290" y="89118"/>
                  <a:pt x="4015213" y="66306"/>
                  <a:pt x="3979934" y="66306"/>
                </a:cubicBezTo>
                <a:cubicBezTo>
                  <a:pt x="3945695" y="66306"/>
                  <a:pt x="3923484" y="89888"/>
                  <a:pt x="3923484" y="126290"/>
                </a:cubicBezTo>
                <a:moveTo>
                  <a:pt x="3978104" y="76556"/>
                </a:moveTo>
                <a:cubicBezTo>
                  <a:pt x="4005806" y="76556"/>
                  <a:pt x="4011293" y="97578"/>
                  <a:pt x="4011293" y="128600"/>
                </a:cubicBezTo>
                <a:cubicBezTo>
                  <a:pt x="4011293" y="152952"/>
                  <a:pt x="3998748" y="171155"/>
                  <a:pt x="3981238" y="171155"/>
                </a:cubicBezTo>
                <a:cubicBezTo>
                  <a:pt x="3953539" y="171155"/>
                  <a:pt x="3946481" y="141674"/>
                  <a:pt x="3946481" y="121934"/>
                </a:cubicBezTo>
                <a:cubicBezTo>
                  <a:pt x="3946481" y="99630"/>
                  <a:pt x="3953539" y="76556"/>
                  <a:pt x="3978104" y="76556"/>
                </a:cubicBezTo>
                <a:close/>
                <a:moveTo>
                  <a:pt x="4087866" y="93219"/>
                </a:moveTo>
                <a:lnTo>
                  <a:pt x="4087866" y="69895"/>
                </a:lnTo>
                <a:cubicBezTo>
                  <a:pt x="4087866" y="67897"/>
                  <a:pt x="4087551" y="67334"/>
                  <a:pt x="4086298" y="67334"/>
                </a:cubicBezTo>
                <a:cubicBezTo>
                  <a:pt x="4080445" y="68460"/>
                  <a:pt x="4071089" y="68663"/>
                  <a:pt x="4065128" y="68100"/>
                </a:cubicBezTo>
                <a:lnTo>
                  <a:pt x="4064605" y="68870"/>
                </a:lnTo>
                <a:cubicBezTo>
                  <a:pt x="4066436" y="79938"/>
                  <a:pt x="4066958" y="99376"/>
                  <a:pt x="4066958" y="118611"/>
                </a:cubicBezTo>
                <a:lnTo>
                  <a:pt x="4066958" y="132717"/>
                </a:lnTo>
                <a:cubicBezTo>
                  <a:pt x="4066958" y="151952"/>
                  <a:pt x="4066647" y="165084"/>
                  <a:pt x="4064605" y="178884"/>
                </a:cubicBezTo>
                <a:lnTo>
                  <a:pt x="4065128" y="179651"/>
                </a:lnTo>
                <a:cubicBezTo>
                  <a:pt x="4068266" y="179139"/>
                  <a:pt x="4074276" y="178884"/>
                  <a:pt x="4077414" y="178884"/>
                </a:cubicBezTo>
                <a:cubicBezTo>
                  <a:pt x="4080548" y="178884"/>
                  <a:pt x="4086558" y="179139"/>
                  <a:pt x="4089696" y="179651"/>
                </a:cubicBezTo>
                <a:lnTo>
                  <a:pt x="4090218" y="178884"/>
                </a:lnTo>
                <a:cubicBezTo>
                  <a:pt x="4088284" y="164263"/>
                  <a:pt x="4087866" y="152210"/>
                  <a:pt x="4087866" y="132717"/>
                </a:cubicBezTo>
                <a:lnTo>
                  <a:pt x="4087866" y="119381"/>
                </a:lnTo>
                <a:cubicBezTo>
                  <a:pt x="4087866" y="108607"/>
                  <a:pt x="4091160" y="102453"/>
                  <a:pt x="4096750" y="93989"/>
                </a:cubicBezTo>
                <a:cubicBezTo>
                  <a:pt x="4100567" y="88297"/>
                  <a:pt x="4106421" y="85013"/>
                  <a:pt x="4111385" y="85013"/>
                </a:cubicBezTo>
                <a:cubicBezTo>
                  <a:pt x="4116613" y="85013"/>
                  <a:pt x="4121578" y="85525"/>
                  <a:pt x="4124975" y="88602"/>
                </a:cubicBezTo>
                <a:lnTo>
                  <a:pt x="4127065" y="88090"/>
                </a:lnTo>
                <a:lnTo>
                  <a:pt x="4132293" y="69124"/>
                </a:lnTo>
                <a:lnTo>
                  <a:pt x="4131248" y="68100"/>
                </a:lnTo>
                <a:cubicBezTo>
                  <a:pt x="4126806" y="66822"/>
                  <a:pt x="4126543" y="66306"/>
                  <a:pt x="4121841" y="66306"/>
                </a:cubicBezTo>
                <a:cubicBezTo>
                  <a:pt x="4107728" y="66306"/>
                  <a:pt x="4100148" y="74250"/>
                  <a:pt x="4088651" y="93731"/>
                </a:cubicBezTo>
                <a:lnTo>
                  <a:pt x="4087866" y="93219"/>
                </a:lnTo>
                <a:close/>
                <a:moveTo>
                  <a:pt x="4150063" y="152952"/>
                </a:moveTo>
                <a:lnTo>
                  <a:pt x="4145621" y="174486"/>
                </a:lnTo>
                <a:cubicBezTo>
                  <a:pt x="4160519" y="179612"/>
                  <a:pt x="4175154" y="181402"/>
                  <a:pt x="4185083" y="181402"/>
                </a:cubicBezTo>
                <a:cubicBezTo>
                  <a:pt x="4221148" y="181402"/>
                  <a:pt x="4229510" y="160388"/>
                  <a:pt x="4229510" y="146287"/>
                </a:cubicBezTo>
                <a:cubicBezTo>
                  <a:pt x="4229510" y="125265"/>
                  <a:pt x="4212523" y="117063"/>
                  <a:pt x="4193968" y="112704"/>
                </a:cubicBezTo>
                <a:cubicBezTo>
                  <a:pt x="4184090" y="110397"/>
                  <a:pt x="4169667" y="105526"/>
                  <a:pt x="4169667" y="92707"/>
                </a:cubicBezTo>
                <a:cubicBezTo>
                  <a:pt x="4169667" y="82194"/>
                  <a:pt x="4178288" y="76556"/>
                  <a:pt x="4189526" y="76556"/>
                </a:cubicBezTo>
                <a:cubicBezTo>
                  <a:pt x="4203116" y="76556"/>
                  <a:pt x="4211478" y="87065"/>
                  <a:pt x="4217491" y="93989"/>
                </a:cubicBezTo>
                <a:lnTo>
                  <a:pt x="4221148" y="93731"/>
                </a:lnTo>
                <a:lnTo>
                  <a:pt x="4226376" y="74762"/>
                </a:lnTo>
                <a:lnTo>
                  <a:pt x="4225854" y="73996"/>
                </a:lnTo>
                <a:cubicBezTo>
                  <a:pt x="4218273" y="70153"/>
                  <a:pt x="4203901" y="66306"/>
                  <a:pt x="4190570" y="66306"/>
                </a:cubicBezTo>
                <a:cubicBezTo>
                  <a:pt x="4171234" y="66306"/>
                  <a:pt x="4151108" y="76298"/>
                  <a:pt x="4151108" y="97578"/>
                </a:cubicBezTo>
                <a:cubicBezTo>
                  <a:pt x="4151108" y="118087"/>
                  <a:pt x="4166740" y="124855"/>
                  <a:pt x="4182471" y="129112"/>
                </a:cubicBezTo>
                <a:cubicBezTo>
                  <a:pt x="4197629" y="133213"/>
                  <a:pt x="4208866" y="137314"/>
                  <a:pt x="4208866" y="149876"/>
                </a:cubicBezTo>
                <a:cubicBezTo>
                  <a:pt x="4208866" y="163465"/>
                  <a:pt x="4198673" y="171155"/>
                  <a:pt x="4184824" y="171155"/>
                </a:cubicBezTo>
                <a:cubicBezTo>
                  <a:pt x="4172279" y="171155"/>
                  <a:pt x="4161301" y="162695"/>
                  <a:pt x="4153983" y="152698"/>
                </a:cubicBezTo>
                <a:lnTo>
                  <a:pt x="4150063" y="152952"/>
                </a:lnTo>
                <a:close/>
                <a:moveTo>
                  <a:pt x="4328559" y="126290"/>
                </a:moveTo>
                <a:cubicBezTo>
                  <a:pt x="4328559" y="157054"/>
                  <a:pt x="4349204" y="181402"/>
                  <a:pt x="4383965" y="181402"/>
                </a:cubicBezTo>
                <a:cubicBezTo>
                  <a:pt x="4418459" y="181402"/>
                  <a:pt x="4439366" y="157570"/>
                  <a:pt x="4439366" y="123983"/>
                </a:cubicBezTo>
                <a:cubicBezTo>
                  <a:pt x="4439366" y="89118"/>
                  <a:pt x="4420289" y="66306"/>
                  <a:pt x="4385010" y="66306"/>
                </a:cubicBezTo>
                <a:cubicBezTo>
                  <a:pt x="4350771" y="66306"/>
                  <a:pt x="4328559" y="89888"/>
                  <a:pt x="4328559" y="126290"/>
                </a:cubicBezTo>
                <a:moveTo>
                  <a:pt x="4383179" y="76556"/>
                </a:moveTo>
                <a:cubicBezTo>
                  <a:pt x="4410882" y="76556"/>
                  <a:pt x="4416369" y="97578"/>
                  <a:pt x="4416369" y="128600"/>
                </a:cubicBezTo>
                <a:cubicBezTo>
                  <a:pt x="4416369" y="152952"/>
                  <a:pt x="4403824" y="171155"/>
                  <a:pt x="4386314" y="171155"/>
                </a:cubicBezTo>
                <a:cubicBezTo>
                  <a:pt x="4358615" y="171155"/>
                  <a:pt x="4351557" y="141674"/>
                  <a:pt x="4351557" y="121934"/>
                </a:cubicBezTo>
                <a:cubicBezTo>
                  <a:pt x="4351557" y="99630"/>
                  <a:pt x="4358615" y="76556"/>
                  <a:pt x="4383179" y="76556"/>
                </a:cubicBezTo>
                <a:close/>
                <a:moveTo>
                  <a:pt x="4544686" y="155337"/>
                </a:moveTo>
                <a:lnTo>
                  <a:pt x="4545731" y="156104"/>
                </a:lnTo>
                <a:lnTo>
                  <a:pt x="4547039" y="178884"/>
                </a:lnTo>
                <a:cubicBezTo>
                  <a:pt x="4547039" y="179397"/>
                  <a:pt x="4547354" y="179651"/>
                  <a:pt x="4548083" y="179651"/>
                </a:cubicBezTo>
                <a:cubicBezTo>
                  <a:pt x="4551533" y="179193"/>
                  <a:pt x="4554619" y="178884"/>
                  <a:pt x="4558431" y="178884"/>
                </a:cubicBezTo>
                <a:cubicBezTo>
                  <a:pt x="4561673" y="178884"/>
                  <a:pt x="4566638" y="179142"/>
                  <a:pt x="4570036" y="179651"/>
                </a:cubicBezTo>
                <a:lnTo>
                  <a:pt x="4570558" y="178884"/>
                </a:lnTo>
                <a:cubicBezTo>
                  <a:pt x="4568469" y="167879"/>
                  <a:pt x="4566116" y="148937"/>
                  <a:pt x="4566116" y="129742"/>
                </a:cubicBezTo>
                <a:lnTo>
                  <a:pt x="4566116" y="115151"/>
                </a:lnTo>
                <a:cubicBezTo>
                  <a:pt x="4566116" y="95952"/>
                  <a:pt x="4566379" y="82644"/>
                  <a:pt x="4568469" y="69077"/>
                </a:cubicBezTo>
                <a:lnTo>
                  <a:pt x="4567946" y="68307"/>
                </a:lnTo>
                <a:cubicBezTo>
                  <a:pt x="4564808" y="68819"/>
                  <a:pt x="4558798" y="69077"/>
                  <a:pt x="4555664" y="69077"/>
                </a:cubicBezTo>
                <a:cubicBezTo>
                  <a:pt x="4552526" y="69077"/>
                  <a:pt x="4546516" y="68819"/>
                  <a:pt x="4543382" y="68307"/>
                </a:cubicBezTo>
                <a:lnTo>
                  <a:pt x="4542855" y="69077"/>
                </a:lnTo>
                <a:cubicBezTo>
                  <a:pt x="4544897" y="83719"/>
                  <a:pt x="4545208" y="95697"/>
                  <a:pt x="4545208" y="115151"/>
                </a:cubicBezTo>
                <a:lnTo>
                  <a:pt x="4545208" y="140235"/>
                </a:lnTo>
                <a:cubicBezTo>
                  <a:pt x="4537265" y="153343"/>
                  <a:pt x="4522211" y="167054"/>
                  <a:pt x="4509406" y="167054"/>
                </a:cubicBezTo>
                <a:cubicBezTo>
                  <a:pt x="4500414" y="167054"/>
                  <a:pt x="4491896" y="164243"/>
                  <a:pt x="4491896" y="140450"/>
                </a:cubicBezTo>
                <a:lnTo>
                  <a:pt x="4491896" y="115124"/>
                </a:lnTo>
                <a:cubicBezTo>
                  <a:pt x="4491896" y="95936"/>
                  <a:pt x="4492156" y="82636"/>
                  <a:pt x="4494249" y="69077"/>
                </a:cubicBezTo>
                <a:lnTo>
                  <a:pt x="4493727" y="68307"/>
                </a:lnTo>
                <a:cubicBezTo>
                  <a:pt x="4490588" y="68819"/>
                  <a:pt x="4484579" y="69077"/>
                  <a:pt x="4481441" y="69077"/>
                </a:cubicBezTo>
                <a:cubicBezTo>
                  <a:pt x="4478306" y="69077"/>
                  <a:pt x="4472297" y="68819"/>
                  <a:pt x="4469158" y="68307"/>
                </a:cubicBezTo>
                <a:lnTo>
                  <a:pt x="4468636" y="69077"/>
                </a:lnTo>
                <a:cubicBezTo>
                  <a:pt x="4470726" y="83656"/>
                  <a:pt x="4470989" y="95682"/>
                  <a:pt x="4470989" y="115124"/>
                </a:cubicBezTo>
                <a:lnTo>
                  <a:pt x="4470989" y="145822"/>
                </a:lnTo>
                <a:cubicBezTo>
                  <a:pt x="4470989" y="163473"/>
                  <a:pt x="4479351" y="181402"/>
                  <a:pt x="4505223" y="181402"/>
                </a:cubicBezTo>
                <a:cubicBezTo>
                  <a:pt x="4521425" y="181402"/>
                  <a:pt x="4536060" y="168336"/>
                  <a:pt x="4544686" y="155286"/>
                </a:cubicBezTo>
                <a:lnTo>
                  <a:pt x="4544686" y="155337"/>
                </a:lnTo>
                <a:close/>
                <a:moveTo>
                  <a:pt x="4614462" y="69058"/>
                </a:moveTo>
                <a:cubicBezTo>
                  <a:pt x="4609130" y="69058"/>
                  <a:pt x="4603592" y="68956"/>
                  <a:pt x="4600350" y="68546"/>
                </a:cubicBezTo>
                <a:cubicBezTo>
                  <a:pt x="4598575" y="72749"/>
                  <a:pt x="4597163" y="75208"/>
                  <a:pt x="4594603" y="79051"/>
                </a:cubicBezTo>
                <a:lnTo>
                  <a:pt x="4595907" y="80845"/>
                </a:lnTo>
                <a:cubicBezTo>
                  <a:pt x="4600405" y="80536"/>
                  <a:pt x="4608504" y="80384"/>
                  <a:pt x="4614462" y="80333"/>
                </a:cubicBezTo>
                <a:lnTo>
                  <a:pt x="4614462" y="115386"/>
                </a:lnTo>
                <a:cubicBezTo>
                  <a:pt x="4614462" y="130739"/>
                  <a:pt x="4613680" y="149164"/>
                  <a:pt x="4613680" y="156839"/>
                </a:cubicBezTo>
                <a:cubicBezTo>
                  <a:pt x="4613680" y="173478"/>
                  <a:pt x="4624655" y="181402"/>
                  <a:pt x="4636678" y="181402"/>
                </a:cubicBezTo>
                <a:cubicBezTo>
                  <a:pt x="4647656" y="181402"/>
                  <a:pt x="4656018" y="178845"/>
                  <a:pt x="4666992" y="171945"/>
                </a:cubicBezTo>
                <a:lnTo>
                  <a:pt x="4663806" y="165639"/>
                </a:lnTo>
                <a:cubicBezTo>
                  <a:pt x="4655755" y="168356"/>
                  <a:pt x="4649745" y="168614"/>
                  <a:pt x="4643210" y="167590"/>
                </a:cubicBezTo>
                <a:cubicBezTo>
                  <a:pt x="4636993" y="166616"/>
                  <a:pt x="4634588" y="160471"/>
                  <a:pt x="4634588" y="146603"/>
                </a:cubicBezTo>
                <a:cubicBezTo>
                  <a:pt x="4634588" y="138929"/>
                  <a:pt x="4635370" y="127924"/>
                  <a:pt x="4635370" y="112575"/>
                </a:cubicBezTo>
                <a:lnTo>
                  <a:pt x="4635370" y="80333"/>
                </a:lnTo>
                <a:lnTo>
                  <a:pt x="4645303" y="80333"/>
                </a:lnTo>
                <a:cubicBezTo>
                  <a:pt x="4651576" y="80333"/>
                  <a:pt x="4660668" y="80536"/>
                  <a:pt x="4664117" y="80845"/>
                </a:cubicBezTo>
                <a:cubicBezTo>
                  <a:pt x="4664903" y="76748"/>
                  <a:pt x="4665688" y="74132"/>
                  <a:pt x="4667255" y="70340"/>
                </a:cubicBezTo>
                <a:lnTo>
                  <a:pt x="4665948" y="68546"/>
                </a:lnTo>
                <a:cubicBezTo>
                  <a:pt x="4661242" y="68753"/>
                  <a:pt x="4653665" y="69058"/>
                  <a:pt x="4647656" y="69058"/>
                </a:cubicBezTo>
                <a:lnTo>
                  <a:pt x="4635370" y="69058"/>
                </a:lnTo>
                <a:cubicBezTo>
                  <a:pt x="4635370" y="49893"/>
                  <a:pt x="4635529" y="46512"/>
                  <a:pt x="4636678" y="31652"/>
                </a:cubicBezTo>
                <a:cubicBezTo>
                  <a:pt x="4636678" y="29806"/>
                  <a:pt x="4635948" y="29091"/>
                  <a:pt x="4634325" y="29091"/>
                </a:cubicBezTo>
                <a:cubicBezTo>
                  <a:pt x="4627793" y="31652"/>
                  <a:pt x="4624551" y="34369"/>
                  <a:pt x="4616033" y="35495"/>
                </a:cubicBezTo>
                <a:lnTo>
                  <a:pt x="4615511" y="36265"/>
                </a:lnTo>
                <a:cubicBezTo>
                  <a:pt x="4614988" y="45182"/>
                  <a:pt x="4614462" y="54198"/>
                  <a:pt x="4614462" y="69058"/>
                </a:cubicBezTo>
                <a:close/>
                <a:moveTo>
                  <a:pt x="4766302" y="126290"/>
                </a:moveTo>
                <a:cubicBezTo>
                  <a:pt x="4766302" y="157054"/>
                  <a:pt x="4786947" y="181402"/>
                  <a:pt x="4821708" y="181402"/>
                </a:cubicBezTo>
                <a:cubicBezTo>
                  <a:pt x="4856202" y="181402"/>
                  <a:pt x="4877109" y="157570"/>
                  <a:pt x="4877109" y="123983"/>
                </a:cubicBezTo>
                <a:cubicBezTo>
                  <a:pt x="4877109" y="89118"/>
                  <a:pt x="4858032" y="66306"/>
                  <a:pt x="4822753" y="66306"/>
                </a:cubicBezTo>
                <a:cubicBezTo>
                  <a:pt x="4788514" y="66306"/>
                  <a:pt x="4766302" y="89888"/>
                  <a:pt x="4766302" y="126290"/>
                </a:cubicBezTo>
                <a:moveTo>
                  <a:pt x="4820922" y="76556"/>
                </a:moveTo>
                <a:cubicBezTo>
                  <a:pt x="4848625" y="76556"/>
                  <a:pt x="4854112" y="97578"/>
                  <a:pt x="4854112" y="128600"/>
                </a:cubicBezTo>
                <a:cubicBezTo>
                  <a:pt x="4854112" y="152952"/>
                  <a:pt x="4841567" y="171155"/>
                  <a:pt x="4824057" y="171155"/>
                </a:cubicBezTo>
                <a:cubicBezTo>
                  <a:pt x="4796358" y="171155"/>
                  <a:pt x="4789300" y="141674"/>
                  <a:pt x="4789300" y="121934"/>
                </a:cubicBezTo>
                <a:cubicBezTo>
                  <a:pt x="4789300" y="99630"/>
                  <a:pt x="4796358" y="76556"/>
                  <a:pt x="4820922" y="76556"/>
                </a:cubicBezTo>
                <a:close/>
                <a:moveTo>
                  <a:pt x="4912915" y="69058"/>
                </a:moveTo>
                <a:cubicBezTo>
                  <a:pt x="4907216" y="69058"/>
                  <a:pt x="4901207" y="69007"/>
                  <a:pt x="4897754" y="68546"/>
                </a:cubicBezTo>
                <a:cubicBezTo>
                  <a:pt x="4895979" y="72698"/>
                  <a:pt x="4894567" y="75208"/>
                  <a:pt x="4892007" y="79051"/>
                </a:cubicBezTo>
                <a:lnTo>
                  <a:pt x="4893311" y="80845"/>
                </a:lnTo>
                <a:cubicBezTo>
                  <a:pt x="4898017" y="80536"/>
                  <a:pt x="4906642" y="80333"/>
                  <a:pt x="4912652" y="80333"/>
                </a:cubicBezTo>
                <a:lnTo>
                  <a:pt x="4912915" y="80333"/>
                </a:lnTo>
                <a:lnTo>
                  <a:pt x="4912915" y="127943"/>
                </a:lnTo>
                <a:cubicBezTo>
                  <a:pt x="4912915" y="147143"/>
                  <a:pt x="4912548" y="165166"/>
                  <a:pt x="4910299" y="178884"/>
                </a:cubicBezTo>
                <a:lnTo>
                  <a:pt x="4910821" y="179651"/>
                </a:lnTo>
                <a:cubicBezTo>
                  <a:pt x="4913960" y="179142"/>
                  <a:pt x="4920232" y="178884"/>
                  <a:pt x="4923367" y="178884"/>
                </a:cubicBezTo>
                <a:cubicBezTo>
                  <a:pt x="4926501" y="178884"/>
                  <a:pt x="4932774" y="179142"/>
                  <a:pt x="4935912" y="179651"/>
                </a:cubicBezTo>
                <a:lnTo>
                  <a:pt x="4936434" y="178884"/>
                </a:lnTo>
                <a:cubicBezTo>
                  <a:pt x="4934237" y="164294"/>
                  <a:pt x="4933818" y="147143"/>
                  <a:pt x="4933818" y="127943"/>
                </a:cubicBezTo>
                <a:lnTo>
                  <a:pt x="4933818" y="80333"/>
                </a:lnTo>
                <a:lnTo>
                  <a:pt x="4942707" y="80333"/>
                </a:lnTo>
                <a:cubicBezTo>
                  <a:pt x="4948980" y="80333"/>
                  <a:pt x="4958072" y="80536"/>
                  <a:pt x="4961521" y="80845"/>
                </a:cubicBezTo>
                <a:cubicBezTo>
                  <a:pt x="4962307" y="76748"/>
                  <a:pt x="4963092" y="74132"/>
                  <a:pt x="4964660" y="70340"/>
                </a:cubicBezTo>
                <a:lnTo>
                  <a:pt x="4963352" y="68546"/>
                </a:lnTo>
                <a:cubicBezTo>
                  <a:pt x="4958961" y="68749"/>
                  <a:pt x="4951069" y="69058"/>
                  <a:pt x="4945060" y="69058"/>
                </a:cubicBezTo>
                <a:lnTo>
                  <a:pt x="4933818" y="69058"/>
                </a:lnTo>
                <a:lnTo>
                  <a:pt x="4933818" y="66743"/>
                </a:lnTo>
                <a:cubicBezTo>
                  <a:pt x="4933818" y="57474"/>
                  <a:pt x="4932515" y="44088"/>
                  <a:pt x="4932515" y="39455"/>
                </a:cubicBezTo>
                <a:cubicBezTo>
                  <a:pt x="4932515" y="25244"/>
                  <a:pt x="4941870" y="15630"/>
                  <a:pt x="4956820" y="15630"/>
                </a:cubicBezTo>
                <a:cubicBezTo>
                  <a:pt x="4963559" y="15630"/>
                  <a:pt x="4969102" y="19442"/>
                  <a:pt x="4971977" y="24521"/>
                </a:cubicBezTo>
                <a:lnTo>
                  <a:pt x="4974852" y="24270"/>
                </a:lnTo>
                <a:cubicBezTo>
                  <a:pt x="4976678" y="17409"/>
                  <a:pt x="4979502" y="8765"/>
                  <a:pt x="4982170" y="3331"/>
                </a:cubicBezTo>
                <a:lnTo>
                  <a:pt x="4981906" y="2565"/>
                </a:lnTo>
                <a:cubicBezTo>
                  <a:pt x="4979817" y="1282"/>
                  <a:pt x="4975111" y="0"/>
                  <a:pt x="4970147" y="0"/>
                </a:cubicBezTo>
                <a:cubicBezTo>
                  <a:pt x="4953681" y="0"/>
                  <a:pt x="4937164" y="7483"/>
                  <a:pt x="4927287" y="19696"/>
                </a:cubicBezTo>
                <a:cubicBezTo>
                  <a:pt x="4917357" y="31988"/>
                  <a:pt x="4912915" y="44088"/>
                  <a:pt x="4912915" y="59018"/>
                </a:cubicBezTo>
                <a:lnTo>
                  <a:pt x="4912915" y="69058"/>
                </a:lnTo>
                <a:close/>
                <a:moveTo>
                  <a:pt x="5132437" y="130430"/>
                </a:moveTo>
                <a:lnTo>
                  <a:pt x="5132437" y="65313"/>
                </a:lnTo>
                <a:cubicBezTo>
                  <a:pt x="5132437" y="37633"/>
                  <a:pt x="5134005" y="27386"/>
                  <a:pt x="5134531" y="23801"/>
                </a:cubicBezTo>
                <a:cubicBezTo>
                  <a:pt x="5134531" y="22519"/>
                  <a:pt x="5133745" y="22519"/>
                  <a:pt x="5132701" y="22519"/>
                </a:cubicBezTo>
                <a:cubicBezTo>
                  <a:pt x="5115713" y="27902"/>
                  <a:pt x="5095850" y="37891"/>
                  <a:pt x="5075465" y="44037"/>
                </a:cubicBezTo>
                <a:lnTo>
                  <a:pt x="5077036" y="51469"/>
                </a:lnTo>
                <a:cubicBezTo>
                  <a:pt x="5088796" y="50187"/>
                  <a:pt x="5101600" y="47368"/>
                  <a:pt x="5106828" y="47368"/>
                </a:cubicBezTo>
                <a:cubicBezTo>
                  <a:pt x="5111530" y="47368"/>
                  <a:pt x="5111530" y="57623"/>
                  <a:pt x="5111530" y="66849"/>
                </a:cubicBezTo>
                <a:lnTo>
                  <a:pt x="5111530" y="130430"/>
                </a:lnTo>
                <a:cubicBezTo>
                  <a:pt x="5111530" y="150427"/>
                  <a:pt x="5111271" y="164271"/>
                  <a:pt x="5109440" y="178884"/>
                </a:cubicBezTo>
                <a:lnTo>
                  <a:pt x="5109703" y="179651"/>
                </a:lnTo>
                <a:cubicBezTo>
                  <a:pt x="5109703" y="179651"/>
                  <a:pt x="5117021" y="178884"/>
                  <a:pt x="5121722" y="178884"/>
                </a:cubicBezTo>
                <a:cubicBezTo>
                  <a:pt x="5126950" y="178884"/>
                  <a:pt x="5134268" y="179651"/>
                  <a:pt x="5134268" y="179651"/>
                </a:cubicBezTo>
                <a:lnTo>
                  <a:pt x="5134790" y="178884"/>
                </a:lnTo>
                <a:cubicBezTo>
                  <a:pt x="5132960" y="163500"/>
                  <a:pt x="5132437" y="150685"/>
                  <a:pt x="5132437" y="130430"/>
                </a:cubicBezTo>
                <a:close/>
                <a:moveTo>
                  <a:pt x="5229655" y="32512"/>
                </a:moveTo>
                <a:cubicBezTo>
                  <a:pt x="5234101" y="32512"/>
                  <a:pt x="5238280" y="34052"/>
                  <a:pt x="5241155" y="36613"/>
                </a:cubicBezTo>
                <a:cubicBezTo>
                  <a:pt x="5249258" y="43278"/>
                  <a:pt x="5256313" y="63268"/>
                  <a:pt x="5256313" y="97605"/>
                </a:cubicBezTo>
                <a:cubicBezTo>
                  <a:pt x="5256313" y="121184"/>
                  <a:pt x="5255527" y="134507"/>
                  <a:pt x="5251870" y="147577"/>
                </a:cubicBezTo>
                <a:cubicBezTo>
                  <a:pt x="5246120" y="168849"/>
                  <a:pt x="5233316" y="171413"/>
                  <a:pt x="5228610" y="171413"/>
                </a:cubicBezTo>
                <a:cubicBezTo>
                  <a:pt x="5204305" y="171413"/>
                  <a:pt x="5201434" y="127591"/>
                  <a:pt x="5201434" y="105295"/>
                </a:cubicBezTo>
                <a:cubicBezTo>
                  <a:pt x="5201434" y="41996"/>
                  <a:pt x="5217636" y="32512"/>
                  <a:pt x="5229655" y="32512"/>
                </a:cubicBezTo>
                <a:moveTo>
                  <a:pt x="5228351" y="181402"/>
                </a:moveTo>
                <a:cubicBezTo>
                  <a:pt x="5248473" y="181402"/>
                  <a:pt x="5278788" y="159622"/>
                  <a:pt x="5278788" y="99658"/>
                </a:cubicBezTo>
                <a:cubicBezTo>
                  <a:pt x="5278788" y="59679"/>
                  <a:pt x="5263893" y="39948"/>
                  <a:pt x="5254482" y="31487"/>
                </a:cubicBezTo>
                <a:cubicBezTo>
                  <a:pt x="5247428" y="25084"/>
                  <a:pt x="5239066" y="22519"/>
                  <a:pt x="5229655" y="22519"/>
                </a:cubicBezTo>
                <a:cubicBezTo>
                  <a:pt x="5203523" y="22519"/>
                  <a:pt x="5178955" y="54296"/>
                  <a:pt x="5178955" y="104783"/>
                </a:cubicBezTo>
                <a:cubicBezTo>
                  <a:pt x="5178955" y="146298"/>
                  <a:pt x="5195943" y="181402"/>
                  <a:pt x="5228351" y="181402"/>
                </a:cubicBezTo>
                <a:close/>
                <a:moveTo>
                  <a:pt x="5400836" y="108853"/>
                </a:moveTo>
                <a:cubicBezTo>
                  <a:pt x="5405278" y="82194"/>
                  <a:pt x="5422421" y="76556"/>
                  <a:pt x="5430628" y="76556"/>
                </a:cubicBezTo>
                <a:cubicBezTo>
                  <a:pt x="5440976" y="76556"/>
                  <a:pt x="5452580" y="86041"/>
                  <a:pt x="5452580" y="105264"/>
                </a:cubicBezTo>
                <a:cubicBezTo>
                  <a:pt x="5452580" y="107571"/>
                  <a:pt x="5451536" y="108853"/>
                  <a:pt x="5448920" y="108853"/>
                </a:cubicBezTo>
                <a:lnTo>
                  <a:pt x="5400836" y="108853"/>
                </a:lnTo>
                <a:moveTo>
                  <a:pt x="5470613" y="152182"/>
                </a:moveTo>
                <a:cubicBezTo>
                  <a:pt x="5461465" y="161929"/>
                  <a:pt x="5449183" y="166288"/>
                  <a:pt x="5434807" y="166288"/>
                </a:cubicBezTo>
                <a:cubicBezTo>
                  <a:pt x="5425871" y="166288"/>
                  <a:pt x="5413537" y="162953"/>
                  <a:pt x="5406323" y="151670"/>
                </a:cubicBezTo>
                <a:cubicBezTo>
                  <a:pt x="5401721" y="144488"/>
                  <a:pt x="5400050" y="134026"/>
                  <a:pt x="5400050" y="119100"/>
                </a:cubicBezTo>
                <a:lnTo>
                  <a:pt x="5471135" y="119100"/>
                </a:lnTo>
                <a:cubicBezTo>
                  <a:pt x="5474010" y="119100"/>
                  <a:pt x="5475837" y="117563"/>
                  <a:pt x="5475837" y="114745"/>
                </a:cubicBezTo>
                <a:cubicBezTo>
                  <a:pt x="5475837" y="93219"/>
                  <a:pt x="5465122" y="66306"/>
                  <a:pt x="5430628" y="66306"/>
                </a:cubicBezTo>
                <a:cubicBezTo>
                  <a:pt x="5403707" y="66306"/>
                  <a:pt x="5377053" y="87577"/>
                  <a:pt x="5377053" y="125257"/>
                </a:cubicBezTo>
                <a:cubicBezTo>
                  <a:pt x="5377053" y="139820"/>
                  <a:pt x="5380084" y="154184"/>
                  <a:pt x="5388813" y="164493"/>
                </a:cubicBezTo>
                <a:cubicBezTo>
                  <a:pt x="5397801" y="175100"/>
                  <a:pt x="5412751" y="181402"/>
                  <a:pt x="5430365" y="181402"/>
                </a:cubicBezTo>
                <a:cubicBezTo>
                  <a:pt x="5449183" y="181402"/>
                  <a:pt x="5465907" y="171925"/>
                  <a:pt x="5475837" y="158594"/>
                </a:cubicBezTo>
                <a:lnTo>
                  <a:pt x="5470613" y="152182"/>
                </a:lnTo>
                <a:close/>
                <a:moveTo>
                  <a:pt x="5532965" y="125953"/>
                </a:moveTo>
                <a:lnTo>
                  <a:pt x="5492043" y="179651"/>
                </a:lnTo>
                <a:cubicBezTo>
                  <a:pt x="5494603" y="179193"/>
                  <a:pt x="5498834" y="178884"/>
                  <a:pt x="5501450" y="178884"/>
                </a:cubicBezTo>
                <a:cubicBezTo>
                  <a:pt x="5504062" y="178884"/>
                  <a:pt x="5510283" y="179193"/>
                  <a:pt x="5512947" y="179651"/>
                </a:cubicBezTo>
                <a:cubicBezTo>
                  <a:pt x="5522932" y="165013"/>
                  <a:pt x="5530720" y="150986"/>
                  <a:pt x="5541172" y="136650"/>
                </a:cubicBezTo>
                <a:cubicBezTo>
                  <a:pt x="5551627" y="150986"/>
                  <a:pt x="5559364" y="165013"/>
                  <a:pt x="5568874" y="179651"/>
                </a:cubicBezTo>
                <a:cubicBezTo>
                  <a:pt x="5572691" y="179088"/>
                  <a:pt x="5578022" y="178884"/>
                  <a:pt x="5582201" y="178884"/>
                </a:cubicBezTo>
                <a:cubicBezTo>
                  <a:pt x="5586125" y="178884"/>
                  <a:pt x="5593076" y="179193"/>
                  <a:pt x="5597099" y="179651"/>
                </a:cubicBezTo>
                <a:cubicBezTo>
                  <a:pt x="5581316" y="159689"/>
                  <a:pt x="5568559" y="139926"/>
                  <a:pt x="5554451" y="119964"/>
                </a:cubicBezTo>
                <a:lnTo>
                  <a:pt x="5597363" y="68307"/>
                </a:lnTo>
                <a:cubicBezTo>
                  <a:pt x="5594017" y="68870"/>
                  <a:pt x="5588215" y="69077"/>
                  <a:pt x="5585599" y="69077"/>
                </a:cubicBezTo>
                <a:cubicBezTo>
                  <a:pt x="5582728" y="69077"/>
                  <a:pt x="5578648" y="68870"/>
                  <a:pt x="5575933" y="68307"/>
                </a:cubicBezTo>
                <a:cubicBezTo>
                  <a:pt x="5565896" y="82593"/>
                  <a:pt x="5557689" y="96159"/>
                  <a:pt x="5546663" y="110131"/>
                </a:cubicBezTo>
                <a:cubicBezTo>
                  <a:pt x="5536207" y="96159"/>
                  <a:pt x="5529045" y="82593"/>
                  <a:pt x="5520264" y="68307"/>
                </a:cubicBezTo>
                <a:cubicBezTo>
                  <a:pt x="5515718" y="68870"/>
                  <a:pt x="5510598" y="69077"/>
                  <a:pt x="5506152" y="69077"/>
                </a:cubicBezTo>
                <a:cubicBezTo>
                  <a:pt x="5501972" y="69077"/>
                  <a:pt x="5495177" y="68870"/>
                  <a:pt x="5490994" y="68307"/>
                </a:cubicBezTo>
                <a:lnTo>
                  <a:pt x="5532965" y="125953"/>
                </a:lnTo>
                <a:close/>
                <a:moveTo>
                  <a:pt x="5645968" y="103473"/>
                </a:moveTo>
                <a:cubicBezTo>
                  <a:pt x="5651719" y="89888"/>
                  <a:pt x="5667139" y="78093"/>
                  <a:pt x="5677332" y="78093"/>
                </a:cubicBezTo>
                <a:cubicBezTo>
                  <a:pt x="5695101" y="78093"/>
                  <a:pt x="5704249" y="93989"/>
                  <a:pt x="5704249" y="122959"/>
                </a:cubicBezTo>
                <a:cubicBezTo>
                  <a:pt x="5704249" y="143980"/>
                  <a:pt x="5698239" y="171155"/>
                  <a:pt x="5670273" y="171155"/>
                </a:cubicBezTo>
                <a:cubicBezTo>
                  <a:pt x="5666094" y="171155"/>
                  <a:pt x="5655116" y="170131"/>
                  <a:pt x="5645968" y="159618"/>
                </a:cubicBezTo>
                <a:lnTo>
                  <a:pt x="5645968" y="103473"/>
                </a:lnTo>
                <a:moveTo>
                  <a:pt x="5645968" y="88606"/>
                </a:moveTo>
                <a:lnTo>
                  <a:pt x="5645968" y="69895"/>
                </a:lnTo>
                <a:cubicBezTo>
                  <a:pt x="5645968" y="67897"/>
                  <a:pt x="5645657" y="67334"/>
                  <a:pt x="5644401" y="67334"/>
                </a:cubicBezTo>
                <a:cubicBezTo>
                  <a:pt x="5638547" y="68460"/>
                  <a:pt x="5629192" y="68663"/>
                  <a:pt x="5623234" y="68100"/>
                </a:cubicBezTo>
                <a:lnTo>
                  <a:pt x="5622712" y="68870"/>
                </a:lnTo>
                <a:cubicBezTo>
                  <a:pt x="5624538" y="79938"/>
                  <a:pt x="5625061" y="99372"/>
                  <a:pt x="5625061" y="118599"/>
                </a:cubicBezTo>
                <a:lnTo>
                  <a:pt x="5625061" y="187055"/>
                </a:lnTo>
                <a:cubicBezTo>
                  <a:pt x="5625061" y="206169"/>
                  <a:pt x="5624590" y="224610"/>
                  <a:pt x="5622712" y="238430"/>
                </a:cubicBezTo>
                <a:lnTo>
                  <a:pt x="5623234" y="239201"/>
                </a:lnTo>
                <a:cubicBezTo>
                  <a:pt x="5626369" y="238688"/>
                  <a:pt x="5632378" y="238430"/>
                  <a:pt x="5635516" y="238430"/>
                </a:cubicBezTo>
                <a:cubicBezTo>
                  <a:pt x="5638651" y="238430"/>
                  <a:pt x="5644664" y="238688"/>
                  <a:pt x="5647799" y="239201"/>
                </a:cubicBezTo>
                <a:lnTo>
                  <a:pt x="5648321" y="238430"/>
                </a:lnTo>
                <a:cubicBezTo>
                  <a:pt x="5646439" y="223789"/>
                  <a:pt x="5645968" y="206372"/>
                  <a:pt x="5645968" y="187055"/>
                </a:cubicBezTo>
                <a:lnTo>
                  <a:pt x="5645968" y="175769"/>
                </a:lnTo>
                <a:cubicBezTo>
                  <a:pt x="5652763" y="179354"/>
                  <a:pt x="5662434" y="181402"/>
                  <a:pt x="5671841" y="181402"/>
                </a:cubicBezTo>
                <a:cubicBezTo>
                  <a:pt x="5706338" y="181402"/>
                  <a:pt x="5727246" y="155775"/>
                  <a:pt x="5727246" y="119624"/>
                </a:cubicBezTo>
                <a:cubicBezTo>
                  <a:pt x="5727246" y="92449"/>
                  <a:pt x="5711044" y="66306"/>
                  <a:pt x="5681774" y="66306"/>
                </a:cubicBezTo>
                <a:cubicBezTo>
                  <a:pt x="5671581" y="66306"/>
                  <a:pt x="5658514" y="71431"/>
                  <a:pt x="5646491" y="89376"/>
                </a:cubicBezTo>
                <a:lnTo>
                  <a:pt x="5645968" y="88606"/>
                </a:lnTo>
                <a:close/>
                <a:moveTo>
                  <a:pt x="5774812" y="108853"/>
                </a:moveTo>
                <a:cubicBezTo>
                  <a:pt x="5779255" y="82194"/>
                  <a:pt x="5796398" y="76556"/>
                  <a:pt x="5804604" y="76556"/>
                </a:cubicBezTo>
                <a:cubicBezTo>
                  <a:pt x="5814953" y="76556"/>
                  <a:pt x="5826557" y="86041"/>
                  <a:pt x="5826557" y="105264"/>
                </a:cubicBezTo>
                <a:cubicBezTo>
                  <a:pt x="5826557" y="107571"/>
                  <a:pt x="5825512" y="108853"/>
                  <a:pt x="5822896" y="108853"/>
                </a:cubicBezTo>
                <a:lnTo>
                  <a:pt x="5774812" y="108853"/>
                </a:lnTo>
                <a:moveTo>
                  <a:pt x="5844589" y="152182"/>
                </a:moveTo>
                <a:cubicBezTo>
                  <a:pt x="5835442" y="161929"/>
                  <a:pt x="5823159" y="166288"/>
                  <a:pt x="5808784" y="166288"/>
                </a:cubicBezTo>
                <a:cubicBezTo>
                  <a:pt x="5799847" y="166288"/>
                  <a:pt x="5787513" y="162953"/>
                  <a:pt x="5780299" y="151670"/>
                </a:cubicBezTo>
                <a:cubicBezTo>
                  <a:pt x="5775698" y="144488"/>
                  <a:pt x="5774027" y="134026"/>
                  <a:pt x="5774027" y="119100"/>
                </a:cubicBezTo>
                <a:lnTo>
                  <a:pt x="5845112" y="119100"/>
                </a:lnTo>
                <a:cubicBezTo>
                  <a:pt x="5847987" y="119100"/>
                  <a:pt x="5849813" y="117563"/>
                  <a:pt x="5849813" y="114745"/>
                </a:cubicBezTo>
                <a:cubicBezTo>
                  <a:pt x="5849813" y="93219"/>
                  <a:pt x="5839098" y="66306"/>
                  <a:pt x="5804604" y="66306"/>
                </a:cubicBezTo>
                <a:cubicBezTo>
                  <a:pt x="5777683" y="66306"/>
                  <a:pt x="5751029" y="87577"/>
                  <a:pt x="5751029" y="125257"/>
                </a:cubicBezTo>
                <a:cubicBezTo>
                  <a:pt x="5751029" y="139820"/>
                  <a:pt x="5754060" y="154184"/>
                  <a:pt x="5762789" y="164493"/>
                </a:cubicBezTo>
                <a:cubicBezTo>
                  <a:pt x="5771778" y="175100"/>
                  <a:pt x="5786728" y="181402"/>
                  <a:pt x="5804341" y="181402"/>
                </a:cubicBezTo>
                <a:cubicBezTo>
                  <a:pt x="5823159" y="181402"/>
                  <a:pt x="5839884" y="171925"/>
                  <a:pt x="5849813" y="158594"/>
                </a:cubicBezTo>
                <a:lnTo>
                  <a:pt x="5844589" y="152182"/>
                </a:lnTo>
                <a:close/>
                <a:moveTo>
                  <a:pt x="5904173" y="93219"/>
                </a:moveTo>
                <a:lnTo>
                  <a:pt x="5904173" y="69895"/>
                </a:lnTo>
                <a:cubicBezTo>
                  <a:pt x="5904173" y="67897"/>
                  <a:pt x="5903858" y="67334"/>
                  <a:pt x="5902606" y="67334"/>
                </a:cubicBezTo>
                <a:cubicBezTo>
                  <a:pt x="5896752" y="68460"/>
                  <a:pt x="5887397" y="68663"/>
                  <a:pt x="5881435" y="68100"/>
                </a:cubicBezTo>
                <a:lnTo>
                  <a:pt x="5880913" y="68870"/>
                </a:lnTo>
                <a:cubicBezTo>
                  <a:pt x="5882743" y="79938"/>
                  <a:pt x="5883266" y="99376"/>
                  <a:pt x="5883266" y="118611"/>
                </a:cubicBezTo>
                <a:lnTo>
                  <a:pt x="5883266" y="132717"/>
                </a:lnTo>
                <a:cubicBezTo>
                  <a:pt x="5883266" y="151952"/>
                  <a:pt x="5882955" y="165084"/>
                  <a:pt x="5880913" y="178884"/>
                </a:cubicBezTo>
                <a:lnTo>
                  <a:pt x="5881435" y="179651"/>
                </a:lnTo>
                <a:cubicBezTo>
                  <a:pt x="5884574" y="179139"/>
                  <a:pt x="5890583" y="178884"/>
                  <a:pt x="5893721" y="178884"/>
                </a:cubicBezTo>
                <a:cubicBezTo>
                  <a:pt x="5896856" y="178884"/>
                  <a:pt x="5902865" y="179139"/>
                  <a:pt x="5906004" y="179651"/>
                </a:cubicBezTo>
                <a:lnTo>
                  <a:pt x="5906526" y="178884"/>
                </a:lnTo>
                <a:cubicBezTo>
                  <a:pt x="5904592" y="164263"/>
                  <a:pt x="5904173" y="152210"/>
                  <a:pt x="5904173" y="132717"/>
                </a:cubicBezTo>
                <a:lnTo>
                  <a:pt x="5904173" y="119381"/>
                </a:lnTo>
                <a:cubicBezTo>
                  <a:pt x="5904173" y="108607"/>
                  <a:pt x="5907467" y="102453"/>
                  <a:pt x="5913058" y="93989"/>
                </a:cubicBezTo>
                <a:cubicBezTo>
                  <a:pt x="5916874" y="88297"/>
                  <a:pt x="5922728" y="85013"/>
                  <a:pt x="5927693" y="85013"/>
                </a:cubicBezTo>
                <a:cubicBezTo>
                  <a:pt x="5932921" y="85013"/>
                  <a:pt x="5937885" y="85525"/>
                  <a:pt x="5941283" y="88602"/>
                </a:cubicBezTo>
                <a:lnTo>
                  <a:pt x="5943373" y="88090"/>
                </a:lnTo>
                <a:lnTo>
                  <a:pt x="5948600" y="69124"/>
                </a:lnTo>
                <a:lnTo>
                  <a:pt x="5947556" y="68100"/>
                </a:lnTo>
                <a:cubicBezTo>
                  <a:pt x="5943113" y="66822"/>
                  <a:pt x="5942850" y="66306"/>
                  <a:pt x="5938149" y="66306"/>
                </a:cubicBezTo>
                <a:cubicBezTo>
                  <a:pt x="5924036" y="66306"/>
                  <a:pt x="5916455" y="74250"/>
                  <a:pt x="5904959" y="93731"/>
                </a:cubicBezTo>
                <a:lnTo>
                  <a:pt x="5904173" y="93219"/>
                </a:lnTo>
                <a:close/>
                <a:moveTo>
                  <a:pt x="5974211" y="25830"/>
                </a:moveTo>
                <a:cubicBezTo>
                  <a:pt x="5974211" y="32746"/>
                  <a:pt x="5980483" y="38896"/>
                  <a:pt x="5987542" y="38896"/>
                </a:cubicBezTo>
                <a:cubicBezTo>
                  <a:pt x="5994596" y="38896"/>
                  <a:pt x="6000868" y="32746"/>
                  <a:pt x="6000868" y="25830"/>
                </a:cubicBezTo>
                <a:cubicBezTo>
                  <a:pt x="6000868" y="18910"/>
                  <a:pt x="5994596" y="12761"/>
                  <a:pt x="5987542" y="12761"/>
                </a:cubicBezTo>
                <a:cubicBezTo>
                  <a:pt x="5980483" y="12761"/>
                  <a:pt x="5974211" y="18910"/>
                  <a:pt x="5974211" y="25830"/>
                </a:cubicBezTo>
                <a:moveTo>
                  <a:pt x="5976827" y="118736"/>
                </a:moveTo>
                <a:lnTo>
                  <a:pt x="5976827" y="132815"/>
                </a:lnTo>
                <a:cubicBezTo>
                  <a:pt x="5976827" y="152010"/>
                  <a:pt x="5976356" y="165064"/>
                  <a:pt x="5974474" y="178884"/>
                </a:cubicBezTo>
                <a:lnTo>
                  <a:pt x="5974996" y="179651"/>
                </a:lnTo>
                <a:cubicBezTo>
                  <a:pt x="5978130" y="179142"/>
                  <a:pt x="5984144" y="178884"/>
                  <a:pt x="5987278" y="178884"/>
                </a:cubicBezTo>
                <a:cubicBezTo>
                  <a:pt x="5990417" y="178884"/>
                  <a:pt x="5996426" y="179142"/>
                  <a:pt x="5999561" y="179651"/>
                </a:cubicBezTo>
                <a:lnTo>
                  <a:pt x="6000083" y="178884"/>
                </a:lnTo>
                <a:cubicBezTo>
                  <a:pt x="5998205" y="164349"/>
                  <a:pt x="5997734" y="152264"/>
                  <a:pt x="5997734" y="132815"/>
                </a:cubicBezTo>
                <a:lnTo>
                  <a:pt x="5997734" y="114643"/>
                </a:lnTo>
                <a:cubicBezTo>
                  <a:pt x="5997734" y="95447"/>
                  <a:pt x="5998412" y="86232"/>
                  <a:pt x="6000083" y="70618"/>
                </a:cubicBezTo>
                <a:cubicBezTo>
                  <a:pt x="6000083" y="68315"/>
                  <a:pt x="5999772" y="68057"/>
                  <a:pt x="5997734" y="68057"/>
                </a:cubicBezTo>
                <a:cubicBezTo>
                  <a:pt x="5991772" y="68624"/>
                  <a:pt x="5980535" y="68776"/>
                  <a:pt x="5974996" y="68315"/>
                </a:cubicBezTo>
                <a:lnTo>
                  <a:pt x="5974474" y="69081"/>
                </a:lnTo>
                <a:cubicBezTo>
                  <a:pt x="5976093" y="80036"/>
                  <a:pt x="5976827" y="99541"/>
                  <a:pt x="5976827" y="118736"/>
                </a:cubicBezTo>
                <a:close/>
                <a:moveTo>
                  <a:pt x="6092859" y="118424"/>
                </a:moveTo>
                <a:cubicBezTo>
                  <a:pt x="6096256" y="118424"/>
                  <a:pt x="6099917" y="112020"/>
                  <a:pt x="6099917" y="109201"/>
                </a:cubicBezTo>
                <a:cubicBezTo>
                  <a:pt x="6099917" y="106894"/>
                  <a:pt x="6098872" y="104588"/>
                  <a:pt x="6096256" y="104588"/>
                </a:cubicBezTo>
                <a:lnTo>
                  <a:pt x="6036413" y="104588"/>
                </a:lnTo>
                <a:cubicBezTo>
                  <a:pt x="6033274" y="104588"/>
                  <a:pt x="6029877" y="109971"/>
                  <a:pt x="6029877" y="114068"/>
                </a:cubicBezTo>
                <a:cubicBezTo>
                  <a:pt x="6029877" y="116375"/>
                  <a:pt x="6031444" y="118424"/>
                  <a:pt x="6033797" y="118424"/>
                </a:cubicBezTo>
                <a:lnTo>
                  <a:pt x="6092859" y="118424"/>
                </a:lnTo>
                <a:close/>
              </a:path>
            </a:pathLst>
          </a:custGeom>
          <a:solidFill xmlns:a="http://schemas.openxmlformats.org/drawingml/2006/main">
            <a:srgbClr val="000000"/>
          </a:solidFill>
          <a:ln xmlns:a="http://schemas.openxmlformats.org/drawingml/2006/main" w="0" cap="flat">
            <a:noFill/>
            <a:miter/>
          </a:ln>
        </p:spPr>
      </p:sp>
      <p:sp>
        <p:nvSpPr>
          <p:cNvPr id="91" name="Text ments.Barswithclassandmethodindicatethetargetclass">
            <a:extLst xmlns:a="http://schemas.openxmlformats.org/drawingml/2006/main">
              <a:ext uri="{FF2B5EF4-FFF2-40B4-BE49-F238E27FC236}">
                <a16:creationId xmlns:a16="http://schemas.microsoft.com/office/drawing/2014/main" id="{E043804E-748C-4B3B-8FC0-253647FB785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2480" y="6367804"/>
            <a:ext cx="6056053" cy="239701"/>
          </a:xfrm>
          <a:custGeom xmlns:a="http://schemas.openxmlformats.org/drawingml/2006/main">
            <a:pathLst>
              <a:path w="6056053" h="239701">
                <a:moveTo>
                  <a:pt x="22344" y="88606"/>
                </a:moveTo>
                <a:lnTo>
                  <a:pt x="22344" y="69895"/>
                </a:lnTo>
                <a:cubicBezTo>
                  <a:pt x="22344" y="67897"/>
                  <a:pt x="22046" y="67334"/>
                  <a:pt x="20839" y="67334"/>
                </a:cubicBezTo>
                <a:cubicBezTo>
                  <a:pt x="15214" y="68460"/>
                  <a:pt x="6226" y="68663"/>
                  <a:pt x="502" y="68100"/>
                </a:cubicBezTo>
                <a:lnTo>
                  <a:pt x="0" y="68870"/>
                </a:lnTo>
                <a:cubicBezTo>
                  <a:pt x="1755" y="79938"/>
                  <a:pt x="2257" y="99376"/>
                  <a:pt x="2257" y="118611"/>
                </a:cubicBezTo>
                <a:lnTo>
                  <a:pt x="2257" y="132717"/>
                </a:lnTo>
                <a:cubicBezTo>
                  <a:pt x="2257" y="151956"/>
                  <a:pt x="2008" y="165033"/>
                  <a:pt x="0" y="178884"/>
                </a:cubicBezTo>
                <a:lnTo>
                  <a:pt x="502" y="179651"/>
                </a:lnTo>
                <a:cubicBezTo>
                  <a:pt x="3513" y="179139"/>
                  <a:pt x="9287" y="178884"/>
                  <a:pt x="12302" y="178884"/>
                </a:cubicBezTo>
                <a:cubicBezTo>
                  <a:pt x="15314" y="178884"/>
                  <a:pt x="21092" y="179139"/>
                  <a:pt x="24103" y="179651"/>
                </a:cubicBezTo>
                <a:lnTo>
                  <a:pt x="24605" y="178884"/>
                </a:lnTo>
                <a:cubicBezTo>
                  <a:pt x="22597" y="164263"/>
                  <a:pt x="22344" y="152210"/>
                  <a:pt x="22344" y="132717"/>
                </a:cubicBezTo>
                <a:lnTo>
                  <a:pt x="22344" y="101687"/>
                </a:lnTo>
                <a:cubicBezTo>
                  <a:pt x="34149" y="89376"/>
                  <a:pt x="48210" y="81682"/>
                  <a:pt x="56995" y="81682"/>
                </a:cubicBezTo>
                <a:cubicBezTo>
                  <a:pt x="66539" y="81682"/>
                  <a:pt x="73569" y="87323"/>
                  <a:pt x="73569" y="104506"/>
                </a:cubicBezTo>
                <a:lnTo>
                  <a:pt x="73569" y="132717"/>
                </a:lnTo>
                <a:cubicBezTo>
                  <a:pt x="73569" y="151956"/>
                  <a:pt x="73316" y="165033"/>
                  <a:pt x="71309" y="178884"/>
                </a:cubicBezTo>
                <a:lnTo>
                  <a:pt x="71811" y="179651"/>
                </a:lnTo>
                <a:cubicBezTo>
                  <a:pt x="74822" y="179139"/>
                  <a:pt x="80600" y="178884"/>
                  <a:pt x="83611" y="178884"/>
                </a:cubicBezTo>
                <a:cubicBezTo>
                  <a:pt x="86627" y="178884"/>
                  <a:pt x="92400" y="179139"/>
                  <a:pt x="95412" y="179651"/>
                </a:cubicBezTo>
                <a:lnTo>
                  <a:pt x="95914" y="178884"/>
                </a:lnTo>
                <a:cubicBezTo>
                  <a:pt x="93906" y="164263"/>
                  <a:pt x="93657" y="152210"/>
                  <a:pt x="93657" y="132717"/>
                </a:cubicBezTo>
                <a:lnTo>
                  <a:pt x="93657" y="106816"/>
                </a:lnTo>
                <a:cubicBezTo>
                  <a:pt x="93657" y="103223"/>
                  <a:pt x="93657" y="100146"/>
                  <a:pt x="93404" y="97070"/>
                </a:cubicBezTo>
                <a:cubicBezTo>
                  <a:pt x="105458" y="83476"/>
                  <a:pt x="115500" y="81682"/>
                  <a:pt x="125292" y="81682"/>
                </a:cubicBezTo>
                <a:cubicBezTo>
                  <a:pt x="138852" y="81682"/>
                  <a:pt x="145380" y="87323"/>
                  <a:pt x="145380" y="104506"/>
                </a:cubicBezTo>
                <a:lnTo>
                  <a:pt x="145380" y="132717"/>
                </a:lnTo>
                <a:cubicBezTo>
                  <a:pt x="145380" y="151956"/>
                  <a:pt x="145131" y="165033"/>
                  <a:pt x="143120" y="178884"/>
                </a:cubicBezTo>
                <a:lnTo>
                  <a:pt x="143622" y="179651"/>
                </a:lnTo>
                <a:cubicBezTo>
                  <a:pt x="146637" y="179139"/>
                  <a:pt x="152411" y="178884"/>
                  <a:pt x="155426" y="178884"/>
                </a:cubicBezTo>
                <a:cubicBezTo>
                  <a:pt x="158437" y="178884"/>
                  <a:pt x="164211" y="179139"/>
                  <a:pt x="167226" y="179651"/>
                </a:cubicBezTo>
                <a:lnTo>
                  <a:pt x="167728" y="178884"/>
                </a:lnTo>
                <a:cubicBezTo>
                  <a:pt x="165717" y="164263"/>
                  <a:pt x="165468" y="152210"/>
                  <a:pt x="165468" y="132717"/>
                </a:cubicBezTo>
                <a:lnTo>
                  <a:pt x="165468" y="107070"/>
                </a:lnTo>
                <a:cubicBezTo>
                  <a:pt x="165468" y="84246"/>
                  <a:pt x="161449" y="66306"/>
                  <a:pt x="134331" y="66306"/>
                </a:cubicBezTo>
                <a:cubicBezTo>
                  <a:pt x="120775" y="66306"/>
                  <a:pt x="106209" y="71177"/>
                  <a:pt x="91898" y="86553"/>
                </a:cubicBezTo>
                <a:cubicBezTo>
                  <a:pt x="89638" y="74250"/>
                  <a:pt x="79343" y="66306"/>
                  <a:pt x="65282" y="66306"/>
                </a:cubicBezTo>
                <a:cubicBezTo>
                  <a:pt x="49715" y="66306"/>
                  <a:pt x="34900" y="76556"/>
                  <a:pt x="23099" y="89376"/>
                </a:cubicBezTo>
                <a:lnTo>
                  <a:pt x="22344" y="88606"/>
                </a:lnTo>
                <a:close/>
                <a:moveTo>
                  <a:pt x="215687" y="108853"/>
                </a:moveTo>
                <a:cubicBezTo>
                  <a:pt x="219955" y="82194"/>
                  <a:pt x="236426" y="76556"/>
                  <a:pt x="244311" y="76556"/>
                </a:cubicBezTo>
                <a:cubicBezTo>
                  <a:pt x="254254" y="76556"/>
                  <a:pt x="265403" y="86041"/>
                  <a:pt x="265403" y="105264"/>
                </a:cubicBezTo>
                <a:cubicBezTo>
                  <a:pt x="265403" y="107571"/>
                  <a:pt x="264399" y="108853"/>
                  <a:pt x="261886" y="108853"/>
                </a:cubicBezTo>
                <a:lnTo>
                  <a:pt x="215687" y="108853"/>
                </a:lnTo>
                <a:moveTo>
                  <a:pt x="282728" y="152182"/>
                </a:moveTo>
                <a:cubicBezTo>
                  <a:pt x="273939" y="161929"/>
                  <a:pt x="262138" y="166288"/>
                  <a:pt x="248326" y="166288"/>
                </a:cubicBezTo>
                <a:cubicBezTo>
                  <a:pt x="239740" y="166288"/>
                  <a:pt x="227890" y="162953"/>
                  <a:pt x="220959" y="151670"/>
                </a:cubicBezTo>
                <a:cubicBezTo>
                  <a:pt x="216538" y="144488"/>
                  <a:pt x="214933" y="134026"/>
                  <a:pt x="214933" y="119100"/>
                </a:cubicBezTo>
                <a:lnTo>
                  <a:pt x="283230" y="119100"/>
                </a:lnTo>
                <a:cubicBezTo>
                  <a:pt x="285992" y="119100"/>
                  <a:pt x="287747" y="117563"/>
                  <a:pt x="287747" y="114745"/>
                </a:cubicBezTo>
                <a:cubicBezTo>
                  <a:pt x="287747" y="93219"/>
                  <a:pt x="277452" y="66306"/>
                  <a:pt x="244311" y="66306"/>
                </a:cubicBezTo>
                <a:cubicBezTo>
                  <a:pt x="218446" y="66306"/>
                  <a:pt x="192837" y="87577"/>
                  <a:pt x="192837" y="125257"/>
                </a:cubicBezTo>
                <a:cubicBezTo>
                  <a:pt x="192837" y="139820"/>
                  <a:pt x="195749" y="154184"/>
                  <a:pt x="204136" y="164493"/>
                </a:cubicBezTo>
                <a:cubicBezTo>
                  <a:pt x="212772" y="175100"/>
                  <a:pt x="227135" y="181402"/>
                  <a:pt x="244058" y="181402"/>
                </a:cubicBezTo>
                <a:cubicBezTo>
                  <a:pt x="262138" y="181402"/>
                  <a:pt x="278207" y="171925"/>
                  <a:pt x="287747" y="158594"/>
                </a:cubicBezTo>
                <a:lnTo>
                  <a:pt x="282728" y="152182"/>
                </a:lnTo>
                <a:close/>
                <a:moveTo>
                  <a:pt x="413545" y="132717"/>
                </a:moveTo>
                <a:cubicBezTo>
                  <a:pt x="413545" y="124511"/>
                  <a:pt x="414046" y="115022"/>
                  <a:pt x="414046" y="106816"/>
                </a:cubicBezTo>
                <a:cubicBezTo>
                  <a:pt x="414046" y="80141"/>
                  <a:pt x="405510" y="66306"/>
                  <a:pt x="382913" y="66306"/>
                </a:cubicBezTo>
                <a:cubicBezTo>
                  <a:pt x="373369" y="66306"/>
                  <a:pt x="355542" y="70153"/>
                  <a:pt x="339473" y="89376"/>
                </a:cubicBezTo>
                <a:lnTo>
                  <a:pt x="338971" y="88606"/>
                </a:lnTo>
                <a:lnTo>
                  <a:pt x="338971" y="69895"/>
                </a:lnTo>
                <a:cubicBezTo>
                  <a:pt x="338922" y="67897"/>
                  <a:pt x="338669" y="67334"/>
                  <a:pt x="337466" y="67334"/>
                </a:cubicBezTo>
                <a:cubicBezTo>
                  <a:pt x="331841" y="68460"/>
                  <a:pt x="322849" y="68663"/>
                  <a:pt x="317125" y="68100"/>
                </a:cubicBezTo>
                <a:lnTo>
                  <a:pt x="316623" y="68870"/>
                </a:lnTo>
                <a:cubicBezTo>
                  <a:pt x="318382" y="79938"/>
                  <a:pt x="318884" y="99376"/>
                  <a:pt x="318884" y="118611"/>
                </a:cubicBezTo>
                <a:lnTo>
                  <a:pt x="318884" y="132717"/>
                </a:lnTo>
                <a:cubicBezTo>
                  <a:pt x="318884" y="151956"/>
                  <a:pt x="318631" y="165033"/>
                  <a:pt x="316623" y="178884"/>
                </a:cubicBezTo>
                <a:lnTo>
                  <a:pt x="317125" y="179651"/>
                </a:lnTo>
                <a:cubicBezTo>
                  <a:pt x="320140" y="179139"/>
                  <a:pt x="325914" y="178884"/>
                  <a:pt x="328926" y="178884"/>
                </a:cubicBezTo>
                <a:cubicBezTo>
                  <a:pt x="331941" y="178884"/>
                  <a:pt x="337715" y="179139"/>
                  <a:pt x="340730" y="179651"/>
                </a:cubicBezTo>
                <a:lnTo>
                  <a:pt x="341232" y="178884"/>
                </a:lnTo>
                <a:cubicBezTo>
                  <a:pt x="339220" y="164263"/>
                  <a:pt x="338971" y="152210"/>
                  <a:pt x="338971" y="132717"/>
                </a:cubicBezTo>
                <a:lnTo>
                  <a:pt x="338971" y="102711"/>
                </a:lnTo>
                <a:cubicBezTo>
                  <a:pt x="351776" y="87323"/>
                  <a:pt x="366339" y="81682"/>
                  <a:pt x="375381" y="81682"/>
                </a:cubicBezTo>
                <a:cubicBezTo>
                  <a:pt x="388185" y="81682"/>
                  <a:pt x="393457" y="86811"/>
                  <a:pt x="393457" y="107582"/>
                </a:cubicBezTo>
                <a:lnTo>
                  <a:pt x="393457" y="132717"/>
                </a:lnTo>
                <a:cubicBezTo>
                  <a:pt x="393457" y="151956"/>
                  <a:pt x="393005" y="165084"/>
                  <a:pt x="391196" y="178884"/>
                </a:cubicBezTo>
                <a:lnTo>
                  <a:pt x="391698" y="179651"/>
                </a:lnTo>
                <a:cubicBezTo>
                  <a:pt x="394714" y="179139"/>
                  <a:pt x="400487" y="178884"/>
                  <a:pt x="403503" y="178884"/>
                </a:cubicBezTo>
                <a:cubicBezTo>
                  <a:pt x="406514" y="178884"/>
                  <a:pt x="412288" y="179139"/>
                  <a:pt x="415303" y="179651"/>
                </a:cubicBezTo>
                <a:lnTo>
                  <a:pt x="415805" y="178884"/>
                </a:lnTo>
                <a:cubicBezTo>
                  <a:pt x="413847" y="164263"/>
                  <a:pt x="413545" y="152210"/>
                  <a:pt x="413545" y="132717"/>
                </a:cubicBezTo>
                <a:close/>
                <a:moveTo>
                  <a:pt x="457233" y="69058"/>
                </a:moveTo>
                <a:cubicBezTo>
                  <a:pt x="452111" y="69058"/>
                  <a:pt x="446789" y="68956"/>
                  <a:pt x="443674" y="68546"/>
                </a:cubicBezTo>
                <a:cubicBezTo>
                  <a:pt x="441969" y="72749"/>
                  <a:pt x="440613" y="75208"/>
                  <a:pt x="438153" y="79051"/>
                </a:cubicBezTo>
                <a:lnTo>
                  <a:pt x="439406" y="80845"/>
                </a:lnTo>
                <a:cubicBezTo>
                  <a:pt x="443728" y="80536"/>
                  <a:pt x="451509" y="80384"/>
                  <a:pt x="457233" y="80333"/>
                </a:cubicBezTo>
                <a:lnTo>
                  <a:pt x="457233" y="115386"/>
                </a:lnTo>
                <a:cubicBezTo>
                  <a:pt x="457233" y="130739"/>
                  <a:pt x="456482" y="149164"/>
                  <a:pt x="456482" y="156839"/>
                </a:cubicBezTo>
                <a:cubicBezTo>
                  <a:pt x="456482" y="173478"/>
                  <a:pt x="467026" y="181402"/>
                  <a:pt x="478577" y="181402"/>
                </a:cubicBezTo>
                <a:cubicBezTo>
                  <a:pt x="489125" y="181402"/>
                  <a:pt x="497159" y="178845"/>
                  <a:pt x="507703" y="171945"/>
                </a:cubicBezTo>
                <a:lnTo>
                  <a:pt x="504642" y="165639"/>
                </a:lnTo>
                <a:cubicBezTo>
                  <a:pt x="496907" y="168356"/>
                  <a:pt x="491133" y="168614"/>
                  <a:pt x="484853" y="167590"/>
                </a:cubicBezTo>
                <a:cubicBezTo>
                  <a:pt x="478880" y="166616"/>
                  <a:pt x="476570" y="160471"/>
                  <a:pt x="476570" y="146603"/>
                </a:cubicBezTo>
                <a:cubicBezTo>
                  <a:pt x="476570" y="138929"/>
                  <a:pt x="477321" y="127924"/>
                  <a:pt x="477321" y="112575"/>
                </a:cubicBezTo>
                <a:lnTo>
                  <a:pt x="477321" y="80333"/>
                </a:lnTo>
                <a:lnTo>
                  <a:pt x="486865" y="80333"/>
                </a:lnTo>
                <a:cubicBezTo>
                  <a:pt x="492891" y="80333"/>
                  <a:pt x="501627" y="80536"/>
                  <a:pt x="504941" y="80845"/>
                </a:cubicBezTo>
                <a:cubicBezTo>
                  <a:pt x="505696" y="76748"/>
                  <a:pt x="506450" y="74132"/>
                  <a:pt x="507956" y="70340"/>
                </a:cubicBezTo>
                <a:lnTo>
                  <a:pt x="506699" y="68546"/>
                </a:lnTo>
                <a:cubicBezTo>
                  <a:pt x="502178" y="68753"/>
                  <a:pt x="494899" y="69058"/>
                  <a:pt x="489125" y="69058"/>
                </a:cubicBezTo>
                <a:lnTo>
                  <a:pt x="477321" y="69058"/>
                </a:lnTo>
                <a:cubicBezTo>
                  <a:pt x="477321" y="49893"/>
                  <a:pt x="477474" y="46512"/>
                  <a:pt x="478577" y="31652"/>
                </a:cubicBezTo>
                <a:cubicBezTo>
                  <a:pt x="478577" y="29806"/>
                  <a:pt x="477876" y="29091"/>
                  <a:pt x="476317" y="29091"/>
                </a:cubicBezTo>
                <a:cubicBezTo>
                  <a:pt x="470041" y="31652"/>
                  <a:pt x="466926" y="34369"/>
                  <a:pt x="458743" y="35495"/>
                </a:cubicBezTo>
                <a:lnTo>
                  <a:pt x="458241" y="36265"/>
                </a:lnTo>
                <a:cubicBezTo>
                  <a:pt x="457739" y="45182"/>
                  <a:pt x="457233" y="54198"/>
                  <a:pt x="457233" y="69058"/>
                </a:cubicBezTo>
                <a:close/>
                <a:moveTo>
                  <a:pt x="531305" y="152952"/>
                </a:moveTo>
                <a:lnTo>
                  <a:pt x="527037" y="174486"/>
                </a:lnTo>
                <a:cubicBezTo>
                  <a:pt x="541351" y="179612"/>
                  <a:pt x="555412" y="181402"/>
                  <a:pt x="564952" y="181402"/>
                </a:cubicBezTo>
                <a:cubicBezTo>
                  <a:pt x="599603" y="181402"/>
                  <a:pt x="607637" y="160388"/>
                  <a:pt x="607637" y="146287"/>
                </a:cubicBezTo>
                <a:cubicBezTo>
                  <a:pt x="607637" y="125265"/>
                  <a:pt x="591315" y="117063"/>
                  <a:pt x="573488" y="112704"/>
                </a:cubicBezTo>
                <a:cubicBezTo>
                  <a:pt x="563998" y="110397"/>
                  <a:pt x="550140" y="105526"/>
                  <a:pt x="550140" y="92707"/>
                </a:cubicBezTo>
                <a:cubicBezTo>
                  <a:pt x="550140" y="82194"/>
                  <a:pt x="558423" y="76556"/>
                  <a:pt x="569220" y="76556"/>
                </a:cubicBezTo>
                <a:cubicBezTo>
                  <a:pt x="582277" y="76556"/>
                  <a:pt x="590312" y="87065"/>
                  <a:pt x="596089" y="93989"/>
                </a:cubicBezTo>
                <a:lnTo>
                  <a:pt x="599603" y="93731"/>
                </a:lnTo>
                <a:lnTo>
                  <a:pt x="604626" y="74762"/>
                </a:lnTo>
                <a:lnTo>
                  <a:pt x="604124" y="73996"/>
                </a:lnTo>
                <a:cubicBezTo>
                  <a:pt x="596840" y="70153"/>
                  <a:pt x="583032" y="66306"/>
                  <a:pt x="570224" y="66306"/>
                </a:cubicBezTo>
                <a:cubicBezTo>
                  <a:pt x="551646" y="66306"/>
                  <a:pt x="532309" y="76298"/>
                  <a:pt x="532309" y="97578"/>
                </a:cubicBezTo>
                <a:cubicBezTo>
                  <a:pt x="532309" y="118087"/>
                  <a:pt x="547328" y="124855"/>
                  <a:pt x="562442" y="129112"/>
                </a:cubicBezTo>
                <a:cubicBezTo>
                  <a:pt x="577005" y="133213"/>
                  <a:pt x="587802" y="137314"/>
                  <a:pt x="587802" y="149876"/>
                </a:cubicBezTo>
                <a:cubicBezTo>
                  <a:pt x="587802" y="163465"/>
                  <a:pt x="578009" y="171155"/>
                  <a:pt x="564703" y="171155"/>
                </a:cubicBezTo>
                <a:cubicBezTo>
                  <a:pt x="552650" y="171155"/>
                  <a:pt x="542102" y="162695"/>
                  <a:pt x="535071" y="152698"/>
                </a:cubicBezTo>
                <a:lnTo>
                  <a:pt x="531305" y="152952"/>
                </a:lnTo>
                <a:close/>
                <a:moveTo>
                  <a:pt x="631741" y="167570"/>
                </a:moveTo>
                <a:cubicBezTo>
                  <a:pt x="633952" y="176124"/>
                  <a:pt x="637469" y="179612"/>
                  <a:pt x="645300" y="181402"/>
                </a:cubicBezTo>
                <a:lnTo>
                  <a:pt x="646308" y="181402"/>
                </a:lnTo>
                <a:cubicBezTo>
                  <a:pt x="653388" y="179612"/>
                  <a:pt x="657304" y="175819"/>
                  <a:pt x="659863" y="167570"/>
                </a:cubicBezTo>
                <a:lnTo>
                  <a:pt x="659863" y="166542"/>
                </a:lnTo>
                <a:cubicBezTo>
                  <a:pt x="657557" y="159317"/>
                  <a:pt x="653587" y="155372"/>
                  <a:pt x="646308" y="152706"/>
                </a:cubicBezTo>
                <a:lnTo>
                  <a:pt x="645300" y="152706"/>
                </a:lnTo>
                <a:cubicBezTo>
                  <a:pt x="637718" y="155834"/>
                  <a:pt x="634051" y="159728"/>
                  <a:pt x="631741" y="166542"/>
                </a:cubicBezTo>
                <a:lnTo>
                  <a:pt x="631741" y="167570"/>
                </a:lnTo>
                <a:close/>
                <a:moveTo>
                  <a:pt x="777374" y="35581"/>
                </a:moveTo>
                <a:cubicBezTo>
                  <a:pt x="777374" y="27066"/>
                  <a:pt x="779887" y="23782"/>
                  <a:pt x="800224" y="23782"/>
                </a:cubicBezTo>
                <a:cubicBezTo>
                  <a:pt x="814285" y="23782"/>
                  <a:pt x="832112" y="29423"/>
                  <a:pt x="832112" y="55594"/>
                </a:cubicBezTo>
                <a:cubicBezTo>
                  <a:pt x="832112" y="77401"/>
                  <a:pt x="817802" y="83812"/>
                  <a:pt x="796960" y="83812"/>
                </a:cubicBezTo>
                <a:lnTo>
                  <a:pt x="777374" y="83812"/>
                </a:lnTo>
                <a:lnTo>
                  <a:pt x="777374" y="35581"/>
                </a:lnTo>
                <a:moveTo>
                  <a:pt x="777374" y="94830"/>
                </a:moveTo>
                <a:lnTo>
                  <a:pt x="800726" y="94830"/>
                </a:lnTo>
                <a:cubicBezTo>
                  <a:pt x="830105" y="94830"/>
                  <a:pt x="843913" y="113537"/>
                  <a:pt x="843913" y="136603"/>
                </a:cubicBezTo>
                <a:cubicBezTo>
                  <a:pt x="843913" y="154286"/>
                  <a:pt x="837940" y="168634"/>
                  <a:pt x="801730" y="168634"/>
                </a:cubicBezTo>
                <a:cubicBezTo>
                  <a:pt x="784156" y="168634"/>
                  <a:pt x="777374" y="164791"/>
                  <a:pt x="777374" y="156334"/>
                </a:cubicBezTo>
                <a:lnTo>
                  <a:pt x="777374" y="94830"/>
                </a:lnTo>
                <a:moveTo>
                  <a:pt x="766577" y="13531"/>
                </a:moveTo>
                <a:cubicBezTo>
                  <a:pt x="758041" y="13531"/>
                  <a:pt x="753773" y="12761"/>
                  <a:pt x="753773" y="12761"/>
                </a:cubicBezTo>
                <a:lnTo>
                  <a:pt x="753271" y="13531"/>
                </a:lnTo>
                <a:cubicBezTo>
                  <a:pt x="755279" y="28141"/>
                  <a:pt x="755781" y="45589"/>
                  <a:pt x="755781" y="64828"/>
                </a:cubicBezTo>
                <a:lnTo>
                  <a:pt x="755781" y="127634"/>
                </a:lnTo>
                <a:cubicBezTo>
                  <a:pt x="755781" y="146854"/>
                  <a:pt x="755279" y="165049"/>
                  <a:pt x="753271" y="178884"/>
                </a:cubicBezTo>
                <a:lnTo>
                  <a:pt x="753520" y="179651"/>
                </a:lnTo>
                <a:cubicBezTo>
                  <a:pt x="753520" y="179651"/>
                  <a:pt x="757792" y="178884"/>
                  <a:pt x="766577" y="178884"/>
                </a:cubicBezTo>
                <a:cubicBezTo>
                  <a:pt x="782148" y="178884"/>
                  <a:pt x="784156" y="179651"/>
                  <a:pt x="806504" y="179651"/>
                </a:cubicBezTo>
                <a:cubicBezTo>
                  <a:pt x="856468" y="179651"/>
                  <a:pt x="868775" y="153773"/>
                  <a:pt x="868775" y="131732"/>
                </a:cubicBezTo>
                <a:cubicBezTo>
                  <a:pt x="868775" y="107133"/>
                  <a:pt x="852453" y="93039"/>
                  <a:pt x="830607" y="86631"/>
                </a:cubicBezTo>
                <a:cubicBezTo>
                  <a:pt x="843411" y="80224"/>
                  <a:pt x="853959" y="66626"/>
                  <a:pt x="853959" y="52513"/>
                </a:cubicBezTo>
                <a:cubicBezTo>
                  <a:pt x="853959" y="35327"/>
                  <a:pt x="845170" y="12761"/>
                  <a:pt x="798466" y="12761"/>
                </a:cubicBezTo>
                <a:cubicBezTo>
                  <a:pt x="789680" y="12761"/>
                  <a:pt x="779133" y="13531"/>
                  <a:pt x="766577" y="13531"/>
                </a:cubicBezTo>
                <a:close/>
                <a:moveTo>
                  <a:pt x="962179" y="121164"/>
                </a:moveTo>
                <a:lnTo>
                  <a:pt x="961176" y="151674"/>
                </a:lnTo>
                <a:cubicBezTo>
                  <a:pt x="961176" y="155005"/>
                  <a:pt x="959666" y="156799"/>
                  <a:pt x="957658" y="158340"/>
                </a:cubicBezTo>
                <a:cubicBezTo>
                  <a:pt x="950628" y="163723"/>
                  <a:pt x="942092" y="168336"/>
                  <a:pt x="934559" y="168336"/>
                </a:cubicBezTo>
                <a:cubicBezTo>
                  <a:pt x="923261" y="168336"/>
                  <a:pt x="915977" y="160646"/>
                  <a:pt x="915977" y="152698"/>
                </a:cubicBezTo>
                <a:cubicBezTo>
                  <a:pt x="915977" y="141161"/>
                  <a:pt x="921249" y="132443"/>
                  <a:pt x="940835" y="127060"/>
                </a:cubicBezTo>
                <a:lnTo>
                  <a:pt x="962179" y="121164"/>
                </a:lnTo>
                <a:moveTo>
                  <a:pt x="962179" y="166542"/>
                </a:moveTo>
                <a:cubicBezTo>
                  <a:pt x="965091" y="176535"/>
                  <a:pt x="972574" y="181402"/>
                  <a:pt x="981765" y="181402"/>
                </a:cubicBezTo>
                <a:cubicBezTo>
                  <a:pt x="988091" y="181402"/>
                  <a:pt x="995826" y="179866"/>
                  <a:pt x="1001749" y="173462"/>
                </a:cubicBezTo>
                <a:lnTo>
                  <a:pt x="999891" y="167105"/>
                </a:lnTo>
                <a:cubicBezTo>
                  <a:pt x="997129" y="168082"/>
                  <a:pt x="995022" y="168438"/>
                  <a:pt x="993114" y="168438"/>
                </a:cubicBezTo>
                <a:cubicBezTo>
                  <a:pt x="990600" y="168438"/>
                  <a:pt x="987286" y="167977"/>
                  <a:pt x="985731" y="166542"/>
                </a:cubicBezTo>
                <a:cubicBezTo>
                  <a:pt x="983171" y="164185"/>
                  <a:pt x="981562" y="157929"/>
                  <a:pt x="981562" y="146545"/>
                </a:cubicBezTo>
                <a:cubicBezTo>
                  <a:pt x="981562" y="139109"/>
                  <a:pt x="982267" y="110655"/>
                  <a:pt x="982267" y="107833"/>
                </a:cubicBezTo>
                <a:cubicBezTo>
                  <a:pt x="982267" y="73225"/>
                  <a:pt x="959919" y="66306"/>
                  <a:pt x="940835" y="66306"/>
                </a:cubicBezTo>
                <a:cubicBezTo>
                  <a:pt x="921751" y="66306"/>
                  <a:pt x="910203" y="75786"/>
                  <a:pt x="903924" y="81170"/>
                </a:cubicBezTo>
                <a:lnTo>
                  <a:pt x="903173" y="82198"/>
                </a:lnTo>
                <a:lnTo>
                  <a:pt x="907441" y="99372"/>
                </a:lnTo>
                <a:lnTo>
                  <a:pt x="910705" y="99630"/>
                </a:lnTo>
                <a:cubicBezTo>
                  <a:pt x="917736" y="88093"/>
                  <a:pt x="926272" y="77839"/>
                  <a:pt x="938325" y="77839"/>
                </a:cubicBezTo>
                <a:cubicBezTo>
                  <a:pt x="947364" y="77839"/>
                  <a:pt x="962428" y="79121"/>
                  <a:pt x="962428" y="108091"/>
                </a:cubicBezTo>
                <a:cubicBezTo>
                  <a:pt x="962428" y="109885"/>
                  <a:pt x="961425" y="110909"/>
                  <a:pt x="960670" y="111167"/>
                </a:cubicBezTo>
                <a:lnTo>
                  <a:pt x="937322" y="116551"/>
                </a:lnTo>
                <a:cubicBezTo>
                  <a:pt x="911709" y="122446"/>
                  <a:pt x="895640" y="136290"/>
                  <a:pt x="895640" y="153723"/>
                </a:cubicBezTo>
                <a:cubicBezTo>
                  <a:pt x="895640" y="172692"/>
                  <a:pt x="908445" y="181402"/>
                  <a:pt x="927027" y="181402"/>
                </a:cubicBezTo>
                <a:cubicBezTo>
                  <a:pt x="940835" y="181402"/>
                  <a:pt x="947865" y="178075"/>
                  <a:pt x="961176" y="166542"/>
                </a:cubicBezTo>
                <a:lnTo>
                  <a:pt x="962179" y="166542"/>
                </a:lnTo>
                <a:close/>
                <a:moveTo>
                  <a:pt x="1047047" y="93219"/>
                </a:moveTo>
                <a:lnTo>
                  <a:pt x="1047047" y="69895"/>
                </a:lnTo>
                <a:cubicBezTo>
                  <a:pt x="1047047" y="67897"/>
                  <a:pt x="1046744" y="67334"/>
                  <a:pt x="1045541" y="67334"/>
                </a:cubicBezTo>
                <a:cubicBezTo>
                  <a:pt x="1039917" y="68460"/>
                  <a:pt x="1030928" y="68663"/>
                  <a:pt x="1025200" y="68100"/>
                </a:cubicBezTo>
                <a:lnTo>
                  <a:pt x="1024699" y="68870"/>
                </a:lnTo>
                <a:cubicBezTo>
                  <a:pt x="1026457" y="79938"/>
                  <a:pt x="1026959" y="99376"/>
                  <a:pt x="1026959" y="118611"/>
                </a:cubicBezTo>
                <a:lnTo>
                  <a:pt x="1026959" y="132717"/>
                </a:lnTo>
                <a:cubicBezTo>
                  <a:pt x="1026959" y="151952"/>
                  <a:pt x="1026660" y="165084"/>
                  <a:pt x="1024699" y="178884"/>
                </a:cubicBezTo>
                <a:lnTo>
                  <a:pt x="1025200" y="179651"/>
                </a:lnTo>
                <a:cubicBezTo>
                  <a:pt x="1028216" y="179139"/>
                  <a:pt x="1033990" y="178884"/>
                  <a:pt x="1037005" y="178884"/>
                </a:cubicBezTo>
                <a:cubicBezTo>
                  <a:pt x="1040016" y="178884"/>
                  <a:pt x="1045790" y="179139"/>
                  <a:pt x="1048805" y="179651"/>
                </a:cubicBezTo>
                <a:lnTo>
                  <a:pt x="1049307" y="178884"/>
                </a:lnTo>
                <a:cubicBezTo>
                  <a:pt x="1047449" y="164263"/>
                  <a:pt x="1047047" y="152210"/>
                  <a:pt x="1047047" y="132717"/>
                </a:cubicBezTo>
                <a:lnTo>
                  <a:pt x="1047047" y="119381"/>
                </a:lnTo>
                <a:cubicBezTo>
                  <a:pt x="1047047" y="108607"/>
                  <a:pt x="1050211" y="102453"/>
                  <a:pt x="1055583" y="93989"/>
                </a:cubicBezTo>
                <a:cubicBezTo>
                  <a:pt x="1059250" y="88297"/>
                  <a:pt x="1064874" y="85013"/>
                  <a:pt x="1069644" y="85013"/>
                </a:cubicBezTo>
                <a:cubicBezTo>
                  <a:pt x="1074667" y="85013"/>
                  <a:pt x="1079437" y="85525"/>
                  <a:pt x="1082701" y="88602"/>
                </a:cubicBezTo>
                <a:lnTo>
                  <a:pt x="1084709" y="88090"/>
                </a:lnTo>
                <a:lnTo>
                  <a:pt x="1089732" y="69124"/>
                </a:lnTo>
                <a:lnTo>
                  <a:pt x="1088728" y="68100"/>
                </a:lnTo>
                <a:cubicBezTo>
                  <a:pt x="1084460" y="66822"/>
                  <a:pt x="1084207" y="66306"/>
                  <a:pt x="1079690" y="66306"/>
                </a:cubicBezTo>
                <a:cubicBezTo>
                  <a:pt x="1066131" y="66306"/>
                  <a:pt x="1058847" y="74250"/>
                  <a:pt x="1047801" y="93731"/>
                </a:cubicBezTo>
                <a:lnTo>
                  <a:pt x="1047047" y="93219"/>
                </a:lnTo>
                <a:close/>
                <a:moveTo>
                  <a:pt x="1106805" y="152952"/>
                </a:moveTo>
                <a:lnTo>
                  <a:pt x="1102537" y="174486"/>
                </a:lnTo>
                <a:cubicBezTo>
                  <a:pt x="1116851" y="179612"/>
                  <a:pt x="1130912" y="181402"/>
                  <a:pt x="1140452" y="181402"/>
                </a:cubicBezTo>
                <a:cubicBezTo>
                  <a:pt x="1175103" y="181402"/>
                  <a:pt x="1183137" y="160388"/>
                  <a:pt x="1183137" y="146287"/>
                </a:cubicBezTo>
                <a:cubicBezTo>
                  <a:pt x="1183137" y="125265"/>
                  <a:pt x="1166815" y="117063"/>
                  <a:pt x="1148988" y="112704"/>
                </a:cubicBezTo>
                <a:cubicBezTo>
                  <a:pt x="1139498" y="110397"/>
                  <a:pt x="1125640" y="105526"/>
                  <a:pt x="1125640" y="92707"/>
                </a:cubicBezTo>
                <a:cubicBezTo>
                  <a:pt x="1125640" y="82194"/>
                  <a:pt x="1133923" y="76556"/>
                  <a:pt x="1144720" y="76556"/>
                </a:cubicBezTo>
                <a:cubicBezTo>
                  <a:pt x="1157777" y="76556"/>
                  <a:pt x="1165812" y="87065"/>
                  <a:pt x="1171589" y="93989"/>
                </a:cubicBezTo>
                <a:lnTo>
                  <a:pt x="1175103" y="93731"/>
                </a:lnTo>
                <a:lnTo>
                  <a:pt x="1180125" y="74762"/>
                </a:lnTo>
                <a:lnTo>
                  <a:pt x="1179623" y="73996"/>
                </a:lnTo>
                <a:cubicBezTo>
                  <a:pt x="1172340" y="70153"/>
                  <a:pt x="1158532" y="66306"/>
                  <a:pt x="1145724" y="66306"/>
                </a:cubicBezTo>
                <a:cubicBezTo>
                  <a:pt x="1127146" y="66306"/>
                  <a:pt x="1107809" y="76298"/>
                  <a:pt x="1107809" y="97578"/>
                </a:cubicBezTo>
                <a:cubicBezTo>
                  <a:pt x="1107809" y="118087"/>
                  <a:pt x="1122828" y="124855"/>
                  <a:pt x="1137942" y="129112"/>
                </a:cubicBezTo>
                <a:cubicBezTo>
                  <a:pt x="1152505" y="133213"/>
                  <a:pt x="1163302" y="137314"/>
                  <a:pt x="1163302" y="149876"/>
                </a:cubicBezTo>
                <a:cubicBezTo>
                  <a:pt x="1163302" y="163465"/>
                  <a:pt x="1153509" y="171155"/>
                  <a:pt x="1140203" y="171155"/>
                </a:cubicBezTo>
                <a:cubicBezTo>
                  <a:pt x="1128149" y="171155"/>
                  <a:pt x="1117602" y="162695"/>
                  <a:pt x="1110571" y="152698"/>
                </a:cubicBezTo>
                <a:lnTo>
                  <a:pt x="1106805" y="152952"/>
                </a:lnTo>
                <a:close/>
                <a:moveTo>
                  <a:pt x="1301400" y="179928"/>
                </a:moveTo>
                <a:cubicBezTo>
                  <a:pt x="1303914" y="179158"/>
                  <a:pt x="1307178" y="179158"/>
                  <a:pt x="1309687" y="179158"/>
                </a:cubicBezTo>
                <a:cubicBezTo>
                  <a:pt x="1312197" y="179158"/>
                  <a:pt x="1316469" y="179158"/>
                  <a:pt x="1318725" y="179928"/>
                </a:cubicBezTo>
                <a:cubicBezTo>
                  <a:pt x="1325607" y="160197"/>
                  <a:pt x="1332890" y="139156"/>
                  <a:pt x="1340974" y="119037"/>
                </a:cubicBezTo>
                <a:cubicBezTo>
                  <a:pt x="1348506" y="139054"/>
                  <a:pt x="1356541" y="159790"/>
                  <a:pt x="1363671" y="179670"/>
                </a:cubicBezTo>
                <a:cubicBezTo>
                  <a:pt x="1366184" y="178900"/>
                  <a:pt x="1367690" y="178900"/>
                  <a:pt x="1370200" y="178900"/>
                </a:cubicBezTo>
                <a:cubicBezTo>
                  <a:pt x="1372713" y="178900"/>
                  <a:pt x="1377230" y="178900"/>
                  <a:pt x="1379490" y="179670"/>
                </a:cubicBezTo>
                <a:cubicBezTo>
                  <a:pt x="1391793" y="149446"/>
                  <a:pt x="1411881" y="100303"/>
                  <a:pt x="1426195" y="68307"/>
                </a:cubicBezTo>
                <a:cubicBezTo>
                  <a:pt x="1423934" y="69077"/>
                  <a:pt x="1417907" y="69077"/>
                  <a:pt x="1415398" y="69077"/>
                </a:cubicBezTo>
                <a:cubicBezTo>
                  <a:pt x="1412884" y="69077"/>
                  <a:pt x="1409118" y="69077"/>
                  <a:pt x="1406862" y="68307"/>
                </a:cubicBezTo>
                <a:cubicBezTo>
                  <a:pt x="1397571" y="98512"/>
                  <a:pt x="1386272" y="131270"/>
                  <a:pt x="1375927" y="155791"/>
                </a:cubicBezTo>
                <a:lnTo>
                  <a:pt x="1373916" y="155791"/>
                </a:lnTo>
                <a:cubicBezTo>
                  <a:pt x="1363422" y="127689"/>
                  <a:pt x="1355637" y="95439"/>
                  <a:pt x="1349863" y="68307"/>
                </a:cubicBezTo>
                <a:cubicBezTo>
                  <a:pt x="1346598" y="69077"/>
                  <a:pt x="1340825" y="69077"/>
                  <a:pt x="1337307" y="69077"/>
                </a:cubicBezTo>
                <a:cubicBezTo>
                  <a:pt x="1333288" y="69077"/>
                  <a:pt x="1326764" y="69077"/>
                  <a:pt x="1322745" y="68307"/>
                </a:cubicBezTo>
                <a:cubicBezTo>
                  <a:pt x="1326208" y="78804"/>
                  <a:pt x="1330177" y="90064"/>
                  <a:pt x="1334495" y="101738"/>
                </a:cubicBezTo>
                <a:cubicBezTo>
                  <a:pt x="1327767" y="121035"/>
                  <a:pt x="1320936" y="140231"/>
                  <a:pt x="1313657" y="156049"/>
                </a:cubicBezTo>
                <a:lnTo>
                  <a:pt x="1312147" y="156049"/>
                </a:lnTo>
                <a:cubicBezTo>
                  <a:pt x="1299596" y="126766"/>
                  <a:pt x="1291209" y="97899"/>
                  <a:pt x="1282067" y="68565"/>
                </a:cubicBezTo>
                <a:cubicBezTo>
                  <a:pt x="1278803" y="69332"/>
                  <a:pt x="1273029" y="69332"/>
                  <a:pt x="1269512" y="69332"/>
                </a:cubicBezTo>
                <a:cubicBezTo>
                  <a:pt x="1265497" y="69332"/>
                  <a:pt x="1258968" y="69332"/>
                  <a:pt x="1254949" y="68565"/>
                </a:cubicBezTo>
                <a:cubicBezTo>
                  <a:pt x="1271772" y="106191"/>
                  <a:pt x="1287339" y="142534"/>
                  <a:pt x="1301400" y="179928"/>
                </a:cubicBezTo>
                <a:close/>
                <a:moveTo>
                  <a:pt x="1451301" y="25830"/>
                </a:moveTo>
                <a:cubicBezTo>
                  <a:pt x="1451301" y="32746"/>
                  <a:pt x="1457328" y="38896"/>
                  <a:pt x="1464109" y="38896"/>
                </a:cubicBezTo>
                <a:cubicBezTo>
                  <a:pt x="1470887" y="38896"/>
                  <a:pt x="1476914" y="32746"/>
                  <a:pt x="1476914" y="25830"/>
                </a:cubicBezTo>
                <a:cubicBezTo>
                  <a:pt x="1476914" y="18910"/>
                  <a:pt x="1470887" y="12761"/>
                  <a:pt x="1464109" y="12761"/>
                </a:cubicBezTo>
                <a:cubicBezTo>
                  <a:pt x="1457328" y="12761"/>
                  <a:pt x="1451301" y="18910"/>
                  <a:pt x="1451301" y="25830"/>
                </a:cubicBezTo>
                <a:moveTo>
                  <a:pt x="1453815" y="118736"/>
                </a:moveTo>
                <a:lnTo>
                  <a:pt x="1453815" y="132815"/>
                </a:lnTo>
                <a:cubicBezTo>
                  <a:pt x="1453815" y="152010"/>
                  <a:pt x="1453363" y="165064"/>
                  <a:pt x="1451554" y="178884"/>
                </a:cubicBezTo>
                <a:lnTo>
                  <a:pt x="1452056" y="179651"/>
                </a:lnTo>
                <a:cubicBezTo>
                  <a:pt x="1455067" y="179142"/>
                  <a:pt x="1460845" y="178884"/>
                  <a:pt x="1463857" y="178884"/>
                </a:cubicBezTo>
                <a:cubicBezTo>
                  <a:pt x="1466872" y="178884"/>
                  <a:pt x="1472646" y="179142"/>
                  <a:pt x="1475657" y="179651"/>
                </a:cubicBezTo>
                <a:lnTo>
                  <a:pt x="1476159" y="178884"/>
                </a:lnTo>
                <a:cubicBezTo>
                  <a:pt x="1474354" y="164349"/>
                  <a:pt x="1473902" y="152264"/>
                  <a:pt x="1473902" y="132815"/>
                </a:cubicBezTo>
                <a:lnTo>
                  <a:pt x="1473902" y="114643"/>
                </a:lnTo>
                <a:cubicBezTo>
                  <a:pt x="1473902" y="95447"/>
                  <a:pt x="1474554" y="86232"/>
                  <a:pt x="1476159" y="70618"/>
                </a:cubicBezTo>
                <a:cubicBezTo>
                  <a:pt x="1476159" y="68315"/>
                  <a:pt x="1475860" y="68057"/>
                  <a:pt x="1473902" y="68057"/>
                </a:cubicBezTo>
                <a:cubicBezTo>
                  <a:pt x="1468175" y="68624"/>
                  <a:pt x="1457378" y="68776"/>
                  <a:pt x="1452056" y="68315"/>
                </a:cubicBezTo>
                <a:lnTo>
                  <a:pt x="1451554" y="69081"/>
                </a:lnTo>
                <a:cubicBezTo>
                  <a:pt x="1453110" y="80036"/>
                  <a:pt x="1453815" y="99541"/>
                  <a:pt x="1453815" y="118736"/>
                </a:cubicBezTo>
                <a:close/>
                <a:moveTo>
                  <a:pt x="1520351" y="69058"/>
                </a:moveTo>
                <a:cubicBezTo>
                  <a:pt x="1515229" y="69058"/>
                  <a:pt x="1509907" y="68956"/>
                  <a:pt x="1506792" y="68546"/>
                </a:cubicBezTo>
                <a:cubicBezTo>
                  <a:pt x="1505087" y="72749"/>
                  <a:pt x="1503731" y="75208"/>
                  <a:pt x="1501271" y="79051"/>
                </a:cubicBezTo>
                <a:lnTo>
                  <a:pt x="1502524" y="80845"/>
                </a:lnTo>
                <a:cubicBezTo>
                  <a:pt x="1506846" y="80536"/>
                  <a:pt x="1514627" y="80384"/>
                  <a:pt x="1520351" y="80333"/>
                </a:cubicBezTo>
                <a:lnTo>
                  <a:pt x="1520351" y="115386"/>
                </a:lnTo>
                <a:cubicBezTo>
                  <a:pt x="1520351" y="130739"/>
                  <a:pt x="1519600" y="149164"/>
                  <a:pt x="1519600" y="156839"/>
                </a:cubicBezTo>
                <a:cubicBezTo>
                  <a:pt x="1519600" y="173478"/>
                  <a:pt x="1530144" y="181402"/>
                  <a:pt x="1541695" y="181402"/>
                </a:cubicBezTo>
                <a:cubicBezTo>
                  <a:pt x="1552243" y="181402"/>
                  <a:pt x="1560277" y="178845"/>
                  <a:pt x="1570821" y="171945"/>
                </a:cubicBezTo>
                <a:lnTo>
                  <a:pt x="1567760" y="165639"/>
                </a:lnTo>
                <a:cubicBezTo>
                  <a:pt x="1560025" y="168356"/>
                  <a:pt x="1554251" y="168614"/>
                  <a:pt x="1547971" y="167590"/>
                </a:cubicBezTo>
                <a:cubicBezTo>
                  <a:pt x="1541998" y="166616"/>
                  <a:pt x="1539688" y="160471"/>
                  <a:pt x="1539688" y="146603"/>
                </a:cubicBezTo>
                <a:cubicBezTo>
                  <a:pt x="1539688" y="138929"/>
                  <a:pt x="1540439" y="127924"/>
                  <a:pt x="1540439" y="112575"/>
                </a:cubicBezTo>
                <a:lnTo>
                  <a:pt x="1540439" y="80333"/>
                </a:lnTo>
                <a:lnTo>
                  <a:pt x="1549983" y="80333"/>
                </a:lnTo>
                <a:cubicBezTo>
                  <a:pt x="1556009" y="80333"/>
                  <a:pt x="1564745" y="80536"/>
                  <a:pt x="1568059" y="80845"/>
                </a:cubicBezTo>
                <a:cubicBezTo>
                  <a:pt x="1568814" y="76748"/>
                  <a:pt x="1569568" y="74132"/>
                  <a:pt x="1571074" y="70340"/>
                </a:cubicBezTo>
                <a:lnTo>
                  <a:pt x="1569817" y="68546"/>
                </a:lnTo>
                <a:cubicBezTo>
                  <a:pt x="1565296" y="68753"/>
                  <a:pt x="1558017" y="69058"/>
                  <a:pt x="1552243" y="69058"/>
                </a:cubicBezTo>
                <a:lnTo>
                  <a:pt x="1540439" y="69058"/>
                </a:lnTo>
                <a:cubicBezTo>
                  <a:pt x="1540439" y="49893"/>
                  <a:pt x="1540592" y="46512"/>
                  <a:pt x="1541695" y="31652"/>
                </a:cubicBezTo>
                <a:cubicBezTo>
                  <a:pt x="1541695" y="29806"/>
                  <a:pt x="1540994" y="29091"/>
                  <a:pt x="1539435" y="29091"/>
                </a:cubicBezTo>
                <a:cubicBezTo>
                  <a:pt x="1533159" y="31652"/>
                  <a:pt x="1530044" y="34369"/>
                  <a:pt x="1521861" y="35495"/>
                </a:cubicBezTo>
                <a:lnTo>
                  <a:pt x="1521359" y="36265"/>
                </a:lnTo>
                <a:cubicBezTo>
                  <a:pt x="1520857" y="45182"/>
                  <a:pt x="1520351" y="54198"/>
                  <a:pt x="1520351" y="69058"/>
                </a:cubicBezTo>
                <a:close/>
                <a:moveTo>
                  <a:pt x="1624557" y="88606"/>
                </a:moveTo>
                <a:lnTo>
                  <a:pt x="1624557" y="50437"/>
                </a:lnTo>
                <a:cubicBezTo>
                  <a:pt x="1624557" y="31491"/>
                  <a:pt x="1625610" y="18281"/>
                  <a:pt x="1626813" y="2561"/>
                </a:cubicBezTo>
                <a:cubicBezTo>
                  <a:pt x="1626813" y="770"/>
                  <a:pt x="1626112" y="0"/>
                  <a:pt x="1624557" y="0"/>
                </a:cubicBezTo>
                <a:cubicBezTo>
                  <a:pt x="1618277" y="2561"/>
                  <a:pt x="1612906" y="4355"/>
                  <a:pt x="1602710" y="5121"/>
                </a:cubicBezTo>
                <a:lnTo>
                  <a:pt x="1602208" y="5892"/>
                </a:lnTo>
                <a:cubicBezTo>
                  <a:pt x="1604166" y="16846"/>
                  <a:pt x="1604469" y="36101"/>
                  <a:pt x="1604469" y="55554"/>
                </a:cubicBezTo>
                <a:lnTo>
                  <a:pt x="1604469" y="132717"/>
                </a:lnTo>
                <a:cubicBezTo>
                  <a:pt x="1604469" y="151799"/>
                  <a:pt x="1604166" y="164521"/>
                  <a:pt x="1602208" y="178884"/>
                </a:cubicBezTo>
                <a:lnTo>
                  <a:pt x="1602710" y="179651"/>
                </a:lnTo>
                <a:cubicBezTo>
                  <a:pt x="1605722" y="179139"/>
                  <a:pt x="1611499" y="178884"/>
                  <a:pt x="1614511" y="178884"/>
                </a:cubicBezTo>
                <a:cubicBezTo>
                  <a:pt x="1617526" y="178884"/>
                  <a:pt x="1623300" y="179139"/>
                  <a:pt x="1626311" y="179651"/>
                </a:cubicBezTo>
                <a:lnTo>
                  <a:pt x="1626813" y="178884"/>
                </a:lnTo>
                <a:cubicBezTo>
                  <a:pt x="1624959" y="164212"/>
                  <a:pt x="1624557" y="152210"/>
                  <a:pt x="1624557" y="132717"/>
                </a:cubicBezTo>
                <a:lnTo>
                  <a:pt x="1624557" y="102711"/>
                </a:lnTo>
                <a:cubicBezTo>
                  <a:pt x="1637361" y="87323"/>
                  <a:pt x="1652073" y="81682"/>
                  <a:pt x="1660962" y="81682"/>
                </a:cubicBezTo>
                <a:cubicBezTo>
                  <a:pt x="1673770" y="81682"/>
                  <a:pt x="1679042" y="86811"/>
                  <a:pt x="1679042" y="107582"/>
                </a:cubicBezTo>
                <a:lnTo>
                  <a:pt x="1679042" y="132717"/>
                </a:lnTo>
                <a:cubicBezTo>
                  <a:pt x="1679042" y="151956"/>
                  <a:pt x="1678789" y="165084"/>
                  <a:pt x="1676782" y="178884"/>
                </a:cubicBezTo>
                <a:lnTo>
                  <a:pt x="1677283" y="179651"/>
                </a:lnTo>
                <a:cubicBezTo>
                  <a:pt x="1680299" y="179139"/>
                  <a:pt x="1686073" y="178884"/>
                  <a:pt x="1689084" y="178884"/>
                </a:cubicBezTo>
                <a:cubicBezTo>
                  <a:pt x="1692099" y="178884"/>
                  <a:pt x="1697873" y="179139"/>
                  <a:pt x="1700888" y="179651"/>
                </a:cubicBezTo>
                <a:lnTo>
                  <a:pt x="1701390" y="178884"/>
                </a:lnTo>
                <a:cubicBezTo>
                  <a:pt x="1699379" y="164212"/>
                  <a:pt x="1699130" y="152210"/>
                  <a:pt x="1699130" y="132717"/>
                </a:cubicBezTo>
                <a:cubicBezTo>
                  <a:pt x="1699130" y="124511"/>
                  <a:pt x="1699632" y="115022"/>
                  <a:pt x="1699632" y="106816"/>
                </a:cubicBezTo>
                <a:cubicBezTo>
                  <a:pt x="1699632" y="80141"/>
                  <a:pt x="1691095" y="66306"/>
                  <a:pt x="1668494" y="66306"/>
                </a:cubicBezTo>
                <a:cubicBezTo>
                  <a:pt x="1658954" y="66306"/>
                  <a:pt x="1641127" y="70153"/>
                  <a:pt x="1625059" y="89376"/>
                </a:cubicBezTo>
                <a:lnTo>
                  <a:pt x="1624557" y="88606"/>
                </a:lnTo>
                <a:close/>
                <a:moveTo>
                  <a:pt x="1838486" y="76556"/>
                </a:moveTo>
                <a:cubicBezTo>
                  <a:pt x="1848176" y="76556"/>
                  <a:pt x="1856965" y="83836"/>
                  <a:pt x="1863593" y="95525"/>
                </a:cubicBezTo>
                <a:lnTo>
                  <a:pt x="1866857" y="95271"/>
                </a:lnTo>
                <a:lnTo>
                  <a:pt x="1872631" y="74250"/>
                </a:lnTo>
                <a:lnTo>
                  <a:pt x="1872129" y="73484"/>
                </a:lnTo>
                <a:cubicBezTo>
                  <a:pt x="1864348" y="69382"/>
                  <a:pt x="1851291" y="66306"/>
                  <a:pt x="1838735" y="66306"/>
                </a:cubicBezTo>
                <a:cubicBezTo>
                  <a:pt x="1812621" y="66306"/>
                  <a:pt x="1785254" y="88093"/>
                  <a:pt x="1785254" y="122959"/>
                </a:cubicBezTo>
                <a:cubicBezTo>
                  <a:pt x="1785254" y="158594"/>
                  <a:pt x="1805089" y="181402"/>
                  <a:pt x="1835724" y="181402"/>
                </a:cubicBezTo>
                <a:cubicBezTo>
                  <a:pt x="1850789" y="181402"/>
                  <a:pt x="1862589" y="176281"/>
                  <a:pt x="1872631" y="163211"/>
                </a:cubicBezTo>
                <a:lnTo>
                  <a:pt x="1867861" y="157824"/>
                </a:lnTo>
                <a:lnTo>
                  <a:pt x="1866857" y="157824"/>
                </a:lnTo>
                <a:cubicBezTo>
                  <a:pt x="1857317" y="166542"/>
                  <a:pt x="1849333" y="168595"/>
                  <a:pt x="1839992" y="168595"/>
                </a:cubicBezTo>
                <a:cubicBezTo>
                  <a:pt x="1821663" y="168595"/>
                  <a:pt x="1807349" y="151674"/>
                  <a:pt x="1807349" y="121676"/>
                </a:cubicBezTo>
                <a:cubicBezTo>
                  <a:pt x="1807349" y="93477"/>
                  <a:pt x="1821912" y="76556"/>
                  <a:pt x="1838486" y="76556"/>
                </a:cubicBezTo>
                <a:close/>
                <a:moveTo>
                  <a:pt x="1906029" y="127627"/>
                </a:moveTo>
                <a:cubicBezTo>
                  <a:pt x="1906029" y="146697"/>
                  <a:pt x="1905676" y="165146"/>
                  <a:pt x="1903768" y="178884"/>
                </a:cubicBezTo>
                <a:lnTo>
                  <a:pt x="1904270" y="179651"/>
                </a:lnTo>
                <a:cubicBezTo>
                  <a:pt x="1907282" y="179139"/>
                  <a:pt x="1913059" y="178884"/>
                  <a:pt x="1916071" y="178884"/>
                </a:cubicBezTo>
                <a:cubicBezTo>
                  <a:pt x="1919086" y="178884"/>
                  <a:pt x="1924860" y="179139"/>
                  <a:pt x="1927871" y="179651"/>
                </a:cubicBezTo>
                <a:lnTo>
                  <a:pt x="1928373" y="178884"/>
                </a:lnTo>
                <a:cubicBezTo>
                  <a:pt x="1926415" y="164274"/>
                  <a:pt x="1926116" y="146901"/>
                  <a:pt x="1926116" y="127627"/>
                </a:cubicBezTo>
                <a:lnTo>
                  <a:pt x="1926116" y="50746"/>
                </a:lnTo>
                <a:cubicBezTo>
                  <a:pt x="1926116" y="31526"/>
                  <a:pt x="1927170" y="18762"/>
                  <a:pt x="1928373" y="2565"/>
                </a:cubicBezTo>
                <a:cubicBezTo>
                  <a:pt x="1928373" y="770"/>
                  <a:pt x="1927672" y="0"/>
                  <a:pt x="1926116" y="0"/>
                </a:cubicBezTo>
                <a:cubicBezTo>
                  <a:pt x="1919837" y="2565"/>
                  <a:pt x="1914465" y="4359"/>
                  <a:pt x="1904270" y="5129"/>
                </a:cubicBezTo>
                <a:lnTo>
                  <a:pt x="1903768" y="5896"/>
                </a:lnTo>
                <a:cubicBezTo>
                  <a:pt x="1905726" y="16866"/>
                  <a:pt x="1906029" y="35882"/>
                  <a:pt x="1906029" y="55359"/>
                </a:cubicBezTo>
                <a:lnTo>
                  <a:pt x="1906029" y="127627"/>
                </a:lnTo>
                <a:close/>
                <a:moveTo>
                  <a:pt x="2024544" y="121164"/>
                </a:moveTo>
                <a:lnTo>
                  <a:pt x="2023540" y="151674"/>
                </a:lnTo>
                <a:cubicBezTo>
                  <a:pt x="2023540" y="155005"/>
                  <a:pt x="2022030" y="156799"/>
                  <a:pt x="2020023" y="158340"/>
                </a:cubicBezTo>
                <a:cubicBezTo>
                  <a:pt x="2012992" y="163723"/>
                  <a:pt x="2004456" y="168336"/>
                  <a:pt x="1996924" y="168336"/>
                </a:cubicBezTo>
                <a:cubicBezTo>
                  <a:pt x="1985625" y="168336"/>
                  <a:pt x="1978342" y="160646"/>
                  <a:pt x="1978342" y="152698"/>
                </a:cubicBezTo>
                <a:cubicBezTo>
                  <a:pt x="1978342" y="141161"/>
                  <a:pt x="1983614" y="132443"/>
                  <a:pt x="2003199" y="127060"/>
                </a:cubicBezTo>
                <a:lnTo>
                  <a:pt x="2024544" y="121164"/>
                </a:lnTo>
                <a:moveTo>
                  <a:pt x="2024544" y="166542"/>
                </a:moveTo>
                <a:cubicBezTo>
                  <a:pt x="2027456" y="176535"/>
                  <a:pt x="2034938" y="181402"/>
                  <a:pt x="2044129" y="181402"/>
                </a:cubicBezTo>
                <a:cubicBezTo>
                  <a:pt x="2050455" y="181402"/>
                  <a:pt x="2058191" y="179866"/>
                  <a:pt x="2064114" y="173462"/>
                </a:cubicBezTo>
                <a:lnTo>
                  <a:pt x="2062256" y="167105"/>
                </a:lnTo>
                <a:cubicBezTo>
                  <a:pt x="2059493" y="168082"/>
                  <a:pt x="2057386" y="168438"/>
                  <a:pt x="2055478" y="168438"/>
                </a:cubicBezTo>
                <a:cubicBezTo>
                  <a:pt x="2052965" y="168438"/>
                  <a:pt x="2049650" y="167977"/>
                  <a:pt x="2048095" y="166542"/>
                </a:cubicBezTo>
                <a:cubicBezTo>
                  <a:pt x="2045536" y="164185"/>
                  <a:pt x="2043926" y="157929"/>
                  <a:pt x="2043926" y="146545"/>
                </a:cubicBezTo>
                <a:cubicBezTo>
                  <a:pt x="2043926" y="139109"/>
                  <a:pt x="2044631" y="110655"/>
                  <a:pt x="2044631" y="107833"/>
                </a:cubicBezTo>
                <a:cubicBezTo>
                  <a:pt x="2044631" y="73225"/>
                  <a:pt x="2022283" y="66306"/>
                  <a:pt x="2003199" y="66306"/>
                </a:cubicBezTo>
                <a:cubicBezTo>
                  <a:pt x="1984115" y="66306"/>
                  <a:pt x="1972568" y="75786"/>
                  <a:pt x="1966288" y="81170"/>
                </a:cubicBezTo>
                <a:lnTo>
                  <a:pt x="1965537" y="82198"/>
                </a:lnTo>
                <a:lnTo>
                  <a:pt x="1969805" y="99372"/>
                </a:lnTo>
                <a:lnTo>
                  <a:pt x="1973070" y="99630"/>
                </a:lnTo>
                <a:cubicBezTo>
                  <a:pt x="1980100" y="88093"/>
                  <a:pt x="1988636" y="77839"/>
                  <a:pt x="2000690" y="77839"/>
                </a:cubicBezTo>
                <a:cubicBezTo>
                  <a:pt x="2009728" y="77839"/>
                  <a:pt x="2024793" y="79121"/>
                  <a:pt x="2024793" y="108091"/>
                </a:cubicBezTo>
                <a:cubicBezTo>
                  <a:pt x="2024793" y="109885"/>
                  <a:pt x="2023789" y="110909"/>
                  <a:pt x="2023034" y="111167"/>
                </a:cubicBezTo>
                <a:lnTo>
                  <a:pt x="1999686" y="116551"/>
                </a:lnTo>
                <a:cubicBezTo>
                  <a:pt x="1974073" y="122446"/>
                  <a:pt x="1958005" y="136290"/>
                  <a:pt x="1958005" y="153723"/>
                </a:cubicBezTo>
                <a:cubicBezTo>
                  <a:pt x="1958005" y="172692"/>
                  <a:pt x="1970809" y="181402"/>
                  <a:pt x="1989391" y="181402"/>
                </a:cubicBezTo>
                <a:cubicBezTo>
                  <a:pt x="2003199" y="181402"/>
                  <a:pt x="2010230" y="178075"/>
                  <a:pt x="2023540" y="166542"/>
                </a:cubicBezTo>
                <a:lnTo>
                  <a:pt x="2024544" y="166542"/>
                </a:lnTo>
                <a:close/>
                <a:moveTo>
                  <a:pt x="2080032" y="152952"/>
                </a:moveTo>
                <a:lnTo>
                  <a:pt x="2075764" y="174486"/>
                </a:lnTo>
                <a:cubicBezTo>
                  <a:pt x="2090078" y="179612"/>
                  <a:pt x="2104139" y="181402"/>
                  <a:pt x="2113679" y="181402"/>
                </a:cubicBezTo>
                <a:cubicBezTo>
                  <a:pt x="2148330" y="181402"/>
                  <a:pt x="2156364" y="160388"/>
                  <a:pt x="2156364" y="146287"/>
                </a:cubicBezTo>
                <a:cubicBezTo>
                  <a:pt x="2156364" y="125265"/>
                  <a:pt x="2140043" y="117063"/>
                  <a:pt x="2122216" y="112704"/>
                </a:cubicBezTo>
                <a:cubicBezTo>
                  <a:pt x="2112725" y="110397"/>
                  <a:pt x="2098867" y="105526"/>
                  <a:pt x="2098867" y="92707"/>
                </a:cubicBezTo>
                <a:cubicBezTo>
                  <a:pt x="2098867" y="82194"/>
                  <a:pt x="2107151" y="76556"/>
                  <a:pt x="2117947" y="76556"/>
                </a:cubicBezTo>
                <a:cubicBezTo>
                  <a:pt x="2131005" y="76556"/>
                  <a:pt x="2139039" y="87065"/>
                  <a:pt x="2144817" y="93989"/>
                </a:cubicBezTo>
                <a:lnTo>
                  <a:pt x="2148330" y="93731"/>
                </a:lnTo>
                <a:lnTo>
                  <a:pt x="2153353" y="74762"/>
                </a:lnTo>
                <a:lnTo>
                  <a:pt x="2152851" y="73996"/>
                </a:lnTo>
                <a:cubicBezTo>
                  <a:pt x="2145568" y="70153"/>
                  <a:pt x="2131759" y="66306"/>
                  <a:pt x="2118951" y="66306"/>
                </a:cubicBezTo>
                <a:cubicBezTo>
                  <a:pt x="2100373" y="66306"/>
                  <a:pt x="2081036" y="76298"/>
                  <a:pt x="2081036" y="97578"/>
                </a:cubicBezTo>
                <a:cubicBezTo>
                  <a:pt x="2081036" y="118087"/>
                  <a:pt x="2096055" y="124855"/>
                  <a:pt x="2111170" y="129112"/>
                </a:cubicBezTo>
                <a:cubicBezTo>
                  <a:pt x="2125733" y="133213"/>
                  <a:pt x="2136529" y="137314"/>
                  <a:pt x="2136529" y="149876"/>
                </a:cubicBezTo>
                <a:cubicBezTo>
                  <a:pt x="2136529" y="163465"/>
                  <a:pt x="2126737" y="171155"/>
                  <a:pt x="2113430" y="171155"/>
                </a:cubicBezTo>
                <a:cubicBezTo>
                  <a:pt x="2101377" y="171155"/>
                  <a:pt x="2090829" y="162695"/>
                  <a:pt x="2083799" y="152698"/>
                </a:cubicBezTo>
                <a:lnTo>
                  <a:pt x="2080032" y="152952"/>
                </a:lnTo>
                <a:close/>
                <a:moveTo>
                  <a:pt x="2179464" y="152952"/>
                </a:moveTo>
                <a:lnTo>
                  <a:pt x="2175196" y="174486"/>
                </a:lnTo>
                <a:cubicBezTo>
                  <a:pt x="2189510" y="179612"/>
                  <a:pt x="2203571" y="181402"/>
                  <a:pt x="2213111" y="181402"/>
                </a:cubicBezTo>
                <a:cubicBezTo>
                  <a:pt x="2247762" y="181402"/>
                  <a:pt x="2255796" y="160388"/>
                  <a:pt x="2255796" y="146287"/>
                </a:cubicBezTo>
                <a:cubicBezTo>
                  <a:pt x="2255796" y="125265"/>
                  <a:pt x="2239475" y="117063"/>
                  <a:pt x="2221647" y="112704"/>
                </a:cubicBezTo>
                <a:cubicBezTo>
                  <a:pt x="2212157" y="110397"/>
                  <a:pt x="2198299" y="105526"/>
                  <a:pt x="2198299" y="92707"/>
                </a:cubicBezTo>
                <a:cubicBezTo>
                  <a:pt x="2198299" y="82194"/>
                  <a:pt x="2206583" y="76556"/>
                  <a:pt x="2217379" y="76556"/>
                </a:cubicBezTo>
                <a:cubicBezTo>
                  <a:pt x="2230436" y="76556"/>
                  <a:pt x="2238471" y="87065"/>
                  <a:pt x="2244248" y="93989"/>
                </a:cubicBezTo>
                <a:lnTo>
                  <a:pt x="2247762" y="93731"/>
                </a:lnTo>
                <a:lnTo>
                  <a:pt x="2252785" y="74762"/>
                </a:lnTo>
                <a:lnTo>
                  <a:pt x="2252283" y="73996"/>
                </a:lnTo>
                <a:cubicBezTo>
                  <a:pt x="2244999" y="70153"/>
                  <a:pt x="2231191" y="66306"/>
                  <a:pt x="2218383" y="66306"/>
                </a:cubicBezTo>
                <a:cubicBezTo>
                  <a:pt x="2199805" y="66306"/>
                  <a:pt x="2180468" y="76298"/>
                  <a:pt x="2180468" y="97578"/>
                </a:cubicBezTo>
                <a:cubicBezTo>
                  <a:pt x="2180468" y="118087"/>
                  <a:pt x="2195487" y="124855"/>
                  <a:pt x="2210602" y="129112"/>
                </a:cubicBezTo>
                <a:cubicBezTo>
                  <a:pt x="2225165" y="133213"/>
                  <a:pt x="2235961" y="137314"/>
                  <a:pt x="2235961" y="149876"/>
                </a:cubicBezTo>
                <a:cubicBezTo>
                  <a:pt x="2235961" y="163465"/>
                  <a:pt x="2226168" y="171155"/>
                  <a:pt x="2212862" y="171155"/>
                </a:cubicBezTo>
                <a:cubicBezTo>
                  <a:pt x="2200809" y="171155"/>
                  <a:pt x="2190261" y="162695"/>
                  <a:pt x="2183231" y="152698"/>
                </a:cubicBezTo>
                <a:lnTo>
                  <a:pt x="2179464" y="152952"/>
                </a:lnTo>
                <a:close/>
                <a:moveTo>
                  <a:pt x="2400427" y="121164"/>
                </a:moveTo>
                <a:lnTo>
                  <a:pt x="2399423" y="151674"/>
                </a:lnTo>
                <a:cubicBezTo>
                  <a:pt x="2399423" y="155005"/>
                  <a:pt x="2397913" y="156799"/>
                  <a:pt x="2395906" y="158340"/>
                </a:cubicBezTo>
                <a:cubicBezTo>
                  <a:pt x="2388875" y="163723"/>
                  <a:pt x="2380339" y="168336"/>
                  <a:pt x="2372807" y="168336"/>
                </a:cubicBezTo>
                <a:cubicBezTo>
                  <a:pt x="2361508" y="168336"/>
                  <a:pt x="2354225" y="160646"/>
                  <a:pt x="2354225" y="152698"/>
                </a:cubicBezTo>
                <a:cubicBezTo>
                  <a:pt x="2354225" y="141161"/>
                  <a:pt x="2359496" y="132443"/>
                  <a:pt x="2379082" y="127060"/>
                </a:cubicBezTo>
                <a:lnTo>
                  <a:pt x="2400427" y="121164"/>
                </a:lnTo>
                <a:moveTo>
                  <a:pt x="2400427" y="166542"/>
                </a:moveTo>
                <a:cubicBezTo>
                  <a:pt x="2403338" y="176535"/>
                  <a:pt x="2410821" y="181402"/>
                  <a:pt x="2420012" y="181402"/>
                </a:cubicBezTo>
                <a:cubicBezTo>
                  <a:pt x="2426338" y="181402"/>
                  <a:pt x="2434073" y="179866"/>
                  <a:pt x="2439997" y="173462"/>
                </a:cubicBezTo>
                <a:lnTo>
                  <a:pt x="2438139" y="167105"/>
                </a:lnTo>
                <a:cubicBezTo>
                  <a:pt x="2435376" y="168082"/>
                  <a:pt x="2433269" y="168438"/>
                  <a:pt x="2431361" y="168438"/>
                </a:cubicBezTo>
                <a:cubicBezTo>
                  <a:pt x="2428848" y="168438"/>
                  <a:pt x="2425533" y="167977"/>
                  <a:pt x="2423978" y="166542"/>
                </a:cubicBezTo>
                <a:cubicBezTo>
                  <a:pt x="2421419" y="164185"/>
                  <a:pt x="2419809" y="157929"/>
                  <a:pt x="2419809" y="146545"/>
                </a:cubicBezTo>
                <a:cubicBezTo>
                  <a:pt x="2419809" y="139109"/>
                  <a:pt x="2420514" y="110655"/>
                  <a:pt x="2420514" y="107833"/>
                </a:cubicBezTo>
                <a:cubicBezTo>
                  <a:pt x="2420514" y="73225"/>
                  <a:pt x="2398166" y="66306"/>
                  <a:pt x="2379082" y="66306"/>
                </a:cubicBezTo>
                <a:cubicBezTo>
                  <a:pt x="2359998" y="66306"/>
                  <a:pt x="2348451" y="75786"/>
                  <a:pt x="2342171" y="81170"/>
                </a:cubicBezTo>
                <a:lnTo>
                  <a:pt x="2341420" y="82198"/>
                </a:lnTo>
                <a:lnTo>
                  <a:pt x="2345688" y="99372"/>
                </a:lnTo>
                <a:lnTo>
                  <a:pt x="2348953" y="99630"/>
                </a:lnTo>
                <a:cubicBezTo>
                  <a:pt x="2355983" y="88093"/>
                  <a:pt x="2364519" y="77839"/>
                  <a:pt x="2376573" y="77839"/>
                </a:cubicBezTo>
                <a:cubicBezTo>
                  <a:pt x="2385611" y="77839"/>
                  <a:pt x="2400676" y="79121"/>
                  <a:pt x="2400676" y="108091"/>
                </a:cubicBezTo>
                <a:cubicBezTo>
                  <a:pt x="2400676" y="109885"/>
                  <a:pt x="2399672" y="110909"/>
                  <a:pt x="2398917" y="111167"/>
                </a:cubicBezTo>
                <a:lnTo>
                  <a:pt x="2375569" y="116551"/>
                </a:lnTo>
                <a:cubicBezTo>
                  <a:pt x="2349956" y="122446"/>
                  <a:pt x="2333888" y="136290"/>
                  <a:pt x="2333888" y="153723"/>
                </a:cubicBezTo>
                <a:cubicBezTo>
                  <a:pt x="2333888" y="172692"/>
                  <a:pt x="2346692" y="181402"/>
                  <a:pt x="2365274" y="181402"/>
                </a:cubicBezTo>
                <a:cubicBezTo>
                  <a:pt x="2379082" y="181402"/>
                  <a:pt x="2386113" y="178075"/>
                  <a:pt x="2399423" y="166542"/>
                </a:cubicBezTo>
                <a:lnTo>
                  <a:pt x="2400427" y="166542"/>
                </a:lnTo>
                <a:close/>
                <a:moveTo>
                  <a:pt x="2558863" y="132717"/>
                </a:moveTo>
                <a:cubicBezTo>
                  <a:pt x="2558863" y="124511"/>
                  <a:pt x="2559365" y="115022"/>
                  <a:pt x="2559365" y="106816"/>
                </a:cubicBezTo>
                <a:cubicBezTo>
                  <a:pt x="2559365" y="80141"/>
                  <a:pt x="2550829" y="66306"/>
                  <a:pt x="2528232" y="66306"/>
                </a:cubicBezTo>
                <a:cubicBezTo>
                  <a:pt x="2518688" y="66306"/>
                  <a:pt x="2500861" y="70153"/>
                  <a:pt x="2484792" y="89376"/>
                </a:cubicBezTo>
                <a:lnTo>
                  <a:pt x="2484290" y="88606"/>
                </a:lnTo>
                <a:lnTo>
                  <a:pt x="2484290" y="69895"/>
                </a:lnTo>
                <a:cubicBezTo>
                  <a:pt x="2484240" y="67897"/>
                  <a:pt x="2483987" y="67334"/>
                  <a:pt x="2482784" y="67334"/>
                </a:cubicBezTo>
                <a:cubicBezTo>
                  <a:pt x="2477160" y="68460"/>
                  <a:pt x="2468168" y="68663"/>
                  <a:pt x="2462444" y="68100"/>
                </a:cubicBezTo>
                <a:lnTo>
                  <a:pt x="2461942" y="68870"/>
                </a:lnTo>
                <a:cubicBezTo>
                  <a:pt x="2463700" y="79938"/>
                  <a:pt x="2464202" y="99376"/>
                  <a:pt x="2464202" y="118611"/>
                </a:cubicBezTo>
                <a:lnTo>
                  <a:pt x="2464202" y="132717"/>
                </a:lnTo>
                <a:cubicBezTo>
                  <a:pt x="2464202" y="151956"/>
                  <a:pt x="2463950" y="165033"/>
                  <a:pt x="2461942" y="178884"/>
                </a:cubicBezTo>
                <a:lnTo>
                  <a:pt x="2462444" y="179651"/>
                </a:lnTo>
                <a:cubicBezTo>
                  <a:pt x="2465459" y="179139"/>
                  <a:pt x="2471233" y="178884"/>
                  <a:pt x="2474244" y="178884"/>
                </a:cubicBezTo>
                <a:cubicBezTo>
                  <a:pt x="2477260" y="178884"/>
                  <a:pt x="2483033" y="179139"/>
                  <a:pt x="2486049" y="179651"/>
                </a:cubicBezTo>
                <a:lnTo>
                  <a:pt x="2486551" y="178884"/>
                </a:lnTo>
                <a:cubicBezTo>
                  <a:pt x="2484539" y="164263"/>
                  <a:pt x="2484290" y="152210"/>
                  <a:pt x="2484290" y="132717"/>
                </a:cubicBezTo>
                <a:lnTo>
                  <a:pt x="2484290" y="102711"/>
                </a:lnTo>
                <a:cubicBezTo>
                  <a:pt x="2497094" y="87323"/>
                  <a:pt x="2511657" y="81682"/>
                  <a:pt x="2520699" y="81682"/>
                </a:cubicBezTo>
                <a:cubicBezTo>
                  <a:pt x="2533504" y="81682"/>
                  <a:pt x="2538776" y="86811"/>
                  <a:pt x="2538776" y="107582"/>
                </a:cubicBezTo>
                <a:lnTo>
                  <a:pt x="2538776" y="132717"/>
                </a:lnTo>
                <a:cubicBezTo>
                  <a:pt x="2538776" y="151956"/>
                  <a:pt x="2538323" y="165084"/>
                  <a:pt x="2536515" y="178884"/>
                </a:cubicBezTo>
                <a:lnTo>
                  <a:pt x="2537017" y="179651"/>
                </a:lnTo>
                <a:cubicBezTo>
                  <a:pt x="2540032" y="179139"/>
                  <a:pt x="2545806" y="178884"/>
                  <a:pt x="2548821" y="178884"/>
                </a:cubicBezTo>
                <a:cubicBezTo>
                  <a:pt x="2551833" y="178884"/>
                  <a:pt x="2557607" y="179139"/>
                  <a:pt x="2560622" y="179651"/>
                </a:cubicBezTo>
                <a:lnTo>
                  <a:pt x="2561124" y="178884"/>
                </a:lnTo>
                <a:cubicBezTo>
                  <a:pt x="2559166" y="164263"/>
                  <a:pt x="2558863" y="152210"/>
                  <a:pt x="2558863" y="132717"/>
                </a:cubicBezTo>
                <a:close/>
                <a:moveTo>
                  <a:pt x="2669344" y="149880"/>
                </a:moveTo>
                <a:cubicBezTo>
                  <a:pt x="2660206" y="161772"/>
                  <a:pt x="2648654" y="168082"/>
                  <a:pt x="2638459" y="168082"/>
                </a:cubicBezTo>
                <a:cubicBezTo>
                  <a:pt x="2624900" y="168082"/>
                  <a:pt x="2613349" y="154239"/>
                  <a:pt x="2613349" y="122188"/>
                </a:cubicBezTo>
                <a:cubicBezTo>
                  <a:pt x="2613349" y="83734"/>
                  <a:pt x="2633337" y="76556"/>
                  <a:pt x="2645490" y="76556"/>
                </a:cubicBezTo>
                <a:cubicBezTo>
                  <a:pt x="2657290" y="76556"/>
                  <a:pt x="2663317" y="81682"/>
                  <a:pt x="2669344" y="91424"/>
                </a:cubicBezTo>
                <a:lnTo>
                  <a:pt x="2669344" y="149880"/>
                </a:lnTo>
                <a:moveTo>
                  <a:pt x="2669344" y="163977"/>
                </a:moveTo>
                <a:lnTo>
                  <a:pt x="2669845" y="163977"/>
                </a:lnTo>
                <a:lnTo>
                  <a:pt x="2671102" y="178841"/>
                </a:lnTo>
                <a:cubicBezTo>
                  <a:pt x="2671102" y="179397"/>
                  <a:pt x="2671853" y="179651"/>
                  <a:pt x="2673363" y="179651"/>
                </a:cubicBezTo>
                <a:cubicBezTo>
                  <a:pt x="2676677" y="179189"/>
                  <a:pt x="2678382" y="178884"/>
                  <a:pt x="2682048" y="178884"/>
                </a:cubicBezTo>
                <a:cubicBezTo>
                  <a:pt x="2685163" y="178884"/>
                  <a:pt x="2689933" y="179139"/>
                  <a:pt x="2693197" y="179651"/>
                </a:cubicBezTo>
                <a:lnTo>
                  <a:pt x="2693699" y="178884"/>
                </a:lnTo>
                <a:cubicBezTo>
                  <a:pt x="2691692" y="167856"/>
                  <a:pt x="2689431" y="148879"/>
                  <a:pt x="2689431" y="129644"/>
                </a:cubicBezTo>
                <a:lnTo>
                  <a:pt x="2689431" y="50691"/>
                </a:lnTo>
                <a:cubicBezTo>
                  <a:pt x="2689431" y="31745"/>
                  <a:pt x="2690435" y="18383"/>
                  <a:pt x="2691692" y="2561"/>
                </a:cubicBezTo>
                <a:cubicBezTo>
                  <a:pt x="2691692" y="770"/>
                  <a:pt x="2690987" y="0"/>
                  <a:pt x="2689431" y="0"/>
                </a:cubicBezTo>
                <a:cubicBezTo>
                  <a:pt x="2683156" y="2561"/>
                  <a:pt x="2677780" y="4355"/>
                  <a:pt x="2667585" y="5121"/>
                </a:cubicBezTo>
                <a:lnTo>
                  <a:pt x="2667083" y="5892"/>
                </a:lnTo>
                <a:cubicBezTo>
                  <a:pt x="2669041" y="16846"/>
                  <a:pt x="2669344" y="35843"/>
                  <a:pt x="2669344" y="55300"/>
                </a:cubicBezTo>
                <a:lnTo>
                  <a:pt x="2669344" y="71943"/>
                </a:lnTo>
                <a:cubicBezTo>
                  <a:pt x="2663570" y="68612"/>
                  <a:pt x="2653275" y="66306"/>
                  <a:pt x="2648252" y="66306"/>
                </a:cubicBezTo>
                <a:cubicBezTo>
                  <a:pt x="2615559" y="66306"/>
                  <a:pt x="2591506" y="89380"/>
                  <a:pt x="2591506" y="124257"/>
                </a:cubicBezTo>
                <a:cubicBezTo>
                  <a:pt x="2591506" y="155775"/>
                  <a:pt x="2609835" y="181402"/>
                  <a:pt x="2636953" y="181402"/>
                </a:cubicBezTo>
                <a:cubicBezTo>
                  <a:pt x="2649007" y="181402"/>
                  <a:pt x="2660305" y="175870"/>
                  <a:pt x="2669344" y="163977"/>
                </a:cubicBezTo>
                <a:close/>
                <a:moveTo>
                  <a:pt x="2808697" y="88606"/>
                </a:moveTo>
                <a:lnTo>
                  <a:pt x="2808697" y="69895"/>
                </a:lnTo>
                <a:cubicBezTo>
                  <a:pt x="2808697" y="67897"/>
                  <a:pt x="2808399" y="67334"/>
                  <a:pt x="2807192" y="67334"/>
                </a:cubicBezTo>
                <a:cubicBezTo>
                  <a:pt x="2801567" y="68460"/>
                  <a:pt x="2792579" y="68663"/>
                  <a:pt x="2786855" y="68100"/>
                </a:cubicBezTo>
                <a:lnTo>
                  <a:pt x="2786353" y="68870"/>
                </a:lnTo>
                <a:cubicBezTo>
                  <a:pt x="2788108" y="79938"/>
                  <a:pt x="2788610" y="99376"/>
                  <a:pt x="2788610" y="118611"/>
                </a:cubicBezTo>
                <a:lnTo>
                  <a:pt x="2788610" y="132717"/>
                </a:lnTo>
                <a:cubicBezTo>
                  <a:pt x="2788610" y="151956"/>
                  <a:pt x="2788361" y="165033"/>
                  <a:pt x="2786353" y="178884"/>
                </a:cubicBezTo>
                <a:lnTo>
                  <a:pt x="2786855" y="179651"/>
                </a:lnTo>
                <a:cubicBezTo>
                  <a:pt x="2789866" y="179139"/>
                  <a:pt x="2795640" y="178884"/>
                  <a:pt x="2798656" y="178884"/>
                </a:cubicBezTo>
                <a:cubicBezTo>
                  <a:pt x="2801667" y="178884"/>
                  <a:pt x="2807445" y="179139"/>
                  <a:pt x="2810456" y="179651"/>
                </a:cubicBezTo>
                <a:lnTo>
                  <a:pt x="2810958" y="178884"/>
                </a:lnTo>
                <a:cubicBezTo>
                  <a:pt x="2808950" y="164263"/>
                  <a:pt x="2808697" y="152210"/>
                  <a:pt x="2808697" y="132717"/>
                </a:cubicBezTo>
                <a:lnTo>
                  <a:pt x="2808697" y="101687"/>
                </a:lnTo>
                <a:cubicBezTo>
                  <a:pt x="2820502" y="89376"/>
                  <a:pt x="2834563" y="81682"/>
                  <a:pt x="2843348" y="81682"/>
                </a:cubicBezTo>
                <a:cubicBezTo>
                  <a:pt x="2852892" y="81682"/>
                  <a:pt x="2859922" y="87323"/>
                  <a:pt x="2859922" y="104506"/>
                </a:cubicBezTo>
                <a:lnTo>
                  <a:pt x="2859922" y="132717"/>
                </a:lnTo>
                <a:cubicBezTo>
                  <a:pt x="2859922" y="151956"/>
                  <a:pt x="2859670" y="165033"/>
                  <a:pt x="2857662" y="178884"/>
                </a:cubicBezTo>
                <a:lnTo>
                  <a:pt x="2858164" y="179651"/>
                </a:lnTo>
                <a:cubicBezTo>
                  <a:pt x="2861175" y="179139"/>
                  <a:pt x="2866953" y="178884"/>
                  <a:pt x="2869964" y="178884"/>
                </a:cubicBezTo>
                <a:cubicBezTo>
                  <a:pt x="2872980" y="178884"/>
                  <a:pt x="2878754" y="179139"/>
                  <a:pt x="2881765" y="179651"/>
                </a:cubicBezTo>
                <a:lnTo>
                  <a:pt x="2882267" y="178884"/>
                </a:lnTo>
                <a:cubicBezTo>
                  <a:pt x="2880259" y="164263"/>
                  <a:pt x="2880010" y="152210"/>
                  <a:pt x="2880010" y="132717"/>
                </a:cubicBezTo>
                <a:lnTo>
                  <a:pt x="2880010" y="106816"/>
                </a:lnTo>
                <a:cubicBezTo>
                  <a:pt x="2880010" y="103223"/>
                  <a:pt x="2880010" y="100146"/>
                  <a:pt x="2879757" y="97070"/>
                </a:cubicBezTo>
                <a:cubicBezTo>
                  <a:pt x="2891811" y="83476"/>
                  <a:pt x="2901853" y="81682"/>
                  <a:pt x="2911646" y="81682"/>
                </a:cubicBezTo>
                <a:cubicBezTo>
                  <a:pt x="2925205" y="81682"/>
                  <a:pt x="2931733" y="87323"/>
                  <a:pt x="2931733" y="104506"/>
                </a:cubicBezTo>
                <a:lnTo>
                  <a:pt x="2931733" y="132717"/>
                </a:lnTo>
                <a:cubicBezTo>
                  <a:pt x="2931733" y="151956"/>
                  <a:pt x="2931484" y="165033"/>
                  <a:pt x="2929473" y="178884"/>
                </a:cubicBezTo>
                <a:lnTo>
                  <a:pt x="2929975" y="179651"/>
                </a:lnTo>
                <a:cubicBezTo>
                  <a:pt x="2932990" y="179139"/>
                  <a:pt x="2938764" y="178884"/>
                  <a:pt x="2941779" y="178884"/>
                </a:cubicBezTo>
                <a:cubicBezTo>
                  <a:pt x="2944790" y="178884"/>
                  <a:pt x="2950564" y="179139"/>
                  <a:pt x="2953580" y="179651"/>
                </a:cubicBezTo>
                <a:lnTo>
                  <a:pt x="2954081" y="178884"/>
                </a:lnTo>
                <a:cubicBezTo>
                  <a:pt x="2952070" y="164263"/>
                  <a:pt x="2951821" y="152210"/>
                  <a:pt x="2951821" y="132717"/>
                </a:cubicBezTo>
                <a:lnTo>
                  <a:pt x="2951821" y="107070"/>
                </a:lnTo>
                <a:cubicBezTo>
                  <a:pt x="2951821" y="84246"/>
                  <a:pt x="2947802" y="66306"/>
                  <a:pt x="2920684" y="66306"/>
                </a:cubicBezTo>
                <a:cubicBezTo>
                  <a:pt x="2907128" y="66306"/>
                  <a:pt x="2892562" y="71177"/>
                  <a:pt x="2878252" y="86553"/>
                </a:cubicBezTo>
                <a:cubicBezTo>
                  <a:pt x="2875991" y="74250"/>
                  <a:pt x="2865696" y="66306"/>
                  <a:pt x="2851635" y="66306"/>
                </a:cubicBezTo>
                <a:cubicBezTo>
                  <a:pt x="2836069" y="66306"/>
                  <a:pt x="2821253" y="76556"/>
                  <a:pt x="2809452" y="89376"/>
                </a:cubicBezTo>
                <a:lnTo>
                  <a:pt x="2808697" y="88606"/>
                </a:lnTo>
                <a:close/>
                <a:moveTo>
                  <a:pt x="3002041" y="108853"/>
                </a:moveTo>
                <a:cubicBezTo>
                  <a:pt x="3006309" y="82194"/>
                  <a:pt x="3022780" y="76556"/>
                  <a:pt x="3030665" y="76556"/>
                </a:cubicBezTo>
                <a:cubicBezTo>
                  <a:pt x="3040607" y="76556"/>
                  <a:pt x="3051756" y="86041"/>
                  <a:pt x="3051756" y="105264"/>
                </a:cubicBezTo>
                <a:cubicBezTo>
                  <a:pt x="3051756" y="107571"/>
                  <a:pt x="3050752" y="108853"/>
                  <a:pt x="3048239" y="108853"/>
                </a:cubicBezTo>
                <a:lnTo>
                  <a:pt x="3002041" y="108853"/>
                </a:lnTo>
                <a:moveTo>
                  <a:pt x="3069081" y="152182"/>
                </a:moveTo>
                <a:cubicBezTo>
                  <a:pt x="3060292" y="161929"/>
                  <a:pt x="3048492" y="166288"/>
                  <a:pt x="3034680" y="166288"/>
                </a:cubicBezTo>
                <a:cubicBezTo>
                  <a:pt x="3026094" y="166288"/>
                  <a:pt x="3014244" y="162953"/>
                  <a:pt x="3007313" y="151670"/>
                </a:cubicBezTo>
                <a:cubicBezTo>
                  <a:pt x="3002891" y="144488"/>
                  <a:pt x="3001286" y="134026"/>
                  <a:pt x="3001286" y="119100"/>
                </a:cubicBezTo>
                <a:lnTo>
                  <a:pt x="3069583" y="119100"/>
                </a:lnTo>
                <a:cubicBezTo>
                  <a:pt x="3072346" y="119100"/>
                  <a:pt x="3074101" y="117563"/>
                  <a:pt x="3074101" y="114745"/>
                </a:cubicBezTo>
                <a:cubicBezTo>
                  <a:pt x="3074101" y="93219"/>
                  <a:pt x="3063806" y="66306"/>
                  <a:pt x="3030665" y="66306"/>
                </a:cubicBezTo>
                <a:cubicBezTo>
                  <a:pt x="3004799" y="66306"/>
                  <a:pt x="2979191" y="87577"/>
                  <a:pt x="2979191" y="125257"/>
                </a:cubicBezTo>
                <a:cubicBezTo>
                  <a:pt x="2979191" y="139820"/>
                  <a:pt x="2982102" y="154184"/>
                  <a:pt x="2990489" y="164493"/>
                </a:cubicBezTo>
                <a:cubicBezTo>
                  <a:pt x="2999125" y="175100"/>
                  <a:pt x="3013489" y="181402"/>
                  <a:pt x="3030412" y="181402"/>
                </a:cubicBezTo>
                <a:cubicBezTo>
                  <a:pt x="3048492" y="181402"/>
                  <a:pt x="3064560" y="171925"/>
                  <a:pt x="3074101" y="158594"/>
                </a:cubicBezTo>
                <a:lnTo>
                  <a:pt x="3069081" y="152182"/>
                </a:lnTo>
                <a:close/>
                <a:moveTo>
                  <a:pt x="3108248" y="69058"/>
                </a:moveTo>
                <a:cubicBezTo>
                  <a:pt x="3103126" y="69058"/>
                  <a:pt x="3097804" y="68956"/>
                  <a:pt x="3094689" y="68546"/>
                </a:cubicBezTo>
                <a:cubicBezTo>
                  <a:pt x="3092984" y="72749"/>
                  <a:pt x="3091628" y="75208"/>
                  <a:pt x="3089168" y="79051"/>
                </a:cubicBezTo>
                <a:lnTo>
                  <a:pt x="3090421" y="80845"/>
                </a:lnTo>
                <a:cubicBezTo>
                  <a:pt x="3094743" y="80536"/>
                  <a:pt x="3102524" y="80384"/>
                  <a:pt x="3108248" y="80333"/>
                </a:cubicBezTo>
                <a:lnTo>
                  <a:pt x="3108248" y="115386"/>
                </a:lnTo>
                <a:cubicBezTo>
                  <a:pt x="3108248" y="130739"/>
                  <a:pt x="3107498" y="149164"/>
                  <a:pt x="3107498" y="156839"/>
                </a:cubicBezTo>
                <a:cubicBezTo>
                  <a:pt x="3107498" y="173478"/>
                  <a:pt x="3118041" y="181402"/>
                  <a:pt x="3129593" y="181402"/>
                </a:cubicBezTo>
                <a:cubicBezTo>
                  <a:pt x="3140141" y="181402"/>
                  <a:pt x="3148175" y="178845"/>
                  <a:pt x="3158719" y="171945"/>
                </a:cubicBezTo>
                <a:lnTo>
                  <a:pt x="3155657" y="165639"/>
                </a:lnTo>
                <a:cubicBezTo>
                  <a:pt x="3147922" y="168356"/>
                  <a:pt x="3142148" y="168614"/>
                  <a:pt x="3135869" y="167590"/>
                </a:cubicBezTo>
                <a:cubicBezTo>
                  <a:pt x="3129896" y="166616"/>
                  <a:pt x="3127585" y="160471"/>
                  <a:pt x="3127585" y="146603"/>
                </a:cubicBezTo>
                <a:cubicBezTo>
                  <a:pt x="3127585" y="138929"/>
                  <a:pt x="3128336" y="127924"/>
                  <a:pt x="3128336" y="112575"/>
                </a:cubicBezTo>
                <a:lnTo>
                  <a:pt x="3128336" y="80333"/>
                </a:lnTo>
                <a:lnTo>
                  <a:pt x="3137880" y="80333"/>
                </a:lnTo>
                <a:cubicBezTo>
                  <a:pt x="3143907" y="80333"/>
                  <a:pt x="3152642" y="80536"/>
                  <a:pt x="3155956" y="80845"/>
                </a:cubicBezTo>
                <a:cubicBezTo>
                  <a:pt x="3156711" y="76748"/>
                  <a:pt x="3157466" y="74132"/>
                  <a:pt x="3158972" y="70340"/>
                </a:cubicBezTo>
                <a:lnTo>
                  <a:pt x="3157715" y="68546"/>
                </a:lnTo>
                <a:cubicBezTo>
                  <a:pt x="3153194" y="68753"/>
                  <a:pt x="3145914" y="69058"/>
                  <a:pt x="3140141" y="69058"/>
                </a:cubicBezTo>
                <a:lnTo>
                  <a:pt x="3128336" y="69058"/>
                </a:lnTo>
                <a:cubicBezTo>
                  <a:pt x="3128336" y="49893"/>
                  <a:pt x="3128489" y="46512"/>
                  <a:pt x="3129593" y="31652"/>
                </a:cubicBezTo>
                <a:cubicBezTo>
                  <a:pt x="3129593" y="29806"/>
                  <a:pt x="3128892" y="29091"/>
                  <a:pt x="3127332" y="29091"/>
                </a:cubicBezTo>
                <a:cubicBezTo>
                  <a:pt x="3121057" y="31652"/>
                  <a:pt x="3117942" y="34369"/>
                  <a:pt x="3109758" y="35495"/>
                </a:cubicBezTo>
                <a:lnTo>
                  <a:pt x="3109256" y="36265"/>
                </a:lnTo>
                <a:cubicBezTo>
                  <a:pt x="3108754" y="45182"/>
                  <a:pt x="3108248" y="54198"/>
                  <a:pt x="3108248" y="69058"/>
                </a:cubicBezTo>
                <a:close/>
                <a:moveTo>
                  <a:pt x="3212454" y="88606"/>
                </a:moveTo>
                <a:lnTo>
                  <a:pt x="3212454" y="50437"/>
                </a:lnTo>
                <a:cubicBezTo>
                  <a:pt x="3212454" y="31491"/>
                  <a:pt x="3213508" y="18281"/>
                  <a:pt x="3214711" y="2561"/>
                </a:cubicBezTo>
                <a:cubicBezTo>
                  <a:pt x="3214711" y="770"/>
                  <a:pt x="3214010" y="0"/>
                  <a:pt x="3212454" y="0"/>
                </a:cubicBezTo>
                <a:cubicBezTo>
                  <a:pt x="3206175" y="2561"/>
                  <a:pt x="3200803" y="4355"/>
                  <a:pt x="3190608" y="5121"/>
                </a:cubicBezTo>
                <a:lnTo>
                  <a:pt x="3190106" y="5892"/>
                </a:lnTo>
                <a:cubicBezTo>
                  <a:pt x="3192064" y="16846"/>
                  <a:pt x="3192367" y="36101"/>
                  <a:pt x="3192367" y="55554"/>
                </a:cubicBezTo>
                <a:lnTo>
                  <a:pt x="3192367" y="132717"/>
                </a:lnTo>
                <a:cubicBezTo>
                  <a:pt x="3192367" y="151799"/>
                  <a:pt x="3192064" y="164521"/>
                  <a:pt x="3190106" y="178884"/>
                </a:cubicBezTo>
                <a:lnTo>
                  <a:pt x="3190608" y="179651"/>
                </a:lnTo>
                <a:cubicBezTo>
                  <a:pt x="3193619" y="179139"/>
                  <a:pt x="3199397" y="178884"/>
                  <a:pt x="3202409" y="178884"/>
                </a:cubicBezTo>
                <a:cubicBezTo>
                  <a:pt x="3205424" y="178884"/>
                  <a:pt x="3211198" y="179139"/>
                  <a:pt x="3214209" y="179651"/>
                </a:cubicBezTo>
                <a:lnTo>
                  <a:pt x="3214711" y="178884"/>
                </a:lnTo>
                <a:cubicBezTo>
                  <a:pt x="3212857" y="164212"/>
                  <a:pt x="3212454" y="152210"/>
                  <a:pt x="3212454" y="132717"/>
                </a:cubicBezTo>
                <a:lnTo>
                  <a:pt x="3212454" y="102711"/>
                </a:lnTo>
                <a:cubicBezTo>
                  <a:pt x="3225259" y="87323"/>
                  <a:pt x="3239971" y="81682"/>
                  <a:pt x="3248860" y="81682"/>
                </a:cubicBezTo>
                <a:cubicBezTo>
                  <a:pt x="3261668" y="81682"/>
                  <a:pt x="3266940" y="86811"/>
                  <a:pt x="3266940" y="107582"/>
                </a:cubicBezTo>
                <a:lnTo>
                  <a:pt x="3266940" y="132717"/>
                </a:lnTo>
                <a:cubicBezTo>
                  <a:pt x="3266940" y="151956"/>
                  <a:pt x="3266687" y="165084"/>
                  <a:pt x="3264679" y="178884"/>
                </a:cubicBezTo>
                <a:lnTo>
                  <a:pt x="3265181" y="179651"/>
                </a:lnTo>
                <a:cubicBezTo>
                  <a:pt x="3268196" y="179139"/>
                  <a:pt x="3273970" y="178884"/>
                  <a:pt x="3276982" y="178884"/>
                </a:cubicBezTo>
                <a:cubicBezTo>
                  <a:pt x="3279997" y="178884"/>
                  <a:pt x="3285771" y="179139"/>
                  <a:pt x="3288786" y="179651"/>
                </a:cubicBezTo>
                <a:lnTo>
                  <a:pt x="3289288" y="178884"/>
                </a:lnTo>
                <a:cubicBezTo>
                  <a:pt x="3287277" y="164212"/>
                  <a:pt x="3287027" y="152210"/>
                  <a:pt x="3287027" y="132717"/>
                </a:cubicBezTo>
                <a:cubicBezTo>
                  <a:pt x="3287027" y="124511"/>
                  <a:pt x="3287529" y="115022"/>
                  <a:pt x="3287529" y="106816"/>
                </a:cubicBezTo>
                <a:cubicBezTo>
                  <a:pt x="3287529" y="80141"/>
                  <a:pt x="3278993" y="66306"/>
                  <a:pt x="3256392" y="66306"/>
                </a:cubicBezTo>
                <a:cubicBezTo>
                  <a:pt x="3246852" y="66306"/>
                  <a:pt x="3229025" y="70153"/>
                  <a:pt x="3212956" y="89376"/>
                </a:cubicBezTo>
                <a:lnTo>
                  <a:pt x="3212454" y="88606"/>
                </a:lnTo>
                <a:close/>
                <a:moveTo>
                  <a:pt x="3317158" y="126290"/>
                </a:moveTo>
                <a:cubicBezTo>
                  <a:pt x="3317158" y="157054"/>
                  <a:pt x="3336993" y="181402"/>
                  <a:pt x="3370391" y="181402"/>
                </a:cubicBezTo>
                <a:cubicBezTo>
                  <a:pt x="3403532" y="181402"/>
                  <a:pt x="3423619" y="157570"/>
                  <a:pt x="3423619" y="123983"/>
                </a:cubicBezTo>
                <a:cubicBezTo>
                  <a:pt x="3423619" y="89118"/>
                  <a:pt x="3405290" y="66306"/>
                  <a:pt x="3371394" y="66306"/>
                </a:cubicBezTo>
                <a:cubicBezTo>
                  <a:pt x="3338499" y="66306"/>
                  <a:pt x="3317158" y="89888"/>
                  <a:pt x="3317158" y="126290"/>
                </a:cubicBezTo>
                <a:moveTo>
                  <a:pt x="3369636" y="76556"/>
                </a:moveTo>
                <a:cubicBezTo>
                  <a:pt x="3396252" y="76556"/>
                  <a:pt x="3401524" y="97578"/>
                  <a:pt x="3401524" y="128600"/>
                </a:cubicBezTo>
                <a:cubicBezTo>
                  <a:pt x="3401524" y="152952"/>
                  <a:pt x="3389471" y="171155"/>
                  <a:pt x="3372647" y="171155"/>
                </a:cubicBezTo>
                <a:cubicBezTo>
                  <a:pt x="3346035" y="171155"/>
                  <a:pt x="3339253" y="141674"/>
                  <a:pt x="3339253" y="121934"/>
                </a:cubicBezTo>
                <a:cubicBezTo>
                  <a:pt x="3339253" y="99630"/>
                  <a:pt x="3346035" y="76556"/>
                  <a:pt x="3369636" y="76556"/>
                </a:cubicBezTo>
                <a:close/>
                <a:moveTo>
                  <a:pt x="3525563" y="149880"/>
                </a:moveTo>
                <a:cubicBezTo>
                  <a:pt x="3516425" y="161772"/>
                  <a:pt x="3504873" y="168082"/>
                  <a:pt x="3494678" y="168082"/>
                </a:cubicBezTo>
                <a:cubicBezTo>
                  <a:pt x="3481119" y="168082"/>
                  <a:pt x="3469568" y="154239"/>
                  <a:pt x="3469568" y="122188"/>
                </a:cubicBezTo>
                <a:cubicBezTo>
                  <a:pt x="3469568" y="83734"/>
                  <a:pt x="3489556" y="76556"/>
                  <a:pt x="3501709" y="76556"/>
                </a:cubicBezTo>
                <a:cubicBezTo>
                  <a:pt x="3513509" y="76556"/>
                  <a:pt x="3519536" y="81682"/>
                  <a:pt x="3525563" y="91424"/>
                </a:cubicBezTo>
                <a:lnTo>
                  <a:pt x="3525563" y="149880"/>
                </a:lnTo>
                <a:moveTo>
                  <a:pt x="3525563" y="163977"/>
                </a:moveTo>
                <a:lnTo>
                  <a:pt x="3526065" y="163977"/>
                </a:lnTo>
                <a:lnTo>
                  <a:pt x="3527321" y="178841"/>
                </a:lnTo>
                <a:cubicBezTo>
                  <a:pt x="3527321" y="179397"/>
                  <a:pt x="3528072" y="179651"/>
                  <a:pt x="3529582" y="179651"/>
                </a:cubicBezTo>
                <a:cubicBezTo>
                  <a:pt x="3532896" y="179189"/>
                  <a:pt x="3534601" y="178884"/>
                  <a:pt x="3538267" y="178884"/>
                </a:cubicBezTo>
                <a:cubicBezTo>
                  <a:pt x="3541382" y="178884"/>
                  <a:pt x="3546152" y="179139"/>
                  <a:pt x="3549417" y="179651"/>
                </a:cubicBezTo>
                <a:lnTo>
                  <a:pt x="3549918" y="178884"/>
                </a:lnTo>
                <a:cubicBezTo>
                  <a:pt x="3547911" y="167856"/>
                  <a:pt x="3545650" y="148879"/>
                  <a:pt x="3545650" y="129644"/>
                </a:cubicBezTo>
                <a:lnTo>
                  <a:pt x="3545650" y="50691"/>
                </a:lnTo>
                <a:cubicBezTo>
                  <a:pt x="3545650" y="31745"/>
                  <a:pt x="3546654" y="18383"/>
                  <a:pt x="3547911" y="2561"/>
                </a:cubicBezTo>
                <a:cubicBezTo>
                  <a:pt x="3547911" y="770"/>
                  <a:pt x="3547206" y="0"/>
                  <a:pt x="3545650" y="0"/>
                </a:cubicBezTo>
                <a:cubicBezTo>
                  <a:pt x="3539375" y="2561"/>
                  <a:pt x="3533999" y="4355"/>
                  <a:pt x="3523804" y="5121"/>
                </a:cubicBezTo>
                <a:lnTo>
                  <a:pt x="3523302" y="5892"/>
                </a:lnTo>
                <a:cubicBezTo>
                  <a:pt x="3525260" y="16846"/>
                  <a:pt x="3525563" y="35843"/>
                  <a:pt x="3525563" y="55300"/>
                </a:cubicBezTo>
                <a:lnTo>
                  <a:pt x="3525563" y="71943"/>
                </a:lnTo>
                <a:cubicBezTo>
                  <a:pt x="3519789" y="68612"/>
                  <a:pt x="3509494" y="66306"/>
                  <a:pt x="3504471" y="66306"/>
                </a:cubicBezTo>
                <a:cubicBezTo>
                  <a:pt x="3471778" y="66306"/>
                  <a:pt x="3447725" y="89380"/>
                  <a:pt x="3447725" y="124257"/>
                </a:cubicBezTo>
                <a:cubicBezTo>
                  <a:pt x="3447725" y="155775"/>
                  <a:pt x="3466054" y="181402"/>
                  <a:pt x="3493172" y="181402"/>
                </a:cubicBezTo>
                <a:cubicBezTo>
                  <a:pt x="3505226" y="181402"/>
                  <a:pt x="3516524" y="175870"/>
                  <a:pt x="3525563" y="163977"/>
                </a:cubicBezTo>
                <a:close/>
                <a:moveTo>
                  <a:pt x="3644327" y="25830"/>
                </a:moveTo>
                <a:cubicBezTo>
                  <a:pt x="3644327" y="32746"/>
                  <a:pt x="3650354" y="38896"/>
                  <a:pt x="3657135" y="38896"/>
                </a:cubicBezTo>
                <a:cubicBezTo>
                  <a:pt x="3663913" y="38896"/>
                  <a:pt x="3669940" y="32746"/>
                  <a:pt x="3669940" y="25830"/>
                </a:cubicBezTo>
                <a:cubicBezTo>
                  <a:pt x="3669940" y="18910"/>
                  <a:pt x="3663913" y="12761"/>
                  <a:pt x="3657135" y="12761"/>
                </a:cubicBezTo>
                <a:cubicBezTo>
                  <a:pt x="3650354" y="12761"/>
                  <a:pt x="3644327" y="18910"/>
                  <a:pt x="3644327" y="25830"/>
                </a:cubicBezTo>
                <a:moveTo>
                  <a:pt x="3646841" y="118736"/>
                </a:moveTo>
                <a:lnTo>
                  <a:pt x="3646841" y="132815"/>
                </a:lnTo>
                <a:cubicBezTo>
                  <a:pt x="3646841" y="152010"/>
                  <a:pt x="3646388" y="165064"/>
                  <a:pt x="3644580" y="178884"/>
                </a:cubicBezTo>
                <a:lnTo>
                  <a:pt x="3645082" y="179651"/>
                </a:lnTo>
                <a:cubicBezTo>
                  <a:pt x="3648093" y="179142"/>
                  <a:pt x="3653871" y="178884"/>
                  <a:pt x="3656882" y="178884"/>
                </a:cubicBezTo>
                <a:cubicBezTo>
                  <a:pt x="3659898" y="178884"/>
                  <a:pt x="3665672" y="179142"/>
                  <a:pt x="3668683" y="179651"/>
                </a:cubicBezTo>
                <a:lnTo>
                  <a:pt x="3669185" y="178884"/>
                </a:lnTo>
                <a:cubicBezTo>
                  <a:pt x="3667380" y="164349"/>
                  <a:pt x="3666928" y="152264"/>
                  <a:pt x="3666928" y="132815"/>
                </a:cubicBezTo>
                <a:lnTo>
                  <a:pt x="3666928" y="114643"/>
                </a:lnTo>
                <a:cubicBezTo>
                  <a:pt x="3666928" y="95447"/>
                  <a:pt x="3667580" y="86232"/>
                  <a:pt x="3669185" y="70618"/>
                </a:cubicBezTo>
                <a:cubicBezTo>
                  <a:pt x="3669185" y="68315"/>
                  <a:pt x="3668886" y="68057"/>
                  <a:pt x="3666928" y="68057"/>
                </a:cubicBezTo>
                <a:cubicBezTo>
                  <a:pt x="3661200" y="68624"/>
                  <a:pt x="3650404" y="68776"/>
                  <a:pt x="3645082" y="68315"/>
                </a:cubicBezTo>
                <a:lnTo>
                  <a:pt x="3644580" y="69081"/>
                </a:lnTo>
                <a:cubicBezTo>
                  <a:pt x="3646136" y="80036"/>
                  <a:pt x="3646841" y="99541"/>
                  <a:pt x="3646841" y="118736"/>
                </a:cubicBezTo>
                <a:close/>
                <a:moveTo>
                  <a:pt x="3805026" y="132717"/>
                </a:moveTo>
                <a:cubicBezTo>
                  <a:pt x="3805026" y="124511"/>
                  <a:pt x="3805528" y="115022"/>
                  <a:pt x="3805528" y="106816"/>
                </a:cubicBezTo>
                <a:cubicBezTo>
                  <a:pt x="3805528" y="80141"/>
                  <a:pt x="3796992" y="66306"/>
                  <a:pt x="3774395" y="66306"/>
                </a:cubicBezTo>
                <a:cubicBezTo>
                  <a:pt x="3764851" y="66306"/>
                  <a:pt x="3747024" y="70153"/>
                  <a:pt x="3730955" y="89376"/>
                </a:cubicBezTo>
                <a:lnTo>
                  <a:pt x="3730453" y="88606"/>
                </a:lnTo>
                <a:lnTo>
                  <a:pt x="3730453" y="69895"/>
                </a:lnTo>
                <a:cubicBezTo>
                  <a:pt x="3730403" y="67897"/>
                  <a:pt x="3730151" y="67334"/>
                  <a:pt x="3728948" y="67334"/>
                </a:cubicBezTo>
                <a:cubicBezTo>
                  <a:pt x="3723323" y="68460"/>
                  <a:pt x="3714331" y="68663"/>
                  <a:pt x="3708607" y="68100"/>
                </a:cubicBezTo>
                <a:lnTo>
                  <a:pt x="3708105" y="68870"/>
                </a:lnTo>
                <a:cubicBezTo>
                  <a:pt x="3709864" y="79938"/>
                  <a:pt x="3710366" y="99376"/>
                  <a:pt x="3710366" y="118611"/>
                </a:cubicBezTo>
                <a:lnTo>
                  <a:pt x="3710366" y="132717"/>
                </a:lnTo>
                <a:cubicBezTo>
                  <a:pt x="3710366" y="151956"/>
                  <a:pt x="3710113" y="165033"/>
                  <a:pt x="3708105" y="178884"/>
                </a:cubicBezTo>
                <a:lnTo>
                  <a:pt x="3708607" y="179651"/>
                </a:lnTo>
                <a:cubicBezTo>
                  <a:pt x="3711622" y="179139"/>
                  <a:pt x="3717396" y="178884"/>
                  <a:pt x="3720407" y="178884"/>
                </a:cubicBezTo>
                <a:cubicBezTo>
                  <a:pt x="3723423" y="178884"/>
                  <a:pt x="3729197" y="179139"/>
                  <a:pt x="3732212" y="179651"/>
                </a:cubicBezTo>
                <a:lnTo>
                  <a:pt x="3732714" y="178884"/>
                </a:lnTo>
                <a:cubicBezTo>
                  <a:pt x="3730702" y="164263"/>
                  <a:pt x="3730453" y="152210"/>
                  <a:pt x="3730453" y="132717"/>
                </a:cubicBezTo>
                <a:lnTo>
                  <a:pt x="3730453" y="102711"/>
                </a:lnTo>
                <a:cubicBezTo>
                  <a:pt x="3743258" y="87323"/>
                  <a:pt x="3757821" y="81682"/>
                  <a:pt x="3766862" y="81682"/>
                </a:cubicBezTo>
                <a:cubicBezTo>
                  <a:pt x="3779667" y="81682"/>
                  <a:pt x="3784939" y="86811"/>
                  <a:pt x="3784939" y="107582"/>
                </a:cubicBezTo>
                <a:lnTo>
                  <a:pt x="3784939" y="132717"/>
                </a:lnTo>
                <a:cubicBezTo>
                  <a:pt x="3784939" y="151956"/>
                  <a:pt x="3784487" y="165084"/>
                  <a:pt x="3782678" y="178884"/>
                </a:cubicBezTo>
                <a:lnTo>
                  <a:pt x="3783180" y="179651"/>
                </a:lnTo>
                <a:cubicBezTo>
                  <a:pt x="3786195" y="179139"/>
                  <a:pt x="3791969" y="178884"/>
                  <a:pt x="3794984" y="178884"/>
                </a:cubicBezTo>
                <a:cubicBezTo>
                  <a:pt x="3797996" y="178884"/>
                  <a:pt x="3803770" y="179139"/>
                  <a:pt x="3806785" y="179651"/>
                </a:cubicBezTo>
                <a:lnTo>
                  <a:pt x="3807287" y="178884"/>
                </a:lnTo>
                <a:cubicBezTo>
                  <a:pt x="3805329" y="164263"/>
                  <a:pt x="3805026" y="152210"/>
                  <a:pt x="3805026" y="132717"/>
                </a:cubicBezTo>
                <a:close/>
                <a:moveTo>
                  <a:pt x="3915507" y="149880"/>
                </a:moveTo>
                <a:cubicBezTo>
                  <a:pt x="3906369" y="161772"/>
                  <a:pt x="3894818" y="168082"/>
                  <a:pt x="3884622" y="168082"/>
                </a:cubicBezTo>
                <a:cubicBezTo>
                  <a:pt x="3871063" y="168082"/>
                  <a:pt x="3859512" y="154239"/>
                  <a:pt x="3859512" y="122188"/>
                </a:cubicBezTo>
                <a:cubicBezTo>
                  <a:pt x="3859512" y="83734"/>
                  <a:pt x="3879500" y="76556"/>
                  <a:pt x="3891653" y="76556"/>
                </a:cubicBezTo>
                <a:cubicBezTo>
                  <a:pt x="3903453" y="76556"/>
                  <a:pt x="3909480" y="81682"/>
                  <a:pt x="3915507" y="91424"/>
                </a:cubicBezTo>
                <a:lnTo>
                  <a:pt x="3915507" y="149880"/>
                </a:lnTo>
                <a:moveTo>
                  <a:pt x="3915507" y="163977"/>
                </a:moveTo>
                <a:lnTo>
                  <a:pt x="3916009" y="163977"/>
                </a:lnTo>
                <a:lnTo>
                  <a:pt x="3917265" y="178841"/>
                </a:lnTo>
                <a:cubicBezTo>
                  <a:pt x="3917265" y="179397"/>
                  <a:pt x="3918016" y="179651"/>
                  <a:pt x="3919526" y="179651"/>
                </a:cubicBezTo>
                <a:cubicBezTo>
                  <a:pt x="3922840" y="179189"/>
                  <a:pt x="3924545" y="178884"/>
                  <a:pt x="3928211" y="178884"/>
                </a:cubicBezTo>
                <a:cubicBezTo>
                  <a:pt x="3931326" y="178884"/>
                  <a:pt x="3936096" y="179139"/>
                  <a:pt x="3939361" y="179651"/>
                </a:cubicBezTo>
                <a:lnTo>
                  <a:pt x="3939863" y="178884"/>
                </a:lnTo>
                <a:cubicBezTo>
                  <a:pt x="3937855" y="167856"/>
                  <a:pt x="3935594" y="148879"/>
                  <a:pt x="3935594" y="129644"/>
                </a:cubicBezTo>
                <a:lnTo>
                  <a:pt x="3935594" y="50691"/>
                </a:lnTo>
                <a:cubicBezTo>
                  <a:pt x="3935594" y="31745"/>
                  <a:pt x="3936598" y="18383"/>
                  <a:pt x="3937855" y="2561"/>
                </a:cubicBezTo>
                <a:cubicBezTo>
                  <a:pt x="3937855" y="770"/>
                  <a:pt x="3937150" y="0"/>
                  <a:pt x="3935594" y="0"/>
                </a:cubicBezTo>
                <a:cubicBezTo>
                  <a:pt x="3929319" y="2561"/>
                  <a:pt x="3923943" y="4355"/>
                  <a:pt x="3913748" y="5121"/>
                </a:cubicBezTo>
                <a:lnTo>
                  <a:pt x="3913246" y="5892"/>
                </a:lnTo>
                <a:cubicBezTo>
                  <a:pt x="3915204" y="16846"/>
                  <a:pt x="3915507" y="35843"/>
                  <a:pt x="3915507" y="55300"/>
                </a:cubicBezTo>
                <a:lnTo>
                  <a:pt x="3915507" y="71943"/>
                </a:lnTo>
                <a:cubicBezTo>
                  <a:pt x="3909733" y="68612"/>
                  <a:pt x="3899438" y="66306"/>
                  <a:pt x="3894415" y="66306"/>
                </a:cubicBezTo>
                <a:cubicBezTo>
                  <a:pt x="3861722" y="66306"/>
                  <a:pt x="3837669" y="89380"/>
                  <a:pt x="3837669" y="124257"/>
                </a:cubicBezTo>
                <a:cubicBezTo>
                  <a:pt x="3837669" y="155775"/>
                  <a:pt x="3855998" y="181402"/>
                  <a:pt x="3883117" y="181402"/>
                </a:cubicBezTo>
                <a:cubicBezTo>
                  <a:pt x="3895170" y="181402"/>
                  <a:pt x="3906469" y="175870"/>
                  <a:pt x="3915507" y="163977"/>
                </a:cubicBezTo>
                <a:close/>
                <a:moveTo>
                  <a:pt x="3978027" y="25830"/>
                </a:moveTo>
                <a:cubicBezTo>
                  <a:pt x="3978027" y="32746"/>
                  <a:pt x="3984054" y="38896"/>
                  <a:pt x="3990835" y="38896"/>
                </a:cubicBezTo>
                <a:cubicBezTo>
                  <a:pt x="3997613" y="38896"/>
                  <a:pt x="4003639" y="32746"/>
                  <a:pt x="4003639" y="25830"/>
                </a:cubicBezTo>
                <a:cubicBezTo>
                  <a:pt x="4003639" y="18910"/>
                  <a:pt x="3997613" y="12761"/>
                  <a:pt x="3990835" y="12761"/>
                </a:cubicBezTo>
                <a:cubicBezTo>
                  <a:pt x="3984054" y="12761"/>
                  <a:pt x="3978027" y="18910"/>
                  <a:pt x="3978027" y="25830"/>
                </a:cubicBezTo>
                <a:moveTo>
                  <a:pt x="3980540" y="118736"/>
                </a:moveTo>
                <a:lnTo>
                  <a:pt x="3980540" y="132815"/>
                </a:lnTo>
                <a:cubicBezTo>
                  <a:pt x="3980540" y="152010"/>
                  <a:pt x="3980088" y="165064"/>
                  <a:pt x="3978280" y="178884"/>
                </a:cubicBezTo>
                <a:lnTo>
                  <a:pt x="3978782" y="179651"/>
                </a:lnTo>
                <a:cubicBezTo>
                  <a:pt x="3981793" y="179142"/>
                  <a:pt x="3987571" y="178884"/>
                  <a:pt x="3990582" y="178884"/>
                </a:cubicBezTo>
                <a:cubicBezTo>
                  <a:pt x="3993597" y="178884"/>
                  <a:pt x="3999371" y="179142"/>
                  <a:pt x="4002383" y="179651"/>
                </a:cubicBezTo>
                <a:lnTo>
                  <a:pt x="4002885" y="178884"/>
                </a:lnTo>
                <a:cubicBezTo>
                  <a:pt x="4001080" y="164349"/>
                  <a:pt x="4000628" y="152264"/>
                  <a:pt x="4000628" y="132815"/>
                </a:cubicBezTo>
                <a:lnTo>
                  <a:pt x="4000628" y="114643"/>
                </a:lnTo>
                <a:cubicBezTo>
                  <a:pt x="4000628" y="95447"/>
                  <a:pt x="4001279" y="86232"/>
                  <a:pt x="4002885" y="70618"/>
                </a:cubicBezTo>
                <a:cubicBezTo>
                  <a:pt x="4002885" y="68315"/>
                  <a:pt x="4002586" y="68057"/>
                  <a:pt x="4000628" y="68057"/>
                </a:cubicBezTo>
                <a:cubicBezTo>
                  <a:pt x="3994900" y="68624"/>
                  <a:pt x="3984103" y="68776"/>
                  <a:pt x="3978782" y="68315"/>
                </a:cubicBezTo>
                <a:lnTo>
                  <a:pt x="3978280" y="69081"/>
                </a:lnTo>
                <a:cubicBezTo>
                  <a:pt x="3979835" y="80036"/>
                  <a:pt x="3980540" y="99541"/>
                  <a:pt x="3980540" y="118736"/>
                </a:cubicBezTo>
                <a:close/>
                <a:moveTo>
                  <a:pt x="4085999" y="76556"/>
                </a:moveTo>
                <a:cubicBezTo>
                  <a:pt x="4095689" y="76556"/>
                  <a:pt x="4104478" y="83836"/>
                  <a:pt x="4111106" y="95525"/>
                </a:cubicBezTo>
                <a:lnTo>
                  <a:pt x="4114370" y="95271"/>
                </a:lnTo>
                <a:lnTo>
                  <a:pt x="4120144" y="74250"/>
                </a:lnTo>
                <a:lnTo>
                  <a:pt x="4119642" y="73484"/>
                </a:lnTo>
                <a:cubicBezTo>
                  <a:pt x="4111861" y="69382"/>
                  <a:pt x="4098804" y="66306"/>
                  <a:pt x="4086248" y="66306"/>
                </a:cubicBezTo>
                <a:cubicBezTo>
                  <a:pt x="4060134" y="66306"/>
                  <a:pt x="4032767" y="88093"/>
                  <a:pt x="4032767" y="122959"/>
                </a:cubicBezTo>
                <a:cubicBezTo>
                  <a:pt x="4032767" y="158594"/>
                  <a:pt x="4052601" y="181402"/>
                  <a:pt x="4083237" y="181402"/>
                </a:cubicBezTo>
                <a:cubicBezTo>
                  <a:pt x="4098302" y="181402"/>
                  <a:pt x="4110102" y="176281"/>
                  <a:pt x="4120144" y="163211"/>
                </a:cubicBezTo>
                <a:lnTo>
                  <a:pt x="4115374" y="157824"/>
                </a:lnTo>
                <a:lnTo>
                  <a:pt x="4114370" y="157824"/>
                </a:lnTo>
                <a:cubicBezTo>
                  <a:pt x="4104830" y="166542"/>
                  <a:pt x="4096846" y="168595"/>
                  <a:pt x="4087505" y="168595"/>
                </a:cubicBezTo>
                <a:cubicBezTo>
                  <a:pt x="4069176" y="168595"/>
                  <a:pt x="4054862" y="151674"/>
                  <a:pt x="4054862" y="121676"/>
                </a:cubicBezTo>
                <a:cubicBezTo>
                  <a:pt x="4054862" y="93477"/>
                  <a:pt x="4069425" y="76556"/>
                  <a:pt x="4085999" y="76556"/>
                </a:cubicBezTo>
                <a:close/>
                <a:moveTo>
                  <a:pt x="4208782" y="121164"/>
                </a:moveTo>
                <a:lnTo>
                  <a:pt x="4207778" y="151674"/>
                </a:lnTo>
                <a:cubicBezTo>
                  <a:pt x="4207778" y="155005"/>
                  <a:pt x="4206268" y="156799"/>
                  <a:pt x="4204261" y="158340"/>
                </a:cubicBezTo>
                <a:cubicBezTo>
                  <a:pt x="4197230" y="163723"/>
                  <a:pt x="4188694" y="168336"/>
                  <a:pt x="4181162" y="168336"/>
                </a:cubicBezTo>
                <a:cubicBezTo>
                  <a:pt x="4169863" y="168336"/>
                  <a:pt x="4162580" y="160646"/>
                  <a:pt x="4162580" y="152698"/>
                </a:cubicBezTo>
                <a:cubicBezTo>
                  <a:pt x="4162580" y="141161"/>
                  <a:pt x="4167852" y="132443"/>
                  <a:pt x="4187437" y="127060"/>
                </a:cubicBezTo>
                <a:lnTo>
                  <a:pt x="4208782" y="121164"/>
                </a:lnTo>
                <a:moveTo>
                  <a:pt x="4208782" y="166542"/>
                </a:moveTo>
                <a:cubicBezTo>
                  <a:pt x="4211694" y="176535"/>
                  <a:pt x="4219176" y="181402"/>
                  <a:pt x="4228368" y="181402"/>
                </a:cubicBezTo>
                <a:cubicBezTo>
                  <a:pt x="4234693" y="181402"/>
                  <a:pt x="4242429" y="179866"/>
                  <a:pt x="4248352" y="173462"/>
                </a:cubicBezTo>
                <a:lnTo>
                  <a:pt x="4246494" y="167105"/>
                </a:lnTo>
                <a:cubicBezTo>
                  <a:pt x="4243731" y="168082"/>
                  <a:pt x="4241624" y="168438"/>
                  <a:pt x="4239716" y="168438"/>
                </a:cubicBezTo>
                <a:cubicBezTo>
                  <a:pt x="4237203" y="168438"/>
                  <a:pt x="4233889" y="167977"/>
                  <a:pt x="4232333" y="166542"/>
                </a:cubicBezTo>
                <a:cubicBezTo>
                  <a:pt x="4229774" y="164185"/>
                  <a:pt x="4228165" y="157929"/>
                  <a:pt x="4228165" y="146545"/>
                </a:cubicBezTo>
                <a:cubicBezTo>
                  <a:pt x="4228165" y="139109"/>
                  <a:pt x="4228870" y="110655"/>
                  <a:pt x="4228870" y="107833"/>
                </a:cubicBezTo>
                <a:cubicBezTo>
                  <a:pt x="4228870" y="73225"/>
                  <a:pt x="4206521" y="66306"/>
                  <a:pt x="4187437" y="66306"/>
                </a:cubicBezTo>
                <a:cubicBezTo>
                  <a:pt x="4168354" y="66306"/>
                  <a:pt x="4156806" y="75786"/>
                  <a:pt x="4150526" y="81170"/>
                </a:cubicBezTo>
                <a:lnTo>
                  <a:pt x="4149775" y="82198"/>
                </a:lnTo>
                <a:lnTo>
                  <a:pt x="4154043" y="99372"/>
                </a:lnTo>
                <a:lnTo>
                  <a:pt x="4157308" y="99630"/>
                </a:lnTo>
                <a:cubicBezTo>
                  <a:pt x="4164338" y="88093"/>
                  <a:pt x="4172875" y="77839"/>
                  <a:pt x="4184928" y="77839"/>
                </a:cubicBezTo>
                <a:cubicBezTo>
                  <a:pt x="4193966" y="77839"/>
                  <a:pt x="4209031" y="79121"/>
                  <a:pt x="4209031" y="108091"/>
                </a:cubicBezTo>
                <a:cubicBezTo>
                  <a:pt x="4209031" y="109885"/>
                  <a:pt x="4208027" y="110909"/>
                  <a:pt x="4207272" y="111167"/>
                </a:cubicBezTo>
                <a:lnTo>
                  <a:pt x="4183924" y="116551"/>
                </a:lnTo>
                <a:cubicBezTo>
                  <a:pt x="4158312" y="122446"/>
                  <a:pt x="4142243" y="136290"/>
                  <a:pt x="4142243" y="153723"/>
                </a:cubicBezTo>
                <a:cubicBezTo>
                  <a:pt x="4142243" y="172692"/>
                  <a:pt x="4155047" y="181402"/>
                  <a:pt x="4173629" y="181402"/>
                </a:cubicBezTo>
                <a:cubicBezTo>
                  <a:pt x="4187437" y="181402"/>
                  <a:pt x="4194468" y="178075"/>
                  <a:pt x="4207778" y="166542"/>
                </a:cubicBezTo>
                <a:lnTo>
                  <a:pt x="4208782" y="166542"/>
                </a:lnTo>
                <a:close/>
                <a:moveTo>
                  <a:pt x="4275569" y="69058"/>
                </a:moveTo>
                <a:cubicBezTo>
                  <a:pt x="4270446" y="69058"/>
                  <a:pt x="4265125" y="68956"/>
                  <a:pt x="4262010" y="68546"/>
                </a:cubicBezTo>
                <a:cubicBezTo>
                  <a:pt x="4260305" y="72749"/>
                  <a:pt x="4258949" y="75208"/>
                  <a:pt x="4256489" y="79051"/>
                </a:cubicBezTo>
                <a:lnTo>
                  <a:pt x="4257742" y="80845"/>
                </a:lnTo>
                <a:cubicBezTo>
                  <a:pt x="4262063" y="80536"/>
                  <a:pt x="4269845" y="80384"/>
                  <a:pt x="4275569" y="80333"/>
                </a:cubicBezTo>
                <a:lnTo>
                  <a:pt x="4275569" y="115386"/>
                </a:lnTo>
                <a:cubicBezTo>
                  <a:pt x="4275569" y="130739"/>
                  <a:pt x="4274818" y="149164"/>
                  <a:pt x="4274818" y="156839"/>
                </a:cubicBezTo>
                <a:cubicBezTo>
                  <a:pt x="4274818" y="173478"/>
                  <a:pt x="4285362" y="181402"/>
                  <a:pt x="4296913" y="181402"/>
                </a:cubicBezTo>
                <a:cubicBezTo>
                  <a:pt x="4307461" y="181402"/>
                  <a:pt x="4315495" y="178845"/>
                  <a:pt x="4326039" y="171945"/>
                </a:cubicBezTo>
                <a:lnTo>
                  <a:pt x="4322978" y="165639"/>
                </a:lnTo>
                <a:cubicBezTo>
                  <a:pt x="4315242" y="168356"/>
                  <a:pt x="4309469" y="168614"/>
                  <a:pt x="4303189" y="167590"/>
                </a:cubicBezTo>
                <a:cubicBezTo>
                  <a:pt x="4297216" y="166616"/>
                  <a:pt x="4294906" y="160471"/>
                  <a:pt x="4294906" y="146603"/>
                </a:cubicBezTo>
                <a:cubicBezTo>
                  <a:pt x="4294906" y="138929"/>
                  <a:pt x="4295657" y="127924"/>
                  <a:pt x="4295657" y="112575"/>
                </a:cubicBezTo>
                <a:lnTo>
                  <a:pt x="4295657" y="80333"/>
                </a:lnTo>
                <a:lnTo>
                  <a:pt x="4305201" y="80333"/>
                </a:lnTo>
                <a:cubicBezTo>
                  <a:pt x="4311227" y="80333"/>
                  <a:pt x="4319963" y="80536"/>
                  <a:pt x="4323277" y="80845"/>
                </a:cubicBezTo>
                <a:cubicBezTo>
                  <a:pt x="4324032" y="76748"/>
                  <a:pt x="4324786" y="74132"/>
                  <a:pt x="4326292" y="70340"/>
                </a:cubicBezTo>
                <a:lnTo>
                  <a:pt x="4325035" y="68546"/>
                </a:lnTo>
                <a:cubicBezTo>
                  <a:pt x="4320514" y="68753"/>
                  <a:pt x="4313235" y="69058"/>
                  <a:pt x="4307461" y="69058"/>
                </a:cubicBezTo>
                <a:lnTo>
                  <a:pt x="4295657" y="69058"/>
                </a:lnTo>
                <a:cubicBezTo>
                  <a:pt x="4295657" y="49893"/>
                  <a:pt x="4295810" y="46512"/>
                  <a:pt x="4296913" y="31652"/>
                </a:cubicBezTo>
                <a:cubicBezTo>
                  <a:pt x="4296913" y="29806"/>
                  <a:pt x="4296212" y="29091"/>
                  <a:pt x="4294653" y="29091"/>
                </a:cubicBezTo>
                <a:cubicBezTo>
                  <a:pt x="4288377" y="31652"/>
                  <a:pt x="4285262" y="34369"/>
                  <a:pt x="4277079" y="35495"/>
                </a:cubicBezTo>
                <a:lnTo>
                  <a:pt x="4276577" y="36265"/>
                </a:lnTo>
                <a:cubicBezTo>
                  <a:pt x="4276075" y="45182"/>
                  <a:pt x="4275569" y="54198"/>
                  <a:pt x="4275569" y="69058"/>
                </a:cubicBezTo>
                <a:close/>
                <a:moveTo>
                  <a:pt x="4368476" y="108853"/>
                </a:moveTo>
                <a:cubicBezTo>
                  <a:pt x="4372744" y="82194"/>
                  <a:pt x="4389215" y="76556"/>
                  <a:pt x="4397100" y="76556"/>
                </a:cubicBezTo>
                <a:cubicBezTo>
                  <a:pt x="4407042" y="76556"/>
                  <a:pt x="4418191" y="86041"/>
                  <a:pt x="4418191" y="105264"/>
                </a:cubicBezTo>
                <a:cubicBezTo>
                  <a:pt x="4418191" y="107571"/>
                  <a:pt x="4417188" y="108853"/>
                  <a:pt x="4414674" y="108853"/>
                </a:cubicBezTo>
                <a:lnTo>
                  <a:pt x="4368476" y="108853"/>
                </a:lnTo>
                <a:moveTo>
                  <a:pt x="4435517" y="152182"/>
                </a:moveTo>
                <a:cubicBezTo>
                  <a:pt x="4426728" y="161929"/>
                  <a:pt x="4414927" y="166288"/>
                  <a:pt x="4401115" y="166288"/>
                </a:cubicBezTo>
                <a:cubicBezTo>
                  <a:pt x="4392529" y="166288"/>
                  <a:pt x="4380679" y="162953"/>
                  <a:pt x="4373748" y="151670"/>
                </a:cubicBezTo>
                <a:cubicBezTo>
                  <a:pt x="4369326" y="144488"/>
                  <a:pt x="4367721" y="134026"/>
                  <a:pt x="4367721" y="119100"/>
                </a:cubicBezTo>
                <a:lnTo>
                  <a:pt x="4436019" y="119100"/>
                </a:lnTo>
                <a:cubicBezTo>
                  <a:pt x="4438781" y="119100"/>
                  <a:pt x="4440536" y="117563"/>
                  <a:pt x="4440536" y="114745"/>
                </a:cubicBezTo>
                <a:cubicBezTo>
                  <a:pt x="4440536" y="93219"/>
                  <a:pt x="4430241" y="66306"/>
                  <a:pt x="4397100" y="66306"/>
                </a:cubicBezTo>
                <a:cubicBezTo>
                  <a:pt x="4371234" y="66306"/>
                  <a:pt x="4345626" y="87577"/>
                  <a:pt x="4345626" y="125257"/>
                </a:cubicBezTo>
                <a:cubicBezTo>
                  <a:pt x="4345626" y="139820"/>
                  <a:pt x="4348538" y="154184"/>
                  <a:pt x="4356924" y="164493"/>
                </a:cubicBezTo>
                <a:cubicBezTo>
                  <a:pt x="4365560" y="175100"/>
                  <a:pt x="4379924" y="181402"/>
                  <a:pt x="4396847" y="181402"/>
                </a:cubicBezTo>
                <a:cubicBezTo>
                  <a:pt x="4414927" y="181402"/>
                  <a:pt x="4430996" y="171925"/>
                  <a:pt x="4440536" y="158594"/>
                </a:cubicBezTo>
                <a:lnTo>
                  <a:pt x="4435517" y="152182"/>
                </a:lnTo>
                <a:close/>
                <a:moveTo>
                  <a:pt x="4530677" y="69058"/>
                </a:moveTo>
                <a:cubicBezTo>
                  <a:pt x="4525555" y="69058"/>
                  <a:pt x="4520233" y="68956"/>
                  <a:pt x="4517118" y="68546"/>
                </a:cubicBezTo>
                <a:cubicBezTo>
                  <a:pt x="4515413" y="72749"/>
                  <a:pt x="4514057" y="75208"/>
                  <a:pt x="4511597" y="79051"/>
                </a:cubicBezTo>
                <a:lnTo>
                  <a:pt x="4512850" y="80845"/>
                </a:lnTo>
                <a:cubicBezTo>
                  <a:pt x="4517172" y="80536"/>
                  <a:pt x="4524953" y="80384"/>
                  <a:pt x="4530677" y="80333"/>
                </a:cubicBezTo>
                <a:lnTo>
                  <a:pt x="4530677" y="115386"/>
                </a:lnTo>
                <a:cubicBezTo>
                  <a:pt x="4530677" y="130739"/>
                  <a:pt x="4529926" y="149164"/>
                  <a:pt x="4529926" y="156839"/>
                </a:cubicBezTo>
                <a:cubicBezTo>
                  <a:pt x="4529926" y="173478"/>
                  <a:pt x="4540470" y="181402"/>
                  <a:pt x="4552022" y="181402"/>
                </a:cubicBezTo>
                <a:cubicBezTo>
                  <a:pt x="4562569" y="181402"/>
                  <a:pt x="4570604" y="178845"/>
                  <a:pt x="4581147" y="171945"/>
                </a:cubicBezTo>
                <a:lnTo>
                  <a:pt x="4578086" y="165639"/>
                </a:lnTo>
                <a:cubicBezTo>
                  <a:pt x="4570351" y="168356"/>
                  <a:pt x="4564577" y="168614"/>
                  <a:pt x="4558297" y="167590"/>
                </a:cubicBezTo>
                <a:cubicBezTo>
                  <a:pt x="4552324" y="166616"/>
                  <a:pt x="4550014" y="160471"/>
                  <a:pt x="4550014" y="146603"/>
                </a:cubicBezTo>
                <a:cubicBezTo>
                  <a:pt x="4550014" y="138929"/>
                  <a:pt x="4550765" y="127924"/>
                  <a:pt x="4550765" y="112575"/>
                </a:cubicBezTo>
                <a:lnTo>
                  <a:pt x="4550765" y="80333"/>
                </a:lnTo>
                <a:lnTo>
                  <a:pt x="4560309" y="80333"/>
                </a:lnTo>
                <a:cubicBezTo>
                  <a:pt x="4566335" y="80333"/>
                  <a:pt x="4575071" y="80536"/>
                  <a:pt x="4578385" y="80845"/>
                </a:cubicBezTo>
                <a:cubicBezTo>
                  <a:pt x="4579140" y="76748"/>
                  <a:pt x="4579895" y="74132"/>
                  <a:pt x="4581400" y="70340"/>
                </a:cubicBezTo>
                <a:lnTo>
                  <a:pt x="4580144" y="68546"/>
                </a:lnTo>
                <a:cubicBezTo>
                  <a:pt x="4575623" y="68753"/>
                  <a:pt x="4568343" y="69058"/>
                  <a:pt x="4562569" y="69058"/>
                </a:cubicBezTo>
                <a:lnTo>
                  <a:pt x="4550765" y="69058"/>
                </a:lnTo>
                <a:cubicBezTo>
                  <a:pt x="4550765" y="49893"/>
                  <a:pt x="4550918" y="46512"/>
                  <a:pt x="4552022" y="31652"/>
                </a:cubicBezTo>
                <a:cubicBezTo>
                  <a:pt x="4552022" y="29806"/>
                  <a:pt x="4551320" y="29091"/>
                  <a:pt x="4549761" y="29091"/>
                </a:cubicBezTo>
                <a:cubicBezTo>
                  <a:pt x="4543485" y="31652"/>
                  <a:pt x="4540370" y="34369"/>
                  <a:pt x="4532187" y="35495"/>
                </a:cubicBezTo>
                <a:lnTo>
                  <a:pt x="4531685" y="36265"/>
                </a:lnTo>
                <a:cubicBezTo>
                  <a:pt x="4531183" y="45182"/>
                  <a:pt x="4530677" y="54198"/>
                  <a:pt x="4530677" y="69058"/>
                </a:cubicBezTo>
                <a:close/>
                <a:moveTo>
                  <a:pt x="4634883" y="88606"/>
                </a:moveTo>
                <a:lnTo>
                  <a:pt x="4634883" y="50437"/>
                </a:lnTo>
                <a:cubicBezTo>
                  <a:pt x="4634883" y="31491"/>
                  <a:pt x="4635937" y="18281"/>
                  <a:pt x="4637140" y="2561"/>
                </a:cubicBezTo>
                <a:cubicBezTo>
                  <a:pt x="4637140" y="770"/>
                  <a:pt x="4636438" y="0"/>
                  <a:pt x="4634883" y="0"/>
                </a:cubicBezTo>
                <a:cubicBezTo>
                  <a:pt x="4628603" y="2561"/>
                  <a:pt x="4623232" y="4355"/>
                  <a:pt x="4613037" y="5121"/>
                </a:cubicBezTo>
                <a:lnTo>
                  <a:pt x="4612535" y="5892"/>
                </a:lnTo>
                <a:cubicBezTo>
                  <a:pt x="4614493" y="16846"/>
                  <a:pt x="4614795" y="36101"/>
                  <a:pt x="4614795" y="55554"/>
                </a:cubicBezTo>
                <a:lnTo>
                  <a:pt x="4614795" y="132717"/>
                </a:lnTo>
                <a:cubicBezTo>
                  <a:pt x="4614795" y="151799"/>
                  <a:pt x="4614493" y="164521"/>
                  <a:pt x="4612535" y="178884"/>
                </a:cubicBezTo>
                <a:lnTo>
                  <a:pt x="4613037" y="179651"/>
                </a:lnTo>
                <a:cubicBezTo>
                  <a:pt x="4616048" y="179139"/>
                  <a:pt x="4621826" y="178884"/>
                  <a:pt x="4624837" y="178884"/>
                </a:cubicBezTo>
                <a:cubicBezTo>
                  <a:pt x="4627852" y="178884"/>
                  <a:pt x="4633626" y="179139"/>
                  <a:pt x="4636638" y="179651"/>
                </a:cubicBezTo>
                <a:lnTo>
                  <a:pt x="4637140" y="178884"/>
                </a:lnTo>
                <a:cubicBezTo>
                  <a:pt x="4635285" y="164212"/>
                  <a:pt x="4634883" y="152210"/>
                  <a:pt x="4634883" y="132717"/>
                </a:cubicBezTo>
                <a:lnTo>
                  <a:pt x="4634883" y="102711"/>
                </a:lnTo>
                <a:cubicBezTo>
                  <a:pt x="4647687" y="87323"/>
                  <a:pt x="4662400" y="81682"/>
                  <a:pt x="4671288" y="81682"/>
                </a:cubicBezTo>
                <a:cubicBezTo>
                  <a:pt x="4684096" y="81682"/>
                  <a:pt x="4689368" y="86811"/>
                  <a:pt x="4689368" y="107582"/>
                </a:cubicBezTo>
                <a:lnTo>
                  <a:pt x="4689368" y="132717"/>
                </a:lnTo>
                <a:cubicBezTo>
                  <a:pt x="4689368" y="151956"/>
                  <a:pt x="4689116" y="165084"/>
                  <a:pt x="4687108" y="178884"/>
                </a:cubicBezTo>
                <a:lnTo>
                  <a:pt x="4687610" y="179651"/>
                </a:lnTo>
                <a:cubicBezTo>
                  <a:pt x="4690625" y="179139"/>
                  <a:pt x="4696399" y="178884"/>
                  <a:pt x="4699410" y="178884"/>
                </a:cubicBezTo>
                <a:cubicBezTo>
                  <a:pt x="4702426" y="178884"/>
                  <a:pt x="4708199" y="179139"/>
                  <a:pt x="4711215" y="179651"/>
                </a:cubicBezTo>
                <a:lnTo>
                  <a:pt x="4711717" y="178884"/>
                </a:lnTo>
                <a:cubicBezTo>
                  <a:pt x="4709705" y="164212"/>
                  <a:pt x="4709456" y="152210"/>
                  <a:pt x="4709456" y="132717"/>
                </a:cubicBezTo>
                <a:cubicBezTo>
                  <a:pt x="4709456" y="124511"/>
                  <a:pt x="4709958" y="115022"/>
                  <a:pt x="4709958" y="106816"/>
                </a:cubicBezTo>
                <a:cubicBezTo>
                  <a:pt x="4709958" y="80141"/>
                  <a:pt x="4701422" y="66306"/>
                  <a:pt x="4678821" y="66306"/>
                </a:cubicBezTo>
                <a:cubicBezTo>
                  <a:pt x="4669281" y="66306"/>
                  <a:pt x="4651453" y="70153"/>
                  <a:pt x="4635385" y="89376"/>
                </a:cubicBezTo>
                <a:lnTo>
                  <a:pt x="4634883" y="88606"/>
                </a:lnTo>
                <a:close/>
                <a:moveTo>
                  <a:pt x="4761433" y="108853"/>
                </a:moveTo>
                <a:cubicBezTo>
                  <a:pt x="4765701" y="82194"/>
                  <a:pt x="4782172" y="76556"/>
                  <a:pt x="4790057" y="76556"/>
                </a:cubicBezTo>
                <a:cubicBezTo>
                  <a:pt x="4799999" y="76556"/>
                  <a:pt x="4811148" y="86041"/>
                  <a:pt x="4811148" y="105264"/>
                </a:cubicBezTo>
                <a:cubicBezTo>
                  <a:pt x="4811148" y="107571"/>
                  <a:pt x="4810145" y="108853"/>
                  <a:pt x="4807631" y="108853"/>
                </a:cubicBezTo>
                <a:lnTo>
                  <a:pt x="4761433" y="108853"/>
                </a:lnTo>
                <a:moveTo>
                  <a:pt x="4828474" y="152182"/>
                </a:moveTo>
                <a:cubicBezTo>
                  <a:pt x="4819685" y="161929"/>
                  <a:pt x="4807884" y="166288"/>
                  <a:pt x="4794072" y="166288"/>
                </a:cubicBezTo>
                <a:cubicBezTo>
                  <a:pt x="4785486" y="166288"/>
                  <a:pt x="4773636" y="162953"/>
                  <a:pt x="4766705" y="151670"/>
                </a:cubicBezTo>
                <a:cubicBezTo>
                  <a:pt x="4762284" y="144488"/>
                  <a:pt x="4760678" y="134026"/>
                  <a:pt x="4760678" y="119100"/>
                </a:cubicBezTo>
                <a:lnTo>
                  <a:pt x="4828976" y="119100"/>
                </a:lnTo>
                <a:cubicBezTo>
                  <a:pt x="4831738" y="119100"/>
                  <a:pt x="4833493" y="117563"/>
                  <a:pt x="4833493" y="114745"/>
                </a:cubicBezTo>
                <a:cubicBezTo>
                  <a:pt x="4833493" y="93219"/>
                  <a:pt x="4823198" y="66306"/>
                  <a:pt x="4790057" y="66306"/>
                </a:cubicBezTo>
                <a:cubicBezTo>
                  <a:pt x="4764192" y="66306"/>
                  <a:pt x="4738583" y="87577"/>
                  <a:pt x="4738583" y="125257"/>
                </a:cubicBezTo>
                <a:cubicBezTo>
                  <a:pt x="4738583" y="139820"/>
                  <a:pt x="4741495" y="154184"/>
                  <a:pt x="4749882" y="164493"/>
                </a:cubicBezTo>
                <a:cubicBezTo>
                  <a:pt x="4758517" y="175100"/>
                  <a:pt x="4772881" y="181402"/>
                  <a:pt x="4789804" y="181402"/>
                </a:cubicBezTo>
                <a:cubicBezTo>
                  <a:pt x="4807884" y="181402"/>
                  <a:pt x="4823953" y="171925"/>
                  <a:pt x="4833493" y="158594"/>
                </a:cubicBezTo>
                <a:lnTo>
                  <a:pt x="4828474" y="152182"/>
                </a:lnTo>
                <a:close/>
                <a:moveTo>
                  <a:pt x="4923885" y="69058"/>
                </a:moveTo>
                <a:cubicBezTo>
                  <a:pt x="4918763" y="69058"/>
                  <a:pt x="4913441" y="68956"/>
                  <a:pt x="4910326" y="68546"/>
                </a:cubicBezTo>
                <a:cubicBezTo>
                  <a:pt x="4908621" y="72749"/>
                  <a:pt x="4907265" y="75208"/>
                  <a:pt x="4904805" y="79051"/>
                </a:cubicBezTo>
                <a:lnTo>
                  <a:pt x="4906058" y="80845"/>
                </a:lnTo>
                <a:cubicBezTo>
                  <a:pt x="4910380" y="80536"/>
                  <a:pt x="4918161" y="80384"/>
                  <a:pt x="4923885" y="80333"/>
                </a:cubicBezTo>
                <a:lnTo>
                  <a:pt x="4923885" y="115386"/>
                </a:lnTo>
                <a:cubicBezTo>
                  <a:pt x="4923885" y="130739"/>
                  <a:pt x="4923134" y="149164"/>
                  <a:pt x="4923134" y="156839"/>
                </a:cubicBezTo>
                <a:cubicBezTo>
                  <a:pt x="4923134" y="173478"/>
                  <a:pt x="4933678" y="181402"/>
                  <a:pt x="4945230" y="181402"/>
                </a:cubicBezTo>
                <a:cubicBezTo>
                  <a:pt x="4955777" y="181402"/>
                  <a:pt x="4963812" y="178845"/>
                  <a:pt x="4974355" y="171945"/>
                </a:cubicBezTo>
                <a:lnTo>
                  <a:pt x="4971294" y="165639"/>
                </a:lnTo>
                <a:cubicBezTo>
                  <a:pt x="4963559" y="168356"/>
                  <a:pt x="4957785" y="168614"/>
                  <a:pt x="4951505" y="167590"/>
                </a:cubicBezTo>
                <a:cubicBezTo>
                  <a:pt x="4945532" y="166616"/>
                  <a:pt x="4943222" y="160471"/>
                  <a:pt x="4943222" y="146603"/>
                </a:cubicBezTo>
                <a:cubicBezTo>
                  <a:pt x="4943222" y="138929"/>
                  <a:pt x="4943973" y="127924"/>
                  <a:pt x="4943973" y="112575"/>
                </a:cubicBezTo>
                <a:lnTo>
                  <a:pt x="4943973" y="80333"/>
                </a:lnTo>
                <a:lnTo>
                  <a:pt x="4953517" y="80333"/>
                </a:lnTo>
                <a:cubicBezTo>
                  <a:pt x="4959543" y="80333"/>
                  <a:pt x="4968279" y="80536"/>
                  <a:pt x="4971593" y="80845"/>
                </a:cubicBezTo>
                <a:cubicBezTo>
                  <a:pt x="4972348" y="76748"/>
                  <a:pt x="4973103" y="74132"/>
                  <a:pt x="4974608" y="70340"/>
                </a:cubicBezTo>
                <a:lnTo>
                  <a:pt x="4973352" y="68546"/>
                </a:lnTo>
                <a:cubicBezTo>
                  <a:pt x="4968831" y="68753"/>
                  <a:pt x="4961551" y="69058"/>
                  <a:pt x="4955777" y="69058"/>
                </a:cubicBezTo>
                <a:lnTo>
                  <a:pt x="4943973" y="69058"/>
                </a:lnTo>
                <a:cubicBezTo>
                  <a:pt x="4943973" y="49893"/>
                  <a:pt x="4944126" y="46512"/>
                  <a:pt x="4945230" y="31652"/>
                </a:cubicBezTo>
                <a:cubicBezTo>
                  <a:pt x="4945230" y="29806"/>
                  <a:pt x="4944528" y="29091"/>
                  <a:pt x="4942969" y="29091"/>
                </a:cubicBezTo>
                <a:cubicBezTo>
                  <a:pt x="4936693" y="31652"/>
                  <a:pt x="4933578" y="34369"/>
                  <a:pt x="4925395" y="35495"/>
                </a:cubicBezTo>
                <a:lnTo>
                  <a:pt x="4924893" y="36265"/>
                </a:lnTo>
                <a:cubicBezTo>
                  <a:pt x="4924391" y="45182"/>
                  <a:pt x="4923885" y="54198"/>
                  <a:pt x="4923885" y="69058"/>
                </a:cubicBezTo>
                <a:close/>
                <a:moveTo>
                  <a:pt x="5063243" y="121164"/>
                </a:moveTo>
                <a:lnTo>
                  <a:pt x="5062240" y="151674"/>
                </a:lnTo>
                <a:cubicBezTo>
                  <a:pt x="5062240" y="155005"/>
                  <a:pt x="5060730" y="156799"/>
                  <a:pt x="5058723" y="158340"/>
                </a:cubicBezTo>
                <a:cubicBezTo>
                  <a:pt x="5051692" y="163723"/>
                  <a:pt x="5043156" y="168336"/>
                  <a:pt x="5035623" y="168336"/>
                </a:cubicBezTo>
                <a:cubicBezTo>
                  <a:pt x="5024325" y="168336"/>
                  <a:pt x="5017041" y="160646"/>
                  <a:pt x="5017041" y="152698"/>
                </a:cubicBezTo>
                <a:cubicBezTo>
                  <a:pt x="5017041" y="141161"/>
                  <a:pt x="5022313" y="132443"/>
                  <a:pt x="5041899" y="127060"/>
                </a:cubicBezTo>
                <a:lnTo>
                  <a:pt x="5063243" y="121164"/>
                </a:lnTo>
                <a:moveTo>
                  <a:pt x="5063243" y="166542"/>
                </a:moveTo>
                <a:cubicBezTo>
                  <a:pt x="5066155" y="176535"/>
                  <a:pt x="5073638" y="181402"/>
                  <a:pt x="5082829" y="181402"/>
                </a:cubicBezTo>
                <a:cubicBezTo>
                  <a:pt x="5089155" y="181402"/>
                  <a:pt x="5096890" y="179866"/>
                  <a:pt x="5102814" y="173462"/>
                </a:cubicBezTo>
                <a:lnTo>
                  <a:pt x="5100955" y="167105"/>
                </a:lnTo>
                <a:cubicBezTo>
                  <a:pt x="5098193" y="168082"/>
                  <a:pt x="5096086" y="168438"/>
                  <a:pt x="5094178" y="168438"/>
                </a:cubicBezTo>
                <a:cubicBezTo>
                  <a:pt x="5091664" y="168438"/>
                  <a:pt x="5088350" y="167977"/>
                  <a:pt x="5086795" y="166542"/>
                </a:cubicBezTo>
                <a:cubicBezTo>
                  <a:pt x="5084235" y="164185"/>
                  <a:pt x="5082626" y="157929"/>
                  <a:pt x="5082626" y="146545"/>
                </a:cubicBezTo>
                <a:cubicBezTo>
                  <a:pt x="5082626" y="139109"/>
                  <a:pt x="5083331" y="110655"/>
                  <a:pt x="5083331" y="107833"/>
                </a:cubicBezTo>
                <a:cubicBezTo>
                  <a:pt x="5083331" y="73225"/>
                  <a:pt x="5060983" y="66306"/>
                  <a:pt x="5041899" y="66306"/>
                </a:cubicBezTo>
                <a:cubicBezTo>
                  <a:pt x="5022815" y="66306"/>
                  <a:pt x="5011268" y="75786"/>
                  <a:pt x="5004988" y="81170"/>
                </a:cubicBezTo>
                <a:lnTo>
                  <a:pt x="5004237" y="82198"/>
                </a:lnTo>
                <a:lnTo>
                  <a:pt x="5008505" y="99372"/>
                </a:lnTo>
                <a:lnTo>
                  <a:pt x="5011769" y="99630"/>
                </a:lnTo>
                <a:cubicBezTo>
                  <a:pt x="5018800" y="88093"/>
                  <a:pt x="5027336" y="77839"/>
                  <a:pt x="5039390" y="77839"/>
                </a:cubicBezTo>
                <a:cubicBezTo>
                  <a:pt x="5048428" y="77839"/>
                  <a:pt x="5063493" y="79121"/>
                  <a:pt x="5063493" y="108091"/>
                </a:cubicBezTo>
                <a:cubicBezTo>
                  <a:pt x="5063493" y="109885"/>
                  <a:pt x="5062489" y="110909"/>
                  <a:pt x="5061734" y="111167"/>
                </a:cubicBezTo>
                <a:lnTo>
                  <a:pt x="5038386" y="116551"/>
                </a:lnTo>
                <a:cubicBezTo>
                  <a:pt x="5012773" y="122446"/>
                  <a:pt x="4996705" y="136290"/>
                  <a:pt x="4996705" y="153723"/>
                </a:cubicBezTo>
                <a:cubicBezTo>
                  <a:pt x="4996705" y="172692"/>
                  <a:pt x="5009509" y="181402"/>
                  <a:pt x="5028091" y="181402"/>
                </a:cubicBezTo>
                <a:cubicBezTo>
                  <a:pt x="5041899" y="181402"/>
                  <a:pt x="5048930" y="178075"/>
                  <a:pt x="5062240" y="166542"/>
                </a:cubicBezTo>
                <a:lnTo>
                  <a:pt x="5063243" y="166542"/>
                </a:lnTo>
                <a:close/>
                <a:moveTo>
                  <a:pt x="5148111" y="93219"/>
                </a:moveTo>
                <a:lnTo>
                  <a:pt x="5148111" y="69895"/>
                </a:lnTo>
                <a:cubicBezTo>
                  <a:pt x="5148111" y="67897"/>
                  <a:pt x="5147808" y="67334"/>
                  <a:pt x="5146605" y="67334"/>
                </a:cubicBezTo>
                <a:cubicBezTo>
                  <a:pt x="5140981" y="68460"/>
                  <a:pt x="5131992" y="68663"/>
                  <a:pt x="5126264" y="68100"/>
                </a:cubicBezTo>
                <a:lnTo>
                  <a:pt x="5125763" y="68870"/>
                </a:lnTo>
                <a:cubicBezTo>
                  <a:pt x="5127521" y="79938"/>
                  <a:pt x="5128023" y="99376"/>
                  <a:pt x="5128023" y="118611"/>
                </a:cubicBezTo>
                <a:lnTo>
                  <a:pt x="5128023" y="132717"/>
                </a:lnTo>
                <a:cubicBezTo>
                  <a:pt x="5128023" y="151952"/>
                  <a:pt x="5127724" y="165084"/>
                  <a:pt x="5125763" y="178884"/>
                </a:cubicBezTo>
                <a:lnTo>
                  <a:pt x="5126264" y="179651"/>
                </a:lnTo>
                <a:cubicBezTo>
                  <a:pt x="5129280" y="179139"/>
                  <a:pt x="5135053" y="178884"/>
                  <a:pt x="5138069" y="178884"/>
                </a:cubicBezTo>
                <a:cubicBezTo>
                  <a:pt x="5141080" y="178884"/>
                  <a:pt x="5146854" y="179139"/>
                  <a:pt x="5149869" y="179651"/>
                </a:cubicBezTo>
                <a:lnTo>
                  <a:pt x="5150371" y="178884"/>
                </a:lnTo>
                <a:cubicBezTo>
                  <a:pt x="5148513" y="164263"/>
                  <a:pt x="5148111" y="152210"/>
                  <a:pt x="5148111" y="132717"/>
                </a:cubicBezTo>
                <a:lnTo>
                  <a:pt x="5148111" y="119381"/>
                </a:lnTo>
                <a:cubicBezTo>
                  <a:pt x="5148111" y="108607"/>
                  <a:pt x="5151275" y="102453"/>
                  <a:pt x="5156647" y="93989"/>
                </a:cubicBezTo>
                <a:cubicBezTo>
                  <a:pt x="5160314" y="88297"/>
                  <a:pt x="5165938" y="85013"/>
                  <a:pt x="5170708" y="85013"/>
                </a:cubicBezTo>
                <a:cubicBezTo>
                  <a:pt x="5175731" y="85013"/>
                  <a:pt x="5180501" y="85525"/>
                  <a:pt x="5183765" y="88602"/>
                </a:cubicBezTo>
                <a:lnTo>
                  <a:pt x="5185773" y="88090"/>
                </a:lnTo>
                <a:lnTo>
                  <a:pt x="5190796" y="69124"/>
                </a:lnTo>
                <a:lnTo>
                  <a:pt x="5189792" y="68100"/>
                </a:lnTo>
                <a:cubicBezTo>
                  <a:pt x="5185524" y="66822"/>
                  <a:pt x="5185271" y="66306"/>
                  <a:pt x="5180754" y="66306"/>
                </a:cubicBezTo>
                <a:cubicBezTo>
                  <a:pt x="5167195" y="66306"/>
                  <a:pt x="5159911" y="74250"/>
                  <a:pt x="5148865" y="93731"/>
                </a:cubicBezTo>
                <a:lnTo>
                  <a:pt x="5148111" y="93219"/>
                </a:lnTo>
                <a:close/>
                <a:moveTo>
                  <a:pt x="5220677" y="205543"/>
                </a:moveTo>
                <a:cubicBezTo>
                  <a:pt x="5220677" y="197056"/>
                  <a:pt x="5228210" y="187540"/>
                  <a:pt x="5236995" y="182653"/>
                </a:cubicBezTo>
                <a:cubicBezTo>
                  <a:pt x="5244428" y="182677"/>
                  <a:pt x="5255880" y="181903"/>
                  <a:pt x="5259343" y="181903"/>
                </a:cubicBezTo>
                <a:cubicBezTo>
                  <a:pt x="5271397" y="181903"/>
                  <a:pt x="5279078" y="182161"/>
                  <a:pt x="5285959" y="186273"/>
                </a:cubicBezTo>
                <a:cubicBezTo>
                  <a:pt x="5293243" y="190644"/>
                  <a:pt x="5295752" y="198100"/>
                  <a:pt x="5295752" y="204781"/>
                </a:cubicBezTo>
                <a:cubicBezTo>
                  <a:pt x="5295752" y="220462"/>
                  <a:pt x="5275163" y="228684"/>
                  <a:pt x="5253569" y="228684"/>
                </a:cubicBezTo>
                <a:cubicBezTo>
                  <a:pt x="5237248" y="228684"/>
                  <a:pt x="5220677" y="223031"/>
                  <a:pt x="5220677" y="205551"/>
                </a:cubicBezTo>
                <a:lnTo>
                  <a:pt x="5220677" y="205543"/>
                </a:lnTo>
                <a:moveTo>
                  <a:pt x="5293243" y="105729"/>
                </a:moveTo>
                <a:cubicBezTo>
                  <a:pt x="5293243" y="88070"/>
                  <a:pt x="5286461" y="79883"/>
                  <a:pt x="5280588" y="75943"/>
                </a:cubicBezTo>
                <a:cubicBezTo>
                  <a:pt x="5288120" y="76556"/>
                  <a:pt x="5296454" y="77526"/>
                  <a:pt x="5306802" y="78601"/>
                </a:cubicBezTo>
                <a:lnTo>
                  <a:pt x="5307553" y="77835"/>
                </a:lnTo>
                <a:cubicBezTo>
                  <a:pt x="5307051" y="75532"/>
                  <a:pt x="5306802" y="73484"/>
                  <a:pt x="5306802" y="71177"/>
                </a:cubicBezTo>
                <a:cubicBezTo>
                  <a:pt x="5306802" y="68870"/>
                  <a:pt x="5307051" y="66822"/>
                  <a:pt x="5307553" y="64515"/>
                </a:cubicBezTo>
                <a:lnTo>
                  <a:pt x="5306802" y="63745"/>
                </a:lnTo>
                <a:cubicBezTo>
                  <a:pt x="5294798" y="64769"/>
                  <a:pt x="5285910" y="67486"/>
                  <a:pt x="5267178" y="68511"/>
                </a:cubicBezTo>
                <a:cubicBezTo>
                  <a:pt x="5262707" y="67076"/>
                  <a:pt x="5257186" y="66306"/>
                  <a:pt x="5251811" y="66306"/>
                </a:cubicBezTo>
                <a:cubicBezTo>
                  <a:pt x="5231976" y="66306"/>
                  <a:pt x="5209126" y="79883"/>
                  <a:pt x="5209126" y="105217"/>
                </a:cubicBezTo>
                <a:cubicBezTo>
                  <a:pt x="5209126" y="124413"/>
                  <a:pt x="5219923" y="133112"/>
                  <a:pt x="5226953" y="137213"/>
                </a:cubicBezTo>
                <a:cubicBezTo>
                  <a:pt x="5219673" y="142334"/>
                  <a:pt x="5210884" y="149798"/>
                  <a:pt x="5210884" y="158555"/>
                </a:cubicBezTo>
                <a:cubicBezTo>
                  <a:pt x="5210884" y="169095"/>
                  <a:pt x="5216911" y="178318"/>
                  <a:pt x="5230417" y="180675"/>
                </a:cubicBezTo>
                <a:cubicBezTo>
                  <a:pt x="5223440" y="183654"/>
                  <a:pt x="5215605" y="188588"/>
                  <a:pt x="5209126" y="193729"/>
                </a:cubicBezTo>
                <a:cubicBezTo>
                  <a:pt x="5205961" y="198612"/>
                  <a:pt x="5203352" y="205860"/>
                  <a:pt x="5203352" y="210692"/>
                </a:cubicBezTo>
                <a:cubicBezTo>
                  <a:pt x="5203352" y="230940"/>
                  <a:pt x="5224945" y="239701"/>
                  <a:pt x="5251562" y="239701"/>
                </a:cubicBezTo>
                <a:cubicBezTo>
                  <a:pt x="5290729" y="239701"/>
                  <a:pt x="5314081" y="222980"/>
                  <a:pt x="5314081" y="198870"/>
                </a:cubicBezTo>
                <a:cubicBezTo>
                  <a:pt x="5314081" y="187560"/>
                  <a:pt x="5310568" y="179600"/>
                  <a:pt x="5303538" y="173450"/>
                </a:cubicBezTo>
                <a:cubicBezTo>
                  <a:pt x="5294093" y="165252"/>
                  <a:pt x="5276921" y="164994"/>
                  <a:pt x="5268132" y="164994"/>
                </a:cubicBezTo>
                <a:cubicBezTo>
                  <a:pt x="5263864" y="164994"/>
                  <a:pt x="5253818" y="165506"/>
                  <a:pt x="5248045" y="166276"/>
                </a:cubicBezTo>
                <a:cubicBezTo>
                  <a:pt x="5244531" y="166511"/>
                  <a:pt x="5242018" y="166769"/>
                  <a:pt x="5240765" y="166769"/>
                </a:cubicBezTo>
                <a:cubicBezTo>
                  <a:pt x="5233735" y="166769"/>
                  <a:pt x="5226198" y="165741"/>
                  <a:pt x="5226198" y="154677"/>
                </a:cubicBezTo>
                <a:cubicBezTo>
                  <a:pt x="5226198" y="149532"/>
                  <a:pt x="5227455" y="145161"/>
                  <a:pt x="5232980" y="140286"/>
                </a:cubicBezTo>
                <a:cubicBezTo>
                  <a:pt x="5236244" y="142080"/>
                  <a:pt x="5243976" y="143871"/>
                  <a:pt x="5251562" y="143871"/>
                </a:cubicBezTo>
                <a:cubicBezTo>
                  <a:pt x="5277672" y="143871"/>
                  <a:pt x="5293243" y="125895"/>
                  <a:pt x="5293243" y="105729"/>
                </a:cubicBezTo>
                <a:moveTo>
                  <a:pt x="5273657" y="105983"/>
                </a:moveTo>
                <a:cubicBezTo>
                  <a:pt x="5273657" y="121543"/>
                  <a:pt x="5267377" y="133624"/>
                  <a:pt x="5252313" y="133624"/>
                </a:cubicBezTo>
                <a:cubicBezTo>
                  <a:pt x="5234236" y="133624"/>
                  <a:pt x="5228712" y="121594"/>
                  <a:pt x="5228712" y="103939"/>
                </a:cubicBezTo>
                <a:cubicBezTo>
                  <a:pt x="5228712" y="87050"/>
                  <a:pt x="5236244" y="76044"/>
                  <a:pt x="5250807" y="76044"/>
                </a:cubicBezTo>
                <a:cubicBezTo>
                  <a:pt x="5267128" y="76044"/>
                  <a:pt x="5273657" y="87816"/>
                  <a:pt x="5273657" y="105983"/>
                </a:cubicBezTo>
                <a:close/>
                <a:moveTo>
                  <a:pt x="5351998" y="108853"/>
                </a:moveTo>
                <a:cubicBezTo>
                  <a:pt x="5356266" y="82194"/>
                  <a:pt x="5372737" y="76556"/>
                  <a:pt x="5380622" y="76556"/>
                </a:cubicBezTo>
                <a:cubicBezTo>
                  <a:pt x="5390564" y="76556"/>
                  <a:pt x="5401714" y="86041"/>
                  <a:pt x="5401714" y="105264"/>
                </a:cubicBezTo>
                <a:cubicBezTo>
                  <a:pt x="5401714" y="107571"/>
                  <a:pt x="5400710" y="108853"/>
                  <a:pt x="5398197" y="108853"/>
                </a:cubicBezTo>
                <a:lnTo>
                  <a:pt x="5351998" y="108853"/>
                </a:lnTo>
                <a:moveTo>
                  <a:pt x="5419039" y="152182"/>
                </a:moveTo>
                <a:cubicBezTo>
                  <a:pt x="5410250" y="161929"/>
                  <a:pt x="5398449" y="166288"/>
                  <a:pt x="5384637" y="166288"/>
                </a:cubicBezTo>
                <a:cubicBezTo>
                  <a:pt x="5376051" y="166288"/>
                  <a:pt x="5364201" y="162953"/>
                  <a:pt x="5357270" y="151670"/>
                </a:cubicBezTo>
                <a:cubicBezTo>
                  <a:pt x="5352849" y="144488"/>
                  <a:pt x="5351243" y="134026"/>
                  <a:pt x="5351243" y="119100"/>
                </a:cubicBezTo>
                <a:lnTo>
                  <a:pt x="5419541" y="119100"/>
                </a:lnTo>
                <a:cubicBezTo>
                  <a:pt x="5422303" y="119100"/>
                  <a:pt x="5424058" y="117563"/>
                  <a:pt x="5424058" y="114745"/>
                </a:cubicBezTo>
                <a:cubicBezTo>
                  <a:pt x="5424058" y="93219"/>
                  <a:pt x="5413763" y="66306"/>
                  <a:pt x="5380622" y="66306"/>
                </a:cubicBezTo>
                <a:cubicBezTo>
                  <a:pt x="5354757" y="66306"/>
                  <a:pt x="5329148" y="87577"/>
                  <a:pt x="5329148" y="125257"/>
                </a:cubicBezTo>
                <a:cubicBezTo>
                  <a:pt x="5329148" y="139820"/>
                  <a:pt x="5332060" y="154184"/>
                  <a:pt x="5340447" y="164493"/>
                </a:cubicBezTo>
                <a:cubicBezTo>
                  <a:pt x="5349083" y="175100"/>
                  <a:pt x="5363446" y="181402"/>
                  <a:pt x="5380369" y="181402"/>
                </a:cubicBezTo>
                <a:cubicBezTo>
                  <a:pt x="5398449" y="181402"/>
                  <a:pt x="5414518" y="171925"/>
                  <a:pt x="5424058" y="158594"/>
                </a:cubicBezTo>
                <a:lnTo>
                  <a:pt x="5419039" y="152182"/>
                </a:lnTo>
                <a:close/>
                <a:moveTo>
                  <a:pt x="5458206" y="69058"/>
                </a:moveTo>
                <a:cubicBezTo>
                  <a:pt x="5453084" y="69058"/>
                  <a:pt x="5447762" y="68956"/>
                  <a:pt x="5444647" y="68546"/>
                </a:cubicBezTo>
                <a:cubicBezTo>
                  <a:pt x="5442942" y="72749"/>
                  <a:pt x="5441586" y="75208"/>
                  <a:pt x="5439126" y="79051"/>
                </a:cubicBezTo>
                <a:lnTo>
                  <a:pt x="5440379" y="80845"/>
                </a:lnTo>
                <a:cubicBezTo>
                  <a:pt x="5444701" y="80536"/>
                  <a:pt x="5452482" y="80384"/>
                  <a:pt x="5458206" y="80333"/>
                </a:cubicBezTo>
                <a:lnTo>
                  <a:pt x="5458206" y="115386"/>
                </a:lnTo>
                <a:cubicBezTo>
                  <a:pt x="5458206" y="130739"/>
                  <a:pt x="5457455" y="149164"/>
                  <a:pt x="5457455" y="156839"/>
                </a:cubicBezTo>
                <a:cubicBezTo>
                  <a:pt x="5457455" y="173478"/>
                  <a:pt x="5467999" y="181402"/>
                  <a:pt x="5479551" y="181402"/>
                </a:cubicBezTo>
                <a:cubicBezTo>
                  <a:pt x="5490098" y="181402"/>
                  <a:pt x="5498133" y="178845"/>
                  <a:pt x="5508676" y="171945"/>
                </a:cubicBezTo>
                <a:lnTo>
                  <a:pt x="5505615" y="165639"/>
                </a:lnTo>
                <a:cubicBezTo>
                  <a:pt x="5497880" y="168356"/>
                  <a:pt x="5492106" y="168614"/>
                  <a:pt x="5485826" y="167590"/>
                </a:cubicBezTo>
                <a:cubicBezTo>
                  <a:pt x="5479853" y="166616"/>
                  <a:pt x="5477543" y="160471"/>
                  <a:pt x="5477543" y="146603"/>
                </a:cubicBezTo>
                <a:cubicBezTo>
                  <a:pt x="5477543" y="138929"/>
                  <a:pt x="5478294" y="127924"/>
                  <a:pt x="5478294" y="112575"/>
                </a:cubicBezTo>
                <a:lnTo>
                  <a:pt x="5478294" y="80333"/>
                </a:lnTo>
                <a:lnTo>
                  <a:pt x="5487838" y="80333"/>
                </a:lnTo>
                <a:cubicBezTo>
                  <a:pt x="5493864" y="80333"/>
                  <a:pt x="5502600" y="80536"/>
                  <a:pt x="5505914" y="80845"/>
                </a:cubicBezTo>
                <a:cubicBezTo>
                  <a:pt x="5506669" y="76748"/>
                  <a:pt x="5507424" y="74132"/>
                  <a:pt x="5508929" y="70340"/>
                </a:cubicBezTo>
                <a:lnTo>
                  <a:pt x="5507673" y="68546"/>
                </a:lnTo>
                <a:cubicBezTo>
                  <a:pt x="5503152" y="68753"/>
                  <a:pt x="5495872" y="69058"/>
                  <a:pt x="5490098" y="69058"/>
                </a:cubicBezTo>
                <a:lnTo>
                  <a:pt x="5478294" y="69058"/>
                </a:lnTo>
                <a:cubicBezTo>
                  <a:pt x="5478294" y="49893"/>
                  <a:pt x="5478447" y="46512"/>
                  <a:pt x="5479551" y="31652"/>
                </a:cubicBezTo>
                <a:cubicBezTo>
                  <a:pt x="5479551" y="29806"/>
                  <a:pt x="5478849" y="29091"/>
                  <a:pt x="5477290" y="29091"/>
                </a:cubicBezTo>
                <a:cubicBezTo>
                  <a:pt x="5471014" y="31652"/>
                  <a:pt x="5467899" y="34369"/>
                  <a:pt x="5459716" y="35495"/>
                </a:cubicBezTo>
                <a:lnTo>
                  <a:pt x="5459214" y="36265"/>
                </a:lnTo>
                <a:cubicBezTo>
                  <a:pt x="5458712" y="45182"/>
                  <a:pt x="5458206" y="54198"/>
                  <a:pt x="5458206" y="69058"/>
                </a:cubicBezTo>
                <a:close/>
                <a:moveTo>
                  <a:pt x="5638744" y="76556"/>
                </a:moveTo>
                <a:cubicBezTo>
                  <a:pt x="5648433" y="76556"/>
                  <a:pt x="5657222" y="83836"/>
                  <a:pt x="5663851" y="95525"/>
                </a:cubicBezTo>
                <a:lnTo>
                  <a:pt x="5667115" y="95271"/>
                </a:lnTo>
                <a:lnTo>
                  <a:pt x="5672889" y="74250"/>
                </a:lnTo>
                <a:lnTo>
                  <a:pt x="5672387" y="73484"/>
                </a:lnTo>
                <a:cubicBezTo>
                  <a:pt x="5664605" y="69382"/>
                  <a:pt x="5651548" y="66306"/>
                  <a:pt x="5638993" y="66306"/>
                </a:cubicBezTo>
                <a:cubicBezTo>
                  <a:pt x="5612879" y="66306"/>
                  <a:pt x="5585511" y="88093"/>
                  <a:pt x="5585511" y="122959"/>
                </a:cubicBezTo>
                <a:cubicBezTo>
                  <a:pt x="5585511" y="158594"/>
                  <a:pt x="5605346" y="181402"/>
                  <a:pt x="5635982" y="181402"/>
                </a:cubicBezTo>
                <a:cubicBezTo>
                  <a:pt x="5651046" y="181402"/>
                  <a:pt x="5662847" y="176281"/>
                  <a:pt x="5672889" y="163211"/>
                </a:cubicBezTo>
                <a:lnTo>
                  <a:pt x="5668119" y="157824"/>
                </a:lnTo>
                <a:lnTo>
                  <a:pt x="5667115" y="157824"/>
                </a:lnTo>
                <a:cubicBezTo>
                  <a:pt x="5657575" y="166542"/>
                  <a:pt x="5649590" y="168595"/>
                  <a:pt x="5640250" y="168595"/>
                </a:cubicBezTo>
                <a:cubicBezTo>
                  <a:pt x="5621920" y="168595"/>
                  <a:pt x="5607607" y="151674"/>
                  <a:pt x="5607607" y="121676"/>
                </a:cubicBezTo>
                <a:cubicBezTo>
                  <a:pt x="5607607" y="93477"/>
                  <a:pt x="5622170" y="76556"/>
                  <a:pt x="5638744" y="76556"/>
                </a:cubicBezTo>
                <a:close/>
                <a:moveTo>
                  <a:pt x="5706287" y="127627"/>
                </a:moveTo>
                <a:cubicBezTo>
                  <a:pt x="5706287" y="146697"/>
                  <a:pt x="5705934" y="165146"/>
                  <a:pt x="5704026" y="178884"/>
                </a:cubicBezTo>
                <a:lnTo>
                  <a:pt x="5704528" y="179651"/>
                </a:lnTo>
                <a:cubicBezTo>
                  <a:pt x="5707539" y="179139"/>
                  <a:pt x="5713317" y="178884"/>
                  <a:pt x="5716328" y="178884"/>
                </a:cubicBezTo>
                <a:cubicBezTo>
                  <a:pt x="5719344" y="178884"/>
                  <a:pt x="5725118" y="179139"/>
                  <a:pt x="5728129" y="179651"/>
                </a:cubicBezTo>
                <a:lnTo>
                  <a:pt x="5728631" y="178884"/>
                </a:lnTo>
                <a:cubicBezTo>
                  <a:pt x="5726673" y="164274"/>
                  <a:pt x="5726374" y="146901"/>
                  <a:pt x="5726374" y="127627"/>
                </a:cubicBezTo>
                <a:lnTo>
                  <a:pt x="5726374" y="50746"/>
                </a:lnTo>
                <a:cubicBezTo>
                  <a:pt x="5726374" y="31526"/>
                  <a:pt x="5727428" y="18762"/>
                  <a:pt x="5728631" y="2565"/>
                </a:cubicBezTo>
                <a:cubicBezTo>
                  <a:pt x="5728631" y="770"/>
                  <a:pt x="5727930" y="0"/>
                  <a:pt x="5726374" y="0"/>
                </a:cubicBezTo>
                <a:cubicBezTo>
                  <a:pt x="5720095" y="2565"/>
                  <a:pt x="5714723" y="4359"/>
                  <a:pt x="5704528" y="5129"/>
                </a:cubicBezTo>
                <a:lnTo>
                  <a:pt x="5704026" y="5896"/>
                </a:lnTo>
                <a:cubicBezTo>
                  <a:pt x="5705984" y="16866"/>
                  <a:pt x="5706287" y="35882"/>
                  <a:pt x="5706287" y="55359"/>
                </a:cubicBezTo>
                <a:lnTo>
                  <a:pt x="5706287" y="127627"/>
                </a:lnTo>
                <a:close/>
                <a:moveTo>
                  <a:pt x="5824802" y="121164"/>
                </a:moveTo>
                <a:lnTo>
                  <a:pt x="5823798" y="151674"/>
                </a:lnTo>
                <a:cubicBezTo>
                  <a:pt x="5823798" y="155005"/>
                  <a:pt x="5822288" y="156799"/>
                  <a:pt x="5820281" y="158340"/>
                </a:cubicBezTo>
                <a:cubicBezTo>
                  <a:pt x="5813250" y="163723"/>
                  <a:pt x="5804714" y="168336"/>
                  <a:pt x="5797181" y="168336"/>
                </a:cubicBezTo>
                <a:cubicBezTo>
                  <a:pt x="5785883" y="168336"/>
                  <a:pt x="5778599" y="160646"/>
                  <a:pt x="5778599" y="152698"/>
                </a:cubicBezTo>
                <a:cubicBezTo>
                  <a:pt x="5778599" y="141161"/>
                  <a:pt x="5783871" y="132443"/>
                  <a:pt x="5803457" y="127060"/>
                </a:cubicBezTo>
                <a:lnTo>
                  <a:pt x="5824802" y="121164"/>
                </a:lnTo>
                <a:moveTo>
                  <a:pt x="5824802" y="166542"/>
                </a:moveTo>
                <a:cubicBezTo>
                  <a:pt x="5827713" y="176535"/>
                  <a:pt x="5835196" y="181402"/>
                  <a:pt x="5844387" y="181402"/>
                </a:cubicBezTo>
                <a:cubicBezTo>
                  <a:pt x="5850713" y="181402"/>
                  <a:pt x="5858448" y="179866"/>
                  <a:pt x="5864372" y="173462"/>
                </a:cubicBezTo>
                <a:lnTo>
                  <a:pt x="5862513" y="167105"/>
                </a:lnTo>
                <a:cubicBezTo>
                  <a:pt x="5859751" y="168082"/>
                  <a:pt x="5857644" y="168438"/>
                  <a:pt x="5855736" y="168438"/>
                </a:cubicBezTo>
                <a:cubicBezTo>
                  <a:pt x="5853222" y="168438"/>
                  <a:pt x="5849908" y="167977"/>
                  <a:pt x="5848353" y="166542"/>
                </a:cubicBezTo>
                <a:cubicBezTo>
                  <a:pt x="5845793" y="164185"/>
                  <a:pt x="5844184" y="157929"/>
                  <a:pt x="5844184" y="146545"/>
                </a:cubicBezTo>
                <a:cubicBezTo>
                  <a:pt x="5844184" y="139109"/>
                  <a:pt x="5844889" y="110655"/>
                  <a:pt x="5844889" y="107833"/>
                </a:cubicBezTo>
                <a:cubicBezTo>
                  <a:pt x="5844889" y="73225"/>
                  <a:pt x="5822541" y="66306"/>
                  <a:pt x="5803457" y="66306"/>
                </a:cubicBezTo>
                <a:cubicBezTo>
                  <a:pt x="5784373" y="66306"/>
                  <a:pt x="5772826" y="75786"/>
                  <a:pt x="5766546" y="81170"/>
                </a:cubicBezTo>
                <a:lnTo>
                  <a:pt x="5765795" y="82198"/>
                </a:lnTo>
                <a:lnTo>
                  <a:pt x="5770063" y="99372"/>
                </a:lnTo>
                <a:lnTo>
                  <a:pt x="5773327" y="99630"/>
                </a:lnTo>
                <a:cubicBezTo>
                  <a:pt x="5780358" y="88093"/>
                  <a:pt x="5788894" y="77839"/>
                  <a:pt x="5800948" y="77839"/>
                </a:cubicBezTo>
                <a:cubicBezTo>
                  <a:pt x="5809986" y="77839"/>
                  <a:pt x="5825051" y="79121"/>
                  <a:pt x="5825051" y="108091"/>
                </a:cubicBezTo>
                <a:cubicBezTo>
                  <a:pt x="5825051" y="109885"/>
                  <a:pt x="5824047" y="110909"/>
                  <a:pt x="5823292" y="111167"/>
                </a:cubicBezTo>
                <a:lnTo>
                  <a:pt x="5799944" y="116551"/>
                </a:lnTo>
                <a:cubicBezTo>
                  <a:pt x="5774331" y="122446"/>
                  <a:pt x="5758263" y="136290"/>
                  <a:pt x="5758263" y="153723"/>
                </a:cubicBezTo>
                <a:cubicBezTo>
                  <a:pt x="5758263" y="172692"/>
                  <a:pt x="5771067" y="181402"/>
                  <a:pt x="5789649" y="181402"/>
                </a:cubicBezTo>
                <a:cubicBezTo>
                  <a:pt x="5803457" y="181402"/>
                  <a:pt x="5810488" y="178075"/>
                  <a:pt x="5823798" y="166542"/>
                </a:cubicBezTo>
                <a:lnTo>
                  <a:pt x="5824802" y="166542"/>
                </a:lnTo>
                <a:close/>
                <a:moveTo>
                  <a:pt x="5880290" y="152952"/>
                </a:moveTo>
                <a:lnTo>
                  <a:pt x="5876022" y="174486"/>
                </a:lnTo>
                <a:cubicBezTo>
                  <a:pt x="5890336" y="179612"/>
                  <a:pt x="5904397" y="181402"/>
                  <a:pt x="5913937" y="181402"/>
                </a:cubicBezTo>
                <a:cubicBezTo>
                  <a:pt x="5948587" y="181402"/>
                  <a:pt x="5956622" y="160388"/>
                  <a:pt x="5956622" y="146287"/>
                </a:cubicBezTo>
                <a:cubicBezTo>
                  <a:pt x="5956622" y="125265"/>
                  <a:pt x="5940300" y="117063"/>
                  <a:pt x="5922473" y="112704"/>
                </a:cubicBezTo>
                <a:cubicBezTo>
                  <a:pt x="5912983" y="110397"/>
                  <a:pt x="5899125" y="105526"/>
                  <a:pt x="5899125" y="92707"/>
                </a:cubicBezTo>
                <a:cubicBezTo>
                  <a:pt x="5899125" y="82194"/>
                  <a:pt x="5907408" y="76556"/>
                  <a:pt x="5918205" y="76556"/>
                </a:cubicBezTo>
                <a:cubicBezTo>
                  <a:pt x="5931262" y="76556"/>
                  <a:pt x="5939296" y="87065"/>
                  <a:pt x="5945074" y="93989"/>
                </a:cubicBezTo>
                <a:lnTo>
                  <a:pt x="5948587" y="93731"/>
                </a:lnTo>
                <a:lnTo>
                  <a:pt x="5953610" y="74762"/>
                </a:lnTo>
                <a:lnTo>
                  <a:pt x="5953108" y="73996"/>
                </a:lnTo>
                <a:cubicBezTo>
                  <a:pt x="5945825" y="70153"/>
                  <a:pt x="5932017" y="66306"/>
                  <a:pt x="5919209" y="66306"/>
                </a:cubicBezTo>
                <a:cubicBezTo>
                  <a:pt x="5900631" y="66306"/>
                  <a:pt x="5881294" y="76298"/>
                  <a:pt x="5881294" y="97578"/>
                </a:cubicBezTo>
                <a:cubicBezTo>
                  <a:pt x="5881294" y="118087"/>
                  <a:pt x="5896313" y="124855"/>
                  <a:pt x="5911427" y="129112"/>
                </a:cubicBezTo>
                <a:cubicBezTo>
                  <a:pt x="5925990" y="133213"/>
                  <a:pt x="5936787" y="137314"/>
                  <a:pt x="5936787" y="149876"/>
                </a:cubicBezTo>
                <a:cubicBezTo>
                  <a:pt x="5936787" y="163465"/>
                  <a:pt x="5926994" y="171155"/>
                  <a:pt x="5913688" y="171155"/>
                </a:cubicBezTo>
                <a:cubicBezTo>
                  <a:pt x="5901634" y="171155"/>
                  <a:pt x="5891087" y="162695"/>
                  <a:pt x="5884056" y="152698"/>
                </a:cubicBezTo>
                <a:lnTo>
                  <a:pt x="5880290" y="152952"/>
                </a:lnTo>
                <a:close/>
                <a:moveTo>
                  <a:pt x="5979722" y="152952"/>
                </a:moveTo>
                <a:lnTo>
                  <a:pt x="5975453" y="174486"/>
                </a:lnTo>
                <a:cubicBezTo>
                  <a:pt x="5989767" y="179612"/>
                  <a:pt x="6003828" y="181402"/>
                  <a:pt x="6013368" y="181402"/>
                </a:cubicBezTo>
                <a:cubicBezTo>
                  <a:pt x="6048019" y="181402"/>
                  <a:pt x="6056053" y="160388"/>
                  <a:pt x="6056053" y="146287"/>
                </a:cubicBezTo>
                <a:cubicBezTo>
                  <a:pt x="6056053" y="125265"/>
                  <a:pt x="6039732" y="117063"/>
                  <a:pt x="6021905" y="112704"/>
                </a:cubicBezTo>
                <a:cubicBezTo>
                  <a:pt x="6012414" y="110397"/>
                  <a:pt x="5998556" y="105526"/>
                  <a:pt x="5998556" y="92707"/>
                </a:cubicBezTo>
                <a:cubicBezTo>
                  <a:pt x="5998556" y="82194"/>
                  <a:pt x="6006840" y="76556"/>
                  <a:pt x="6017637" y="76556"/>
                </a:cubicBezTo>
                <a:cubicBezTo>
                  <a:pt x="6030694" y="76556"/>
                  <a:pt x="6038728" y="87065"/>
                  <a:pt x="6044506" y="93989"/>
                </a:cubicBezTo>
                <a:lnTo>
                  <a:pt x="6048019" y="93731"/>
                </a:lnTo>
                <a:lnTo>
                  <a:pt x="6053042" y="74762"/>
                </a:lnTo>
                <a:lnTo>
                  <a:pt x="6052540" y="73996"/>
                </a:lnTo>
                <a:cubicBezTo>
                  <a:pt x="6045257" y="70153"/>
                  <a:pt x="6031449" y="66306"/>
                  <a:pt x="6018640" y="66306"/>
                </a:cubicBezTo>
                <a:cubicBezTo>
                  <a:pt x="6000062" y="66306"/>
                  <a:pt x="5980725" y="76298"/>
                  <a:pt x="5980725" y="97578"/>
                </a:cubicBezTo>
                <a:cubicBezTo>
                  <a:pt x="5980725" y="118087"/>
                  <a:pt x="5995744" y="124855"/>
                  <a:pt x="6010859" y="129112"/>
                </a:cubicBezTo>
                <a:cubicBezTo>
                  <a:pt x="6025422" y="133213"/>
                  <a:pt x="6036219" y="137314"/>
                  <a:pt x="6036219" y="149876"/>
                </a:cubicBezTo>
                <a:cubicBezTo>
                  <a:pt x="6036219" y="163465"/>
                  <a:pt x="6026426" y="171155"/>
                  <a:pt x="6013119" y="171155"/>
                </a:cubicBezTo>
                <a:cubicBezTo>
                  <a:pt x="6001066" y="171155"/>
                  <a:pt x="5990518" y="162695"/>
                  <a:pt x="5983488" y="152698"/>
                </a:cubicBezTo>
                <a:lnTo>
                  <a:pt x="5979722" y="152952"/>
                </a:lnTo>
                <a:close/>
              </a:path>
            </a:pathLst>
          </a:custGeom>
          <a:solidFill xmlns:a="http://schemas.openxmlformats.org/drawingml/2006/main">
            <a:srgbClr val="000000"/>
          </a:solidFill>
          <a:ln xmlns:a="http://schemas.openxmlformats.org/drawingml/2006/main" w="0" cap="flat">
            <a:noFill/>
            <a:miter/>
          </a:ln>
        </p:spPr>
      </p:sp>
      <p:sp>
        <p:nvSpPr>
          <p:cNvPr id="92" name="Text andmethodoptionforsupportingtools,respectively.">
            <a:extLst xmlns:a="http://schemas.openxmlformats.org/drawingml/2006/main">
              <a:ext uri="{FF2B5EF4-FFF2-40B4-BE49-F238E27FC236}">
                <a16:creationId xmlns:a16="http://schemas.microsoft.com/office/drawing/2014/main" id="{64719E94-86D2-4589-A1B1-E6AC7571A89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5680" y="6680957"/>
            <a:ext cx="5560628" cy="234193"/>
          </a:xfrm>
          <a:custGeom xmlns:a="http://schemas.openxmlformats.org/drawingml/2006/main">
            <a:pathLst>
              <a:path w="5560628" h="234193">
                <a:moveTo>
                  <a:pt x="67897" y="121164"/>
                </a:moveTo>
                <a:lnTo>
                  <a:pt x="66872" y="151674"/>
                </a:lnTo>
                <a:cubicBezTo>
                  <a:pt x="66872" y="155005"/>
                  <a:pt x="65332" y="156799"/>
                  <a:pt x="63284" y="158340"/>
                </a:cubicBezTo>
                <a:cubicBezTo>
                  <a:pt x="56110" y="163723"/>
                  <a:pt x="47399" y="168336"/>
                  <a:pt x="39713" y="168336"/>
                </a:cubicBezTo>
                <a:cubicBezTo>
                  <a:pt x="28184" y="168336"/>
                  <a:pt x="20752" y="160646"/>
                  <a:pt x="20752" y="152698"/>
                </a:cubicBezTo>
                <a:cubicBezTo>
                  <a:pt x="20752" y="141161"/>
                  <a:pt x="26131" y="132443"/>
                  <a:pt x="46117" y="127060"/>
                </a:cubicBezTo>
                <a:lnTo>
                  <a:pt x="67897" y="121164"/>
                </a:lnTo>
                <a:moveTo>
                  <a:pt x="67897" y="166542"/>
                </a:moveTo>
                <a:cubicBezTo>
                  <a:pt x="70868" y="176535"/>
                  <a:pt x="78503" y="181402"/>
                  <a:pt x="87882" y="181402"/>
                </a:cubicBezTo>
                <a:cubicBezTo>
                  <a:pt x="94337" y="181402"/>
                  <a:pt x="102230" y="179866"/>
                  <a:pt x="108274" y="173462"/>
                </a:cubicBezTo>
                <a:lnTo>
                  <a:pt x="106378" y="167105"/>
                </a:lnTo>
                <a:cubicBezTo>
                  <a:pt x="103560" y="168082"/>
                  <a:pt x="101409" y="168438"/>
                  <a:pt x="99462" y="168438"/>
                </a:cubicBezTo>
                <a:cubicBezTo>
                  <a:pt x="96898" y="168438"/>
                  <a:pt x="93516" y="167977"/>
                  <a:pt x="91929" y="166542"/>
                </a:cubicBezTo>
                <a:cubicBezTo>
                  <a:pt x="89317" y="164185"/>
                  <a:pt x="87675" y="157929"/>
                  <a:pt x="87675" y="146545"/>
                </a:cubicBezTo>
                <a:cubicBezTo>
                  <a:pt x="87675" y="139109"/>
                  <a:pt x="88394" y="110655"/>
                  <a:pt x="88394" y="107833"/>
                </a:cubicBezTo>
                <a:cubicBezTo>
                  <a:pt x="88394" y="73225"/>
                  <a:pt x="65590" y="66306"/>
                  <a:pt x="46117" y="66306"/>
                </a:cubicBezTo>
                <a:cubicBezTo>
                  <a:pt x="26643" y="66306"/>
                  <a:pt x="14860" y="75786"/>
                  <a:pt x="8452" y="81170"/>
                </a:cubicBezTo>
                <a:lnTo>
                  <a:pt x="7686" y="82198"/>
                </a:lnTo>
                <a:lnTo>
                  <a:pt x="12041" y="99372"/>
                </a:lnTo>
                <a:lnTo>
                  <a:pt x="15372" y="99630"/>
                </a:lnTo>
                <a:cubicBezTo>
                  <a:pt x="22546" y="88093"/>
                  <a:pt x="31257" y="77839"/>
                  <a:pt x="43556" y="77839"/>
                </a:cubicBezTo>
                <a:cubicBezTo>
                  <a:pt x="52779" y="77839"/>
                  <a:pt x="68151" y="79121"/>
                  <a:pt x="68151" y="108091"/>
                </a:cubicBezTo>
                <a:cubicBezTo>
                  <a:pt x="68151" y="109885"/>
                  <a:pt x="67127" y="110909"/>
                  <a:pt x="66356" y="111167"/>
                </a:cubicBezTo>
                <a:lnTo>
                  <a:pt x="42532" y="116551"/>
                </a:lnTo>
                <a:cubicBezTo>
                  <a:pt x="16397" y="122446"/>
                  <a:pt x="0" y="136290"/>
                  <a:pt x="0" y="153723"/>
                </a:cubicBezTo>
                <a:cubicBezTo>
                  <a:pt x="0" y="172692"/>
                  <a:pt x="13066" y="181402"/>
                  <a:pt x="32027" y="181402"/>
                </a:cubicBezTo>
                <a:cubicBezTo>
                  <a:pt x="46117" y="181402"/>
                  <a:pt x="53291" y="178075"/>
                  <a:pt x="66872" y="166542"/>
                </a:cubicBezTo>
                <a:lnTo>
                  <a:pt x="67897" y="166542"/>
                </a:lnTo>
                <a:close/>
                <a:moveTo>
                  <a:pt x="229567" y="132717"/>
                </a:moveTo>
                <a:cubicBezTo>
                  <a:pt x="229567" y="124511"/>
                  <a:pt x="230079" y="115022"/>
                  <a:pt x="230079" y="106816"/>
                </a:cubicBezTo>
                <a:cubicBezTo>
                  <a:pt x="230079" y="80141"/>
                  <a:pt x="221369" y="66306"/>
                  <a:pt x="198310" y="66306"/>
                </a:cubicBezTo>
                <a:cubicBezTo>
                  <a:pt x="188572" y="66306"/>
                  <a:pt x="170380" y="70153"/>
                  <a:pt x="153984" y="89376"/>
                </a:cubicBezTo>
                <a:lnTo>
                  <a:pt x="153472" y="88606"/>
                </a:lnTo>
                <a:lnTo>
                  <a:pt x="153472" y="69895"/>
                </a:lnTo>
                <a:cubicBezTo>
                  <a:pt x="153421" y="67897"/>
                  <a:pt x="153163" y="67334"/>
                  <a:pt x="151935" y="67334"/>
                </a:cubicBezTo>
                <a:cubicBezTo>
                  <a:pt x="146196" y="68460"/>
                  <a:pt x="137020" y="68663"/>
                  <a:pt x="131180" y="68100"/>
                </a:cubicBezTo>
                <a:lnTo>
                  <a:pt x="130667" y="68870"/>
                </a:lnTo>
                <a:cubicBezTo>
                  <a:pt x="132462" y="79938"/>
                  <a:pt x="132974" y="99376"/>
                  <a:pt x="132974" y="118611"/>
                </a:cubicBezTo>
                <a:lnTo>
                  <a:pt x="132974" y="132717"/>
                </a:lnTo>
                <a:cubicBezTo>
                  <a:pt x="132974" y="151956"/>
                  <a:pt x="132716" y="165033"/>
                  <a:pt x="130667" y="178884"/>
                </a:cubicBezTo>
                <a:lnTo>
                  <a:pt x="131180" y="179651"/>
                </a:lnTo>
                <a:cubicBezTo>
                  <a:pt x="134256" y="179139"/>
                  <a:pt x="140148" y="178884"/>
                  <a:pt x="143221" y="178884"/>
                </a:cubicBezTo>
                <a:cubicBezTo>
                  <a:pt x="146298" y="178884"/>
                  <a:pt x="152189" y="179139"/>
                  <a:pt x="155266" y="179651"/>
                </a:cubicBezTo>
                <a:lnTo>
                  <a:pt x="155778" y="178884"/>
                </a:lnTo>
                <a:cubicBezTo>
                  <a:pt x="153726" y="164263"/>
                  <a:pt x="153472" y="152210"/>
                  <a:pt x="153472" y="132717"/>
                </a:cubicBezTo>
                <a:lnTo>
                  <a:pt x="153472" y="102711"/>
                </a:lnTo>
                <a:cubicBezTo>
                  <a:pt x="166537" y="87323"/>
                  <a:pt x="181398" y="81682"/>
                  <a:pt x="190624" y="81682"/>
                </a:cubicBezTo>
                <a:cubicBezTo>
                  <a:pt x="203690" y="81682"/>
                  <a:pt x="209069" y="86811"/>
                  <a:pt x="209069" y="107582"/>
                </a:cubicBezTo>
                <a:lnTo>
                  <a:pt x="209069" y="132717"/>
                </a:lnTo>
                <a:cubicBezTo>
                  <a:pt x="209069" y="151956"/>
                  <a:pt x="208608" y="165084"/>
                  <a:pt x="206763" y="178884"/>
                </a:cubicBezTo>
                <a:lnTo>
                  <a:pt x="207275" y="179651"/>
                </a:lnTo>
                <a:cubicBezTo>
                  <a:pt x="210352" y="179139"/>
                  <a:pt x="216243" y="178884"/>
                  <a:pt x="219320" y="178884"/>
                </a:cubicBezTo>
                <a:cubicBezTo>
                  <a:pt x="222393" y="178884"/>
                  <a:pt x="228285" y="179139"/>
                  <a:pt x="231361" y="179651"/>
                </a:cubicBezTo>
                <a:lnTo>
                  <a:pt x="231873" y="178884"/>
                </a:lnTo>
                <a:cubicBezTo>
                  <a:pt x="229876" y="164263"/>
                  <a:pt x="229567" y="152210"/>
                  <a:pt x="229567" y="132717"/>
                </a:cubicBezTo>
                <a:close/>
                <a:moveTo>
                  <a:pt x="342302" y="149880"/>
                </a:moveTo>
                <a:cubicBezTo>
                  <a:pt x="332977" y="161772"/>
                  <a:pt x="321190" y="168082"/>
                  <a:pt x="310787" y="168082"/>
                </a:cubicBezTo>
                <a:cubicBezTo>
                  <a:pt x="296951" y="168082"/>
                  <a:pt x="285164" y="154239"/>
                  <a:pt x="285164" y="122188"/>
                </a:cubicBezTo>
                <a:cubicBezTo>
                  <a:pt x="285164" y="83734"/>
                  <a:pt x="305560" y="76556"/>
                  <a:pt x="317961" y="76556"/>
                </a:cubicBezTo>
                <a:cubicBezTo>
                  <a:pt x="330002" y="76556"/>
                  <a:pt x="336152" y="81682"/>
                  <a:pt x="342302" y="91424"/>
                </a:cubicBezTo>
                <a:lnTo>
                  <a:pt x="342302" y="149880"/>
                </a:lnTo>
                <a:moveTo>
                  <a:pt x="342302" y="163977"/>
                </a:moveTo>
                <a:lnTo>
                  <a:pt x="342814" y="163977"/>
                </a:lnTo>
                <a:lnTo>
                  <a:pt x="344096" y="178841"/>
                </a:lnTo>
                <a:cubicBezTo>
                  <a:pt x="344096" y="179397"/>
                  <a:pt x="344862" y="179651"/>
                  <a:pt x="346403" y="179651"/>
                </a:cubicBezTo>
                <a:cubicBezTo>
                  <a:pt x="349784" y="179189"/>
                  <a:pt x="351524" y="178884"/>
                  <a:pt x="355266" y="178884"/>
                </a:cubicBezTo>
                <a:cubicBezTo>
                  <a:pt x="358444" y="178884"/>
                  <a:pt x="363311" y="179139"/>
                  <a:pt x="366642" y="179651"/>
                </a:cubicBezTo>
                <a:lnTo>
                  <a:pt x="367155" y="178884"/>
                </a:lnTo>
                <a:cubicBezTo>
                  <a:pt x="365106" y="167856"/>
                  <a:pt x="362799" y="148879"/>
                  <a:pt x="362799" y="129644"/>
                </a:cubicBezTo>
                <a:lnTo>
                  <a:pt x="362799" y="50691"/>
                </a:lnTo>
                <a:cubicBezTo>
                  <a:pt x="362799" y="31745"/>
                  <a:pt x="363824" y="18383"/>
                  <a:pt x="365106" y="2561"/>
                </a:cubicBezTo>
                <a:cubicBezTo>
                  <a:pt x="365106" y="770"/>
                  <a:pt x="364387" y="0"/>
                  <a:pt x="362799" y="0"/>
                </a:cubicBezTo>
                <a:cubicBezTo>
                  <a:pt x="356395" y="2561"/>
                  <a:pt x="350910" y="4355"/>
                  <a:pt x="340507" y="5121"/>
                </a:cubicBezTo>
                <a:lnTo>
                  <a:pt x="339995" y="5892"/>
                </a:lnTo>
                <a:cubicBezTo>
                  <a:pt x="341993" y="16846"/>
                  <a:pt x="342302" y="35843"/>
                  <a:pt x="342302" y="55300"/>
                </a:cubicBezTo>
                <a:lnTo>
                  <a:pt x="342302" y="71943"/>
                </a:lnTo>
                <a:cubicBezTo>
                  <a:pt x="336410" y="68612"/>
                  <a:pt x="325905" y="66306"/>
                  <a:pt x="320780" y="66306"/>
                </a:cubicBezTo>
                <a:cubicBezTo>
                  <a:pt x="287420" y="66306"/>
                  <a:pt x="262876" y="89380"/>
                  <a:pt x="262876" y="124257"/>
                </a:cubicBezTo>
                <a:cubicBezTo>
                  <a:pt x="262876" y="155775"/>
                  <a:pt x="281579" y="181402"/>
                  <a:pt x="309250" y="181402"/>
                </a:cubicBezTo>
                <a:cubicBezTo>
                  <a:pt x="321550" y="181402"/>
                  <a:pt x="333079" y="175870"/>
                  <a:pt x="342302" y="163977"/>
                </a:cubicBezTo>
                <a:close/>
                <a:moveTo>
                  <a:pt x="491161" y="88606"/>
                </a:moveTo>
                <a:lnTo>
                  <a:pt x="491161" y="69895"/>
                </a:lnTo>
                <a:cubicBezTo>
                  <a:pt x="491161" y="67897"/>
                  <a:pt x="490856" y="67334"/>
                  <a:pt x="489625" y="67334"/>
                </a:cubicBezTo>
                <a:cubicBezTo>
                  <a:pt x="483886" y="68460"/>
                  <a:pt x="474714" y="68663"/>
                  <a:pt x="468873" y="68100"/>
                </a:cubicBezTo>
                <a:lnTo>
                  <a:pt x="468361" y="68870"/>
                </a:lnTo>
                <a:cubicBezTo>
                  <a:pt x="470151" y="79938"/>
                  <a:pt x="470664" y="99376"/>
                  <a:pt x="470664" y="118611"/>
                </a:cubicBezTo>
                <a:lnTo>
                  <a:pt x="470664" y="132717"/>
                </a:lnTo>
                <a:cubicBezTo>
                  <a:pt x="470664" y="151956"/>
                  <a:pt x="470409" y="165033"/>
                  <a:pt x="468361" y="178884"/>
                </a:cubicBezTo>
                <a:lnTo>
                  <a:pt x="468873" y="179651"/>
                </a:lnTo>
                <a:cubicBezTo>
                  <a:pt x="471946" y="179139"/>
                  <a:pt x="477838" y="178884"/>
                  <a:pt x="480914" y="178884"/>
                </a:cubicBezTo>
                <a:cubicBezTo>
                  <a:pt x="483987" y="178884"/>
                  <a:pt x="489883" y="179139"/>
                  <a:pt x="492956" y="179651"/>
                </a:cubicBezTo>
                <a:lnTo>
                  <a:pt x="493468" y="178884"/>
                </a:lnTo>
                <a:cubicBezTo>
                  <a:pt x="491419" y="164263"/>
                  <a:pt x="491161" y="152210"/>
                  <a:pt x="491161" y="132717"/>
                </a:cubicBezTo>
                <a:lnTo>
                  <a:pt x="491161" y="101687"/>
                </a:lnTo>
                <a:cubicBezTo>
                  <a:pt x="503206" y="89376"/>
                  <a:pt x="517554" y="81682"/>
                  <a:pt x="526519" y="81682"/>
                </a:cubicBezTo>
                <a:cubicBezTo>
                  <a:pt x="536258" y="81682"/>
                  <a:pt x="543432" y="87323"/>
                  <a:pt x="543432" y="104506"/>
                </a:cubicBezTo>
                <a:lnTo>
                  <a:pt x="543432" y="132717"/>
                </a:lnTo>
                <a:cubicBezTo>
                  <a:pt x="543432" y="151956"/>
                  <a:pt x="543174" y="165033"/>
                  <a:pt x="541125" y="178884"/>
                </a:cubicBezTo>
                <a:lnTo>
                  <a:pt x="541637" y="179651"/>
                </a:lnTo>
                <a:cubicBezTo>
                  <a:pt x="544710" y="179139"/>
                  <a:pt x="550606" y="178884"/>
                  <a:pt x="553679" y="178884"/>
                </a:cubicBezTo>
                <a:cubicBezTo>
                  <a:pt x="556755" y="178884"/>
                  <a:pt x="562647" y="179139"/>
                  <a:pt x="565720" y="179651"/>
                </a:cubicBezTo>
                <a:lnTo>
                  <a:pt x="566232" y="178884"/>
                </a:lnTo>
                <a:cubicBezTo>
                  <a:pt x="564183" y="164263"/>
                  <a:pt x="563929" y="152210"/>
                  <a:pt x="563929" y="132717"/>
                </a:cubicBezTo>
                <a:lnTo>
                  <a:pt x="563929" y="106816"/>
                </a:lnTo>
                <a:cubicBezTo>
                  <a:pt x="563929" y="103223"/>
                  <a:pt x="563929" y="100146"/>
                  <a:pt x="563671" y="97070"/>
                </a:cubicBezTo>
                <a:cubicBezTo>
                  <a:pt x="575971" y="83476"/>
                  <a:pt x="586218" y="81682"/>
                  <a:pt x="596210" y="81682"/>
                </a:cubicBezTo>
                <a:cubicBezTo>
                  <a:pt x="610046" y="81682"/>
                  <a:pt x="616708" y="87323"/>
                  <a:pt x="616708" y="104506"/>
                </a:cubicBezTo>
                <a:lnTo>
                  <a:pt x="616708" y="132717"/>
                </a:lnTo>
                <a:cubicBezTo>
                  <a:pt x="616708" y="151956"/>
                  <a:pt x="616454" y="165033"/>
                  <a:pt x="614401" y="178884"/>
                </a:cubicBezTo>
                <a:lnTo>
                  <a:pt x="614913" y="179651"/>
                </a:lnTo>
                <a:cubicBezTo>
                  <a:pt x="617990" y="179139"/>
                  <a:pt x="623882" y="178884"/>
                  <a:pt x="626959" y="178884"/>
                </a:cubicBezTo>
                <a:cubicBezTo>
                  <a:pt x="630032" y="178884"/>
                  <a:pt x="635923" y="179139"/>
                  <a:pt x="639000" y="179651"/>
                </a:cubicBezTo>
                <a:lnTo>
                  <a:pt x="639512" y="178884"/>
                </a:lnTo>
                <a:cubicBezTo>
                  <a:pt x="637460" y="164263"/>
                  <a:pt x="637206" y="152210"/>
                  <a:pt x="637206" y="132717"/>
                </a:cubicBezTo>
                <a:lnTo>
                  <a:pt x="637206" y="107070"/>
                </a:lnTo>
                <a:cubicBezTo>
                  <a:pt x="637206" y="84246"/>
                  <a:pt x="633104" y="66306"/>
                  <a:pt x="605433" y="66306"/>
                </a:cubicBezTo>
                <a:cubicBezTo>
                  <a:pt x="591601" y="66306"/>
                  <a:pt x="576737" y="71177"/>
                  <a:pt x="562135" y="86553"/>
                </a:cubicBezTo>
                <a:cubicBezTo>
                  <a:pt x="559828" y="74250"/>
                  <a:pt x="549323" y="66306"/>
                  <a:pt x="534975" y="66306"/>
                </a:cubicBezTo>
                <a:cubicBezTo>
                  <a:pt x="519091" y="66306"/>
                  <a:pt x="503973" y="76556"/>
                  <a:pt x="491931" y="89376"/>
                </a:cubicBezTo>
                <a:lnTo>
                  <a:pt x="491161" y="88606"/>
                </a:lnTo>
                <a:close/>
                <a:moveTo>
                  <a:pt x="688450" y="108853"/>
                </a:moveTo>
                <a:cubicBezTo>
                  <a:pt x="692805" y="82194"/>
                  <a:pt x="709612" y="76556"/>
                  <a:pt x="717658" y="76556"/>
                </a:cubicBezTo>
                <a:cubicBezTo>
                  <a:pt x="727803" y="76556"/>
                  <a:pt x="739180" y="86041"/>
                  <a:pt x="739180" y="105264"/>
                </a:cubicBezTo>
                <a:cubicBezTo>
                  <a:pt x="739180" y="107571"/>
                  <a:pt x="738156" y="108853"/>
                  <a:pt x="735591" y="108853"/>
                </a:cubicBezTo>
                <a:lnTo>
                  <a:pt x="688450" y="108853"/>
                </a:lnTo>
                <a:moveTo>
                  <a:pt x="756859" y="152182"/>
                </a:moveTo>
                <a:cubicBezTo>
                  <a:pt x="747890" y="161929"/>
                  <a:pt x="735849" y="166288"/>
                  <a:pt x="721755" y="166288"/>
                </a:cubicBezTo>
                <a:cubicBezTo>
                  <a:pt x="712994" y="166288"/>
                  <a:pt x="700902" y="162953"/>
                  <a:pt x="693829" y="151670"/>
                </a:cubicBezTo>
                <a:cubicBezTo>
                  <a:pt x="689318" y="144488"/>
                  <a:pt x="687680" y="134026"/>
                  <a:pt x="687680" y="119100"/>
                </a:cubicBezTo>
                <a:lnTo>
                  <a:pt x="757371" y="119100"/>
                </a:lnTo>
                <a:cubicBezTo>
                  <a:pt x="760190" y="119100"/>
                  <a:pt x="761980" y="117563"/>
                  <a:pt x="761980" y="114745"/>
                </a:cubicBezTo>
                <a:cubicBezTo>
                  <a:pt x="761980" y="93219"/>
                  <a:pt x="751475" y="66306"/>
                  <a:pt x="717658" y="66306"/>
                </a:cubicBezTo>
                <a:cubicBezTo>
                  <a:pt x="691265" y="66306"/>
                  <a:pt x="665134" y="87577"/>
                  <a:pt x="665134" y="125257"/>
                </a:cubicBezTo>
                <a:cubicBezTo>
                  <a:pt x="665134" y="139820"/>
                  <a:pt x="668105" y="154184"/>
                  <a:pt x="676663" y="164493"/>
                </a:cubicBezTo>
                <a:cubicBezTo>
                  <a:pt x="685475" y="175100"/>
                  <a:pt x="700132" y="181402"/>
                  <a:pt x="717400" y="181402"/>
                </a:cubicBezTo>
                <a:cubicBezTo>
                  <a:pt x="735849" y="181402"/>
                  <a:pt x="752246" y="171925"/>
                  <a:pt x="761980" y="158594"/>
                </a:cubicBezTo>
                <a:lnTo>
                  <a:pt x="756859" y="152182"/>
                </a:lnTo>
                <a:close/>
                <a:moveTo>
                  <a:pt x="796825" y="69058"/>
                </a:moveTo>
                <a:cubicBezTo>
                  <a:pt x="791598" y="69058"/>
                  <a:pt x="786168" y="68956"/>
                  <a:pt x="782990" y="68546"/>
                </a:cubicBezTo>
                <a:cubicBezTo>
                  <a:pt x="781250" y="72749"/>
                  <a:pt x="779866" y="75208"/>
                  <a:pt x="777356" y="79051"/>
                </a:cubicBezTo>
                <a:lnTo>
                  <a:pt x="778634" y="80845"/>
                </a:lnTo>
                <a:cubicBezTo>
                  <a:pt x="783044" y="80536"/>
                  <a:pt x="790985" y="80384"/>
                  <a:pt x="796825" y="80333"/>
                </a:cubicBezTo>
                <a:lnTo>
                  <a:pt x="796825" y="115386"/>
                </a:lnTo>
                <a:cubicBezTo>
                  <a:pt x="796825" y="130739"/>
                  <a:pt x="796059" y="149164"/>
                  <a:pt x="796059" y="156839"/>
                </a:cubicBezTo>
                <a:cubicBezTo>
                  <a:pt x="796059" y="173478"/>
                  <a:pt x="806818" y="181402"/>
                  <a:pt x="818605" y="181402"/>
                </a:cubicBezTo>
                <a:cubicBezTo>
                  <a:pt x="829368" y="181402"/>
                  <a:pt x="837567" y="178845"/>
                  <a:pt x="848326" y="171945"/>
                </a:cubicBezTo>
                <a:lnTo>
                  <a:pt x="845202" y="165639"/>
                </a:lnTo>
                <a:cubicBezTo>
                  <a:pt x="837309" y="168356"/>
                  <a:pt x="831417" y="168614"/>
                  <a:pt x="825009" y="167590"/>
                </a:cubicBezTo>
                <a:cubicBezTo>
                  <a:pt x="818914" y="166616"/>
                  <a:pt x="816557" y="160471"/>
                  <a:pt x="816557" y="146603"/>
                </a:cubicBezTo>
                <a:cubicBezTo>
                  <a:pt x="816557" y="138929"/>
                  <a:pt x="817323" y="127924"/>
                  <a:pt x="817323" y="112575"/>
                </a:cubicBezTo>
                <a:lnTo>
                  <a:pt x="817323" y="80333"/>
                </a:lnTo>
                <a:lnTo>
                  <a:pt x="827062" y="80333"/>
                </a:lnTo>
                <a:cubicBezTo>
                  <a:pt x="833211" y="80333"/>
                  <a:pt x="842125" y="80536"/>
                  <a:pt x="845507" y="80845"/>
                </a:cubicBezTo>
                <a:cubicBezTo>
                  <a:pt x="846277" y="76748"/>
                  <a:pt x="847047" y="74132"/>
                  <a:pt x="848584" y="70340"/>
                </a:cubicBezTo>
                <a:lnTo>
                  <a:pt x="847301" y="68546"/>
                </a:lnTo>
                <a:cubicBezTo>
                  <a:pt x="842688" y="68753"/>
                  <a:pt x="835260" y="69058"/>
                  <a:pt x="829368" y="69058"/>
                </a:cubicBezTo>
                <a:lnTo>
                  <a:pt x="817323" y="69058"/>
                </a:lnTo>
                <a:cubicBezTo>
                  <a:pt x="817323" y="49893"/>
                  <a:pt x="817479" y="46512"/>
                  <a:pt x="818605" y="31652"/>
                </a:cubicBezTo>
                <a:cubicBezTo>
                  <a:pt x="818605" y="29806"/>
                  <a:pt x="817890" y="29091"/>
                  <a:pt x="816299" y="29091"/>
                </a:cubicBezTo>
                <a:cubicBezTo>
                  <a:pt x="809895" y="31652"/>
                  <a:pt x="806716" y="34369"/>
                  <a:pt x="798366" y="35495"/>
                </a:cubicBezTo>
                <a:lnTo>
                  <a:pt x="797854" y="36265"/>
                </a:lnTo>
                <a:cubicBezTo>
                  <a:pt x="797341" y="45182"/>
                  <a:pt x="796825" y="54198"/>
                  <a:pt x="796825" y="69058"/>
                </a:cubicBezTo>
                <a:close/>
                <a:moveTo>
                  <a:pt x="903158" y="88606"/>
                </a:moveTo>
                <a:lnTo>
                  <a:pt x="903158" y="50437"/>
                </a:lnTo>
                <a:cubicBezTo>
                  <a:pt x="903158" y="31491"/>
                  <a:pt x="904233" y="18281"/>
                  <a:pt x="905460" y="2561"/>
                </a:cubicBezTo>
                <a:cubicBezTo>
                  <a:pt x="905460" y="770"/>
                  <a:pt x="904745" y="0"/>
                  <a:pt x="903158" y="0"/>
                </a:cubicBezTo>
                <a:cubicBezTo>
                  <a:pt x="896750" y="2561"/>
                  <a:pt x="891269" y="4355"/>
                  <a:pt x="880866" y="5121"/>
                </a:cubicBezTo>
                <a:lnTo>
                  <a:pt x="880353" y="5892"/>
                </a:lnTo>
                <a:cubicBezTo>
                  <a:pt x="882351" y="16846"/>
                  <a:pt x="882660" y="36101"/>
                  <a:pt x="882660" y="55554"/>
                </a:cubicBezTo>
                <a:lnTo>
                  <a:pt x="882660" y="132717"/>
                </a:lnTo>
                <a:cubicBezTo>
                  <a:pt x="882660" y="151799"/>
                  <a:pt x="882351" y="164521"/>
                  <a:pt x="880353" y="178884"/>
                </a:cubicBezTo>
                <a:lnTo>
                  <a:pt x="880866" y="179651"/>
                </a:lnTo>
                <a:cubicBezTo>
                  <a:pt x="883938" y="179139"/>
                  <a:pt x="889834" y="178884"/>
                  <a:pt x="892907" y="178884"/>
                </a:cubicBezTo>
                <a:cubicBezTo>
                  <a:pt x="895984" y="178884"/>
                  <a:pt x="901875" y="179139"/>
                  <a:pt x="904948" y="179651"/>
                </a:cubicBezTo>
                <a:lnTo>
                  <a:pt x="905460" y="178884"/>
                </a:lnTo>
                <a:cubicBezTo>
                  <a:pt x="903568" y="164212"/>
                  <a:pt x="903158" y="152210"/>
                  <a:pt x="903158" y="132717"/>
                </a:cubicBezTo>
                <a:lnTo>
                  <a:pt x="903158" y="102711"/>
                </a:lnTo>
                <a:cubicBezTo>
                  <a:pt x="916223" y="87323"/>
                  <a:pt x="931236" y="81682"/>
                  <a:pt x="940306" y="81682"/>
                </a:cubicBezTo>
                <a:cubicBezTo>
                  <a:pt x="953376" y="81682"/>
                  <a:pt x="958755" y="86811"/>
                  <a:pt x="958755" y="107582"/>
                </a:cubicBezTo>
                <a:lnTo>
                  <a:pt x="958755" y="132717"/>
                </a:lnTo>
                <a:cubicBezTo>
                  <a:pt x="958755" y="151956"/>
                  <a:pt x="958497" y="165084"/>
                  <a:pt x="956448" y="178884"/>
                </a:cubicBezTo>
                <a:lnTo>
                  <a:pt x="956961" y="179651"/>
                </a:lnTo>
                <a:cubicBezTo>
                  <a:pt x="960037" y="179139"/>
                  <a:pt x="965929" y="178884"/>
                  <a:pt x="969002" y="178884"/>
                </a:cubicBezTo>
                <a:cubicBezTo>
                  <a:pt x="972079" y="178884"/>
                  <a:pt x="977970" y="179139"/>
                  <a:pt x="981047" y="179651"/>
                </a:cubicBezTo>
                <a:lnTo>
                  <a:pt x="981559" y="178884"/>
                </a:lnTo>
                <a:cubicBezTo>
                  <a:pt x="979507" y="164212"/>
                  <a:pt x="979253" y="152210"/>
                  <a:pt x="979253" y="132717"/>
                </a:cubicBezTo>
                <a:cubicBezTo>
                  <a:pt x="979253" y="124511"/>
                  <a:pt x="979765" y="115022"/>
                  <a:pt x="979765" y="106816"/>
                </a:cubicBezTo>
                <a:cubicBezTo>
                  <a:pt x="979765" y="80141"/>
                  <a:pt x="971054" y="66306"/>
                  <a:pt x="947992" y="66306"/>
                </a:cubicBezTo>
                <a:cubicBezTo>
                  <a:pt x="938257" y="66306"/>
                  <a:pt x="920066" y="70153"/>
                  <a:pt x="903670" y="89376"/>
                </a:cubicBezTo>
                <a:lnTo>
                  <a:pt x="903158" y="88606"/>
                </a:lnTo>
                <a:close/>
                <a:moveTo>
                  <a:pt x="1009998" y="126290"/>
                </a:moveTo>
                <a:cubicBezTo>
                  <a:pt x="1009998" y="157054"/>
                  <a:pt x="1030238" y="181402"/>
                  <a:pt x="1064317" y="181402"/>
                </a:cubicBezTo>
                <a:cubicBezTo>
                  <a:pt x="1098135" y="181402"/>
                  <a:pt x="1118632" y="157570"/>
                  <a:pt x="1118632" y="123983"/>
                </a:cubicBezTo>
                <a:cubicBezTo>
                  <a:pt x="1118632" y="89118"/>
                  <a:pt x="1099929" y="66306"/>
                  <a:pt x="1065342" y="66306"/>
                </a:cubicBezTo>
                <a:cubicBezTo>
                  <a:pt x="1031774" y="66306"/>
                  <a:pt x="1009998" y="89888"/>
                  <a:pt x="1009998" y="126290"/>
                </a:cubicBezTo>
                <a:moveTo>
                  <a:pt x="1063547" y="76556"/>
                </a:moveTo>
                <a:cubicBezTo>
                  <a:pt x="1090707" y="76556"/>
                  <a:pt x="1096086" y="97578"/>
                  <a:pt x="1096086" y="128600"/>
                </a:cubicBezTo>
                <a:cubicBezTo>
                  <a:pt x="1096086" y="152952"/>
                  <a:pt x="1083787" y="171155"/>
                  <a:pt x="1066620" y="171155"/>
                </a:cubicBezTo>
                <a:cubicBezTo>
                  <a:pt x="1039464" y="171155"/>
                  <a:pt x="1032545" y="141674"/>
                  <a:pt x="1032545" y="121934"/>
                </a:cubicBezTo>
                <a:cubicBezTo>
                  <a:pt x="1032545" y="99630"/>
                  <a:pt x="1039464" y="76556"/>
                  <a:pt x="1063547" y="76556"/>
                </a:cubicBezTo>
                <a:close/>
                <a:moveTo>
                  <a:pt x="1222656" y="149880"/>
                </a:moveTo>
                <a:cubicBezTo>
                  <a:pt x="1213332" y="161772"/>
                  <a:pt x="1201545" y="168082"/>
                  <a:pt x="1191142" y="168082"/>
                </a:cubicBezTo>
                <a:cubicBezTo>
                  <a:pt x="1177306" y="168082"/>
                  <a:pt x="1165519" y="154239"/>
                  <a:pt x="1165519" y="122188"/>
                </a:cubicBezTo>
                <a:cubicBezTo>
                  <a:pt x="1165519" y="83734"/>
                  <a:pt x="1185915" y="76556"/>
                  <a:pt x="1198316" y="76556"/>
                </a:cubicBezTo>
                <a:cubicBezTo>
                  <a:pt x="1210357" y="76556"/>
                  <a:pt x="1216507" y="81682"/>
                  <a:pt x="1222656" y="91424"/>
                </a:cubicBezTo>
                <a:lnTo>
                  <a:pt x="1222656" y="149880"/>
                </a:lnTo>
                <a:moveTo>
                  <a:pt x="1222656" y="163977"/>
                </a:moveTo>
                <a:lnTo>
                  <a:pt x="1223168" y="163977"/>
                </a:lnTo>
                <a:lnTo>
                  <a:pt x="1224451" y="178841"/>
                </a:lnTo>
                <a:cubicBezTo>
                  <a:pt x="1224451" y="179397"/>
                  <a:pt x="1225217" y="179651"/>
                  <a:pt x="1226757" y="179651"/>
                </a:cubicBezTo>
                <a:cubicBezTo>
                  <a:pt x="1230139" y="179189"/>
                  <a:pt x="1231879" y="178884"/>
                  <a:pt x="1235620" y="178884"/>
                </a:cubicBezTo>
                <a:cubicBezTo>
                  <a:pt x="1238799" y="178884"/>
                  <a:pt x="1243666" y="179139"/>
                  <a:pt x="1246997" y="179651"/>
                </a:cubicBezTo>
                <a:lnTo>
                  <a:pt x="1247509" y="178884"/>
                </a:lnTo>
                <a:cubicBezTo>
                  <a:pt x="1245461" y="167856"/>
                  <a:pt x="1243154" y="148879"/>
                  <a:pt x="1243154" y="129644"/>
                </a:cubicBezTo>
                <a:lnTo>
                  <a:pt x="1243154" y="50691"/>
                </a:lnTo>
                <a:cubicBezTo>
                  <a:pt x="1243154" y="31745"/>
                  <a:pt x="1244178" y="18383"/>
                  <a:pt x="1245461" y="2561"/>
                </a:cubicBezTo>
                <a:cubicBezTo>
                  <a:pt x="1245461" y="770"/>
                  <a:pt x="1244741" y="0"/>
                  <a:pt x="1243154" y="0"/>
                </a:cubicBezTo>
                <a:cubicBezTo>
                  <a:pt x="1236750" y="2561"/>
                  <a:pt x="1231265" y="4355"/>
                  <a:pt x="1220862" y="5121"/>
                </a:cubicBezTo>
                <a:lnTo>
                  <a:pt x="1220350" y="5892"/>
                </a:lnTo>
                <a:cubicBezTo>
                  <a:pt x="1222347" y="16846"/>
                  <a:pt x="1222656" y="35843"/>
                  <a:pt x="1222656" y="55300"/>
                </a:cubicBezTo>
                <a:lnTo>
                  <a:pt x="1222656" y="71943"/>
                </a:lnTo>
                <a:cubicBezTo>
                  <a:pt x="1216765" y="68612"/>
                  <a:pt x="1206260" y="66306"/>
                  <a:pt x="1201134" y="66306"/>
                </a:cubicBezTo>
                <a:cubicBezTo>
                  <a:pt x="1167774" y="66306"/>
                  <a:pt x="1143230" y="89380"/>
                  <a:pt x="1143230" y="124257"/>
                </a:cubicBezTo>
                <a:cubicBezTo>
                  <a:pt x="1143230" y="155775"/>
                  <a:pt x="1161933" y="181402"/>
                  <a:pt x="1189605" y="181402"/>
                </a:cubicBezTo>
                <a:cubicBezTo>
                  <a:pt x="1201904" y="181402"/>
                  <a:pt x="1213434" y="175870"/>
                  <a:pt x="1222656" y="163977"/>
                </a:cubicBezTo>
                <a:close/>
                <a:moveTo>
                  <a:pt x="1339747" y="126290"/>
                </a:moveTo>
                <a:cubicBezTo>
                  <a:pt x="1339747" y="157054"/>
                  <a:pt x="1359987" y="181402"/>
                  <a:pt x="1394066" y="181402"/>
                </a:cubicBezTo>
                <a:cubicBezTo>
                  <a:pt x="1427883" y="181402"/>
                  <a:pt x="1448381" y="157570"/>
                  <a:pt x="1448381" y="123983"/>
                </a:cubicBezTo>
                <a:cubicBezTo>
                  <a:pt x="1448381" y="89118"/>
                  <a:pt x="1429678" y="66306"/>
                  <a:pt x="1395090" y="66306"/>
                </a:cubicBezTo>
                <a:cubicBezTo>
                  <a:pt x="1361523" y="66306"/>
                  <a:pt x="1339747" y="89888"/>
                  <a:pt x="1339747" y="126290"/>
                </a:cubicBezTo>
                <a:moveTo>
                  <a:pt x="1393296" y="76556"/>
                </a:moveTo>
                <a:cubicBezTo>
                  <a:pt x="1420455" y="76556"/>
                  <a:pt x="1425835" y="97578"/>
                  <a:pt x="1425835" y="128600"/>
                </a:cubicBezTo>
                <a:cubicBezTo>
                  <a:pt x="1425835" y="152952"/>
                  <a:pt x="1413535" y="171155"/>
                  <a:pt x="1396369" y="171155"/>
                </a:cubicBezTo>
                <a:cubicBezTo>
                  <a:pt x="1369213" y="171155"/>
                  <a:pt x="1362293" y="141674"/>
                  <a:pt x="1362293" y="121934"/>
                </a:cubicBezTo>
                <a:cubicBezTo>
                  <a:pt x="1362293" y="99630"/>
                  <a:pt x="1369213" y="76556"/>
                  <a:pt x="1393296" y="76556"/>
                </a:cubicBezTo>
                <a:close/>
                <a:moveTo>
                  <a:pt x="1499622" y="69652"/>
                </a:moveTo>
                <a:lnTo>
                  <a:pt x="1499616" y="69425"/>
                </a:lnTo>
                <a:lnTo>
                  <a:pt x="1499608" y="69211"/>
                </a:lnTo>
                <a:lnTo>
                  <a:pt x="1499595" y="69011"/>
                </a:lnTo>
                <a:lnTo>
                  <a:pt x="1499578" y="68825"/>
                </a:lnTo>
                <a:lnTo>
                  <a:pt x="1499556" y="68652"/>
                </a:lnTo>
                <a:lnTo>
                  <a:pt x="1499530" y="68491"/>
                </a:lnTo>
                <a:lnTo>
                  <a:pt x="1499499" y="68343"/>
                </a:lnTo>
                <a:lnTo>
                  <a:pt x="1499462" y="68206"/>
                </a:lnTo>
                <a:lnTo>
                  <a:pt x="1499419" y="68082"/>
                </a:lnTo>
                <a:lnTo>
                  <a:pt x="1499371" y="67968"/>
                </a:lnTo>
                <a:lnTo>
                  <a:pt x="1499317" y="67865"/>
                </a:lnTo>
                <a:lnTo>
                  <a:pt x="1499256" y="67773"/>
                </a:lnTo>
                <a:lnTo>
                  <a:pt x="1499188" y="67690"/>
                </a:lnTo>
                <a:lnTo>
                  <a:pt x="1499114" y="67617"/>
                </a:lnTo>
                <a:lnTo>
                  <a:pt x="1499032" y="67554"/>
                </a:lnTo>
                <a:lnTo>
                  <a:pt x="1498943" y="67499"/>
                </a:lnTo>
                <a:lnTo>
                  <a:pt x="1498846" y="67453"/>
                </a:lnTo>
                <a:lnTo>
                  <a:pt x="1498741" y="67415"/>
                </a:lnTo>
                <a:lnTo>
                  <a:pt x="1498628" y="67385"/>
                </a:lnTo>
                <a:lnTo>
                  <a:pt x="1498506" y="67362"/>
                </a:lnTo>
                <a:lnTo>
                  <a:pt x="1498376" y="67346"/>
                </a:lnTo>
                <a:lnTo>
                  <a:pt x="1498236" y="67337"/>
                </a:lnTo>
                <a:lnTo>
                  <a:pt x="1498087" y="67334"/>
                </a:lnTo>
                <a:lnTo>
                  <a:pt x="1497352" y="67470"/>
                </a:lnTo>
                <a:lnTo>
                  <a:pt x="1496584" y="67596"/>
                </a:lnTo>
                <a:lnTo>
                  <a:pt x="1495787" y="67713"/>
                </a:lnTo>
                <a:lnTo>
                  <a:pt x="1494962" y="67821"/>
                </a:lnTo>
                <a:lnTo>
                  <a:pt x="1494114" y="67919"/>
                </a:lnTo>
                <a:lnTo>
                  <a:pt x="1493244" y="68008"/>
                </a:lnTo>
                <a:lnTo>
                  <a:pt x="1492357" y="68087"/>
                </a:lnTo>
                <a:lnTo>
                  <a:pt x="1491454" y="68158"/>
                </a:lnTo>
                <a:lnTo>
                  <a:pt x="1490539" y="68220"/>
                </a:lnTo>
                <a:lnTo>
                  <a:pt x="1489614" y="68272"/>
                </a:lnTo>
                <a:lnTo>
                  <a:pt x="1488683" y="68316"/>
                </a:lnTo>
                <a:lnTo>
                  <a:pt x="1487749" y="68350"/>
                </a:lnTo>
                <a:lnTo>
                  <a:pt x="1486814" y="68376"/>
                </a:lnTo>
                <a:lnTo>
                  <a:pt x="1485882" y="68393"/>
                </a:lnTo>
                <a:lnTo>
                  <a:pt x="1484954" y="68402"/>
                </a:lnTo>
                <a:lnTo>
                  <a:pt x="1484036" y="68402"/>
                </a:lnTo>
                <a:lnTo>
                  <a:pt x="1483128" y="68393"/>
                </a:lnTo>
                <a:lnTo>
                  <a:pt x="1482234" y="68376"/>
                </a:lnTo>
                <a:lnTo>
                  <a:pt x="1481358" y="68351"/>
                </a:lnTo>
                <a:lnTo>
                  <a:pt x="1480502" y="68317"/>
                </a:lnTo>
                <a:lnTo>
                  <a:pt x="1479668" y="68275"/>
                </a:lnTo>
                <a:lnTo>
                  <a:pt x="1478861" y="68225"/>
                </a:lnTo>
                <a:lnTo>
                  <a:pt x="1478082" y="68166"/>
                </a:lnTo>
                <a:lnTo>
                  <a:pt x="1477335" y="68100"/>
                </a:lnTo>
                <a:lnTo>
                  <a:pt x="1476823" y="68870"/>
                </a:lnTo>
                <a:lnTo>
                  <a:pt x="1477040" y="70297"/>
                </a:lnTo>
                <a:lnTo>
                  <a:pt x="1477244" y="71807"/>
                </a:lnTo>
                <a:lnTo>
                  <a:pt x="1477436" y="73396"/>
                </a:lnTo>
                <a:lnTo>
                  <a:pt x="1477615" y="75062"/>
                </a:lnTo>
                <a:lnTo>
                  <a:pt x="1477782" y="76800"/>
                </a:lnTo>
                <a:lnTo>
                  <a:pt x="1477938" y="78606"/>
                </a:lnTo>
                <a:lnTo>
                  <a:pt x="1478082" y="80477"/>
                </a:lnTo>
                <a:lnTo>
                  <a:pt x="1478216" y="82409"/>
                </a:lnTo>
                <a:lnTo>
                  <a:pt x="1478338" y="84399"/>
                </a:lnTo>
                <a:lnTo>
                  <a:pt x="1478451" y="86442"/>
                </a:lnTo>
                <a:lnTo>
                  <a:pt x="1478553" y="88536"/>
                </a:lnTo>
                <a:lnTo>
                  <a:pt x="1478646" y="90675"/>
                </a:lnTo>
                <a:lnTo>
                  <a:pt x="1478729" y="92857"/>
                </a:lnTo>
                <a:lnTo>
                  <a:pt x="1478803" y="95078"/>
                </a:lnTo>
                <a:lnTo>
                  <a:pt x="1478869" y="97334"/>
                </a:lnTo>
                <a:lnTo>
                  <a:pt x="1478926" y="99621"/>
                </a:lnTo>
                <a:lnTo>
                  <a:pt x="1478976" y="101936"/>
                </a:lnTo>
                <a:lnTo>
                  <a:pt x="1479018" y="104274"/>
                </a:lnTo>
                <a:lnTo>
                  <a:pt x="1479052" y="106633"/>
                </a:lnTo>
                <a:lnTo>
                  <a:pt x="1479079" y="109008"/>
                </a:lnTo>
                <a:lnTo>
                  <a:pt x="1479100" y="111396"/>
                </a:lnTo>
                <a:lnTo>
                  <a:pt x="1479114" y="113793"/>
                </a:lnTo>
                <a:lnTo>
                  <a:pt x="1479123" y="116196"/>
                </a:lnTo>
                <a:lnTo>
                  <a:pt x="1479126" y="118599"/>
                </a:lnTo>
                <a:lnTo>
                  <a:pt x="1479126" y="187055"/>
                </a:lnTo>
                <a:lnTo>
                  <a:pt x="1479123" y="189441"/>
                </a:lnTo>
                <a:lnTo>
                  <a:pt x="1479115" y="191817"/>
                </a:lnTo>
                <a:lnTo>
                  <a:pt x="1479102" y="194184"/>
                </a:lnTo>
                <a:lnTo>
                  <a:pt x="1479083" y="196538"/>
                </a:lnTo>
                <a:lnTo>
                  <a:pt x="1479057" y="198878"/>
                </a:lnTo>
                <a:lnTo>
                  <a:pt x="1479025" y="201203"/>
                </a:lnTo>
                <a:lnTo>
                  <a:pt x="1478985" y="203510"/>
                </a:lnTo>
                <a:lnTo>
                  <a:pt x="1478938" y="205799"/>
                </a:lnTo>
                <a:lnTo>
                  <a:pt x="1478882" y="208066"/>
                </a:lnTo>
                <a:lnTo>
                  <a:pt x="1478819" y="210312"/>
                </a:lnTo>
                <a:lnTo>
                  <a:pt x="1478746" y="212533"/>
                </a:lnTo>
                <a:lnTo>
                  <a:pt x="1478665" y="214728"/>
                </a:lnTo>
                <a:lnTo>
                  <a:pt x="1478573" y="216896"/>
                </a:lnTo>
                <a:lnTo>
                  <a:pt x="1478472" y="219034"/>
                </a:lnTo>
                <a:lnTo>
                  <a:pt x="1478361" y="221141"/>
                </a:lnTo>
                <a:lnTo>
                  <a:pt x="1478238" y="223216"/>
                </a:lnTo>
                <a:lnTo>
                  <a:pt x="1478105" y="225256"/>
                </a:lnTo>
                <a:lnTo>
                  <a:pt x="1477959" y="227261"/>
                </a:lnTo>
                <a:lnTo>
                  <a:pt x="1477802" y="229227"/>
                </a:lnTo>
                <a:lnTo>
                  <a:pt x="1477633" y="231154"/>
                </a:lnTo>
                <a:lnTo>
                  <a:pt x="1477450" y="233039"/>
                </a:lnTo>
                <a:lnTo>
                  <a:pt x="1477328" y="234193"/>
                </a:lnTo>
                <a:lnTo>
                  <a:pt x="1501443" y="234193"/>
                </a:lnTo>
                <a:lnTo>
                  <a:pt x="1501301" y="232812"/>
                </a:lnTo>
                <a:lnTo>
                  <a:pt x="1501118" y="230883"/>
                </a:lnTo>
                <a:lnTo>
                  <a:pt x="1500948" y="228926"/>
                </a:lnTo>
                <a:lnTo>
                  <a:pt x="1500791" y="226943"/>
                </a:lnTo>
                <a:lnTo>
                  <a:pt x="1500645" y="224933"/>
                </a:lnTo>
                <a:lnTo>
                  <a:pt x="1500512" y="222896"/>
                </a:lnTo>
                <a:lnTo>
                  <a:pt x="1500389" y="220834"/>
                </a:lnTo>
                <a:lnTo>
                  <a:pt x="1500277" y="218747"/>
                </a:lnTo>
                <a:lnTo>
                  <a:pt x="1500176" y="216634"/>
                </a:lnTo>
                <a:lnTo>
                  <a:pt x="1500085" y="214496"/>
                </a:lnTo>
                <a:lnTo>
                  <a:pt x="1500003" y="212334"/>
                </a:lnTo>
                <a:lnTo>
                  <a:pt x="1499930" y="210149"/>
                </a:lnTo>
                <a:lnTo>
                  <a:pt x="1499866" y="207939"/>
                </a:lnTo>
                <a:lnTo>
                  <a:pt x="1499811" y="205707"/>
                </a:lnTo>
                <a:lnTo>
                  <a:pt x="1499764" y="203451"/>
                </a:lnTo>
                <a:lnTo>
                  <a:pt x="1499724" y="201173"/>
                </a:lnTo>
                <a:lnTo>
                  <a:pt x="1499692" y="198873"/>
                </a:lnTo>
                <a:lnTo>
                  <a:pt x="1499666" y="196551"/>
                </a:lnTo>
                <a:lnTo>
                  <a:pt x="1499647" y="194208"/>
                </a:lnTo>
                <a:lnTo>
                  <a:pt x="1499633" y="191844"/>
                </a:lnTo>
                <a:lnTo>
                  <a:pt x="1499626" y="189460"/>
                </a:lnTo>
                <a:lnTo>
                  <a:pt x="1499623" y="187055"/>
                </a:lnTo>
                <a:lnTo>
                  <a:pt x="1499623" y="175769"/>
                </a:lnTo>
                <a:lnTo>
                  <a:pt x="1500470" y="176209"/>
                </a:lnTo>
                <a:lnTo>
                  <a:pt x="1501346" y="176632"/>
                </a:lnTo>
                <a:lnTo>
                  <a:pt x="1502247" y="177040"/>
                </a:lnTo>
                <a:lnTo>
                  <a:pt x="1503175" y="177431"/>
                </a:lnTo>
                <a:lnTo>
                  <a:pt x="1504126" y="177804"/>
                </a:lnTo>
                <a:lnTo>
                  <a:pt x="1505100" y="178161"/>
                </a:lnTo>
                <a:lnTo>
                  <a:pt x="1506095" y="178501"/>
                </a:lnTo>
                <a:lnTo>
                  <a:pt x="1507111" y="178822"/>
                </a:lnTo>
                <a:lnTo>
                  <a:pt x="1508145" y="179126"/>
                </a:lnTo>
                <a:lnTo>
                  <a:pt x="1509196" y="179413"/>
                </a:lnTo>
                <a:lnTo>
                  <a:pt x="1510263" y="179680"/>
                </a:lnTo>
                <a:lnTo>
                  <a:pt x="1511345" y="179930"/>
                </a:lnTo>
                <a:lnTo>
                  <a:pt x="1512441" y="180160"/>
                </a:lnTo>
                <a:lnTo>
                  <a:pt x="1513548" y="180372"/>
                </a:lnTo>
                <a:lnTo>
                  <a:pt x="1514666" y="180565"/>
                </a:lnTo>
                <a:lnTo>
                  <a:pt x="1515794" y="180738"/>
                </a:lnTo>
                <a:lnTo>
                  <a:pt x="1516929" y="180892"/>
                </a:lnTo>
                <a:lnTo>
                  <a:pt x="1518071" y="181026"/>
                </a:lnTo>
                <a:lnTo>
                  <a:pt x="1519218" y="181140"/>
                </a:lnTo>
                <a:lnTo>
                  <a:pt x="1520370" y="181234"/>
                </a:lnTo>
                <a:lnTo>
                  <a:pt x="1521524" y="181307"/>
                </a:lnTo>
                <a:lnTo>
                  <a:pt x="1522679" y="181360"/>
                </a:lnTo>
                <a:lnTo>
                  <a:pt x="1523834" y="181392"/>
                </a:lnTo>
                <a:lnTo>
                  <a:pt x="1524988" y="181402"/>
                </a:lnTo>
                <a:lnTo>
                  <a:pt x="1529146" y="181270"/>
                </a:lnTo>
                <a:lnTo>
                  <a:pt x="1533162" y="180877"/>
                </a:lnTo>
                <a:lnTo>
                  <a:pt x="1537033" y="180230"/>
                </a:lnTo>
                <a:lnTo>
                  <a:pt x="1540755" y="179336"/>
                </a:lnTo>
                <a:lnTo>
                  <a:pt x="1544327" y="178202"/>
                </a:lnTo>
                <a:lnTo>
                  <a:pt x="1547744" y="176833"/>
                </a:lnTo>
                <a:lnTo>
                  <a:pt x="1551004" y="175237"/>
                </a:lnTo>
                <a:lnTo>
                  <a:pt x="1554103" y="173419"/>
                </a:lnTo>
                <a:lnTo>
                  <a:pt x="1557038" y="171387"/>
                </a:lnTo>
                <a:lnTo>
                  <a:pt x="1559807" y="169147"/>
                </a:lnTo>
                <a:lnTo>
                  <a:pt x="1562405" y="166706"/>
                </a:lnTo>
                <a:lnTo>
                  <a:pt x="1564831" y="164070"/>
                </a:lnTo>
                <a:lnTo>
                  <a:pt x="1567080" y="161245"/>
                </a:lnTo>
                <a:lnTo>
                  <a:pt x="1569150" y="158239"/>
                </a:lnTo>
                <a:lnTo>
                  <a:pt x="1571038" y="155058"/>
                </a:lnTo>
                <a:lnTo>
                  <a:pt x="1572740" y="151708"/>
                </a:lnTo>
                <a:lnTo>
                  <a:pt x="1574254" y="148196"/>
                </a:lnTo>
                <a:lnTo>
                  <a:pt x="1575576" y="144528"/>
                </a:lnTo>
                <a:lnTo>
                  <a:pt x="1576703" y="140711"/>
                </a:lnTo>
                <a:lnTo>
                  <a:pt x="1577632" y="136753"/>
                </a:lnTo>
                <a:lnTo>
                  <a:pt x="1578360" y="132658"/>
                </a:lnTo>
                <a:lnTo>
                  <a:pt x="1578884" y="128434"/>
                </a:lnTo>
                <a:lnTo>
                  <a:pt x="1579201" y="124087"/>
                </a:lnTo>
                <a:lnTo>
                  <a:pt x="1579307" y="119624"/>
                </a:lnTo>
                <a:lnTo>
                  <a:pt x="1579225" y="116234"/>
                </a:lnTo>
                <a:lnTo>
                  <a:pt x="1578978" y="112866"/>
                </a:lnTo>
                <a:lnTo>
                  <a:pt x="1578569" y="109531"/>
                </a:lnTo>
                <a:lnTo>
                  <a:pt x="1577998" y="106238"/>
                </a:lnTo>
                <a:lnTo>
                  <a:pt x="1577267" y="103001"/>
                </a:lnTo>
                <a:lnTo>
                  <a:pt x="1576377" y="99828"/>
                </a:lnTo>
                <a:lnTo>
                  <a:pt x="1575330" y="96732"/>
                </a:lnTo>
                <a:lnTo>
                  <a:pt x="1574126" y="93723"/>
                </a:lnTo>
                <a:lnTo>
                  <a:pt x="1572768" y="90811"/>
                </a:lnTo>
                <a:lnTo>
                  <a:pt x="1571256" y="88009"/>
                </a:lnTo>
                <a:lnTo>
                  <a:pt x="1569593" y="85326"/>
                </a:lnTo>
                <a:lnTo>
                  <a:pt x="1567778" y="82774"/>
                </a:lnTo>
                <a:lnTo>
                  <a:pt x="1565814" y="80363"/>
                </a:lnTo>
                <a:lnTo>
                  <a:pt x="1563702" y="78105"/>
                </a:lnTo>
                <a:lnTo>
                  <a:pt x="1561443" y="76010"/>
                </a:lnTo>
                <a:lnTo>
                  <a:pt x="1559038" y="74090"/>
                </a:lnTo>
                <a:lnTo>
                  <a:pt x="1556490" y="72354"/>
                </a:lnTo>
                <a:lnTo>
                  <a:pt x="1553799" y="70815"/>
                </a:lnTo>
                <a:lnTo>
                  <a:pt x="1550966" y="69483"/>
                </a:lnTo>
                <a:lnTo>
                  <a:pt x="1547993" y="68368"/>
                </a:lnTo>
                <a:lnTo>
                  <a:pt x="1544881" y="67482"/>
                </a:lnTo>
                <a:lnTo>
                  <a:pt x="1541632" y="66836"/>
                </a:lnTo>
                <a:lnTo>
                  <a:pt x="1538247" y="66440"/>
                </a:lnTo>
                <a:lnTo>
                  <a:pt x="1534727" y="66306"/>
                </a:lnTo>
                <a:lnTo>
                  <a:pt x="1533463" y="66333"/>
                </a:lnTo>
                <a:lnTo>
                  <a:pt x="1532172" y="66417"/>
                </a:lnTo>
                <a:lnTo>
                  <a:pt x="1530855" y="66561"/>
                </a:lnTo>
                <a:lnTo>
                  <a:pt x="1529513" y="66768"/>
                </a:lnTo>
                <a:lnTo>
                  <a:pt x="1528149" y="67043"/>
                </a:lnTo>
                <a:lnTo>
                  <a:pt x="1526764" y="67387"/>
                </a:lnTo>
                <a:lnTo>
                  <a:pt x="1525359" y="67805"/>
                </a:lnTo>
                <a:lnTo>
                  <a:pt x="1523937" y="68299"/>
                </a:lnTo>
                <a:lnTo>
                  <a:pt x="1522498" y="68874"/>
                </a:lnTo>
                <a:lnTo>
                  <a:pt x="1521046" y="69532"/>
                </a:lnTo>
                <a:lnTo>
                  <a:pt x="1519580" y="70276"/>
                </a:lnTo>
                <a:lnTo>
                  <a:pt x="1518104" y="71111"/>
                </a:lnTo>
                <a:lnTo>
                  <a:pt x="1516618" y="72040"/>
                </a:lnTo>
                <a:lnTo>
                  <a:pt x="1515125" y="73065"/>
                </a:lnTo>
                <a:lnTo>
                  <a:pt x="1513625" y="74190"/>
                </a:lnTo>
                <a:lnTo>
                  <a:pt x="1512122" y="75419"/>
                </a:lnTo>
                <a:lnTo>
                  <a:pt x="1510615" y="76755"/>
                </a:lnTo>
                <a:lnTo>
                  <a:pt x="1509108" y="78201"/>
                </a:lnTo>
                <a:lnTo>
                  <a:pt x="1507601" y="79760"/>
                </a:lnTo>
                <a:lnTo>
                  <a:pt x="1506097" y="81436"/>
                </a:lnTo>
                <a:lnTo>
                  <a:pt x="1504596" y="83232"/>
                </a:lnTo>
                <a:lnTo>
                  <a:pt x="1503101" y="85152"/>
                </a:lnTo>
                <a:lnTo>
                  <a:pt x="1501614" y="87199"/>
                </a:lnTo>
                <a:lnTo>
                  <a:pt x="1500135" y="89376"/>
                </a:lnTo>
                <a:lnTo>
                  <a:pt x="1499623" y="88606"/>
                </a:lnTo>
                <a:lnTo>
                  <a:pt x="1499623" y="69895"/>
                </a:lnTo>
                <a:lnTo>
                  <a:pt x="1499622" y="69652"/>
                </a:lnTo>
                <a:close/>
                <a:moveTo>
                  <a:pt x="1500376" y="101785"/>
                </a:moveTo>
                <a:lnTo>
                  <a:pt x="1501222" y="100120"/>
                </a:lnTo>
                <a:lnTo>
                  <a:pt x="1502153" y="98482"/>
                </a:lnTo>
                <a:lnTo>
                  <a:pt x="1503164" y="96876"/>
                </a:lnTo>
                <a:lnTo>
                  <a:pt x="1504249" y="95306"/>
                </a:lnTo>
                <a:lnTo>
                  <a:pt x="1505401" y="93776"/>
                </a:lnTo>
                <a:lnTo>
                  <a:pt x="1506613" y="92291"/>
                </a:lnTo>
                <a:lnTo>
                  <a:pt x="1507880" y="90855"/>
                </a:lnTo>
                <a:lnTo>
                  <a:pt x="1509195" y="89473"/>
                </a:lnTo>
                <a:lnTo>
                  <a:pt x="1510551" y="88148"/>
                </a:lnTo>
                <a:lnTo>
                  <a:pt x="1511943" y="86885"/>
                </a:lnTo>
                <a:lnTo>
                  <a:pt x="1513364" y="85689"/>
                </a:lnTo>
                <a:lnTo>
                  <a:pt x="1514808" y="84563"/>
                </a:lnTo>
                <a:lnTo>
                  <a:pt x="1516268" y="83512"/>
                </a:lnTo>
                <a:lnTo>
                  <a:pt x="1517738" y="82541"/>
                </a:lnTo>
                <a:lnTo>
                  <a:pt x="1519211" y="81654"/>
                </a:lnTo>
                <a:lnTo>
                  <a:pt x="1520682" y="80855"/>
                </a:lnTo>
                <a:lnTo>
                  <a:pt x="1522144" y="80148"/>
                </a:lnTo>
                <a:lnTo>
                  <a:pt x="1523591" y="79538"/>
                </a:lnTo>
                <a:lnTo>
                  <a:pt x="1525016" y="79029"/>
                </a:lnTo>
                <a:lnTo>
                  <a:pt x="1526413" y="78626"/>
                </a:lnTo>
                <a:lnTo>
                  <a:pt x="1527775" y="78333"/>
                </a:lnTo>
                <a:lnTo>
                  <a:pt x="1529097" y="78154"/>
                </a:lnTo>
                <a:lnTo>
                  <a:pt x="1530372" y="78093"/>
                </a:lnTo>
                <a:lnTo>
                  <a:pt x="1532505" y="78175"/>
                </a:lnTo>
                <a:lnTo>
                  <a:pt x="1534550" y="78422"/>
                </a:lnTo>
                <a:lnTo>
                  <a:pt x="1536507" y="78832"/>
                </a:lnTo>
                <a:lnTo>
                  <a:pt x="1538375" y="79404"/>
                </a:lnTo>
                <a:lnTo>
                  <a:pt x="1540154" y="80137"/>
                </a:lnTo>
                <a:lnTo>
                  <a:pt x="1541844" y="81029"/>
                </a:lnTo>
                <a:lnTo>
                  <a:pt x="1543445" y="82080"/>
                </a:lnTo>
                <a:lnTo>
                  <a:pt x="1544956" y="83287"/>
                </a:lnTo>
                <a:lnTo>
                  <a:pt x="1546377" y="84650"/>
                </a:lnTo>
                <a:lnTo>
                  <a:pt x="1547708" y="86168"/>
                </a:lnTo>
                <a:lnTo>
                  <a:pt x="1548949" y="87839"/>
                </a:lnTo>
                <a:lnTo>
                  <a:pt x="1550099" y="89662"/>
                </a:lnTo>
                <a:lnTo>
                  <a:pt x="1551159" y="91636"/>
                </a:lnTo>
                <a:lnTo>
                  <a:pt x="1552127" y="93760"/>
                </a:lnTo>
                <a:lnTo>
                  <a:pt x="1553005" y="96032"/>
                </a:lnTo>
                <a:lnTo>
                  <a:pt x="1553791" y="98451"/>
                </a:lnTo>
                <a:lnTo>
                  <a:pt x="1554485" y="101017"/>
                </a:lnTo>
                <a:lnTo>
                  <a:pt x="1555087" y="103727"/>
                </a:lnTo>
                <a:lnTo>
                  <a:pt x="1555598" y="106580"/>
                </a:lnTo>
                <a:lnTo>
                  <a:pt x="1556016" y="109576"/>
                </a:lnTo>
                <a:lnTo>
                  <a:pt x="1556342" y="112713"/>
                </a:lnTo>
                <a:lnTo>
                  <a:pt x="1556574" y="115990"/>
                </a:lnTo>
                <a:lnTo>
                  <a:pt x="1556714" y="119406"/>
                </a:lnTo>
                <a:lnTo>
                  <a:pt x="1556761" y="122959"/>
                </a:lnTo>
                <a:lnTo>
                  <a:pt x="1556729" y="125616"/>
                </a:lnTo>
                <a:lnTo>
                  <a:pt x="1556629" y="128323"/>
                </a:lnTo>
                <a:lnTo>
                  <a:pt x="1556454" y="131065"/>
                </a:lnTo>
                <a:lnTo>
                  <a:pt x="1556198" y="133828"/>
                </a:lnTo>
                <a:lnTo>
                  <a:pt x="1555852" y="136597"/>
                </a:lnTo>
                <a:lnTo>
                  <a:pt x="1555412" y="139358"/>
                </a:lnTo>
                <a:lnTo>
                  <a:pt x="1554869" y="142096"/>
                </a:lnTo>
                <a:lnTo>
                  <a:pt x="1554218" y="144797"/>
                </a:lnTo>
                <a:lnTo>
                  <a:pt x="1553451" y="147446"/>
                </a:lnTo>
                <a:lnTo>
                  <a:pt x="1552561" y="150030"/>
                </a:lnTo>
                <a:lnTo>
                  <a:pt x="1551543" y="152532"/>
                </a:lnTo>
                <a:lnTo>
                  <a:pt x="1550388" y="154940"/>
                </a:lnTo>
                <a:lnTo>
                  <a:pt x="1549090" y="157238"/>
                </a:lnTo>
                <a:lnTo>
                  <a:pt x="1547643" y="159412"/>
                </a:lnTo>
                <a:lnTo>
                  <a:pt x="1546040" y="161448"/>
                </a:lnTo>
                <a:lnTo>
                  <a:pt x="1544273" y="163331"/>
                </a:lnTo>
                <a:lnTo>
                  <a:pt x="1542336" y="165047"/>
                </a:lnTo>
                <a:lnTo>
                  <a:pt x="1540223" y="166581"/>
                </a:lnTo>
                <a:lnTo>
                  <a:pt x="1537926" y="167918"/>
                </a:lnTo>
                <a:lnTo>
                  <a:pt x="1535439" y="169045"/>
                </a:lnTo>
                <a:lnTo>
                  <a:pt x="1532755" y="169947"/>
                </a:lnTo>
                <a:lnTo>
                  <a:pt x="1529867" y="170608"/>
                </a:lnTo>
                <a:lnTo>
                  <a:pt x="1526768" y="171016"/>
                </a:lnTo>
                <a:lnTo>
                  <a:pt x="1523452" y="171155"/>
                </a:lnTo>
                <a:lnTo>
                  <a:pt x="1522906" y="171149"/>
                </a:lnTo>
                <a:lnTo>
                  <a:pt x="1522293" y="171129"/>
                </a:lnTo>
                <a:lnTo>
                  <a:pt x="1521619" y="171091"/>
                </a:lnTo>
                <a:lnTo>
                  <a:pt x="1520887" y="171031"/>
                </a:lnTo>
                <a:lnTo>
                  <a:pt x="1520100" y="170945"/>
                </a:lnTo>
                <a:lnTo>
                  <a:pt x="1519261" y="170831"/>
                </a:lnTo>
                <a:lnTo>
                  <a:pt x="1518375" y="170684"/>
                </a:lnTo>
                <a:lnTo>
                  <a:pt x="1517446" y="170500"/>
                </a:lnTo>
                <a:lnTo>
                  <a:pt x="1516476" y="170277"/>
                </a:lnTo>
                <a:lnTo>
                  <a:pt x="1515471" y="170009"/>
                </a:lnTo>
                <a:lnTo>
                  <a:pt x="1514432" y="169695"/>
                </a:lnTo>
                <a:lnTo>
                  <a:pt x="1513364" y="169329"/>
                </a:lnTo>
                <a:lnTo>
                  <a:pt x="1512271" y="168908"/>
                </a:lnTo>
                <a:lnTo>
                  <a:pt x="1511156" y="168430"/>
                </a:lnTo>
                <a:lnTo>
                  <a:pt x="1510024" y="167888"/>
                </a:lnTo>
                <a:lnTo>
                  <a:pt x="1508876" y="167282"/>
                </a:lnTo>
                <a:lnTo>
                  <a:pt x="1507719" y="166605"/>
                </a:lnTo>
                <a:lnTo>
                  <a:pt x="1506554" y="165856"/>
                </a:lnTo>
                <a:lnTo>
                  <a:pt x="1505386" y="165030"/>
                </a:lnTo>
                <a:lnTo>
                  <a:pt x="1504218" y="164123"/>
                </a:lnTo>
                <a:lnTo>
                  <a:pt x="1503054" y="163132"/>
                </a:lnTo>
                <a:lnTo>
                  <a:pt x="1501898" y="162054"/>
                </a:lnTo>
                <a:lnTo>
                  <a:pt x="1500753" y="160884"/>
                </a:lnTo>
                <a:lnTo>
                  <a:pt x="1499623" y="159618"/>
                </a:lnTo>
                <a:lnTo>
                  <a:pt x="1499623" y="103473"/>
                </a:lnTo>
                <a:lnTo>
                  <a:pt x="1500376" y="101785"/>
                </a:lnTo>
                <a:close/>
                <a:moveTo>
                  <a:pt x="1616457" y="69058"/>
                </a:moveTo>
                <a:cubicBezTo>
                  <a:pt x="1611230" y="69058"/>
                  <a:pt x="1605800" y="68956"/>
                  <a:pt x="1602621" y="68546"/>
                </a:cubicBezTo>
                <a:cubicBezTo>
                  <a:pt x="1600881" y="72749"/>
                  <a:pt x="1599497" y="75208"/>
                  <a:pt x="1596987" y="79051"/>
                </a:cubicBezTo>
                <a:lnTo>
                  <a:pt x="1598266" y="80845"/>
                </a:lnTo>
                <a:cubicBezTo>
                  <a:pt x="1602676" y="80536"/>
                  <a:pt x="1610616" y="80384"/>
                  <a:pt x="1616457" y="80333"/>
                </a:cubicBezTo>
                <a:lnTo>
                  <a:pt x="1616457" y="115386"/>
                </a:lnTo>
                <a:cubicBezTo>
                  <a:pt x="1616457" y="130739"/>
                  <a:pt x="1615691" y="149164"/>
                  <a:pt x="1615691" y="156839"/>
                </a:cubicBezTo>
                <a:cubicBezTo>
                  <a:pt x="1615691" y="173478"/>
                  <a:pt x="1626450" y="181402"/>
                  <a:pt x="1638237" y="181402"/>
                </a:cubicBezTo>
                <a:cubicBezTo>
                  <a:pt x="1649000" y="181402"/>
                  <a:pt x="1657198" y="178845"/>
                  <a:pt x="1667957" y="171945"/>
                </a:cubicBezTo>
                <a:lnTo>
                  <a:pt x="1664833" y="165639"/>
                </a:lnTo>
                <a:cubicBezTo>
                  <a:pt x="1656940" y="168356"/>
                  <a:pt x="1651048" y="168614"/>
                  <a:pt x="1644641" y="167590"/>
                </a:cubicBezTo>
                <a:cubicBezTo>
                  <a:pt x="1638546" y="166616"/>
                  <a:pt x="1636188" y="160471"/>
                  <a:pt x="1636188" y="146603"/>
                </a:cubicBezTo>
                <a:cubicBezTo>
                  <a:pt x="1636188" y="138929"/>
                  <a:pt x="1636955" y="127924"/>
                  <a:pt x="1636955" y="112575"/>
                </a:cubicBezTo>
                <a:lnTo>
                  <a:pt x="1636955" y="80333"/>
                </a:lnTo>
                <a:lnTo>
                  <a:pt x="1646693" y="80333"/>
                </a:lnTo>
                <a:cubicBezTo>
                  <a:pt x="1652843" y="80333"/>
                  <a:pt x="1661757" y="80536"/>
                  <a:pt x="1665138" y="80845"/>
                </a:cubicBezTo>
                <a:cubicBezTo>
                  <a:pt x="1665909" y="76748"/>
                  <a:pt x="1666679" y="74132"/>
                  <a:pt x="1668215" y="70340"/>
                </a:cubicBezTo>
                <a:lnTo>
                  <a:pt x="1666933" y="68546"/>
                </a:lnTo>
                <a:cubicBezTo>
                  <a:pt x="1662320" y="68753"/>
                  <a:pt x="1654891" y="69058"/>
                  <a:pt x="1649000" y="69058"/>
                </a:cubicBezTo>
                <a:lnTo>
                  <a:pt x="1636955" y="69058"/>
                </a:lnTo>
                <a:cubicBezTo>
                  <a:pt x="1636955" y="49893"/>
                  <a:pt x="1637111" y="46512"/>
                  <a:pt x="1638237" y="31652"/>
                </a:cubicBezTo>
                <a:cubicBezTo>
                  <a:pt x="1638237" y="29806"/>
                  <a:pt x="1637521" y="29091"/>
                  <a:pt x="1635930" y="29091"/>
                </a:cubicBezTo>
                <a:cubicBezTo>
                  <a:pt x="1629526" y="31652"/>
                  <a:pt x="1626348" y="34369"/>
                  <a:pt x="1617997" y="35495"/>
                </a:cubicBezTo>
                <a:lnTo>
                  <a:pt x="1617485" y="36265"/>
                </a:lnTo>
                <a:cubicBezTo>
                  <a:pt x="1616973" y="45182"/>
                  <a:pt x="1616457" y="54198"/>
                  <a:pt x="1616457" y="69058"/>
                </a:cubicBezTo>
                <a:close/>
                <a:moveTo>
                  <a:pt x="1699727" y="25830"/>
                </a:moveTo>
                <a:cubicBezTo>
                  <a:pt x="1699727" y="32746"/>
                  <a:pt x="1705877" y="38896"/>
                  <a:pt x="1712796" y="38896"/>
                </a:cubicBezTo>
                <a:cubicBezTo>
                  <a:pt x="1719712" y="38896"/>
                  <a:pt x="1725862" y="32746"/>
                  <a:pt x="1725862" y="25830"/>
                </a:cubicBezTo>
                <a:cubicBezTo>
                  <a:pt x="1725862" y="18910"/>
                  <a:pt x="1719712" y="12761"/>
                  <a:pt x="1712796" y="12761"/>
                </a:cubicBezTo>
                <a:cubicBezTo>
                  <a:pt x="1705877" y="12761"/>
                  <a:pt x="1699727" y="18910"/>
                  <a:pt x="1699727" y="25830"/>
                </a:cubicBezTo>
                <a:moveTo>
                  <a:pt x="1702292" y="118736"/>
                </a:moveTo>
                <a:lnTo>
                  <a:pt x="1702292" y="132815"/>
                </a:lnTo>
                <a:cubicBezTo>
                  <a:pt x="1702292" y="152010"/>
                  <a:pt x="1701830" y="165064"/>
                  <a:pt x="1699985" y="178884"/>
                </a:cubicBezTo>
                <a:lnTo>
                  <a:pt x="1700497" y="179651"/>
                </a:lnTo>
                <a:cubicBezTo>
                  <a:pt x="1703570" y="179142"/>
                  <a:pt x="1709466" y="178884"/>
                  <a:pt x="1712538" y="178884"/>
                </a:cubicBezTo>
                <a:cubicBezTo>
                  <a:pt x="1715615" y="178884"/>
                  <a:pt x="1721507" y="179142"/>
                  <a:pt x="1724580" y="179651"/>
                </a:cubicBezTo>
                <a:lnTo>
                  <a:pt x="1725092" y="178884"/>
                </a:lnTo>
                <a:cubicBezTo>
                  <a:pt x="1723251" y="164349"/>
                  <a:pt x="1722789" y="152264"/>
                  <a:pt x="1722789" y="132815"/>
                </a:cubicBezTo>
                <a:lnTo>
                  <a:pt x="1722789" y="114643"/>
                </a:lnTo>
                <a:cubicBezTo>
                  <a:pt x="1722789" y="95447"/>
                  <a:pt x="1723454" y="86232"/>
                  <a:pt x="1725092" y="70618"/>
                </a:cubicBezTo>
                <a:cubicBezTo>
                  <a:pt x="1725092" y="68315"/>
                  <a:pt x="1724787" y="68057"/>
                  <a:pt x="1722789" y="68057"/>
                </a:cubicBezTo>
                <a:cubicBezTo>
                  <a:pt x="1716944" y="68624"/>
                  <a:pt x="1705927" y="68776"/>
                  <a:pt x="1700497" y="68315"/>
                </a:cubicBezTo>
                <a:lnTo>
                  <a:pt x="1699985" y="69081"/>
                </a:lnTo>
                <a:cubicBezTo>
                  <a:pt x="1701572" y="80036"/>
                  <a:pt x="1702292" y="99541"/>
                  <a:pt x="1702292" y="118736"/>
                </a:cubicBezTo>
                <a:close/>
                <a:moveTo>
                  <a:pt x="1755584" y="126290"/>
                </a:moveTo>
                <a:cubicBezTo>
                  <a:pt x="1755584" y="157054"/>
                  <a:pt x="1775823" y="181402"/>
                  <a:pt x="1809903" y="181402"/>
                </a:cubicBezTo>
                <a:cubicBezTo>
                  <a:pt x="1843720" y="181402"/>
                  <a:pt x="1864218" y="157570"/>
                  <a:pt x="1864218" y="123983"/>
                </a:cubicBezTo>
                <a:cubicBezTo>
                  <a:pt x="1864218" y="89118"/>
                  <a:pt x="1845515" y="66306"/>
                  <a:pt x="1810927" y="66306"/>
                </a:cubicBezTo>
                <a:cubicBezTo>
                  <a:pt x="1777360" y="66306"/>
                  <a:pt x="1755584" y="89888"/>
                  <a:pt x="1755584" y="126290"/>
                </a:cubicBezTo>
                <a:moveTo>
                  <a:pt x="1809132" y="76556"/>
                </a:moveTo>
                <a:cubicBezTo>
                  <a:pt x="1836292" y="76556"/>
                  <a:pt x="1841671" y="97578"/>
                  <a:pt x="1841671" y="128600"/>
                </a:cubicBezTo>
                <a:cubicBezTo>
                  <a:pt x="1841671" y="152952"/>
                  <a:pt x="1829372" y="171155"/>
                  <a:pt x="1812205" y="171155"/>
                </a:cubicBezTo>
                <a:cubicBezTo>
                  <a:pt x="1785050" y="171155"/>
                  <a:pt x="1778130" y="141674"/>
                  <a:pt x="1778130" y="121934"/>
                </a:cubicBezTo>
                <a:cubicBezTo>
                  <a:pt x="1778130" y="99630"/>
                  <a:pt x="1785050" y="76556"/>
                  <a:pt x="1809132" y="76556"/>
                </a:cubicBezTo>
                <a:close/>
                <a:moveTo>
                  <a:pt x="1991813" y="132717"/>
                </a:moveTo>
                <a:cubicBezTo>
                  <a:pt x="1991813" y="124511"/>
                  <a:pt x="1992325" y="115022"/>
                  <a:pt x="1992325" y="106816"/>
                </a:cubicBezTo>
                <a:cubicBezTo>
                  <a:pt x="1992325" y="80141"/>
                  <a:pt x="1983615" y="66306"/>
                  <a:pt x="1960556" y="66306"/>
                </a:cubicBezTo>
                <a:cubicBezTo>
                  <a:pt x="1950818" y="66306"/>
                  <a:pt x="1932627" y="70153"/>
                  <a:pt x="1916230" y="89376"/>
                </a:cubicBezTo>
                <a:lnTo>
                  <a:pt x="1915718" y="88606"/>
                </a:lnTo>
                <a:lnTo>
                  <a:pt x="1915718" y="69895"/>
                </a:lnTo>
                <a:cubicBezTo>
                  <a:pt x="1915667" y="67897"/>
                  <a:pt x="1915409" y="67334"/>
                  <a:pt x="1914182" y="67334"/>
                </a:cubicBezTo>
                <a:cubicBezTo>
                  <a:pt x="1908442" y="68460"/>
                  <a:pt x="1899267" y="68663"/>
                  <a:pt x="1893426" y="68100"/>
                </a:cubicBezTo>
                <a:lnTo>
                  <a:pt x="1892914" y="68870"/>
                </a:lnTo>
                <a:cubicBezTo>
                  <a:pt x="1894708" y="79938"/>
                  <a:pt x="1895220" y="99376"/>
                  <a:pt x="1895220" y="118611"/>
                </a:cubicBezTo>
                <a:lnTo>
                  <a:pt x="1895220" y="132717"/>
                </a:lnTo>
                <a:cubicBezTo>
                  <a:pt x="1895220" y="151956"/>
                  <a:pt x="1894962" y="165033"/>
                  <a:pt x="1892914" y="178884"/>
                </a:cubicBezTo>
                <a:lnTo>
                  <a:pt x="1893426" y="179651"/>
                </a:lnTo>
                <a:cubicBezTo>
                  <a:pt x="1896503" y="179139"/>
                  <a:pt x="1902394" y="178884"/>
                  <a:pt x="1905467" y="178884"/>
                </a:cubicBezTo>
                <a:cubicBezTo>
                  <a:pt x="1908544" y="178884"/>
                  <a:pt x="1914436" y="179139"/>
                  <a:pt x="1917512" y="179651"/>
                </a:cubicBezTo>
                <a:lnTo>
                  <a:pt x="1918025" y="178884"/>
                </a:lnTo>
                <a:cubicBezTo>
                  <a:pt x="1915972" y="164263"/>
                  <a:pt x="1915718" y="152210"/>
                  <a:pt x="1915718" y="132717"/>
                </a:cubicBezTo>
                <a:lnTo>
                  <a:pt x="1915718" y="102711"/>
                </a:lnTo>
                <a:cubicBezTo>
                  <a:pt x="1928784" y="87323"/>
                  <a:pt x="1943644" y="81682"/>
                  <a:pt x="1952870" y="81682"/>
                </a:cubicBezTo>
                <a:cubicBezTo>
                  <a:pt x="1965936" y="81682"/>
                  <a:pt x="1971315" y="86811"/>
                  <a:pt x="1971315" y="107582"/>
                </a:cubicBezTo>
                <a:lnTo>
                  <a:pt x="1971315" y="132717"/>
                </a:lnTo>
                <a:cubicBezTo>
                  <a:pt x="1971315" y="151956"/>
                  <a:pt x="1970854" y="165084"/>
                  <a:pt x="1969009" y="178884"/>
                </a:cubicBezTo>
                <a:lnTo>
                  <a:pt x="1969521" y="179651"/>
                </a:lnTo>
                <a:cubicBezTo>
                  <a:pt x="1972598" y="179139"/>
                  <a:pt x="1978489" y="178884"/>
                  <a:pt x="1981566" y="178884"/>
                </a:cubicBezTo>
                <a:cubicBezTo>
                  <a:pt x="1984639" y="178884"/>
                  <a:pt x="1990531" y="179139"/>
                  <a:pt x="1993608" y="179651"/>
                </a:cubicBezTo>
                <a:lnTo>
                  <a:pt x="1994120" y="178884"/>
                </a:lnTo>
                <a:cubicBezTo>
                  <a:pt x="1992122" y="164263"/>
                  <a:pt x="1991813" y="152210"/>
                  <a:pt x="1991813" y="132717"/>
                </a:cubicBezTo>
                <a:close/>
                <a:moveTo>
                  <a:pt x="2101475" y="69058"/>
                </a:moveTo>
                <a:cubicBezTo>
                  <a:pt x="2095888" y="69058"/>
                  <a:pt x="2089997" y="69007"/>
                  <a:pt x="2086611" y="68546"/>
                </a:cubicBezTo>
                <a:cubicBezTo>
                  <a:pt x="2084871" y="72698"/>
                  <a:pt x="2083487" y="75208"/>
                  <a:pt x="2080977" y="79051"/>
                </a:cubicBezTo>
                <a:lnTo>
                  <a:pt x="2082256" y="80845"/>
                </a:lnTo>
                <a:cubicBezTo>
                  <a:pt x="2086869" y="80536"/>
                  <a:pt x="2095325" y="80333"/>
                  <a:pt x="2101217" y="80333"/>
                </a:cubicBezTo>
                <a:lnTo>
                  <a:pt x="2101475" y="80333"/>
                </a:lnTo>
                <a:lnTo>
                  <a:pt x="2101475" y="127943"/>
                </a:lnTo>
                <a:cubicBezTo>
                  <a:pt x="2101475" y="147143"/>
                  <a:pt x="2101115" y="165166"/>
                  <a:pt x="2098910" y="178884"/>
                </a:cubicBezTo>
                <a:lnTo>
                  <a:pt x="2099423" y="179651"/>
                </a:lnTo>
                <a:cubicBezTo>
                  <a:pt x="2102499" y="179142"/>
                  <a:pt x="2108649" y="178884"/>
                  <a:pt x="2111722" y="178884"/>
                </a:cubicBezTo>
                <a:cubicBezTo>
                  <a:pt x="2114795" y="178884"/>
                  <a:pt x="2120945" y="179142"/>
                  <a:pt x="2124021" y="179651"/>
                </a:cubicBezTo>
                <a:lnTo>
                  <a:pt x="2124533" y="178884"/>
                </a:lnTo>
                <a:cubicBezTo>
                  <a:pt x="2122379" y="164294"/>
                  <a:pt x="2121969" y="147143"/>
                  <a:pt x="2121969" y="127943"/>
                </a:cubicBezTo>
                <a:lnTo>
                  <a:pt x="2121969" y="80333"/>
                </a:lnTo>
                <a:lnTo>
                  <a:pt x="2130683" y="80333"/>
                </a:lnTo>
                <a:cubicBezTo>
                  <a:pt x="2136833" y="80333"/>
                  <a:pt x="2145747" y="80536"/>
                  <a:pt x="2149128" y="80845"/>
                </a:cubicBezTo>
                <a:cubicBezTo>
                  <a:pt x="2149898" y="76748"/>
                  <a:pt x="2150669" y="74132"/>
                  <a:pt x="2152205" y="70340"/>
                </a:cubicBezTo>
                <a:lnTo>
                  <a:pt x="2150923" y="68546"/>
                </a:lnTo>
                <a:cubicBezTo>
                  <a:pt x="2146618" y="68749"/>
                  <a:pt x="2138881" y="69058"/>
                  <a:pt x="2132990" y="69058"/>
                </a:cubicBezTo>
                <a:lnTo>
                  <a:pt x="2121969" y="69058"/>
                </a:lnTo>
                <a:lnTo>
                  <a:pt x="2121969" y="66743"/>
                </a:lnTo>
                <a:cubicBezTo>
                  <a:pt x="2121969" y="57474"/>
                  <a:pt x="2120690" y="44088"/>
                  <a:pt x="2120690" y="39455"/>
                </a:cubicBezTo>
                <a:cubicBezTo>
                  <a:pt x="2120690" y="25244"/>
                  <a:pt x="2129862" y="15630"/>
                  <a:pt x="2144519" y="15630"/>
                </a:cubicBezTo>
                <a:cubicBezTo>
                  <a:pt x="2151126" y="15630"/>
                  <a:pt x="2156560" y="19442"/>
                  <a:pt x="2159379" y="24521"/>
                </a:cubicBezTo>
                <a:lnTo>
                  <a:pt x="2162198" y="24270"/>
                </a:lnTo>
                <a:cubicBezTo>
                  <a:pt x="2163988" y="17409"/>
                  <a:pt x="2166756" y="8765"/>
                  <a:pt x="2169372" y="3331"/>
                </a:cubicBezTo>
                <a:lnTo>
                  <a:pt x="2169114" y="2565"/>
                </a:lnTo>
                <a:cubicBezTo>
                  <a:pt x="2167065" y="1282"/>
                  <a:pt x="2162452" y="0"/>
                  <a:pt x="2157585" y="0"/>
                </a:cubicBezTo>
                <a:cubicBezTo>
                  <a:pt x="2141442" y="0"/>
                  <a:pt x="2125249" y="7483"/>
                  <a:pt x="2115565" y="19696"/>
                </a:cubicBezTo>
                <a:cubicBezTo>
                  <a:pt x="2105830" y="31988"/>
                  <a:pt x="2101475" y="44088"/>
                  <a:pt x="2101475" y="59018"/>
                </a:cubicBezTo>
                <a:lnTo>
                  <a:pt x="2101475" y="69058"/>
                </a:lnTo>
                <a:close/>
                <a:moveTo>
                  <a:pt x="2166296" y="126290"/>
                </a:moveTo>
                <a:cubicBezTo>
                  <a:pt x="2166296" y="157054"/>
                  <a:pt x="2186536" y="181402"/>
                  <a:pt x="2220615" y="181402"/>
                </a:cubicBezTo>
                <a:cubicBezTo>
                  <a:pt x="2254433" y="181402"/>
                  <a:pt x="2274930" y="157570"/>
                  <a:pt x="2274930" y="123983"/>
                </a:cubicBezTo>
                <a:cubicBezTo>
                  <a:pt x="2274930" y="89118"/>
                  <a:pt x="2256227" y="66306"/>
                  <a:pt x="2221640" y="66306"/>
                </a:cubicBezTo>
                <a:cubicBezTo>
                  <a:pt x="2188072" y="66306"/>
                  <a:pt x="2166296" y="89888"/>
                  <a:pt x="2166296" y="126290"/>
                </a:cubicBezTo>
                <a:moveTo>
                  <a:pt x="2219845" y="76556"/>
                </a:moveTo>
                <a:cubicBezTo>
                  <a:pt x="2247005" y="76556"/>
                  <a:pt x="2252384" y="97578"/>
                  <a:pt x="2252384" y="128600"/>
                </a:cubicBezTo>
                <a:cubicBezTo>
                  <a:pt x="2252384" y="152952"/>
                  <a:pt x="2240085" y="171155"/>
                  <a:pt x="2222918" y="171155"/>
                </a:cubicBezTo>
                <a:cubicBezTo>
                  <a:pt x="2195762" y="171155"/>
                  <a:pt x="2188842" y="141674"/>
                  <a:pt x="2188842" y="121934"/>
                </a:cubicBezTo>
                <a:cubicBezTo>
                  <a:pt x="2188842" y="99630"/>
                  <a:pt x="2195762" y="76556"/>
                  <a:pt x="2219845" y="76556"/>
                </a:cubicBezTo>
                <a:close/>
                <a:moveTo>
                  <a:pt x="2327455" y="93219"/>
                </a:moveTo>
                <a:lnTo>
                  <a:pt x="2327455" y="69895"/>
                </a:lnTo>
                <a:cubicBezTo>
                  <a:pt x="2327455" y="67897"/>
                  <a:pt x="2327146" y="67334"/>
                  <a:pt x="2325918" y="67334"/>
                </a:cubicBezTo>
                <a:cubicBezTo>
                  <a:pt x="2320179" y="68460"/>
                  <a:pt x="2311007" y="68663"/>
                  <a:pt x="2305163" y="68100"/>
                </a:cubicBezTo>
                <a:lnTo>
                  <a:pt x="2304651" y="68870"/>
                </a:lnTo>
                <a:cubicBezTo>
                  <a:pt x="2306445" y="79938"/>
                  <a:pt x="2306957" y="99376"/>
                  <a:pt x="2306957" y="118611"/>
                </a:cubicBezTo>
                <a:lnTo>
                  <a:pt x="2306957" y="132717"/>
                </a:lnTo>
                <a:cubicBezTo>
                  <a:pt x="2306957" y="151952"/>
                  <a:pt x="2306652" y="165084"/>
                  <a:pt x="2304651" y="178884"/>
                </a:cubicBezTo>
                <a:lnTo>
                  <a:pt x="2305163" y="179651"/>
                </a:lnTo>
                <a:cubicBezTo>
                  <a:pt x="2308240" y="179139"/>
                  <a:pt x="2314131" y="178884"/>
                  <a:pt x="2317208" y="178884"/>
                </a:cubicBezTo>
                <a:cubicBezTo>
                  <a:pt x="2320281" y="178884"/>
                  <a:pt x="2326173" y="179139"/>
                  <a:pt x="2329249" y="179651"/>
                </a:cubicBezTo>
                <a:lnTo>
                  <a:pt x="2329761" y="178884"/>
                </a:lnTo>
                <a:cubicBezTo>
                  <a:pt x="2327865" y="164263"/>
                  <a:pt x="2327455" y="152210"/>
                  <a:pt x="2327455" y="132717"/>
                </a:cubicBezTo>
                <a:lnTo>
                  <a:pt x="2327455" y="119381"/>
                </a:lnTo>
                <a:cubicBezTo>
                  <a:pt x="2327455" y="108607"/>
                  <a:pt x="2330684" y="102453"/>
                  <a:pt x="2336165" y="93989"/>
                </a:cubicBezTo>
                <a:cubicBezTo>
                  <a:pt x="2339907" y="88297"/>
                  <a:pt x="2345646" y="85013"/>
                  <a:pt x="2350513" y="85013"/>
                </a:cubicBezTo>
                <a:cubicBezTo>
                  <a:pt x="2355639" y="85013"/>
                  <a:pt x="2360506" y="85525"/>
                  <a:pt x="2363837" y="88602"/>
                </a:cubicBezTo>
                <a:lnTo>
                  <a:pt x="2365886" y="88090"/>
                </a:lnTo>
                <a:lnTo>
                  <a:pt x="2371011" y="69124"/>
                </a:lnTo>
                <a:lnTo>
                  <a:pt x="2369987" y="68100"/>
                </a:lnTo>
                <a:cubicBezTo>
                  <a:pt x="2365631" y="66822"/>
                  <a:pt x="2365373" y="66306"/>
                  <a:pt x="2360764" y="66306"/>
                </a:cubicBezTo>
                <a:cubicBezTo>
                  <a:pt x="2346928" y="66306"/>
                  <a:pt x="2339496" y="74250"/>
                  <a:pt x="2328225" y="93731"/>
                </a:cubicBezTo>
                <a:lnTo>
                  <a:pt x="2327455" y="93219"/>
                </a:lnTo>
                <a:close/>
                <a:moveTo>
                  <a:pt x="2452487" y="152952"/>
                </a:moveTo>
                <a:lnTo>
                  <a:pt x="2448132" y="174486"/>
                </a:lnTo>
                <a:cubicBezTo>
                  <a:pt x="2462738" y="179612"/>
                  <a:pt x="2477086" y="181402"/>
                  <a:pt x="2486820" y="181402"/>
                </a:cubicBezTo>
                <a:cubicBezTo>
                  <a:pt x="2522178" y="181402"/>
                  <a:pt x="2530376" y="160388"/>
                  <a:pt x="2530376" y="146287"/>
                </a:cubicBezTo>
                <a:cubicBezTo>
                  <a:pt x="2530376" y="125265"/>
                  <a:pt x="2513722" y="117063"/>
                  <a:pt x="2495531" y="112704"/>
                </a:cubicBezTo>
                <a:cubicBezTo>
                  <a:pt x="2485847" y="110397"/>
                  <a:pt x="2471706" y="105526"/>
                  <a:pt x="2471706" y="92707"/>
                </a:cubicBezTo>
                <a:cubicBezTo>
                  <a:pt x="2471706" y="82194"/>
                  <a:pt x="2480158" y="76556"/>
                  <a:pt x="2491175" y="76556"/>
                </a:cubicBezTo>
                <a:cubicBezTo>
                  <a:pt x="2504499" y="76556"/>
                  <a:pt x="2512697" y="87065"/>
                  <a:pt x="2518593" y="93989"/>
                </a:cubicBezTo>
                <a:lnTo>
                  <a:pt x="2522178" y="93731"/>
                </a:lnTo>
                <a:lnTo>
                  <a:pt x="2527303" y="74762"/>
                </a:lnTo>
                <a:lnTo>
                  <a:pt x="2526791" y="73996"/>
                </a:lnTo>
                <a:cubicBezTo>
                  <a:pt x="2519359" y="70153"/>
                  <a:pt x="2505269" y="66306"/>
                  <a:pt x="2492200" y="66306"/>
                </a:cubicBezTo>
                <a:cubicBezTo>
                  <a:pt x="2473242" y="66306"/>
                  <a:pt x="2453511" y="76298"/>
                  <a:pt x="2453511" y="97578"/>
                </a:cubicBezTo>
                <a:cubicBezTo>
                  <a:pt x="2453511" y="118087"/>
                  <a:pt x="2468836" y="124855"/>
                  <a:pt x="2484260" y="129112"/>
                </a:cubicBezTo>
                <a:cubicBezTo>
                  <a:pt x="2499120" y="133213"/>
                  <a:pt x="2510137" y="137314"/>
                  <a:pt x="2510137" y="149876"/>
                </a:cubicBezTo>
                <a:cubicBezTo>
                  <a:pt x="2510137" y="163465"/>
                  <a:pt x="2500144" y="171155"/>
                  <a:pt x="2486566" y="171155"/>
                </a:cubicBezTo>
                <a:cubicBezTo>
                  <a:pt x="2474267" y="171155"/>
                  <a:pt x="2463504" y="162695"/>
                  <a:pt x="2456330" y="152698"/>
                </a:cubicBezTo>
                <a:lnTo>
                  <a:pt x="2452487" y="152952"/>
                </a:lnTo>
                <a:close/>
                <a:moveTo>
                  <a:pt x="2634656" y="155337"/>
                </a:moveTo>
                <a:lnTo>
                  <a:pt x="2635680" y="156104"/>
                </a:lnTo>
                <a:lnTo>
                  <a:pt x="2636963" y="178884"/>
                </a:lnTo>
                <a:cubicBezTo>
                  <a:pt x="2636963" y="179397"/>
                  <a:pt x="2637272" y="179651"/>
                  <a:pt x="2637987" y="179651"/>
                </a:cubicBezTo>
                <a:cubicBezTo>
                  <a:pt x="2641369" y="179193"/>
                  <a:pt x="2644395" y="178884"/>
                  <a:pt x="2648132" y="178884"/>
                </a:cubicBezTo>
                <a:cubicBezTo>
                  <a:pt x="2651311" y="178884"/>
                  <a:pt x="2656178" y="179142"/>
                  <a:pt x="2659509" y="179651"/>
                </a:cubicBezTo>
                <a:lnTo>
                  <a:pt x="2660021" y="178884"/>
                </a:lnTo>
                <a:cubicBezTo>
                  <a:pt x="2657972" y="167879"/>
                  <a:pt x="2655666" y="148937"/>
                  <a:pt x="2655666" y="129742"/>
                </a:cubicBezTo>
                <a:lnTo>
                  <a:pt x="2655666" y="115151"/>
                </a:lnTo>
                <a:cubicBezTo>
                  <a:pt x="2655666" y="95952"/>
                  <a:pt x="2655924" y="82644"/>
                  <a:pt x="2657972" y="69077"/>
                </a:cubicBezTo>
                <a:lnTo>
                  <a:pt x="2657460" y="68307"/>
                </a:lnTo>
                <a:cubicBezTo>
                  <a:pt x="2654384" y="68819"/>
                  <a:pt x="2648492" y="69077"/>
                  <a:pt x="2645419" y="69077"/>
                </a:cubicBezTo>
                <a:cubicBezTo>
                  <a:pt x="2642342" y="69077"/>
                  <a:pt x="2636451" y="68819"/>
                  <a:pt x="2633378" y="68307"/>
                </a:cubicBezTo>
                <a:lnTo>
                  <a:pt x="2632862" y="69077"/>
                </a:lnTo>
                <a:cubicBezTo>
                  <a:pt x="2634863" y="83719"/>
                  <a:pt x="2635168" y="95697"/>
                  <a:pt x="2635168" y="115151"/>
                </a:cubicBezTo>
                <a:lnTo>
                  <a:pt x="2635168" y="140235"/>
                </a:lnTo>
                <a:cubicBezTo>
                  <a:pt x="2627380" y="153343"/>
                  <a:pt x="2612622" y="167054"/>
                  <a:pt x="2600068" y="167054"/>
                </a:cubicBezTo>
                <a:cubicBezTo>
                  <a:pt x="2591252" y="167054"/>
                  <a:pt x="2582902" y="164243"/>
                  <a:pt x="2582902" y="140450"/>
                </a:cubicBezTo>
                <a:lnTo>
                  <a:pt x="2582902" y="115124"/>
                </a:lnTo>
                <a:cubicBezTo>
                  <a:pt x="2582902" y="95936"/>
                  <a:pt x="2583156" y="82636"/>
                  <a:pt x="2585208" y="69077"/>
                </a:cubicBezTo>
                <a:lnTo>
                  <a:pt x="2584696" y="68307"/>
                </a:lnTo>
                <a:cubicBezTo>
                  <a:pt x="2581619" y="68819"/>
                  <a:pt x="2575728" y="69077"/>
                  <a:pt x="2572651" y="69077"/>
                </a:cubicBezTo>
                <a:cubicBezTo>
                  <a:pt x="2569578" y="69077"/>
                  <a:pt x="2563686" y="68819"/>
                  <a:pt x="2560610" y="68307"/>
                </a:cubicBezTo>
                <a:lnTo>
                  <a:pt x="2560097" y="69077"/>
                </a:lnTo>
                <a:cubicBezTo>
                  <a:pt x="2562146" y="83656"/>
                  <a:pt x="2562404" y="95682"/>
                  <a:pt x="2562404" y="115124"/>
                </a:cubicBezTo>
                <a:lnTo>
                  <a:pt x="2562404" y="145822"/>
                </a:lnTo>
                <a:cubicBezTo>
                  <a:pt x="2562404" y="163473"/>
                  <a:pt x="2570602" y="181402"/>
                  <a:pt x="2595967" y="181402"/>
                </a:cubicBezTo>
                <a:cubicBezTo>
                  <a:pt x="2611852" y="181402"/>
                  <a:pt x="2626200" y="168336"/>
                  <a:pt x="2634656" y="155286"/>
                </a:cubicBezTo>
                <a:lnTo>
                  <a:pt x="2634656" y="155337"/>
                </a:lnTo>
                <a:close/>
                <a:moveTo>
                  <a:pt x="2720229" y="69652"/>
                </a:moveTo>
                <a:lnTo>
                  <a:pt x="2720224" y="69425"/>
                </a:lnTo>
                <a:lnTo>
                  <a:pt x="2720215" y="69211"/>
                </a:lnTo>
                <a:lnTo>
                  <a:pt x="2720203" y="69011"/>
                </a:lnTo>
                <a:lnTo>
                  <a:pt x="2720186" y="68825"/>
                </a:lnTo>
                <a:lnTo>
                  <a:pt x="2720164" y="68652"/>
                </a:lnTo>
                <a:lnTo>
                  <a:pt x="2720138" y="68491"/>
                </a:lnTo>
                <a:lnTo>
                  <a:pt x="2720106" y="68343"/>
                </a:lnTo>
                <a:lnTo>
                  <a:pt x="2720069" y="68206"/>
                </a:lnTo>
                <a:lnTo>
                  <a:pt x="2720027" y="68082"/>
                </a:lnTo>
                <a:lnTo>
                  <a:pt x="2719979" y="67968"/>
                </a:lnTo>
                <a:lnTo>
                  <a:pt x="2719925" y="67865"/>
                </a:lnTo>
                <a:lnTo>
                  <a:pt x="2719864" y="67773"/>
                </a:lnTo>
                <a:lnTo>
                  <a:pt x="2719796" y="67690"/>
                </a:lnTo>
                <a:lnTo>
                  <a:pt x="2719722" y="67617"/>
                </a:lnTo>
                <a:lnTo>
                  <a:pt x="2719640" y="67554"/>
                </a:lnTo>
                <a:lnTo>
                  <a:pt x="2719551" y="67499"/>
                </a:lnTo>
                <a:lnTo>
                  <a:pt x="2719454" y="67453"/>
                </a:lnTo>
                <a:lnTo>
                  <a:pt x="2719349" y="67415"/>
                </a:lnTo>
                <a:lnTo>
                  <a:pt x="2719236" y="67385"/>
                </a:lnTo>
                <a:lnTo>
                  <a:pt x="2719114" y="67362"/>
                </a:lnTo>
                <a:lnTo>
                  <a:pt x="2718983" y="67346"/>
                </a:lnTo>
                <a:lnTo>
                  <a:pt x="2718844" y="67337"/>
                </a:lnTo>
                <a:lnTo>
                  <a:pt x="2718694" y="67334"/>
                </a:lnTo>
                <a:lnTo>
                  <a:pt x="2717960" y="67470"/>
                </a:lnTo>
                <a:lnTo>
                  <a:pt x="2717192" y="67596"/>
                </a:lnTo>
                <a:lnTo>
                  <a:pt x="2716395" y="67713"/>
                </a:lnTo>
                <a:lnTo>
                  <a:pt x="2715570" y="67821"/>
                </a:lnTo>
                <a:lnTo>
                  <a:pt x="2714722" y="67919"/>
                </a:lnTo>
                <a:lnTo>
                  <a:pt x="2713852" y="68008"/>
                </a:lnTo>
                <a:lnTo>
                  <a:pt x="2712964" y="68087"/>
                </a:lnTo>
                <a:lnTo>
                  <a:pt x="2712062" y="68158"/>
                </a:lnTo>
                <a:lnTo>
                  <a:pt x="2711146" y="68220"/>
                </a:lnTo>
                <a:lnTo>
                  <a:pt x="2710222" y="68272"/>
                </a:lnTo>
                <a:lnTo>
                  <a:pt x="2709291" y="68316"/>
                </a:lnTo>
                <a:lnTo>
                  <a:pt x="2708357" y="68350"/>
                </a:lnTo>
                <a:lnTo>
                  <a:pt x="2707422" y="68376"/>
                </a:lnTo>
                <a:lnTo>
                  <a:pt x="2706489" y="68393"/>
                </a:lnTo>
                <a:lnTo>
                  <a:pt x="2705562" y="68402"/>
                </a:lnTo>
                <a:lnTo>
                  <a:pt x="2704643" y="68402"/>
                </a:lnTo>
                <a:lnTo>
                  <a:pt x="2703736" y="68393"/>
                </a:lnTo>
                <a:lnTo>
                  <a:pt x="2702842" y="68376"/>
                </a:lnTo>
                <a:lnTo>
                  <a:pt x="2701966" y="68351"/>
                </a:lnTo>
                <a:lnTo>
                  <a:pt x="2701109" y="68317"/>
                </a:lnTo>
                <a:lnTo>
                  <a:pt x="2700276" y="68275"/>
                </a:lnTo>
                <a:lnTo>
                  <a:pt x="2699468" y="68225"/>
                </a:lnTo>
                <a:lnTo>
                  <a:pt x="2698690" y="68166"/>
                </a:lnTo>
                <a:lnTo>
                  <a:pt x="2697943" y="68100"/>
                </a:lnTo>
                <a:lnTo>
                  <a:pt x="2697431" y="68870"/>
                </a:lnTo>
                <a:lnTo>
                  <a:pt x="2697648" y="70297"/>
                </a:lnTo>
                <a:lnTo>
                  <a:pt x="2697852" y="71807"/>
                </a:lnTo>
                <a:lnTo>
                  <a:pt x="2698044" y="73396"/>
                </a:lnTo>
                <a:lnTo>
                  <a:pt x="2698223" y="75062"/>
                </a:lnTo>
                <a:lnTo>
                  <a:pt x="2698390" y="76800"/>
                </a:lnTo>
                <a:lnTo>
                  <a:pt x="2698546" y="78606"/>
                </a:lnTo>
                <a:lnTo>
                  <a:pt x="2698690" y="80477"/>
                </a:lnTo>
                <a:lnTo>
                  <a:pt x="2698823" y="82409"/>
                </a:lnTo>
                <a:lnTo>
                  <a:pt x="2698946" y="84399"/>
                </a:lnTo>
                <a:lnTo>
                  <a:pt x="2699058" y="86442"/>
                </a:lnTo>
                <a:lnTo>
                  <a:pt x="2699161" y="88536"/>
                </a:lnTo>
                <a:lnTo>
                  <a:pt x="2699253" y="90675"/>
                </a:lnTo>
                <a:lnTo>
                  <a:pt x="2699337" y="92857"/>
                </a:lnTo>
                <a:lnTo>
                  <a:pt x="2699411" y="95078"/>
                </a:lnTo>
                <a:lnTo>
                  <a:pt x="2699477" y="97334"/>
                </a:lnTo>
                <a:lnTo>
                  <a:pt x="2699534" y="99621"/>
                </a:lnTo>
                <a:lnTo>
                  <a:pt x="2699584" y="101936"/>
                </a:lnTo>
                <a:lnTo>
                  <a:pt x="2699625" y="104274"/>
                </a:lnTo>
                <a:lnTo>
                  <a:pt x="2699660" y="106633"/>
                </a:lnTo>
                <a:lnTo>
                  <a:pt x="2699687" y="109008"/>
                </a:lnTo>
                <a:lnTo>
                  <a:pt x="2699708" y="111396"/>
                </a:lnTo>
                <a:lnTo>
                  <a:pt x="2699722" y="113793"/>
                </a:lnTo>
                <a:lnTo>
                  <a:pt x="2699731" y="116196"/>
                </a:lnTo>
                <a:lnTo>
                  <a:pt x="2699733" y="118599"/>
                </a:lnTo>
                <a:lnTo>
                  <a:pt x="2699733" y="187055"/>
                </a:lnTo>
                <a:lnTo>
                  <a:pt x="2699731" y="189441"/>
                </a:lnTo>
                <a:lnTo>
                  <a:pt x="2699723" y="191817"/>
                </a:lnTo>
                <a:lnTo>
                  <a:pt x="2699710" y="194184"/>
                </a:lnTo>
                <a:lnTo>
                  <a:pt x="2699691" y="196538"/>
                </a:lnTo>
                <a:lnTo>
                  <a:pt x="2699665" y="198878"/>
                </a:lnTo>
                <a:lnTo>
                  <a:pt x="2699632" y="201203"/>
                </a:lnTo>
                <a:lnTo>
                  <a:pt x="2699593" y="203510"/>
                </a:lnTo>
                <a:lnTo>
                  <a:pt x="2699545" y="205799"/>
                </a:lnTo>
                <a:lnTo>
                  <a:pt x="2699490" y="208066"/>
                </a:lnTo>
                <a:lnTo>
                  <a:pt x="2699427" y="210312"/>
                </a:lnTo>
                <a:lnTo>
                  <a:pt x="2699354" y="212533"/>
                </a:lnTo>
                <a:lnTo>
                  <a:pt x="2699272" y="214728"/>
                </a:lnTo>
                <a:lnTo>
                  <a:pt x="2699181" y="216896"/>
                </a:lnTo>
                <a:lnTo>
                  <a:pt x="2699080" y="219034"/>
                </a:lnTo>
                <a:lnTo>
                  <a:pt x="2698968" y="221141"/>
                </a:lnTo>
                <a:lnTo>
                  <a:pt x="2698846" y="223216"/>
                </a:lnTo>
                <a:lnTo>
                  <a:pt x="2698712" y="225256"/>
                </a:lnTo>
                <a:lnTo>
                  <a:pt x="2698567" y="227261"/>
                </a:lnTo>
                <a:lnTo>
                  <a:pt x="2698410" y="229227"/>
                </a:lnTo>
                <a:lnTo>
                  <a:pt x="2698240" y="231154"/>
                </a:lnTo>
                <a:lnTo>
                  <a:pt x="2698058" y="233039"/>
                </a:lnTo>
                <a:lnTo>
                  <a:pt x="2697936" y="234193"/>
                </a:lnTo>
                <a:lnTo>
                  <a:pt x="2722051" y="234193"/>
                </a:lnTo>
                <a:lnTo>
                  <a:pt x="2721909" y="232812"/>
                </a:lnTo>
                <a:lnTo>
                  <a:pt x="2721726" y="230883"/>
                </a:lnTo>
                <a:lnTo>
                  <a:pt x="2721556" y="228926"/>
                </a:lnTo>
                <a:lnTo>
                  <a:pt x="2721399" y="226943"/>
                </a:lnTo>
                <a:lnTo>
                  <a:pt x="2721253" y="224933"/>
                </a:lnTo>
                <a:lnTo>
                  <a:pt x="2721119" y="222896"/>
                </a:lnTo>
                <a:lnTo>
                  <a:pt x="2720997" y="220834"/>
                </a:lnTo>
                <a:lnTo>
                  <a:pt x="2720885" y="218747"/>
                </a:lnTo>
                <a:lnTo>
                  <a:pt x="2720784" y="216634"/>
                </a:lnTo>
                <a:lnTo>
                  <a:pt x="2720692" y="214496"/>
                </a:lnTo>
                <a:lnTo>
                  <a:pt x="2720610" y="212334"/>
                </a:lnTo>
                <a:lnTo>
                  <a:pt x="2720538" y="210149"/>
                </a:lnTo>
                <a:lnTo>
                  <a:pt x="2720474" y="207939"/>
                </a:lnTo>
                <a:lnTo>
                  <a:pt x="2720419" y="205707"/>
                </a:lnTo>
                <a:lnTo>
                  <a:pt x="2720372" y="203451"/>
                </a:lnTo>
                <a:lnTo>
                  <a:pt x="2720332" y="201173"/>
                </a:lnTo>
                <a:lnTo>
                  <a:pt x="2720299" y="198873"/>
                </a:lnTo>
                <a:lnTo>
                  <a:pt x="2720274" y="196551"/>
                </a:lnTo>
                <a:lnTo>
                  <a:pt x="2720254" y="194208"/>
                </a:lnTo>
                <a:lnTo>
                  <a:pt x="2720241" y="191844"/>
                </a:lnTo>
                <a:lnTo>
                  <a:pt x="2720233" y="189460"/>
                </a:lnTo>
                <a:lnTo>
                  <a:pt x="2720231" y="187055"/>
                </a:lnTo>
                <a:lnTo>
                  <a:pt x="2720231" y="175769"/>
                </a:lnTo>
                <a:lnTo>
                  <a:pt x="2721078" y="176209"/>
                </a:lnTo>
                <a:lnTo>
                  <a:pt x="2721953" y="176632"/>
                </a:lnTo>
                <a:lnTo>
                  <a:pt x="2722855" y="177040"/>
                </a:lnTo>
                <a:lnTo>
                  <a:pt x="2723782" y="177431"/>
                </a:lnTo>
                <a:lnTo>
                  <a:pt x="2724734" y="177804"/>
                </a:lnTo>
                <a:lnTo>
                  <a:pt x="2725708" y="178161"/>
                </a:lnTo>
                <a:lnTo>
                  <a:pt x="2726703" y="178501"/>
                </a:lnTo>
                <a:lnTo>
                  <a:pt x="2727718" y="178822"/>
                </a:lnTo>
                <a:lnTo>
                  <a:pt x="2728752" y="179126"/>
                </a:lnTo>
                <a:lnTo>
                  <a:pt x="2729804" y="179413"/>
                </a:lnTo>
                <a:lnTo>
                  <a:pt x="2730871" y="179680"/>
                </a:lnTo>
                <a:lnTo>
                  <a:pt x="2731953" y="179930"/>
                </a:lnTo>
                <a:lnTo>
                  <a:pt x="2733049" y="180160"/>
                </a:lnTo>
                <a:lnTo>
                  <a:pt x="2734156" y="180372"/>
                </a:lnTo>
                <a:lnTo>
                  <a:pt x="2735274" y="180565"/>
                </a:lnTo>
                <a:lnTo>
                  <a:pt x="2736401" y="180738"/>
                </a:lnTo>
                <a:lnTo>
                  <a:pt x="2737537" y="180892"/>
                </a:lnTo>
                <a:lnTo>
                  <a:pt x="2738679" y="181026"/>
                </a:lnTo>
                <a:lnTo>
                  <a:pt x="2739826" y="181140"/>
                </a:lnTo>
                <a:lnTo>
                  <a:pt x="2740977" y="181234"/>
                </a:lnTo>
                <a:lnTo>
                  <a:pt x="2742131" y="181307"/>
                </a:lnTo>
                <a:lnTo>
                  <a:pt x="2743287" y="181360"/>
                </a:lnTo>
                <a:lnTo>
                  <a:pt x="2744442" y="181392"/>
                </a:lnTo>
                <a:lnTo>
                  <a:pt x="2745596" y="181402"/>
                </a:lnTo>
                <a:lnTo>
                  <a:pt x="2749754" y="181270"/>
                </a:lnTo>
                <a:lnTo>
                  <a:pt x="2753770" y="180877"/>
                </a:lnTo>
                <a:lnTo>
                  <a:pt x="2757640" y="180230"/>
                </a:lnTo>
                <a:lnTo>
                  <a:pt x="2761363" y="179336"/>
                </a:lnTo>
                <a:lnTo>
                  <a:pt x="2764935" y="178202"/>
                </a:lnTo>
                <a:lnTo>
                  <a:pt x="2768352" y="176833"/>
                </a:lnTo>
                <a:lnTo>
                  <a:pt x="2771611" y="175237"/>
                </a:lnTo>
                <a:lnTo>
                  <a:pt x="2774710" y="173419"/>
                </a:lnTo>
                <a:lnTo>
                  <a:pt x="2777646" y="171387"/>
                </a:lnTo>
                <a:lnTo>
                  <a:pt x="2780414" y="169147"/>
                </a:lnTo>
                <a:lnTo>
                  <a:pt x="2783013" y="166706"/>
                </a:lnTo>
                <a:lnTo>
                  <a:pt x="2785438" y="164070"/>
                </a:lnTo>
                <a:lnTo>
                  <a:pt x="2787688" y="161245"/>
                </a:lnTo>
                <a:lnTo>
                  <a:pt x="2789758" y="158239"/>
                </a:lnTo>
                <a:lnTo>
                  <a:pt x="2791646" y="155058"/>
                </a:lnTo>
                <a:lnTo>
                  <a:pt x="2793348" y="151708"/>
                </a:lnTo>
                <a:lnTo>
                  <a:pt x="2794862" y="148196"/>
                </a:lnTo>
                <a:lnTo>
                  <a:pt x="2796184" y="144528"/>
                </a:lnTo>
                <a:lnTo>
                  <a:pt x="2797311" y="140711"/>
                </a:lnTo>
                <a:lnTo>
                  <a:pt x="2798240" y="136753"/>
                </a:lnTo>
                <a:lnTo>
                  <a:pt x="2798968" y="132658"/>
                </a:lnTo>
                <a:lnTo>
                  <a:pt x="2799492" y="128434"/>
                </a:lnTo>
                <a:lnTo>
                  <a:pt x="2799809" y="124087"/>
                </a:lnTo>
                <a:lnTo>
                  <a:pt x="2799915" y="119624"/>
                </a:lnTo>
                <a:lnTo>
                  <a:pt x="2799832" y="116234"/>
                </a:lnTo>
                <a:lnTo>
                  <a:pt x="2799586" y="112866"/>
                </a:lnTo>
                <a:lnTo>
                  <a:pt x="2799176" y="109531"/>
                </a:lnTo>
                <a:lnTo>
                  <a:pt x="2798605" y="106238"/>
                </a:lnTo>
                <a:lnTo>
                  <a:pt x="2797874" y="103001"/>
                </a:lnTo>
                <a:lnTo>
                  <a:pt x="2796985" y="99828"/>
                </a:lnTo>
                <a:lnTo>
                  <a:pt x="2795937" y="96732"/>
                </a:lnTo>
                <a:lnTo>
                  <a:pt x="2794734" y="93723"/>
                </a:lnTo>
                <a:lnTo>
                  <a:pt x="2793376" y="90811"/>
                </a:lnTo>
                <a:lnTo>
                  <a:pt x="2791864" y="88009"/>
                </a:lnTo>
                <a:lnTo>
                  <a:pt x="2790200" y="85326"/>
                </a:lnTo>
                <a:lnTo>
                  <a:pt x="2788386" y="82774"/>
                </a:lnTo>
                <a:lnTo>
                  <a:pt x="2786422" y="80363"/>
                </a:lnTo>
                <a:lnTo>
                  <a:pt x="2784310" y="78105"/>
                </a:lnTo>
                <a:lnTo>
                  <a:pt x="2782051" y="76010"/>
                </a:lnTo>
                <a:lnTo>
                  <a:pt x="2779646" y="74090"/>
                </a:lnTo>
                <a:lnTo>
                  <a:pt x="2777098" y="72354"/>
                </a:lnTo>
                <a:lnTo>
                  <a:pt x="2774406" y="70815"/>
                </a:lnTo>
                <a:lnTo>
                  <a:pt x="2771574" y="69483"/>
                </a:lnTo>
                <a:lnTo>
                  <a:pt x="2768601" y="68368"/>
                </a:lnTo>
                <a:lnTo>
                  <a:pt x="2765489" y="67482"/>
                </a:lnTo>
                <a:lnTo>
                  <a:pt x="2762240" y="66836"/>
                </a:lnTo>
                <a:lnTo>
                  <a:pt x="2758855" y="66440"/>
                </a:lnTo>
                <a:lnTo>
                  <a:pt x="2755335" y="66306"/>
                </a:lnTo>
                <a:lnTo>
                  <a:pt x="2754071" y="66333"/>
                </a:lnTo>
                <a:lnTo>
                  <a:pt x="2752780" y="66417"/>
                </a:lnTo>
                <a:lnTo>
                  <a:pt x="2751463" y="66561"/>
                </a:lnTo>
                <a:lnTo>
                  <a:pt x="2750121" y="66768"/>
                </a:lnTo>
                <a:lnTo>
                  <a:pt x="2748757" y="67043"/>
                </a:lnTo>
                <a:lnTo>
                  <a:pt x="2747372" y="67387"/>
                </a:lnTo>
                <a:lnTo>
                  <a:pt x="2745967" y="67805"/>
                </a:lnTo>
                <a:lnTo>
                  <a:pt x="2744545" y="68299"/>
                </a:lnTo>
                <a:lnTo>
                  <a:pt x="2743106" y="68874"/>
                </a:lnTo>
                <a:lnTo>
                  <a:pt x="2741654" y="69532"/>
                </a:lnTo>
                <a:lnTo>
                  <a:pt x="2740188" y="70276"/>
                </a:lnTo>
                <a:lnTo>
                  <a:pt x="2738712" y="71111"/>
                </a:lnTo>
                <a:lnTo>
                  <a:pt x="2737226" y="72040"/>
                </a:lnTo>
                <a:lnTo>
                  <a:pt x="2735733" y="73065"/>
                </a:lnTo>
                <a:lnTo>
                  <a:pt x="2734233" y="74190"/>
                </a:lnTo>
                <a:lnTo>
                  <a:pt x="2732729" y="75419"/>
                </a:lnTo>
                <a:lnTo>
                  <a:pt x="2731223" y="76755"/>
                </a:lnTo>
                <a:lnTo>
                  <a:pt x="2729715" y="78201"/>
                </a:lnTo>
                <a:lnTo>
                  <a:pt x="2728209" y="79760"/>
                </a:lnTo>
                <a:lnTo>
                  <a:pt x="2726704" y="81436"/>
                </a:lnTo>
                <a:lnTo>
                  <a:pt x="2725204" y="83232"/>
                </a:lnTo>
                <a:lnTo>
                  <a:pt x="2723709" y="85152"/>
                </a:lnTo>
                <a:lnTo>
                  <a:pt x="2722222" y="87199"/>
                </a:lnTo>
                <a:lnTo>
                  <a:pt x="2720743" y="89376"/>
                </a:lnTo>
                <a:lnTo>
                  <a:pt x="2720231" y="88606"/>
                </a:lnTo>
                <a:lnTo>
                  <a:pt x="2720231" y="69895"/>
                </a:lnTo>
                <a:lnTo>
                  <a:pt x="2720229" y="69652"/>
                </a:lnTo>
                <a:close/>
                <a:moveTo>
                  <a:pt x="2720984" y="101785"/>
                </a:moveTo>
                <a:lnTo>
                  <a:pt x="2721829" y="100120"/>
                </a:lnTo>
                <a:lnTo>
                  <a:pt x="2722761" y="98482"/>
                </a:lnTo>
                <a:lnTo>
                  <a:pt x="2723772" y="96876"/>
                </a:lnTo>
                <a:lnTo>
                  <a:pt x="2724857" y="95306"/>
                </a:lnTo>
                <a:lnTo>
                  <a:pt x="2726008" y="93776"/>
                </a:lnTo>
                <a:lnTo>
                  <a:pt x="2727221" y="92291"/>
                </a:lnTo>
                <a:lnTo>
                  <a:pt x="2728488" y="90855"/>
                </a:lnTo>
                <a:lnTo>
                  <a:pt x="2729803" y="89473"/>
                </a:lnTo>
                <a:lnTo>
                  <a:pt x="2731159" y="88148"/>
                </a:lnTo>
                <a:lnTo>
                  <a:pt x="2732551" y="86885"/>
                </a:lnTo>
                <a:lnTo>
                  <a:pt x="2733972" y="85689"/>
                </a:lnTo>
                <a:lnTo>
                  <a:pt x="2735416" y="84563"/>
                </a:lnTo>
                <a:lnTo>
                  <a:pt x="2736876" y="83512"/>
                </a:lnTo>
                <a:lnTo>
                  <a:pt x="2738345" y="82541"/>
                </a:lnTo>
                <a:lnTo>
                  <a:pt x="2739819" y="81654"/>
                </a:lnTo>
                <a:lnTo>
                  <a:pt x="2741290" y="80855"/>
                </a:lnTo>
                <a:lnTo>
                  <a:pt x="2742752" y="80148"/>
                </a:lnTo>
                <a:lnTo>
                  <a:pt x="2744199" y="79538"/>
                </a:lnTo>
                <a:lnTo>
                  <a:pt x="2745623" y="79029"/>
                </a:lnTo>
                <a:lnTo>
                  <a:pt x="2747020" y="78626"/>
                </a:lnTo>
                <a:lnTo>
                  <a:pt x="2748383" y="78333"/>
                </a:lnTo>
                <a:lnTo>
                  <a:pt x="2749705" y="78154"/>
                </a:lnTo>
                <a:lnTo>
                  <a:pt x="2750979" y="78093"/>
                </a:lnTo>
                <a:lnTo>
                  <a:pt x="2753113" y="78175"/>
                </a:lnTo>
                <a:lnTo>
                  <a:pt x="2755158" y="78422"/>
                </a:lnTo>
                <a:lnTo>
                  <a:pt x="2757115" y="78832"/>
                </a:lnTo>
                <a:lnTo>
                  <a:pt x="2758983" y="79404"/>
                </a:lnTo>
                <a:lnTo>
                  <a:pt x="2760762" y="80137"/>
                </a:lnTo>
                <a:lnTo>
                  <a:pt x="2762452" y="81029"/>
                </a:lnTo>
                <a:lnTo>
                  <a:pt x="2764053" y="82080"/>
                </a:lnTo>
                <a:lnTo>
                  <a:pt x="2765564" y="83287"/>
                </a:lnTo>
                <a:lnTo>
                  <a:pt x="2766985" y="84650"/>
                </a:lnTo>
                <a:lnTo>
                  <a:pt x="2768316" y="86168"/>
                </a:lnTo>
                <a:lnTo>
                  <a:pt x="2769557" y="87839"/>
                </a:lnTo>
                <a:lnTo>
                  <a:pt x="2770707" y="89662"/>
                </a:lnTo>
                <a:lnTo>
                  <a:pt x="2771766" y="91636"/>
                </a:lnTo>
                <a:lnTo>
                  <a:pt x="2772735" y="93760"/>
                </a:lnTo>
                <a:lnTo>
                  <a:pt x="2773612" y="96032"/>
                </a:lnTo>
                <a:lnTo>
                  <a:pt x="2774398" y="98451"/>
                </a:lnTo>
                <a:lnTo>
                  <a:pt x="2775093" y="101017"/>
                </a:lnTo>
                <a:lnTo>
                  <a:pt x="2775695" y="103727"/>
                </a:lnTo>
                <a:lnTo>
                  <a:pt x="2776206" y="106580"/>
                </a:lnTo>
                <a:lnTo>
                  <a:pt x="2776624" y="109576"/>
                </a:lnTo>
                <a:lnTo>
                  <a:pt x="2776949" y="112713"/>
                </a:lnTo>
                <a:lnTo>
                  <a:pt x="2777182" y="115990"/>
                </a:lnTo>
                <a:lnTo>
                  <a:pt x="2777322" y="119406"/>
                </a:lnTo>
                <a:lnTo>
                  <a:pt x="2777369" y="122959"/>
                </a:lnTo>
                <a:lnTo>
                  <a:pt x="2777337" y="125616"/>
                </a:lnTo>
                <a:lnTo>
                  <a:pt x="2777237" y="128323"/>
                </a:lnTo>
                <a:lnTo>
                  <a:pt x="2777062" y="131065"/>
                </a:lnTo>
                <a:lnTo>
                  <a:pt x="2776805" y="133828"/>
                </a:lnTo>
                <a:lnTo>
                  <a:pt x="2776460" y="136597"/>
                </a:lnTo>
                <a:lnTo>
                  <a:pt x="2776020" y="139358"/>
                </a:lnTo>
                <a:lnTo>
                  <a:pt x="2775477" y="142096"/>
                </a:lnTo>
                <a:lnTo>
                  <a:pt x="2774826" y="144797"/>
                </a:lnTo>
                <a:lnTo>
                  <a:pt x="2774059" y="147446"/>
                </a:lnTo>
                <a:lnTo>
                  <a:pt x="2773169" y="150030"/>
                </a:lnTo>
                <a:lnTo>
                  <a:pt x="2772150" y="152532"/>
                </a:lnTo>
                <a:lnTo>
                  <a:pt x="2770996" y="154940"/>
                </a:lnTo>
                <a:lnTo>
                  <a:pt x="2769698" y="157238"/>
                </a:lnTo>
                <a:lnTo>
                  <a:pt x="2768251" y="159412"/>
                </a:lnTo>
                <a:lnTo>
                  <a:pt x="2766647" y="161448"/>
                </a:lnTo>
                <a:lnTo>
                  <a:pt x="2764881" y="163331"/>
                </a:lnTo>
                <a:lnTo>
                  <a:pt x="2762944" y="165047"/>
                </a:lnTo>
                <a:lnTo>
                  <a:pt x="2760831" y="166581"/>
                </a:lnTo>
                <a:lnTo>
                  <a:pt x="2758534" y="167918"/>
                </a:lnTo>
                <a:lnTo>
                  <a:pt x="2756047" y="169045"/>
                </a:lnTo>
                <a:lnTo>
                  <a:pt x="2753363" y="169947"/>
                </a:lnTo>
                <a:lnTo>
                  <a:pt x="2750474" y="170608"/>
                </a:lnTo>
                <a:lnTo>
                  <a:pt x="2747376" y="171016"/>
                </a:lnTo>
                <a:lnTo>
                  <a:pt x="2744059" y="171155"/>
                </a:lnTo>
                <a:lnTo>
                  <a:pt x="2743513" y="171149"/>
                </a:lnTo>
                <a:lnTo>
                  <a:pt x="2742901" y="171129"/>
                </a:lnTo>
                <a:lnTo>
                  <a:pt x="2742227" y="171091"/>
                </a:lnTo>
                <a:lnTo>
                  <a:pt x="2741495" y="171031"/>
                </a:lnTo>
                <a:lnTo>
                  <a:pt x="2740707" y="170945"/>
                </a:lnTo>
                <a:lnTo>
                  <a:pt x="2739869" y="170831"/>
                </a:lnTo>
                <a:lnTo>
                  <a:pt x="2738983" y="170684"/>
                </a:lnTo>
                <a:lnTo>
                  <a:pt x="2738054" y="170500"/>
                </a:lnTo>
                <a:lnTo>
                  <a:pt x="2737084" y="170277"/>
                </a:lnTo>
                <a:lnTo>
                  <a:pt x="2736078" y="170009"/>
                </a:lnTo>
                <a:lnTo>
                  <a:pt x="2735040" y="169695"/>
                </a:lnTo>
                <a:lnTo>
                  <a:pt x="2733972" y="169329"/>
                </a:lnTo>
                <a:lnTo>
                  <a:pt x="2732879" y="168908"/>
                </a:lnTo>
                <a:lnTo>
                  <a:pt x="2731764" y="168430"/>
                </a:lnTo>
                <a:lnTo>
                  <a:pt x="2730631" y="167888"/>
                </a:lnTo>
                <a:lnTo>
                  <a:pt x="2729484" y="167282"/>
                </a:lnTo>
                <a:lnTo>
                  <a:pt x="2728326" y="166605"/>
                </a:lnTo>
                <a:lnTo>
                  <a:pt x="2727162" y="165856"/>
                </a:lnTo>
                <a:lnTo>
                  <a:pt x="2725993" y="165030"/>
                </a:lnTo>
                <a:lnTo>
                  <a:pt x="2724826" y="164123"/>
                </a:lnTo>
                <a:lnTo>
                  <a:pt x="2723662" y="163132"/>
                </a:lnTo>
                <a:lnTo>
                  <a:pt x="2722506" y="162054"/>
                </a:lnTo>
                <a:lnTo>
                  <a:pt x="2721361" y="160884"/>
                </a:lnTo>
                <a:lnTo>
                  <a:pt x="2720231" y="159618"/>
                </a:lnTo>
                <a:lnTo>
                  <a:pt x="2720231" y="103473"/>
                </a:lnTo>
                <a:lnTo>
                  <a:pt x="2720984" y="101785"/>
                </a:lnTo>
                <a:close/>
                <a:moveTo>
                  <a:pt x="2854230" y="69652"/>
                </a:moveTo>
                <a:lnTo>
                  <a:pt x="2854225" y="69425"/>
                </a:lnTo>
                <a:lnTo>
                  <a:pt x="2854216" y="69211"/>
                </a:lnTo>
                <a:lnTo>
                  <a:pt x="2854203" y="69011"/>
                </a:lnTo>
                <a:lnTo>
                  <a:pt x="2854186" y="68825"/>
                </a:lnTo>
                <a:lnTo>
                  <a:pt x="2854164" y="68652"/>
                </a:lnTo>
                <a:lnTo>
                  <a:pt x="2854138" y="68491"/>
                </a:lnTo>
                <a:lnTo>
                  <a:pt x="2854107" y="68343"/>
                </a:lnTo>
                <a:lnTo>
                  <a:pt x="2854070" y="68206"/>
                </a:lnTo>
                <a:lnTo>
                  <a:pt x="2854028" y="68082"/>
                </a:lnTo>
                <a:lnTo>
                  <a:pt x="2853979" y="67968"/>
                </a:lnTo>
                <a:lnTo>
                  <a:pt x="2853925" y="67865"/>
                </a:lnTo>
                <a:lnTo>
                  <a:pt x="2853864" y="67773"/>
                </a:lnTo>
                <a:lnTo>
                  <a:pt x="2853797" y="67690"/>
                </a:lnTo>
                <a:lnTo>
                  <a:pt x="2853722" y="67617"/>
                </a:lnTo>
                <a:lnTo>
                  <a:pt x="2853641" y="67554"/>
                </a:lnTo>
                <a:lnTo>
                  <a:pt x="2853551" y="67499"/>
                </a:lnTo>
                <a:lnTo>
                  <a:pt x="2853454" y="67453"/>
                </a:lnTo>
                <a:lnTo>
                  <a:pt x="2853350" y="67415"/>
                </a:lnTo>
                <a:lnTo>
                  <a:pt x="2853236" y="67385"/>
                </a:lnTo>
                <a:lnTo>
                  <a:pt x="2853114" y="67362"/>
                </a:lnTo>
                <a:lnTo>
                  <a:pt x="2852984" y="67346"/>
                </a:lnTo>
                <a:lnTo>
                  <a:pt x="2852844" y="67337"/>
                </a:lnTo>
                <a:lnTo>
                  <a:pt x="2852695" y="67334"/>
                </a:lnTo>
                <a:lnTo>
                  <a:pt x="2851960" y="67470"/>
                </a:lnTo>
                <a:lnTo>
                  <a:pt x="2851192" y="67596"/>
                </a:lnTo>
                <a:lnTo>
                  <a:pt x="2850395" y="67713"/>
                </a:lnTo>
                <a:lnTo>
                  <a:pt x="2849571" y="67821"/>
                </a:lnTo>
                <a:lnTo>
                  <a:pt x="2848722" y="67919"/>
                </a:lnTo>
                <a:lnTo>
                  <a:pt x="2847853" y="68008"/>
                </a:lnTo>
                <a:lnTo>
                  <a:pt x="2846965" y="68087"/>
                </a:lnTo>
                <a:lnTo>
                  <a:pt x="2846062" y="68158"/>
                </a:lnTo>
                <a:lnTo>
                  <a:pt x="2845147" y="68220"/>
                </a:lnTo>
                <a:lnTo>
                  <a:pt x="2844222" y="68272"/>
                </a:lnTo>
                <a:lnTo>
                  <a:pt x="2843291" y="68316"/>
                </a:lnTo>
                <a:lnTo>
                  <a:pt x="2842357" y="68350"/>
                </a:lnTo>
                <a:lnTo>
                  <a:pt x="2841422" y="68376"/>
                </a:lnTo>
                <a:lnTo>
                  <a:pt x="2840490" y="68393"/>
                </a:lnTo>
                <a:lnTo>
                  <a:pt x="2839563" y="68402"/>
                </a:lnTo>
                <a:lnTo>
                  <a:pt x="2838644" y="68402"/>
                </a:lnTo>
                <a:lnTo>
                  <a:pt x="2837736" y="68393"/>
                </a:lnTo>
                <a:lnTo>
                  <a:pt x="2836843" y="68376"/>
                </a:lnTo>
                <a:lnTo>
                  <a:pt x="2835966" y="68351"/>
                </a:lnTo>
                <a:lnTo>
                  <a:pt x="2835110" y="68317"/>
                </a:lnTo>
                <a:lnTo>
                  <a:pt x="2834276" y="68275"/>
                </a:lnTo>
                <a:lnTo>
                  <a:pt x="2833469" y="68225"/>
                </a:lnTo>
                <a:lnTo>
                  <a:pt x="2832690" y="68166"/>
                </a:lnTo>
                <a:lnTo>
                  <a:pt x="2831943" y="68100"/>
                </a:lnTo>
                <a:lnTo>
                  <a:pt x="2831431" y="68870"/>
                </a:lnTo>
                <a:lnTo>
                  <a:pt x="2831648" y="70297"/>
                </a:lnTo>
                <a:lnTo>
                  <a:pt x="2831852" y="71807"/>
                </a:lnTo>
                <a:lnTo>
                  <a:pt x="2832044" y="73396"/>
                </a:lnTo>
                <a:lnTo>
                  <a:pt x="2832223" y="75062"/>
                </a:lnTo>
                <a:lnTo>
                  <a:pt x="2832391" y="76800"/>
                </a:lnTo>
                <a:lnTo>
                  <a:pt x="2832546" y="78606"/>
                </a:lnTo>
                <a:lnTo>
                  <a:pt x="2832690" y="80477"/>
                </a:lnTo>
                <a:lnTo>
                  <a:pt x="2832824" y="82409"/>
                </a:lnTo>
                <a:lnTo>
                  <a:pt x="2832946" y="84399"/>
                </a:lnTo>
                <a:lnTo>
                  <a:pt x="2833059" y="86442"/>
                </a:lnTo>
                <a:lnTo>
                  <a:pt x="2833161" y="88536"/>
                </a:lnTo>
                <a:lnTo>
                  <a:pt x="2833254" y="90675"/>
                </a:lnTo>
                <a:lnTo>
                  <a:pt x="2833337" y="92857"/>
                </a:lnTo>
                <a:lnTo>
                  <a:pt x="2833411" y="95078"/>
                </a:lnTo>
                <a:lnTo>
                  <a:pt x="2833477" y="97334"/>
                </a:lnTo>
                <a:lnTo>
                  <a:pt x="2833535" y="99621"/>
                </a:lnTo>
                <a:lnTo>
                  <a:pt x="2833584" y="101936"/>
                </a:lnTo>
                <a:lnTo>
                  <a:pt x="2833626" y="104274"/>
                </a:lnTo>
                <a:lnTo>
                  <a:pt x="2833660" y="106633"/>
                </a:lnTo>
                <a:lnTo>
                  <a:pt x="2833687" y="109008"/>
                </a:lnTo>
                <a:lnTo>
                  <a:pt x="2833708" y="111396"/>
                </a:lnTo>
                <a:lnTo>
                  <a:pt x="2833723" y="113793"/>
                </a:lnTo>
                <a:lnTo>
                  <a:pt x="2833731" y="116196"/>
                </a:lnTo>
                <a:lnTo>
                  <a:pt x="2833734" y="118599"/>
                </a:lnTo>
                <a:lnTo>
                  <a:pt x="2833734" y="187055"/>
                </a:lnTo>
                <a:lnTo>
                  <a:pt x="2833731" y="189441"/>
                </a:lnTo>
                <a:lnTo>
                  <a:pt x="2833724" y="191817"/>
                </a:lnTo>
                <a:lnTo>
                  <a:pt x="2833710" y="194184"/>
                </a:lnTo>
                <a:lnTo>
                  <a:pt x="2833691" y="196538"/>
                </a:lnTo>
                <a:lnTo>
                  <a:pt x="2833665" y="198878"/>
                </a:lnTo>
                <a:lnTo>
                  <a:pt x="2833633" y="201203"/>
                </a:lnTo>
                <a:lnTo>
                  <a:pt x="2833593" y="203510"/>
                </a:lnTo>
                <a:lnTo>
                  <a:pt x="2833546" y="205799"/>
                </a:lnTo>
                <a:lnTo>
                  <a:pt x="2833491" y="208066"/>
                </a:lnTo>
                <a:lnTo>
                  <a:pt x="2833427" y="210312"/>
                </a:lnTo>
                <a:lnTo>
                  <a:pt x="2833354" y="212533"/>
                </a:lnTo>
                <a:lnTo>
                  <a:pt x="2833273" y="214728"/>
                </a:lnTo>
                <a:lnTo>
                  <a:pt x="2833182" y="216896"/>
                </a:lnTo>
                <a:lnTo>
                  <a:pt x="2833080" y="219034"/>
                </a:lnTo>
                <a:lnTo>
                  <a:pt x="2832969" y="221141"/>
                </a:lnTo>
                <a:lnTo>
                  <a:pt x="2832846" y="223216"/>
                </a:lnTo>
                <a:lnTo>
                  <a:pt x="2832713" y="225256"/>
                </a:lnTo>
                <a:lnTo>
                  <a:pt x="2832568" y="227261"/>
                </a:lnTo>
                <a:lnTo>
                  <a:pt x="2832410" y="229227"/>
                </a:lnTo>
                <a:lnTo>
                  <a:pt x="2832241" y="231154"/>
                </a:lnTo>
                <a:lnTo>
                  <a:pt x="2832059" y="233039"/>
                </a:lnTo>
                <a:lnTo>
                  <a:pt x="2831936" y="234193"/>
                </a:lnTo>
                <a:lnTo>
                  <a:pt x="2856051" y="234193"/>
                </a:lnTo>
                <a:lnTo>
                  <a:pt x="2855909" y="232812"/>
                </a:lnTo>
                <a:lnTo>
                  <a:pt x="2855726" y="230883"/>
                </a:lnTo>
                <a:lnTo>
                  <a:pt x="2855556" y="228926"/>
                </a:lnTo>
                <a:lnTo>
                  <a:pt x="2855399" y="226943"/>
                </a:lnTo>
                <a:lnTo>
                  <a:pt x="2855254" y="224933"/>
                </a:lnTo>
                <a:lnTo>
                  <a:pt x="2855120" y="222896"/>
                </a:lnTo>
                <a:lnTo>
                  <a:pt x="2854997" y="220834"/>
                </a:lnTo>
                <a:lnTo>
                  <a:pt x="2854885" y="218747"/>
                </a:lnTo>
                <a:lnTo>
                  <a:pt x="2854784" y="216634"/>
                </a:lnTo>
                <a:lnTo>
                  <a:pt x="2854693" y="214496"/>
                </a:lnTo>
                <a:lnTo>
                  <a:pt x="2854611" y="212334"/>
                </a:lnTo>
                <a:lnTo>
                  <a:pt x="2854538" y="210149"/>
                </a:lnTo>
                <a:lnTo>
                  <a:pt x="2854475" y="207939"/>
                </a:lnTo>
                <a:lnTo>
                  <a:pt x="2854419" y="205707"/>
                </a:lnTo>
                <a:lnTo>
                  <a:pt x="2854372" y="203451"/>
                </a:lnTo>
                <a:lnTo>
                  <a:pt x="2854332" y="201173"/>
                </a:lnTo>
                <a:lnTo>
                  <a:pt x="2854300" y="198873"/>
                </a:lnTo>
                <a:lnTo>
                  <a:pt x="2854274" y="196551"/>
                </a:lnTo>
                <a:lnTo>
                  <a:pt x="2854255" y="194208"/>
                </a:lnTo>
                <a:lnTo>
                  <a:pt x="2854241" y="191844"/>
                </a:lnTo>
                <a:lnTo>
                  <a:pt x="2854234" y="189460"/>
                </a:lnTo>
                <a:lnTo>
                  <a:pt x="2854231" y="187055"/>
                </a:lnTo>
                <a:lnTo>
                  <a:pt x="2854231" y="175769"/>
                </a:lnTo>
                <a:lnTo>
                  <a:pt x="2855079" y="176209"/>
                </a:lnTo>
                <a:lnTo>
                  <a:pt x="2855954" y="176632"/>
                </a:lnTo>
                <a:lnTo>
                  <a:pt x="2856856" y="177040"/>
                </a:lnTo>
                <a:lnTo>
                  <a:pt x="2857783" y="177431"/>
                </a:lnTo>
                <a:lnTo>
                  <a:pt x="2858734" y="177804"/>
                </a:lnTo>
                <a:lnTo>
                  <a:pt x="2859708" y="178161"/>
                </a:lnTo>
                <a:lnTo>
                  <a:pt x="2860703" y="178501"/>
                </a:lnTo>
                <a:lnTo>
                  <a:pt x="2861719" y="178822"/>
                </a:lnTo>
                <a:lnTo>
                  <a:pt x="2862753" y="179126"/>
                </a:lnTo>
                <a:lnTo>
                  <a:pt x="2863804" y="179413"/>
                </a:lnTo>
                <a:lnTo>
                  <a:pt x="2864872" y="179680"/>
                </a:lnTo>
                <a:lnTo>
                  <a:pt x="2865954" y="179930"/>
                </a:lnTo>
                <a:lnTo>
                  <a:pt x="2867049" y="180160"/>
                </a:lnTo>
                <a:lnTo>
                  <a:pt x="2868156" y="180372"/>
                </a:lnTo>
                <a:lnTo>
                  <a:pt x="2869274" y="180565"/>
                </a:lnTo>
                <a:lnTo>
                  <a:pt x="2870402" y="180738"/>
                </a:lnTo>
                <a:lnTo>
                  <a:pt x="2871537" y="180892"/>
                </a:lnTo>
                <a:lnTo>
                  <a:pt x="2872679" y="181026"/>
                </a:lnTo>
                <a:lnTo>
                  <a:pt x="2873826" y="181140"/>
                </a:lnTo>
                <a:lnTo>
                  <a:pt x="2874978" y="181234"/>
                </a:lnTo>
                <a:lnTo>
                  <a:pt x="2876132" y="181307"/>
                </a:lnTo>
                <a:lnTo>
                  <a:pt x="2877287" y="181360"/>
                </a:lnTo>
                <a:lnTo>
                  <a:pt x="2878442" y="181392"/>
                </a:lnTo>
                <a:lnTo>
                  <a:pt x="2879596" y="181402"/>
                </a:lnTo>
                <a:lnTo>
                  <a:pt x="2883754" y="181270"/>
                </a:lnTo>
                <a:lnTo>
                  <a:pt x="2887770" y="180877"/>
                </a:lnTo>
                <a:lnTo>
                  <a:pt x="2891641" y="180230"/>
                </a:lnTo>
                <a:lnTo>
                  <a:pt x="2895363" y="179336"/>
                </a:lnTo>
                <a:lnTo>
                  <a:pt x="2898935" y="178202"/>
                </a:lnTo>
                <a:lnTo>
                  <a:pt x="2902352" y="176833"/>
                </a:lnTo>
                <a:lnTo>
                  <a:pt x="2905612" y="175237"/>
                </a:lnTo>
                <a:lnTo>
                  <a:pt x="2908711" y="173419"/>
                </a:lnTo>
                <a:lnTo>
                  <a:pt x="2911646" y="171387"/>
                </a:lnTo>
                <a:lnTo>
                  <a:pt x="2914415" y="169147"/>
                </a:lnTo>
                <a:lnTo>
                  <a:pt x="2917013" y="166706"/>
                </a:lnTo>
                <a:lnTo>
                  <a:pt x="2919439" y="164070"/>
                </a:lnTo>
                <a:lnTo>
                  <a:pt x="2921688" y="161245"/>
                </a:lnTo>
                <a:lnTo>
                  <a:pt x="2923758" y="158239"/>
                </a:lnTo>
                <a:lnTo>
                  <a:pt x="2925646" y="155058"/>
                </a:lnTo>
                <a:lnTo>
                  <a:pt x="2927348" y="151708"/>
                </a:lnTo>
                <a:lnTo>
                  <a:pt x="2928862" y="148196"/>
                </a:lnTo>
                <a:lnTo>
                  <a:pt x="2930184" y="144528"/>
                </a:lnTo>
                <a:lnTo>
                  <a:pt x="2931311" y="140711"/>
                </a:lnTo>
                <a:lnTo>
                  <a:pt x="2932240" y="136753"/>
                </a:lnTo>
                <a:lnTo>
                  <a:pt x="2932969" y="132658"/>
                </a:lnTo>
                <a:lnTo>
                  <a:pt x="2933492" y="128434"/>
                </a:lnTo>
                <a:lnTo>
                  <a:pt x="2933809" y="124087"/>
                </a:lnTo>
                <a:lnTo>
                  <a:pt x="2933915" y="119624"/>
                </a:lnTo>
                <a:lnTo>
                  <a:pt x="2933833" y="116234"/>
                </a:lnTo>
                <a:lnTo>
                  <a:pt x="2933586" y="112866"/>
                </a:lnTo>
                <a:lnTo>
                  <a:pt x="2933177" y="109531"/>
                </a:lnTo>
                <a:lnTo>
                  <a:pt x="2932606" y="106238"/>
                </a:lnTo>
                <a:lnTo>
                  <a:pt x="2931875" y="103001"/>
                </a:lnTo>
                <a:lnTo>
                  <a:pt x="2930985" y="99828"/>
                </a:lnTo>
                <a:lnTo>
                  <a:pt x="2929938" y="96732"/>
                </a:lnTo>
                <a:lnTo>
                  <a:pt x="2928734" y="93723"/>
                </a:lnTo>
                <a:lnTo>
                  <a:pt x="2927376" y="90811"/>
                </a:lnTo>
                <a:lnTo>
                  <a:pt x="2925864" y="88009"/>
                </a:lnTo>
                <a:lnTo>
                  <a:pt x="2924201" y="85326"/>
                </a:lnTo>
                <a:lnTo>
                  <a:pt x="2922386" y="82774"/>
                </a:lnTo>
                <a:lnTo>
                  <a:pt x="2920422" y="80363"/>
                </a:lnTo>
                <a:lnTo>
                  <a:pt x="2918310" y="78105"/>
                </a:lnTo>
                <a:lnTo>
                  <a:pt x="2916051" y="76010"/>
                </a:lnTo>
                <a:lnTo>
                  <a:pt x="2913647" y="74090"/>
                </a:lnTo>
                <a:lnTo>
                  <a:pt x="2911098" y="72354"/>
                </a:lnTo>
                <a:lnTo>
                  <a:pt x="2908407" y="70815"/>
                </a:lnTo>
                <a:lnTo>
                  <a:pt x="2905574" y="69483"/>
                </a:lnTo>
                <a:lnTo>
                  <a:pt x="2902601" y="68368"/>
                </a:lnTo>
                <a:lnTo>
                  <a:pt x="2899489" y="67482"/>
                </a:lnTo>
                <a:lnTo>
                  <a:pt x="2896240" y="66836"/>
                </a:lnTo>
                <a:lnTo>
                  <a:pt x="2892855" y="66440"/>
                </a:lnTo>
                <a:lnTo>
                  <a:pt x="2889335" y="66306"/>
                </a:lnTo>
                <a:lnTo>
                  <a:pt x="2888071" y="66333"/>
                </a:lnTo>
                <a:lnTo>
                  <a:pt x="2886780" y="66417"/>
                </a:lnTo>
                <a:lnTo>
                  <a:pt x="2885463" y="66561"/>
                </a:lnTo>
                <a:lnTo>
                  <a:pt x="2884121" y="66768"/>
                </a:lnTo>
                <a:lnTo>
                  <a:pt x="2882757" y="67043"/>
                </a:lnTo>
                <a:lnTo>
                  <a:pt x="2881372" y="67387"/>
                </a:lnTo>
                <a:lnTo>
                  <a:pt x="2879967" y="67805"/>
                </a:lnTo>
                <a:lnTo>
                  <a:pt x="2878545" y="68299"/>
                </a:lnTo>
                <a:lnTo>
                  <a:pt x="2877107" y="68874"/>
                </a:lnTo>
                <a:lnTo>
                  <a:pt x="2875654" y="69532"/>
                </a:lnTo>
                <a:lnTo>
                  <a:pt x="2874189" y="70276"/>
                </a:lnTo>
                <a:lnTo>
                  <a:pt x="2872712" y="71111"/>
                </a:lnTo>
                <a:lnTo>
                  <a:pt x="2871226" y="72040"/>
                </a:lnTo>
                <a:lnTo>
                  <a:pt x="2869733" y="73065"/>
                </a:lnTo>
                <a:lnTo>
                  <a:pt x="2868234" y="74190"/>
                </a:lnTo>
                <a:lnTo>
                  <a:pt x="2866730" y="75419"/>
                </a:lnTo>
                <a:lnTo>
                  <a:pt x="2865223" y="76755"/>
                </a:lnTo>
                <a:lnTo>
                  <a:pt x="2863716" y="78201"/>
                </a:lnTo>
                <a:lnTo>
                  <a:pt x="2862209" y="79760"/>
                </a:lnTo>
                <a:lnTo>
                  <a:pt x="2860705" y="81436"/>
                </a:lnTo>
                <a:lnTo>
                  <a:pt x="2859204" y="83232"/>
                </a:lnTo>
                <a:lnTo>
                  <a:pt x="2857709" y="85152"/>
                </a:lnTo>
                <a:lnTo>
                  <a:pt x="2856222" y="87199"/>
                </a:lnTo>
                <a:lnTo>
                  <a:pt x="2854743" y="89376"/>
                </a:lnTo>
                <a:lnTo>
                  <a:pt x="2854231" y="88606"/>
                </a:lnTo>
                <a:lnTo>
                  <a:pt x="2854231" y="69895"/>
                </a:lnTo>
                <a:lnTo>
                  <a:pt x="2854230" y="69652"/>
                </a:lnTo>
                <a:close/>
                <a:moveTo>
                  <a:pt x="2854984" y="101785"/>
                </a:moveTo>
                <a:lnTo>
                  <a:pt x="2855830" y="100120"/>
                </a:lnTo>
                <a:lnTo>
                  <a:pt x="2856761" y="98482"/>
                </a:lnTo>
                <a:lnTo>
                  <a:pt x="2857773" y="96876"/>
                </a:lnTo>
                <a:lnTo>
                  <a:pt x="2858857" y="95306"/>
                </a:lnTo>
                <a:lnTo>
                  <a:pt x="2860009" y="93776"/>
                </a:lnTo>
                <a:lnTo>
                  <a:pt x="2861221" y="92291"/>
                </a:lnTo>
                <a:lnTo>
                  <a:pt x="2862488" y="90855"/>
                </a:lnTo>
                <a:lnTo>
                  <a:pt x="2863803" y="89473"/>
                </a:lnTo>
                <a:lnTo>
                  <a:pt x="2865159" y="88148"/>
                </a:lnTo>
                <a:lnTo>
                  <a:pt x="2866551" y="86885"/>
                </a:lnTo>
                <a:lnTo>
                  <a:pt x="2867972" y="85689"/>
                </a:lnTo>
                <a:lnTo>
                  <a:pt x="2869416" y="84563"/>
                </a:lnTo>
                <a:lnTo>
                  <a:pt x="2870876" y="83512"/>
                </a:lnTo>
                <a:lnTo>
                  <a:pt x="2872346" y="82541"/>
                </a:lnTo>
                <a:lnTo>
                  <a:pt x="2873820" y="81654"/>
                </a:lnTo>
                <a:lnTo>
                  <a:pt x="2875290" y="80855"/>
                </a:lnTo>
                <a:lnTo>
                  <a:pt x="2876752" y="80148"/>
                </a:lnTo>
                <a:lnTo>
                  <a:pt x="2878199" y="79538"/>
                </a:lnTo>
                <a:lnTo>
                  <a:pt x="2879624" y="79029"/>
                </a:lnTo>
                <a:lnTo>
                  <a:pt x="2881021" y="78626"/>
                </a:lnTo>
                <a:lnTo>
                  <a:pt x="2882383" y="78333"/>
                </a:lnTo>
                <a:lnTo>
                  <a:pt x="2883705" y="78154"/>
                </a:lnTo>
                <a:lnTo>
                  <a:pt x="2884980" y="78093"/>
                </a:lnTo>
                <a:lnTo>
                  <a:pt x="2887113" y="78175"/>
                </a:lnTo>
                <a:lnTo>
                  <a:pt x="2889159" y="78422"/>
                </a:lnTo>
                <a:lnTo>
                  <a:pt x="2891115" y="78832"/>
                </a:lnTo>
                <a:lnTo>
                  <a:pt x="2892983" y="79404"/>
                </a:lnTo>
                <a:lnTo>
                  <a:pt x="2894763" y="80137"/>
                </a:lnTo>
                <a:lnTo>
                  <a:pt x="2896453" y="81029"/>
                </a:lnTo>
                <a:lnTo>
                  <a:pt x="2898053" y="82080"/>
                </a:lnTo>
                <a:lnTo>
                  <a:pt x="2899564" y="83287"/>
                </a:lnTo>
                <a:lnTo>
                  <a:pt x="2900985" y="84650"/>
                </a:lnTo>
                <a:lnTo>
                  <a:pt x="2902316" y="86168"/>
                </a:lnTo>
                <a:lnTo>
                  <a:pt x="2903557" y="87839"/>
                </a:lnTo>
                <a:lnTo>
                  <a:pt x="2904707" y="89662"/>
                </a:lnTo>
                <a:lnTo>
                  <a:pt x="2905767" y="91636"/>
                </a:lnTo>
                <a:lnTo>
                  <a:pt x="2906735" y="93760"/>
                </a:lnTo>
                <a:lnTo>
                  <a:pt x="2907613" y="96032"/>
                </a:lnTo>
                <a:lnTo>
                  <a:pt x="2908399" y="98451"/>
                </a:lnTo>
                <a:lnTo>
                  <a:pt x="2909093" y="101017"/>
                </a:lnTo>
                <a:lnTo>
                  <a:pt x="2909696" y="103727"/>
                </a:lnTo>
                <a:lnTo>
                  <a:pt x="2910206" y="106580"/>
                </a:lnTo>
                <a:lnTo>
                  <a:pt x="2910624" y="109576"/>
                </a:lnTo>
                <a:lnTo>
                  <a:pt x="2910950" y="112713"/>
                </a:lnTo>
                <a:lnTo>
                  <a:pt x="2911183" y="115990"/>
                </a:lnTo>
                <a:lnTo>
                  <a:pt x="2911322" y="119406"/>
                </a:lnTo>
                <a:lnTo>
                  <a:pt x="2911369" y="122959"/>
                </a:lnTo>
                <a:lnTo>
                  <a:pt x="2911337" y="125616"/>
                </a:lnTo>
                <a:lnTo>
                  <a:pt x="2911237" y="128323"/>
                </a:lnTo>
                <a:lnTo>
                  <a:pt x="2911062" y="131065"/>
                </a:lnTo>
                <a:lnTo>
                  <a:pt x="2910806" y="133828"/>
                </a:lnTo>
                <a:lnTo>
                  <a:pt x="2910461" y="136597"/>
                </a:lnTo>
                <a:lnTo>
                  <a:pt x="2910020" y="139358"/>
                </a:lnTo>
                <a:lnTo>
                  <a:pt x="2909478" y="142096"/>
                </a:lnTo>
                <a:lnTo>
                  <a:pt x="2908826" y="144797"/>
                </a:lnTo>
                <a:lnTo>
                  <a:pt x="2908059" y="147446"/>
                </a:lnTo>
                <a:lnTo>
                  <a:pt x="2907170" y="150030"/>
                </a:lnTo>
                <a:lnTo>
                  <a:pt x="2906151" y="152532"/>
                </a:lnTo>
                <a:lnTo>
                  <a:pt x="2904996" y="154940"/>
                </a:lnTo>
                <a:lnTo>
                  <a:pt x="2903699" y="157238"/>
                </a:lnTo>
                <a:lnTo>
                  <a:pt x="2902251" y="159412"/>
                </a:lnTo>
                <a:lnTo>
                  <a:pt x="2900648" y="161448"/>
                </a:lnTo>
                <a:lnTo>
                  <a:pt x="2898881" y="163331"/>
                </a:lnTo>
                <a:lnTo>
                  <a:pt x="2896945" y="165047"/>
                </a:lnTo>
                <a:lnTo>
                  <a:pt x="2894831" y="166581"/>
                </a:lnTo>
                <a:lnTo>
                  <a:pt x="2892534" y="167918"/>
                </a:lnTo>
                <a:lnTo>
                  <a:pt x="2890047" y="169045"/>
                </a:lnTo>
                <a:lnTo>
                  <a:pt x="2887363" y="169947"/>
                </a:lnTo>
                <a:lnTo>
                  <a:pt x="2884475" y="170608"/>
                </a:lnTo>
                <a:lnTo>
                  <a:pt x="2881376" y="171016"/>
                </a:lnTo>
                <a:lnTo>
                  <a:pt x="2878060" y="171155"/>
                </a:lnTo>
                <a:lnTo>
                  <a:pt x="2877514" y="171149"/>
                </a:lnTo>
                <a:lnTo>
                  <a:pt x="2876902" y="171129"/>
                </a:lnTo>
                <a:lnTo>
                  <a:pt x="2876228" y="171091"/>
                </a:lnTo>
                <a:lnTo>
                  <a:pt x="2875495" y="171031"/>
                </a:lnTo>
                <a:lnTo>
                  <a:pt x="2874708" y="170945"/>
                </a:lnTo>
                <a:lnTo>
                  <a:pt x="2873869" y="170831"/>
                </a:lnTo>
                <a:lnTo>
                  <a:pt x="2872984" y="170684"/>
                </a:lnTo>
                <a:lnTo>
                  <a:pt x="2872054" y="170500"/>
                </a:lnTo>
                <a:lnTo>
                  <a:pt x="2871085" y="170277"/>
                </a:lnTo>
                <a:lnTo>
                  <a:pt x="2870079" y="170009"/>
                </a:lnTo>
                <a:lnTo>
                  <a:pt x="2869040" y="169695"/>
                </a:lnTo>
                <a:lnTo>
                  <a:pt x="2867972" y="169329"/>
                </a:lnTo>
                <a:lnTo>
                  <a:pt x="2866879" y="168908"/>
                </a:lnTo>
                <a:lnTo>
                  <a:pt x="2865765" y="168430"/>
                </a:lnTo>
                <a:lnTo>
                  <a:pt x="2864632" y="167888"/>
                </a:lnTo>
                <a:lnTo>
                  <a:pt x="2863485" y="167282"/>
                </a:lnTo>
                <a:lnTo>
                  <a:pt x="2862327" y="166605"/>
                </a:lnTo>
                <a:lnTo>
                  <a:pt x="2861162" y="165856"/>
                </a:lnTo>
                <a:lnTo>
                  <a:pt x="2859994" y="165030"/>
                </a:lnTo>
                <a:lnTo>
                  <a:pt x="2858826" y="164123"/>
                </a:lnTo>
                <a:lnTo>
                  <a:pt x="2857662" y="163132"/>
                </a:lnTo>
                <a:lnTo>
                  <a:pt x="2856506" y="162054"/>
                </a:lnTo>
                <a:lnTo>
                  <a:pt x="2855361" y="160884"/>
                </a:lnTo>
                <a:lnTo>
                  <a:pt x="2854231" y="159618"/>
                </a:lnTo>
                <a:lnTo>
                  <a:pt x="2854231" y="103473"/>
                </a:lnTo>
                <a:lnTo>
                  <a:pt x="2854984" y="101785"/>
                </a:lnTo>
                <a:close/>
                <a:moveTo>
                  <a:pt x="2958256" y="126290"/>
                </a:moveTo>
                <a:cubicBezTo>
                  <a:pt x="2958256" y="157054"/>
                  <a:pt x="2978496" y="181402"/>
                  <a:pt x="3012575" y="181402"/>
                </a:cubicBezTo>
                <a:cubicBezTo>
                  <a:pt x="3046393" y="181402"/>
                  <a:pt x="3066890" y="157570"/>
                  <a:pt x="3066890" y="123983"/>
                </a:cubicBezTo>
                <a:cubicBezTo>
                  <a:pt x="3066890" y="89118"/>
                  <a:pt x="3048187" y="66306"/>
                  <a:pt x="3013599" y="66306"/>
                </a:cubicBezTo>
                <a:cubicBezTo>
                  <a:pt x="2980032" y="66306"/>
                  <a:pt x="2958256" y="89888"/>
                  <a:pt x="2958256" y="126290"/>
                </a:cubicBezTo>
                <a:moveTo>
                  <a:pt x="3011805" y="76556"/>
                </a:moveTo>
                <a:cubicBezTo>
                  <a:pt x="3038964" y="76556"/>
                  <a:pt x="3044344" y="97578"/>
                  <a:pt x="3044344" y="128600"/>
                </a:cubicBezTo>
                <a:cubicBezTo>
                  <a:pt x="3044344" y="152952"/>
                  <a:pt x="3032045" y="171155"/>
                  <a:pt x="3014878" y="171155"/>
                </a:cubicBezTo>
                <a:cubicBezTo>
                  <a:pt x="2987722" y="171155"/>
                  <a:pt x="2980802" y="141674"/>
                  <a:pt x="2980802" y="121934"/>
                </a:cubicBezTo>
                <a:cubicBezTo>
                  <a:pt x="2980802" y="99630"/>
                  <a:pt x="2987722" y="76556"/>
                  <a:pt x="3011805" y="76556"/>
                </a:cubicBezTo>
                <a:close/>
                <a:moveTo>
                  <a:pt x="3119415" y="93219"/>
                </a:moveTo>
                <a:lnTo>
                  <a:pt x="3119415" y="69895"/>
                </a:lnTo>
                <a:cubicBezTo>
                  <a:pt x="3119415" y="67897"/>
                  <a:pt x="3119106" y="67334"/>
                  <a:pt x="3117878" y="67334"/>
                </a:cubicBezTo>
                <a:cubicBezTo>
                  <a:pt x="3112139" y="68460"/>
                  <a:pt x="3102967" y="68663"/>
                  <a:pt x="3097123" y="68100"/>
                </a:cubicBezTo>
                <a:lnTo>
                  <a:pt x="3096610" y="68870"/>
                </a:lnTo>
                <a:cubicBezTo>
                  <a:pt x="3098405" y="79938"/>
                  <a:pt x="3098917" y="99376"/>
                  <a:pt x="3098917" y="118611"/>
                </a:cubicBezTo>
                <a:lnTo>
                  <a:pt x="3098917" y="132717"/>
                </a:lnTo>
                <a:cubicBezTo>
                  <a:pt x="3098917" y="151952"/>
                  <a:pt x="3098612" y="165084"/>
                  <a:pt x="3096610" y="178884"/>
                </a:cubicBezTo>
                <a:lnTo>
                  <a:pt x="3097123" y="179651"/>
                </a:lnTo>
                <a:cubicBezTo>
                  <a:pt x="3100199" y="179139"/>
                  <a:pt x="3106091" y="178884"/>
                  <a:pt x="3109168" y="178884"/>
                </a:cubicBezTo>
                <a:cubicBezTo>
                  <a:pt x="3112241" y="178884"/>
                  <a:pt x="3118132" y="179139"/>
                  <a:pt x="3121209" y="179651"/>
                </a:cubicBezTo>
                <a:lnTo>
                  <a:pt x="3121721" y="178884"/>
                </a:lnTo>
                <a:cubicBezTo>
                  <a:pt x="3119825" y="164263"/>
                  <a:pt x="3119415" y="152210"/>
                  <a:pt x="3119415" y="132717"/>
                </a:cubicBezTo>
                <a:lnTo>
                  <a:pt x="3119415" y="119381"/>
                </a:lnTo>
                <a:cubicBezTo>
                  <a:pt x="3119415" y="108607"/>
                  <a:pt x="3122644" y="102453"/>
                  <a:pt x="3128125" y="93989"/>
                </a:cubicBezTo>
                <a:cubicBezTo>
                  <a:pt x="3131867" y="88297"/>
                  <a:pt x="3137606" y="85013"/>
                  <a:pt x="3142473" y="85013"/>
                </a:cubicBezTo>
                <a:cubicBezTo>
                  <a:pt x="3147598" y="85013"/>
                  <a:pt x="3152466" y="85525"/>
                  <a:pt x="3155797" y="88602"/>
                </a:cubicBezTo>
                <a:lnTo>
                  <a:pt x="3157845" y="88090"/>
                </a:lnTo>
                <a:lnTo>
                  <a:pt x="3162971" y="69124"/>
                </a:lnTo>
                <a:lnTo>
                  <a:pt x="3161946" y="68100"/>
                </a:lnTo>
                <a:cubicBezTo>
                  <a:pt x="3157591" y="66822"/>
                  <a:pt x="3157333" y="66306"/>
                  <a:pt x="3152724" y="66306"/>
                </a:cubicBezTo>
                <a:cubicBezTo>
                  <a:pt x="3138888" y="66306"/>
                  <a:pt x="3131456" y="74250"/>
                  <a:pt x="3120185" y="93731"/>
                </a:cubicBezTo>
                <a:lnTo>
                  <a:pt x="3119415" y="93219"/>
                </a:lnTo>
                <a:close/>
                <a:moveTo>
                  <a:pt x="3191922" y="69058"/>
                </a:moveTo>
                <a:cubicBezTo>
                  <a:pt x="3186695" y="69058"/>
                  <a:pt x="3181264" y="68956"/>
                  <a:pt x="3178086" y="68546"/>
                </a:cubicBezTo>
                <a:cubicBezTo>
                  <a:pt x="3176346" y="72749"/>
                  <a:pt x="3174962" y="75208"/>
                  <a:pt x="3172452" y="79051"/>
                </a:cubicBezTo>
                <a:lnTo>
                  <a:pt x="3173731" y="80845"/>
                </a:lnTo>
                <a:cubicBezTo>
                  <a:pt x="3178141" y="80536"/>
                  <a:pt x="3186081" y="80384"/>
                  <a:pt x="3191922" y="80333"/>
                </a:cubicBezTo>
                <a:lnTo>
                  <a:pt x="3191922" y="115386"/>
                </a:lnTo>
                <a:cubicBezTo>
                  <a:pt x="3191922" y="130739"/>
                  <a:pt x="3191156" y="149164"/>
                  <a:pt x="3191156" y="156839"/>
                </a:cubicBezTo>
                <a:cubicBezTo>
                  <a:pt x="3191156" y="173478"/>
                  <a:pt x="3201915" y="181402"/>
                  <a:pt x="3213702" y="181402"/>
                </a:cubicBezTo>
                <a:cubicBezTo>
                  <a:pt x="3224465" y="181402"/>
                  <a:pt x="3232663" y="178845"/>
                  <a:pt x="3243422" y="171945"/>
                </a:cubicBezTo>
                <a:lnTo>
                  <a:pt x="3240298" y="165639"/>
                </a:lnTo>
                <a:cubicBezTo>
                  <a:pt x="3232405" y="168356"/>
                  <a:pt x="3226513" y="168614"/>
                  <a:pt x="3220106" y="167590"/>
                </a:cubicBezTo>
                <a:cubicBezTo>
                  <a:pt x="3214011" y="166616"/>
                  <a:pt x="3211653" y="160471"/>
                  <a:pt x="3211653" y="146603"/>
                </a:cubicBezTo>
                <a:cubicBezTo>
                  <a:pt x="3211653" y="138929"/>
                  <a:pt x="3212420" y="127924"/>
                  <a:pt x="3212420" y="112575"/>
                </a:cubicBezTo>
                <a:lnTo>
                  <a:pt x="3212420" y="80333"/>
                </a:lnTo>
                <a:lnTo>
                  <a:pt x="3222158" y="80333"/>
                </a:lnTo>
                <a:cubicBezTo>
                  <a:pt x="3228308" y="80333"/>
                  <a:pt x="3237222" y="80536"/>
                  <a:pt x="3240603" y="80845"/>
                </a:cubicBezTo>
                <a:cubicBezTo>
                  <a:pt x="3241373" y="76748"/>
                  <a:pt x="3242144" y="74132"/>
                  <a:pt x="3243680" y="70340"/>
                </a:cubicBezTo>
                <a:lnTo>
                  <a:pt x="3242398" y="68546"/>
                </a:lnTo>
                <a:cubicBezTo>
                  <a:pt x="3237785" y="68753"/>
                  <a:pt x="3230356" y="69058"/>
                  <a:pt x="3224465" y="69058"/>
                </a:cubicBezTo>
                <a:lnTo>
                  <a:pt x="3212420" y="69058"/>
                </a:lnTo>
                <a:cubicBezTo>
                  <a:pt x="3212420" y="49893"/>
                  <a:pt x="3212576" y="46512"/>
                  <a:pt x="3213702" y="31652"/>
                </a:cubicBezTo>
                <a:cubicBezTo>
                  <a:pt x="3213702" y="29806"/>
                  <a:pt x="3212986" y="29091"/>
                  <a:pt x="3211395" y="29091"/>
                </a:cubicBezTo>
                <a:cubicBezTo>
                  <a:pt x="3204991" y="31652"/>
                  <a:pt x="3201813" y="34369"/>
                  <a:pt x="3193462" y="35495"/>
                </a:cubicBezTo>
                <a:lnTo>
                  <a:pt x="3192950" y="36265"/>
                </a:lnTo>
                <a:cubicBezTo>
                  <a:pt x="3192438" y="45182"/>
                  <a:pt x="3191922" y="54198"/>
                  <a:pt x="3191922" y="69058"/>
                </a:cubicBezTo>
                <a:close/>
                <a:moveTo>
                  <a:pt x="3275192" y="25830"/>
                </a:moveTo>
                <a:cubicBezTo>
                  <a:pt x="3275192" y="32746"/>
                  <a:pt x="3281341" y="38896"/>
                  <a:pt x="3288261" y="38896"/>
                </a:cubicBezTo>
                <a:cubicBezTo>
                  <a:pt x="3295177" y="38896"/>
                  <a:pt x="3301327" y="32746"/>
                  <a:pt x="3301327" y="25830"/>
                </a:cubicBezTo>
                <a:cubicBezTo>
                  <a:pt x="3301327" y="18910"/>
                  <a:pt x="3295177" y="12761"/>
                  <a:pt x="3288261" y="12761"/>
                </a:cubicBezTo>
                <a:cubicBezTo>
                  <a:pt x="3281341" y="12761"/>
                  <a:pt x="3275192" y="18910"/>
                  <a:pt x="3275192" y="25830"/>
                </a:cubicBezTo>
                <a:moveTo>
                  <a:pt x="3277756" y="118736"/>
                </a:moveTo>
                <a:lnTo>
                  <a:pt x="3277756" y="132815"/>
                </a:lnTo>
                <a:cubicBezTo>
                  <a:pt x="3277756" y="152010"/>
                  <a:pt x="3277295" y="165064"/>
                  <a:pt x="3275450" y="178884"/>
                </a:cubicBezTo>
                <a:lnTo>
                  <a:pt x="3275962" y="179651"/>
                </a:lnTo>
                <a:cubicBezTo>
                  <a:pt x="3279035" y="179142"/>
                  <a:pt x="3284930" y="178884"/>
                  <a:pt x="3288003" y="178884"/>
                </a:cubicBezTo>
                <a:cubicBezTo>
                  <a:pt x="3291080" y="178884"/>
                  <a:pt x="3296972" y="179142"/>
                  <a:pt x="3300045" y="179651"/>
                </a:cubicBezTo>
                <a:lnTo>
                  <a:pt x="3300557" y="178884"/>
                </a:lnTo>
                <a:cubicBezTo>
                  <a:pt x="3298715" y="164349"/>
                  <a:pt x="3298254" y="152264"/>
                  <a:pt x="3298254" y="132815"/>
                </a:cubicBezTo>
                <a:lnTo>
                  <a:pt x="3298254" y="114643"/>
                </a:lnTo>
                <a:cubicBezTo>
                  <a:pt x="3298254" y="95447"/>
                  <a:pt x="3298919" y="86232"/>
                  <a:pt x="3300557" y="70618"/>
                </a:cubicBezTo>
                <a:cubicBezTo>
                  <a:pt x="3300557" y="68315"/>
                  <a:pt x="3300252" y="68057"/>
                  <a:pt x="3298254" y="68057"/>
                </a:cubicBezTo>
                <a:cubicBezTo>
                  <a:pt x="3292409" y="68624"/>
                  <a:pt x="3281392" y="68776"/>
                  <a:pt x="3275962" y="68315"/>
                </a:cubicBezTo>
                <a:lnTo>
                  <a:pt x="3275450" y="69081"/>
                </a:lnTo>
                <a:cubicBezTo>
                  <a:pt x="3277037" y="80036"/>
                  <a:pt x="3277756" y="99541"/>
                  <a:pt x="3277756" y="118736"/>
                </a:cubicBezTo>
                <a:close/>
                <a:moveTo>
                  <a:pt x="3439171" y="132717"/>
                </a:moveTo>
                <a:cubicBezTo>
                  <a:pt x="3439171" y="124511"/>
                  <a:pt x="3439683" y="115022"/>
                  <a:pt x="3439683" y="106816"/>
                </a:cubicBezTo>
                <a:cubicBezTo>
                  <a:pt x="3439683" y="80141"/>
                  <a:pt x="3430972" y="66306"/>
                  <a:pt x="3407914" y="66306"/>
                </a:cubicBezTo>
                <a:cubicBezTo>
                  <a:pt x="3398175" y="66306"/>
                  <a:pt x="3379984" y="70153"/>
                  <a:pt x="3363588" y="89376"/>
                </a:cubicBezTo>
                <a:lnTo>
                  <a:pt x="3363076" y="88606"/>
                </a:lnTo>
                <a:lnTo>
                  <a:pt x="3363076" y="69895"/>
                </a:lnTo>
                <a:cubicBezTo>
                  <a:pt x="3363025" y="67897"/>
                  <a:pt x="3362767" y="67334"/>
                  <a:pt x="3361539" y="67334"/>
                </a:cubicBezTo>
                <a:cubicBezTo>
                  <a:pt x="3355800" y="68460"/>
                  <a:pt x="3346624" y="68663"/>
                  <a:pt x="3340783" y="68100"/>
                </a:cubicBezTo>
                <a:lnTo>
                  <a:pt x="3340271" y="68870"/>
                </a:lnTo>
                <a:cubicBezTo>
                  <a:pt x="3342066" y="79938"/>
                  <a:pt x="3342578" y="99376"/>
                  <a:pt x="3342578" y="118611"/>
                </a:cubicBezTo>
                <a:lnTo>
                  <a:pt x="3342578" y="132717"/>
                </a:lnTo>
                <a:cubicBezTo>
                  <a:pt x="3342578" y="151956"/>
                  <a:pt x="3342320" y="165033"/>
                  <a:pt x="3340271" y="178884"/>
                </a:cubicBezTo>
                <a:lnTo>
                  <a:pt x="3340783" y="179651"/>
                </a:lnTo>
                <a:cubicBezTo>
                  <a:pt x="3343860" y="179139"/>
                  <a:pt x="3349752" y="178884"/>
                  <a:pt x="3352825" y="178884"/>
                </a:cubicBezTo>
                <a:cubicBezTo>
                  <a:pt x="3355902" y="178884"/>
                  <a:pt x="3361793" y="179139"/>
                  <a:pt x="3364870" y="179651"/>
                </a:cubicBezTo>
                <a:lnTo>
                  <a:pt x="3365382" y="178884"/>
                </a:lnTo>
                <a:cubicBezTo>
                  <a:pt x="3363330" y="164263"/>
                  <a:pt x="3363076" y="152210"/>
                  <a:pt x="3363076" y="132717"/>
                </a:cubicBezTo>
                <a:lnTo>
                  <a:pt x="3363076" y="102711"/>
                </a:lnTo>
                <a:cubicBezTo>
                  <a:pt x="3376141" y="87323"/>
                  <a:pt x="3391001" y="81682"/>
                  <a:pt x="3400228" y="81682"/>
                </a:cubicBezTo>
                <a:cubicBezTo>
                  <a:pt x="3413293" y="81682"/>
                  <a:pt x="3418673" y="86811"/>
                  <a:pt x="3418673" y="107582"/>
                </a:cubicBezTo>
                <a:lnTo>
                  <a:pt x="3418673" y="132717"/>
                </a:lnTo>
                <a:cubicBezTo>
                  <a:pt x="3418673" y="151956"/>
                  <a:pt x="3418212" y="165084"/>
                  <a:pt x="3416366" y="178884"/>
                </a:cubicBezTo>
                <a:lnTo>
                  <a:pt x="3416878" y="179651"/>
                </a:lnTo>
                <a:cubicBezTo>
                  <a:pt x="3419955" y="179139"/>
                  <a:pt x="3425847" y="178884"/>
                  <a:pt x="3428924" y="178884"/>
                </a:cubicBezTo>
                <a:cubicBezTo>
                  <a:pt x="3431997" y="178884"/>
                  <a:pt x="3437888" y="179139"/>
                  <a:pt x="3440965" y="179651"/>
                </a:cubicBezTo>
                <a:lnTo>
                  <a:pt x="3441477" y="178884"/>
                </a:lnTo>
                <a:cubicBezTo>
                  <a:pt x="3439479" y="164263"/>
                  <a:pt x="3439171" y="152210"/>
                  <a:pt x="3439171" y="132717"/>
                </a:cubicBezTo>
                <a:close/>
                <a:moveTo>
                  <a:pt x="3559028" y="99541"/>
                </a:moveTo>
                <a:lnTo>
                  <a:pt x="3558797" y="97665"/>
                </a:lnTo>
                <a:lnTo>
                  <a:pt x="3558507" y="95878"/>
                </a:lnTo>
                <a:lnTo>
                  <a:pt x="3558163" y="94179"/>
                </a:lnTo>
                <a:lnTo>
                  <a:pt x="3557766" y="92565"/>
                </a:lnTo>
                <a:lnTo>
                  <a:pt x="3557321" y="91034"/>
                </a:lnTo>
                <a:lnTo>
                  <a:pt x="3556832" y="89583"/>
                </a:lnTo>
                <a:lnTo>
                  <a:pt x="3556301" y="88211"/>
                </a:lnTo>
                <a:lnTo>
                  <a:pt x="3555732" y="86914"/>
                </a:lnTo>
                <a:lnTo>
                  <a:pt x="3555128" y="85691"/>
                </a:lnTo>
                <a:lnTo>
                  <a:pt x="3554493" y="84540"/>
                </a:lnTo>
                <a:lnTo>
                  <a:pt x="3553831" y="83458"/>
                </a:lnTo>
                <a:lnTo>
                  <a:pt x="3553144" y="82443"/>
                </a:lnTo>
                <a:lnTo>
                  <a:pt x="3552436" y="81492"/>
                </a:lnTo>
                <a:lnTo>
                  <a:pt x="3551710" y="80604"/>
                </a:lnTo>
                <a:lnTo>
                  <a:pt x="3550970" y="79776"/>
                </a:lnTo>
                <a:lnTo>
                  <a:pt x="3550220" y="79006"/>
                </a:lnTo>
                <a:lnTo>
                  <a:pt x="3549462" y="78291"/>
                </a:lnTo>
                <a:lnTo>
                  <a:pt x="3548700" y="77630"/>
                </a:lnTo>
                <a:lnTo>
                  <a:pt x="3547937" y="77019"/>
                </a:lnTo>
                <a:lnTo>
                  <a:pt x="3547178" y="76458"/>
                </a:lnTo>
                <a:lnTo>
                  <a:pt x="3546424" y="75943"/>
                </a:lnTo>
                <a:lnTo>
                  <a:pt x="3547389" y="76021"/>
                </a:lnTo>
                <a:lnTo>
                  <a:pt x="3548363" y="76103"/>
                </a:lnTo>
                <a:lnTo>
                  <a:pt x="3549347" y="76189"/>
                </a:lnTo>
                <a:lnTo>
                  <a:pt x="3550341" y="76278"/>
                </a:lnTo>
                <a:lnTo>
                  <a:pt x="3551346" y="76370"/>
                </a:lnTo>
                <a:lnTo>
                  <a:pt x="3552361" y="76466"/>
                </a:lnTo>
                <a:lnTo>
                  <a:pt x="3553389" y="76564"/>
                </a:lnTo>
                <a:lnTo>
                  <a:pt x="3554429" y="76666"/>
                </a:lnTo>
                <a:lnTo>
                  <a:pt x="3555481" y="76770"/>
                </a:lnTo>
                <a:lnTo>
                  <a:pt x="3556547" y="76877"/>
                </a:lnTo>
                <a:lnTo>
                  <a:pt x="3557627" y="76987"/>
                </a:lnTo>
                <a:lnTo>
                  <a:pt x="3558721" y="77099"/>
                </a:lnTo>
                <a:lnTo>
                  <a:pt x="3559830" y="77213"/>
                </a:lnTo>
                <a:lnTo>
                  <a:pt x="3560955" y="77330"/>
                </a:lnTo>
                <a:lnTo>
                  <a:pt x="3562096" y="77449"/>
                </a:lnTo>
                <a:lnTo>
                  <a:pt x="3563253" y="77570"/>
                </a:lnTo>
                <a:lnTo>
                  <a:pt x="3564428" y="77693"/>
                </a:lnTo>
                <a:lnTo>
                  <a:pt x="3565620" y="77818"/>
                </a:lnTo>
                <a:lnTo>
                  <a:pt x="3566830" y="77945"/>
                </a:lnTo>
                <a:lnTo>
                  <a:pt x="3568059" y="78073"/>
                </a:lnTo>
                <a:lnTo>
                  <a:pt x="3569307" y="78203"/>
                </a:lnTo>
                <a:lnTo>
                  <a:pt x="3570575" y="78335"/>
                </a:lnTo>
                <a:lnTo>
                  <a:pt x="3571864" y="78467"/>
                </a:lnTo>
                <a:lnTo>
                  <a:pt x="3573173" y="78601"/>
                </a:lnTo>
                <a:lnTo>
                  <a:pt x="3573939" y="77835"/>
                </a:lnTo>
                <a:lnTo>
                  <a:pt x="3573877" y="77548"/>
                </a:lnTo>
                <a:lnTo>
                  <a:pt x="3573817" y="77264"/>
                </a:lnTo>
                <a:lnTo>
                  <a:pt x="3573759" y="76982"/>
                </a:lnTo>
                <a:lnTo>
                  <a:pt x="3573705" y="76702"/>
                </a:lnTo>
                <a:lnTo>
                  <a:pt x="3573653" y="76424"/>
                </a:lnTo>
                <a:lnTo>
                  <a:pt x="3573604" y="76147"/>
                </a:lnTo>
                <a:lnTo>
                  <a:pt x="3573557" y="75872"/>
                </a:lnTo>
                <a:lnTo>
                  <a:pt x="3573513" y="75598"/>
                </a:lnTo>
                <a:lnTo>
                  <a:pt x="3573472" y="75324"/>
                </a:lnTo>
                <a:lnTo>
                  <a:pt x="3573433" y="75052"/>
                </a:lnTo>
                <a:lnTo>
                  <a:pt x="3573397" y="74779"/>
                </a:lnTo>
                <a:lnTo>
                  <a:pt x="3573364" y="74507"/>
                </a:lnTo>
                <a:lnTo>
                  <a:pt x="3573334" y="74235"/>
                </a:lnTo>
                <a:lnTo>
                  <a:pt x="3573306" y="73963"/>
                </a:lnTo>
                <a:lnTo>
                  <a:pt x="3573281" y="73690"/>
                </a:lnTo>
                <a:lnTo>
                  <a:pt x="3573258" y="73416"/>
                </a:lnTo>
                <a:lnTo>
                  <a:pt x="3573238" y="73142"/>
                </a:lnTo>
                <a:lnTo>
                  <a:pt x="3573221" y="72866"/>
                </a:lnTo>
                <a:lnTo>
                  <a:pt x="3573206" y="72590"/>
                </a:lnTo>
                <a:lnTo>
                  <a:pt x="3573194" y="72311"/>
                </a:lnTo>
                <a:lnTo>
                  <a:pt x="3573185" y="72031"/>
                </a:lnTo>
                <a:lnTo>
                  <a:pt x="3573178" y="71748"/>
                </a:lnTo>
                <a:lnTo>
                  <a:pt x="3573175" y="71464"/>
                </a:lnTo>
                <a:lnTo>
                  <a:pt x="3573173" y="71177"/>
                </a:lnTo>
                <a:lnTo>
                  <a:pt x="3573175" y="70890"/>
                </a:lnTo>
                <a:lnTo>
                  <a:pt x="3573178" y="70605"/>
                </a:lnTo>
                <a:lnTo>
                  <a:pt x="3573185" y="70323"/>
                </a:lnTo>
                <a:lnTo>
                  <a:pt x="3573194" y="70043"/>
                </a:lnTo>
                <a:lnTo>
                  <a:pt x="3573206" y="69764"/>
                </a:lnTo>
                <a:lnTo>
                  <a:pt x="3573221" y="69487"/>
                </a:lnTo>
                <a:lnTo>
                  <a:pt x="3573238" y="69212"/>
                </a:lnTo>
                <a:lnTo>
                  <a:pt x="3573258" y="68937"/>
                </a:lnTo>
                <a:lnTo>
                  <a:pt x="3573281" y="68664"/>
                </a:lnTo>
                <a:lnTo>
                  <a:pt x="3573306" y="68391"/>
                </a:lnTo>
                <a:lnTo>
                  <a:pt x="3573334" y="68118"/>
                </a:lnTo>
                <a:lnTo>
                  <a:pt x="3573364" y="67846"/>
                </a:lnTo>
                <a:lnTo>
                  <a:pt x="3573397" y="67574"/>
                </a:lnTo>
                <a:lnTo>
                  <a:pt x="3573433" y="67301"/>
                </a:lnTo>
                <a:lnTo>
                  <a:pt x="3573472" y="67028"/>
                </a:lnTo>
                <a:lnTo>
                  <a:pt x="3573513" y="66755"/>
                </a:lnTo>
                <a:lnTo>
                  <a:pt x="3573557" y="66480"/>
                </a:lnTo>
                <a:lnTo>
                  <a:pt x="3573604" y="66205"/>
                </a:lnTo>
                <a:lnTo>
                  <a:pt x="3573653" y="65928"/>
                </a:lnTo>
                <a:lnTo>
                  <a:pt x="3573705" y="65649"/>
                </a:lnTo>
                <a:lnTo>
                  <a:pt x="3573759" y="65369"/>
                </a:lnTo>
                <a:lnTo>
                  <a:pt x="3573817" y="65087"/>
                </a:lnTo>
                <a:lnTo>
                  <a:pt x="3573877" y="64802"/>
                </a:lnTo>
                <a:lnTo>
                  <a:pt x="3573939" y="64515"/>
                </a:lnTo>
                <a:lnTo>
                  <a:pt x="3573173" y="63745"/>
                </a:lnTo>
                <a:lnTo>
                  <a:pt x="3571658" y="63881"/>
                </a:lnTo>
                <a:lnTo>
                  <a:pt x="3570170" y="64034"/>
                </a:lnTo>
                <a:lnTo>
                  <a:pt x="3568703" y="64202"/>
                </a:lnTo>
                <a:lnTo>
                  <a:pt x="3567253" y="64382"/>
                </a:lnTo>
                <a:lnTo>
                  <a:pt x="3565812" y="64575"/>
                </a:lnTo>
                <a:lnTo>
                  <a:pt x="3564376" y="64778"/>
                </a:lnTo>
                <a:lnTo>
                  <a:pt x="3562939" y="64989"/>
                </a:lnTo>
                <a:lnTo>
                  <a:pt x="3561494" y="65208"/>
                </a:lnTo>
                <a:lnTo>
                  <a:pt x="3560037" y="65433"/>
                </a:lnTo>
                <a:lnTo>
                  <a:pt x="3558561" y="65662"/>
                </a:lnTo>
                <a:lnTo>
                  <a:pt x="3557061" y="65894"/>
                </a:lnTo>
                <a:lnTo>
                  <a:pt x="3555531" y="66128"/>
                </a:lnTo>
                <a:lnTo>
                  <a:pt x="3553966" y="66361"/>
                </a:lnTo>
                <a:lnTo>
                  <a:pt x="3552358" y="66593"/>
                </a:lnTo>
                <a:lnTo>
                  <a:pt x="3550704" y="66823"/>
                </a:lnTo>
                <a:lnTo>
                  <a:pt x="3548996" y="67047"/>
                </a:lnTo>
                <a:lnTo>
                  <a:pt x="3547230" y="67266"/>
                </a:lnTo>
                <a:lnTo>
                  <a:pt x="3545400" y="67478"/>
                </a:lnTo>
                <a:lnTo>
                  <a:pt x="3543499" y="67681"/>
                </a:lnTo>
                <a:lnTo>
                  <a:pt x="3541522" y="67873"/>
                </a:lnTo>
                <a:lnTo>
                  <a:pt x="3539464" y="68054"/>
                </a:lnTo>
                <a:lnTo>
                  <a:pt x="3537318" y="68221"/>
                </a:lnTo>
                <a:lnTo>
                  <a:pt x="3535079" y="68374"/>
                </a:lnTo>
                <a:lnTo>
                  <a:pt x="3532741" y="68511"/>
                </a:lnTo>
                <a:lnTo>
                  <a:pt x="3532165" y="68335"/>
                </a:lnTo>
                <a:lnTo>
                  <a:pt x="3531579" y="68166"/>
                </a:lnTo>
                <a:lnTo>
                  <a:pt x="3530982" y="68004"/>
                </a:lnTo>
                <a:lnTo>
                  <a:pt x="3530376" y="67849"/>
                </a:lnTo>
                <a:lnTo>
                  <a:pt x="3529761" y="67701"/>
                </a:lnTo>
                <a:lnTo>
                  <a:pt x="3529137" y="67561"/>
                </a:lnTo>
                <a:lnTo>
                  <a:pt x="3528506" y="67427"/>
                </a:lnTo>
                <a:lnTo>
                  <a:pt x="3527867" y="67301"/>
                </a:lnTo>
                <a:lnTo>
                  <a:pt x="3527221" y="67182"/>
                </a:lnTo>
                <a:lnTo>
                  <a:pt x="3526568" y="67071"/>
                </a:lnTo>
                <a:lnTo>
                  <a:pt x="3525910" y="66967"/>
                </a:lnTo>
                <a:lnTo>
                  <a:pt x="3525246" y="66870"/>
                </a:lnTo>
                <a:lnTo>
                  <a:pt x="3524578" y="66781"/>
                </a:lnTo>
                <a:lnTo>
                  <a:pt x="3523905" y="66699"/>
                </a:lnTo>
                <a:lnTo>
                  <a:pt x="3523229" y="66625"/>
                </a:lnTo>
                <a:lnTo>
                  <a:pt x="3522549" y="66558"/>
                </a:lnTo>
                <a:lnTo>
                  <a:pt x="3521867" y="66500"/>
                </a:lnTo>
                <a:lnTo>
                  <a:pt x="3521182" y="66448"/>
                </a:lnTo>
                <a:lnTo>
                  <a:pt x="3520496" y="66405"/>
                </a:lnTo>
                <a:lnTo>
                  <a:pt x="3519809" y="66369"/>
                </a:lnTo>
                <a:lnTo>
                  <a:pt x="3519121" y="66342"/>
                </a:lnTo>
                <a:lnTo>
                  <a:pt x="3518433" y="66322"/>
                </a:lnTo>
                <a:lnTo>
                  <a:pt x="3517746" y="66310"/>
                </a:lnTo>
                <a:lnTo>
                  <a:pt x="3517060" y="66306"/>
                </a:lnTo>
                <a:lnTo>
                  <a:pt x="3514516" y="66376"/>
                </a:lnTo>
                <a:lnTo>
                  <a:pt x="3511951" y="66587"/>
                </a:lnTo>
                <a:lnTo>
                  <a:pt x="3509377" y="66939"/>
                </a:lnTo>
                <a:lnTo>
                  <a:pt x="3506806" y="67429"/>
                </a:lnTo>
                <a:lnTo>
                  <a:pt x="3504248" y="68057"/>
                </a:lnTo>
                <a:lnTo>
                  <a:pt x="3501716" y="68823"/>
                </a:lnTo>
                <a:lnTo>
                  <a:pt x="3499220" y="69726"/>
                </a:lnTo>
                <a:lnTo>
                  <a:pt x="3496772" y="70764"/>
                </a:lnTo>
                <a:lnTo>
                  <a:pt x="3494384" y="71938"/>
                </a:lnTo>
                <a:lnTo>
                  <a:pt x="3492067" y="73246"/>
                </a:lnTo>
                <a:lnTo>
                  <a:pt x="3489832" y="74687"/>
                </a:lnTo>
                <a:lnTo>
                  <a:pt x="3487692" y="76261"/>
                </a:lnTo>
                <a:lnTo>
                  <a:pt x="3485657" y="77967"/>
                </a:lnTo>
                <a:lnTo>
                  <a:pt x="3483738" y="79805"/>
                </a:lnTo>
                <a:lnTo>
                  <a:pt x="3481948" y="81772"/>
                </a:lnTo>
                <a:lnTo>
                  <a:pt x="3480298" y="83870"/>
                </a:lnTo>
                <a:lnTo>
                  <a:pt x="3478799" y="86096"/>
                </a:lnTo>
                <a:lnTo>
                  <a:pt x="3477463" y="88450"/>
                </a:lnTo>
                <a:lnTo>
                  <a:pt x="3476301" y="90931"/>
                </a:lnTo>
                <a:lnTo>
                  <a:pt x="3475325" y="93538"/>
                </a:lnTo>
                <a:lnTo>
                  <a:pt x="3474545" y="96272"/>
                </a:lnTo>
                <a:lnTo>
                  <a:pt x="3473974" y="99130"/>
                </a:lnTo>
                <a:lnTo>
                  <a:pt x="3473623" y="102112"/>
                </a:lnTo>
                <a:lnTo>
                  <a:pt x="3473504" y="105217"/>
                </a:lnTo>
                <a:lnTo>
                  <a:pt x="3473560" y="107562"/>
                </a:lnTo>
                <a:lnTo>
                  <a:pt x="3473725" y="109801"/>
                </a:lnTo>
                <a:lnTo>
                  <a:pt x="3473991" y="111935"/>
                </a:lnTo>
                <a:lnTo>
                  <a:pt x="3474353" y="113968"/>
                </a:lnTo>
                <a:lnTo>
                  <a:pt x="3474804" y="115901"/>
                </a:lnTo>
                <a:lnTo>
                  <a:pt x="3475337" y="117738"/>
                </a:lnTo>
                <a:lnTo>
                  <a:pt x="3475947" y="119481"/>
                </a:lnTo>
                <a:lnTo>
                  <a:pt x="3476626" y="121132"/>
                </a:lnTo>
                <a:lnTo>
                  <a:pt x="3477368" y="122695"/>
                </a:lnTo>
                <a:lnTo>
                  <a:pt x="3478167" y="124171"/>
                </a:lnTo>
                <a:lnTo>
                  <a:pt x="3479016" y="125564"/>
                </a:lnTo>
                <a:lnTo>
                  <a:pt x="3479909" y="126875"/>
                </a:lnTo>
                <a:lnTo>
                  <a:pt x="3480839" y="128108"/>
                </a:lnTo>
                <a:lnTo>
                  <a:pt x="3481801" y="129265"/>
                </a:lnTo>
                <a:lnTo>
                  <a:pt x="3482786" y="130348"/>
                </a:lnTo>
                <a:lnTo>
                  <a:pt x="3483790" y="131361"/>
                </a:lnTo>
                <a:lnTo>
                  <a:pt x="3484805" y="132305"/>
                </a:lnTo>
                <a:lnTo>
                  <a:pt x="3485826" y="133183"/>
                </a:lnTo>
                <a:lnTo>
                  <a:pt x="3486845" y="133998"/>
                </a:lnTo>
                <a:lnTo>
                  <a:pt x="3487856" y="134752"/>
                </a:lnTo>
                <a:lnTo>
                  <a:pt x="3488853" y="135448"/>
                </a:lnTo>
                <a:lnTo>
                  <a:pt x="3489830" y="136088"/>
                </a:lnTo>
                <a:lnTo>
                  <a:pt x="3490779" y="136676"/>
                </a:lnTo>
                <a:lnTo>
                  <a:pt x="3491695" y="137213"/>
                </a:lnTo>
                <a:lnTo>
                  <a:pt x="3490759" y="137865"/>
                </a:lnTo>
                <a:lnTo>
                  <a:pt x="3489812" y="138541"/>
                </a:lnTo>
                <a:lnTo>
                  <a:pt x="3488857" y="139241"/>
                </a:lnTo>
                <a:lnTo>
                  <a:pt x="3487901" y="139964"/>
                </a:lnTo>
                <a:lnTo>
                  <a:pt x="3486947" y="140709"/>
                </a:lnTo>
                <a:lnTo>
                  <a:pt x="3485999" y="141477"/>
                </a:lnTo>
                <a:lnTo>
                  <a:pt x="3485063" y="142266"/>
                </a:lnTo>
                <a:lnTo>
                  <a:pt x="3484142" y="143076"/>
                </a:lnTo>
                <a:lnTo>
                  <a:pt x="3483242" y="143907"/>
                </a:lnTo>
                <a:lnTo>
                  <a:pt x="3482367" y="144758"/>
                </a:lnTo>
                <a:lnTo>
                  <a:pt x="3481522" y="145630"/>
                </a:lnTo>
                <a:lnTo>
                  <a:pt x="3480711" y="146520"/>
                </a:lnTo>
                <a:lnTo>
                  <a:pt x="3479938" y="147430"/>
                </a:lnTo>
                <a:lnTo>
                  <a:pt x="3479209" y="148358"/>
                </a:lnTo>
                <a:lnTo>
                  <a:pt x="3478528" y="149304"/>
                </a:lnTo>
                <a:lnTo>
                  <a:pt x="3477898" y="150268"/>
                </a:lnTo>
                <a:lnTo>
                  <a:pt x="3477326" y="151248"/>
                </a:lnTo>
                <a:lnTo>
                  <a:pt x="3476816" y="152246"/>
                </a:lnTo>
                <a:lnTo>
                  <a:pt x="3476371" y="153259"/>
                </a:lnTo>
                <a:lnTo>
                  <a:pt x="3475997" y="154289"/>
                </a:lnTo>
                <a:lnTo>
                  <a:pt x="3475698" y="155334"/>
                </a:lnTo>
                <a:lnTo>
                  <a:pt x="3475479" y="156393"/>
                </a:lnTo>
                <a:lnTo>
                  <a:pt x="3475344" y="157467"/>
                </a:lnTo>
                <a:lnTo>
                  <a:pt x="3475298" y="158555"/>
                </a:lnTo>
                <a:lnTo>
                  <a:pt x="3475330" y="159865"/>
                </a:lnTo>
                <a:lnTo>
                  <a:pt x="3475427" y="161159"/>
                </a:lnTo>
                <a:lnTo>
                  <a:pt x="3475589" y="162435"/>
                </a:lnTo>
                <a:lnTo>
                  <a:pt x="3475817" y="163689"/>
                </a:lnTo>
                <a:lnTo>
                  <a:pt x="3476112" y="164921"/>
                </a:lnTo>
                <a:lnTo>
                  <a:pt x="3476474" y="166126"/>
                </a:lnTo>
                <a:lnTo>
                  <a:pt x="3476904" y="167304"/>
                </a:lnTo>
                <a:lnTo>
                  <a:pt x="3477403" y="168450"/>
                </a:lnTo>
                <a:lnTo>
                  <a:pt x="3477971" y="169564"/>
                </a:lnTo>
                <a:lnTo>
                  <a:pt x="3478608" y="170642"/>
                </a:lnTo>
                <a:lnTo>
                  <a:pt x="3479316" y="171683"/>
                </a:lnTo>
                <a:lnTo>
                  <a:pt x="3480096" y="172683"/>
                </a:lnTo>
                <a:lnTo>
                  <a:pt x="3480947" y="173641"/>
                </a:lnTo>
                <a:lnTo>
                  <a:pt x="3481870" y="174554"/>
                </a:lnTo>
                <a:lnTo>
                  <a:pt x="3482867" y="175419"/>
                </a:lnTo>
                <a:lnTo>
                  <a:pt x="3483937" y="176235"/>
                </a:lnTo>
                <a:lnTo>
                  <a:pt x="3485081" y="176998"/>
                </a:lnTo>
                <a:lnTo>
                  <a:pt x="3486301" y="177706"/>
                </a:lnTo>
                <a:lnTo>
                  <a:pt x="3487596" y="178358"/>
                </a:lnTo>
                <a:lnTo>
                  <a:pt x="3488967" y="178950"/>
                </a:lnTo>
                <a:lnTo>
                  <a:pt x="3490416" y="179480"/>
                </a:lnTo>
                <a:lnTo>
                  <a:pt x="3491942" y="179946"/>
                </a:lnTo>
                <a:lnTo>
                  <a:pt x="3493546" y="180345"/>
                </a:lnTo>
                <a:lnTo>
                  <a:pt x="3495229" y="180675"/>
                </a:lnTo>
                <a:lnTo>
                  <a:pt x="3494335" y="181057"/>
                </a:lnTo>
                <a:lnTo>
                  <a:pt x="3493432" y="181459"/>
                </a:lnTo>
                <a:lnTo>
                  <a:pt x="3492523" y="181880"/>
                </a:lnTo>
                <a:lnTo>
                  <a:pt x="3491607" y="182319"/>
                </a:lnTo>
                <a:lnTo>
                  <a:pt x="3490686" y="182776"/>
                </a:lnTo>
                <a:lnTo>
                  <a:pt x="3489761" y="183248"/>
                </a:lnTo>
                <a:lnTo>
                  <a:pt x="3488832" y="183737"/>
                </a:lnTo>
                <a:lnTo>
                  <a:pt x="3487901" y="184241"/>
                </a:lnTo>
                <a:lnTo>
                  <a:pt x="3486969" y="184759"/>
                </a:lnTo>
                <a:lnTo>
                  <a:pt x="3486037" y="185290"/>
                </a:lnTo>
                <a:lnTo>
                  <a:pt x="3485106" y="185835"/>
                </a:lnTo>
                <a:lnTo>
                  <a:pt x="3484176" y="186391"/>
                </a:lnTo>
                <a:lnTo>
                  <a:pt x="3483248" y="186959"/>
                </a:lnTo>
                <a:lnTo>
                  <a:pt x="3482325" y="187537"/>
                </a:lnTo>
                <a:lnTo>
                  <a:pt x="3481406" y="188125"/>
                </a:lnTo>
                <a:lnTo>
                  <a:pt x="3480492" y="188722"/>
                </a:lnTo>
                <a:lnTo>
                  <a:pt x="3479585" y="189327"/>
                </a:lnTo>
                <a:lnTo>
                  <a:pt x="3478686" y="189939"/>
                </a:lnTo>
                <a:lnTo>
                  <a:pt x="3477795" y="190559"/>
                </a:lnTo>
                <a:lnTo>
                  <a:pt x="3476914" y="191184"/>
                </a:lnTo>
                <a:lnTo>
                  <a:pt x="3476043" y="191814"/>
                </a:lnTo>
                <a:lnTo>
                  <a:pt x="3475184" y="192449"/>
                </a:lnTo>
                <a:lnTo>
                  <a:pt x="3474337" y="193087"/>
                </a:lnTo>
                <a:lnTo>
                  <a:pt x="3473504" y="193729"/>
                </a:lnTo>
                <a:lnTo>
                  <a:pt x="3473103" y="194351"/>
                </a:lnTo>
                <a:lnTo>
                  <a:pt x="3472709" y="194996"/>
                </a:lnTo>
                <a:lnTo>
                  <a:pt x="3472323" y="195662"/>
                </a:lnTo>
                <a:lnTo>
                  <a:pt x="3471946" y="196345"/>
                </a:lnTo>
                <a:lnTo>
                  <a:pt x="3471578" y="197046"/>
                </a:lnTo>
                <a:lnTo>
                  <a:pt x="3471221" y="197760"/>
                </a:lnTo>
                <a:lnTo>
                  <a:pt x="3470875" y="198487"/>
                </a:lnTo>
                <a:lnTo>
                  <a:pt x="3470541" y="199223"/>
                </a:lnTo>
                <a:lnTo>
                  <a:pt x="3470220" y="199968"/>
                </a:lnTo>
                <a:lnTo>
                  <a:pt x="3469914" y="200719"/>
                </a:lnTo>
                <a:lnTo>
                  <a:pt x="3469622" y="201473"/>
                </a:lnTo>
                <a:lnTo>
                  <a:pt x="3469347" y="202230"/>
                </a:lnTo>
                <a:lnTo>
                  <a:pt x="3469088" y="202986"/>
                </a:lnTo>
                <a:lnTo>
                  <a:pt x="3468847" y="203740"/>
                </a:lnTo>
                <a:lnTo>
                  <a:pt x="3468625" y="204489"/>
                </a:lnTo>
                <a:lnTo>
                  <a:pt x="3468422" y="205232"/>
                </a:lnTo>
                <a:lnTo>
                  <a:pt x="3468239" y="205966"/>
                </a:lnTo>
                <a:lnTo>
                  <a:pt x="3468078" y="206690"/>
                </a:lnTo>
                <a:lnTo>
                  <a:pt x="3467940" y="207401"/>
                </a:lnTo>
                <a:lnTo>
                  <a:pt x="3467824" y="208097"/>
                </a:lnTo>
                <a:lnTo>
                  <a:pt x="3467733" y="208776"/>
                </a:lnTo>
                <a:lnTo>
                  <a:pt x="3467666" y="209437"/>
                </a:lnTo>
                <a:lnTo>
                  <a:pt x="3467626" y="210076"/>
                </a:lnTo>
                <a:lnTo>
                  <a:pt x="3467612" y="210692"/>
                </a:lnTo>
                <a:lnTo>
                  <a:pt x="3467726" y="213164"/>
                </a:lnTo>
                <a:lnTo>
                  <a:pt x="3468061" y="215516"/>
                </a:lnTo>
                <a:lnTo>
                  <a:pt x="3468612" y="217752"/>
                </a:lnTo>
                <a:lnTo>
                  <a:pt x="3469370" y="219871"/>
                </a:lnTo>
                <a:lnTo>
                  <a:pt x="3470328" y="221876"/>
                </a:lnTo>
                <a:lnTo>
                  <a:pt x="3471479" y="223767"/>
                </a:lnTo>
                <a:lnTo>
                  <a:pt x="3472816" y="225545"/>
                </a:lnTo>
                <a:lnTo>
                  <a:pt x="3474330" y="227212"/>
                </a:lnTo>
                <a:lnTo>
                  <a:pt x="3476016" y="228769"/>
                </a:lnTo>
                <a:lnTo>
                  <a:pt x="3477865" y="230216"/>
                </a:lnTo>
                <a:lnTo>
                  <a:pt x="3479870" y="231556"/>
                </a:lnTo>
                <a:lnTo>
                  <a:pt x="3482024" y="232789"/>
                </a:lnTo>
                <a:lnTo>
                  <a:pt x="3484319" y="233917"/>
                </a:lnTo>
                <a:lnTo>
                  <a:pt x="3484973" y="234193"/>
                </a:lnTo>
                <a:lnTo>
                  <a:pt x="3551833" y="234193"/>
                </a:lnTo>
                <a:lnTo>
                  <a:pt x="3554555" y="233139"/>
                </a:lnTo>
                <a:lnTo>
                  <a:pt x="3557803" y="231667"/>
                </a:lnTo>
                <a:lnTo>
                  <a:pt x="3560849" y="230062"/>
                </a:lnTo>
                <a:lnTo>
                  <a:pt x="3563691" y="228327"/>
                </a:lnTo>
                <a:lnTo>
                  <a:pt x="3566325" y="226466"/>
                </a:lnTo>
                <a:lnTo>
                  <a:pt x="3568747" y="224484"/>
                </a:lnTo>
                <a:lnTo>
                  <a:pt x="3570954" y="222384"/>
                </a:lnTo>
                <a:lnTo>
                  <a:pt x="3572943" y="220171"/>
                </a:lnTo>
                <a:lnTo>
                  <a:pt x="3574711" y="217849"/>
                </a:lnTo>
                <a:lnTo>
                  <a:pt x="3576254" y="215421"/>
                </a:lnTo>
                <a:lnTo>
                  <a:pt x="3577568" y="212892"/>
                </a:lnTo>
                <a:lnTo>
                  <a:pt x="3578651" y="210266"/>
                </a:lnTo>
                <a:lnTo>
                  <a:pt x="3579499" y="207547"/>
                </a:lnTo>
                <a:lnTo>
                  <a:pt x="3580109" y="204738"/>
                </a:lnTo>
                <a:lnTo>
                  <a:pt x="3580478" y="201845"/>
                </a:lnTo>
                <a:lnTo>
                  <a:pt x="3580601" y="198870"/>
                </a:lnTo>
                <a:lnTo>
                  <a:pt x="3580583" y="197473"/>
                </a:lnTo>
                <a:lnTo>
                  <a:pt x="3580527" y="196111"/>
                </a:lnTo>
                <a:lnTo>
                  <a:pt x="3580433" y="194783"/>
                </a:lnTo>
                <a:lnTo>
                  <a:pt x="3580303" y="193487"/>
                </a:lnTo>
                <a:lnTo>
                  <a:pt x="3580134" y="192223"/>
                </a:lnTo>
                <a:lnTo>
                  <a:pt x="3579929" y="190991"/>
                </a:lnTo>
                <a:lnTo>
                  <a:pt x="3579686" y="189790"/>
                </a:lnTo>
                <a:lnTo>
                  <a:pt x="3579406" y="188619"/>
                </a:lnTo>
                <a:lnTo>
                  <a:pt x="3579089" y="187478"/>
                </a:lnTo>
                <a:lnTo>
                  <a:pt x="3578734" y="186366"/>
                </a:lnTo>
                <a:lnTo>
                  <a:pt x="3578342" y="185281"/>
                </a:lnTo>
                <a:lnTo>
                  <a:pt x="3577912" y="184225"/>
                </a:lnTo>
                <a:lnTo>
                  <a:pt x="3577445" y="183195"/>
                </a:lnTo>
                <a:lnTo>
                  <a:pt x="3576941" y="182191"/>
                </a:lnTo>
                <a:lnTo>
                  <a:pt x="3576399" y="181213"/>
                </a:lnTo>
                <a:lnTo>
                  <a:pt x="3575820" y="180260"/>
                </a:lnTo>
                <a:lnTo>
                  <a:pt x="3575204" y="179331"/>
                </a:lnTo>
                <a:lnTo>
                  <a:pt x="3574550" y="178426"/>
                </a:lnTo>
                <a:lnTo>
                  <a:pt x="3573859" y="177543"/>
                </a:lnTo>
                <a:lnTo>
                  <a:pt x="3573130" y="176683"/>
                </a:lnTo>
                <a:lnTo>
                  <a:pt x="3572364" y="175844"/>
                </a:lnTo>
                <a:lnTo>
                  <a:pt x="3571561" y="175026"/>
                </a:lnTo>
                <a:lnTo>
                  <a:pt x="3570720" y="174228"/>
                </a:lnTo>
                <a:lnTo>
                  <a:pt x="3569842" y="173450"/>
                </a:lnTo>
                <a:lnTo>
                  <a:pt x="3568598" y="172466"/>
                </a:lnTo>
                <a:lnTo>
                  <a:pt x="3567278" y="171562"/>
                </a:lnTo>
                <a:lnTo>
                  <a:pt x="3565891" y="170733"/>
                </a:lnTo>
                <a:lnTo>
                  <a:pt x="3564443" y="169977"/>
                </a:lnTo>
                <a:lnTo>
                  <a:pt x="3562941" y="169291"/>
                </a:lnTo>
                <a:lnTo>
                  <a:pt x="3561393" y="168670"/>
                </a:lnTo>
                <a:lnTo>
                  <a:pt x="3559805" y="168112"/>
                </a:lnTo>
                <a:lnTo>
                  <a:pt x="3558186" y="167614"/>
                </a:lnTo>
                <a:lnTo>
                  <a:pt x="3556541" y="167172"/>
                </a:lnTo>
                <a:lnTo>
                  <a:pt x="3554878" y="166782"/>
                </a:lnTo>
                <a:lnTo>
                  <a:pt x="3553205" y="166442"/>
                </a:lnTo>
                <a:lnTo>
                  <a:pt x="3551528" y="166148"/>
                </a:lnTo>
                <a:lnTo>
                  <a:pt x="3549854" y="165896"/>
                </a:lnTo>
                <a:lnTo>
                  <a:pt x="3548191" y="165684"/>
                </a:lnTo>
                <a:lnTo>
                  <a:pt x="3546546" y="165508"/>
                </a:lnTo>
                <a:lnTo>
                  <a:pt x="3544925" y="165364"/>
                </a:lnTo>
                <a:lnTo>
                  <a:pt x="3543337" y="165250"/>
                </a:lnTo>
                <a:lnTo>
                  <a:pt x="3541788" y="165162"/>
                </a:lnTo>
                <a:lnTo>
                  <a:pt x="3540285" y="165097"/>
                </a:lnTo>
                <a:lnTo>
                  <a:pt x="3538835" y="165051"/>
                </a:lnTo>
                <a:lnTo>
                  <a:pt x="3537446" y="165021"/>
                </a:lnTo>
                <a:lnTo>
                  <a:pt x="3536125" y="165004"/>
                </a:lnTo>
                <a:lnTo>
                  <a:pt x="3534879" y="164996"/>
                </a:lnTo>
                <a:lnTo>
                  <a:pt x="3533714" y="164994"/>
                </a:lnTo>
                <a:lnTo>
                  <a:pt x="3533140" y="164996"/>
                </a:lnTo>
                <a:lnTo>
                  <a:pt x="3532509" y="165004"/>
                </a:lnTo>
                <a:lnTo>
                  <a:pt x="3531825" y="165017"/>
                </a:lnTo>
                <a:lnTo>
                  <a:pt x="3531093" y="165035"/>
                </a:lnTo>
                <a:lnTo>
                  <a:pt x="3530317" y="165058"/>
                </a:lnTo>
                <a:lnTo>
                  <a:pt x="3529503" y="165086"/>
                </a:lnTo>
                <a:lnTo>
                  <a:pt x="3528653" y="165118"/>
                </a:lnTo>
                <a:lnTo>
                  <a:pt x="3527774" y="165155"/>
                </a:lnTo>
                <a:lnTo>
                  <a:pt x="3526868" y="165197"/>
                </a:lnTo>
                <a:lnTo>
                  <a:pt x="3525941" y="165242"/>
                </a:lnTo>
                <a:lnTo>
                  <a:pt x="3524998" y="165292"/>
                </a:lnTo>
                <a:lnTo>
                  <a:pt x="3524042" y="165346"/>
                </a:lnTo>
                <a:lnTo>
                  <a:pt x="3523078" y="165404"/>
                </a:lnTo>
                <a:lnTo>
                  <a:pt x="3522110" y="165466"/>
                </a:lnTo>
                <a:lnTo>
                  <a:pt x="3521143" y="165532"/>
                </a:lnTo>
                <a:lnTo>
                  <a:pt x="3520182" y="165601"/>
                </a:lnTo>
                <a:lnTo>
                  <a:pt x="3519230" y="165674"/>
                </a:lnTo>
                <a:lnTo>
                  <a:pt x="3518293" y="165751"/>
                </a:lnTo>
                <a:lnTo>
                  <a:pt x="3517374" y="165831"/>
                </a:lnTo>
                <a:lnTo>
                  <a:pt x="3516478" y="165914"/>
                </a:lnTo>
                <a:lnTo>
                  <a:pt x="3515610" y="166000"/>
                </a:lnTo>
                <a:lnTo>
                  <a:pt x="3514774" y="166089"/>
                </a:lnTo>
                <a:lnTo>
                  <a:pt x="3513975" y="166181"/>
                </a:lnTo>
                <a:lnTo>
                  <a:pt x="3513217" y="166276"/>
                </a:lnTo>
                <a:lnTo>
                  <a:pt x="3512774" y="166306"/>
                </a:lnTo>
                <a:lnTo>
                  <a:pt x="3512342" y="166335"/>
                </a:lnTo>
                <a:lnTo>
                  <a:pt x="3511921" y="166365"/>
                </a:lnTo>
                <a:lnTo>
                  <a:pt x="3511510" y="166394"/>
                </a:lnTo>
                <a:lnTo>
                  <a:pt x="3511111" y="166423"/>
                </a:lnTo>
                <a:lnTo>
                  <a:pt x="3510723" y="166452"/>
                </a:lnTo>
                <a:lnTo>
                  <a:pt x="3510347" y="166480"/>
                </a:lnTo>
                <a:lnTo>
                  <a:pt x="3509982" y="166508"/>
                </a:lnTo>
                <a:lnTo>
                  <a:pt x="3509628" y="166535"/>
                </a:lnTo>
                <a:lnTo>
                  <a:pt x="3509286" y="166561"/>
                </a:lnTo>
                <a:lnTo>
                  <a:pt x="3508956" y="166586"/>
                </a:lnTo>
                <a:lnTo>
                  <a:pt x="3508638" y="166610"/>
                </a:lnTo>
                <a:lnTo>
                  <a:pt x="3508331" y="166633"/>
                </a:lnTo>
                <a:lnTo>
                  <a:pt x="3508037" y="166655"/>
                </a:lnTo>
                <a:lnTo>
                  <a:pt x="3507755" y="166675"/>
                </a:lnTo>
                <a:lnTo>
                  <a:pt x="3507486" y="166693"/>
                </a:lnTo>
                <a:lnTo>
                  <a:pt x="3507229" y="166710"/>
                </a:lnTo>
                <a:lnTo>
                  <a:pt x="3506984" y="166725"/>
                </a:lnTo>
                <a:lnTo>
                  <a:pt x="3506753" y="166738"/>
                </a:lnTo>
                <a:lnTo>
                  <a:pt x="3506534" y="166749"/>
                </a:lnTo>
                <a:lnTo>
                  <a:pt x="3506328" y="166757"/>
                </a:lnTo>
                <a:lnTo>
                  <a:pt x="3506135" y="166764"/>
                </a:lnTo>
                <a:lnTo>
                  <a:pt x="3505955" y="166767"/>
                </a:lnTo>
                <a:lnTo>
                  <a:pt x="3505789" y="166769"/>
                </a:lnTo>
                <a:lnTo>
                  <a:pt x="3504890" y="166763"/>
                </a:lnTo>
                <a:lnTo>
                  <a:pt x="3503989" y="166742"/>
                </a:lnTo>
                <a:lnTo>
                  <a:pt x="3503090" y="166703"/>
                </a:lnTo>
                <a:lnTo>
                  <a:pt x="3502197" y="166641"/>
                </a:lnTo>
                <a:lnTo>
                  <a:pt x="3501312" y="166553"/>
                </a:lnTo>
                <a:lnTo>
                  <a:pt x="3500440" y="166435"/>
                </a:lnTo>
                <a:lnTo>
                  <a:pt x="3499583" y="166283"/>
                </a:lnTo>
                <a:lnTo>
                  <a:pt x="3498746" y="166092"/>
                </a:lnTo>
                <a:lnTo>
                  <a:pt x="3497933" y="165860"/>
                </a:lnTo>
                <a:lnTo>
                  <a:pt x="3497146" y="165582"/>
                </a:lnTo>
                <a:lnTo>
                  <a:pt x="3496389" y="165254"/>
                </a:lnTo>
                <a:lnTo>
                  <a:pt x="3495666" y="164872"/>
                </a:lnTo>
                <a:lnTo>
                  <a:pt x="3494981" y="164432"/>
                </a:lnTo>
                <a:lnTo>
                  <a:pt x="3494336" y="163931"/>
                </a:lnTo>
                <a:lnTo>
                  <a:pt x="3493736" y="163365"/>
                </a:lnTo>
                <a:lnTo>
                  <a:pt x="3493184" y="162729"/>
                </a:lnTo>
                <a:lnTo>
                  <a:pt x="3492683" y="162020"/>
                </a:lnTo>
                <a:lnTo>
                  <a:pt x="3492238" y="161234"/>
                </a:lnTo>
                <a:lnTo>
                  <a:pt x="3491852" y="160366"/>
                </a:lnTo>
                <a:lnTo>
                  <a:pt x="3491527" y="159414"/>
                </a:lnTo>
                <a:lnTo>
                  <a:pt x="3491269" y="158373"/>
                </a:lnTo>
                <a:lnTo>
                  <a:pt x="3491080" y="157239"/>
                </a:lnTo>
                <a:lnTo>
                  <a:pt x="3490964" y="156008"/>
                </a:lnTo>
                <a:lnTo>
                  <a:pt x="3490925" y="154677"/>
                </a:lnTo>
                <a:lnTo>
                  <a:pt x="3490931" y="154037"/>
                </a:lnTo>
                <a:lnTo>
                  <a:pt x="3490953" y="153406"/>
                </a:lnTo>
                <a:lnTo>
                  <a:pt x="3490991" y="152781"/>
                </a:lnTo>
                <a:lnTo>
                  <a:pt x="3491046" y="152163"/>
                </a:lnTo>
                <a:lnTo>
                  <a:pt x="3491119" y="151550"/>
                </a:lnTo>
                <a:lnTo>
                  <a:pt x="3491213" y="150943"/>
                </a:lnTo>
                <a:lnTo>
                  <a:pt x="3491328" y="150341"/>
                </a:lnTo>
                <a:lnTo>
                  <a:pt x="3491466" y="149742"/>
                </a:lnTo>
                <a:lnTo>
                  <a:pt x="3491628" y="149148"/>
                </a:lnTo>
                <a:lnTo>
                  <a:pt x="3491815" y="148556"/>
                </a:lnTo>
                <a:lnTo>
                  <a:pt x="3492029" y="147967"/>
                </a:lnTo>
                <a:lnTo>
                  <a:pt x="3492270" y="147380"/>
                </a:lnTo>
                <a:lnTo>
                  <a:pt x="3492542" y="146794"/>
                </a:lnTo>
                <a:lnTo>
                  <a:pt x="3492844" y="146209"/>
                </a:lnTo>
                <a:lnTo>
                  <a:pt x="3493177" y="145625"/>
                </a:lnTo>
                <a:lnTo>
                  <a:pt x="3493545" y="145040"/>
                </a:lnTo>
                <a:lnTo>
                  <a:pt x="3493947" y="144454"/>
                </a:lnTo>
                <a:lnTo>
                  <a:pt x="3494385" y="143867"/>
                </a:lnTo>
                <a:lnTo>
                  <a:pt x="3494860" y="143279"/>
                </a:lnTo>
                <a:lnTo>
                  <a:pt x="3495374" y="142687"/>
                </a:lnTo>
                <a:lnTo>
                  <a:pt x="3495928" y="142093"/>
                </a:lnTo>
                <a:lnTo>
                  <a:pt x="3496524" y="141495"/>
                </a:lnTo>
                <a:lnTo>
                  <a:pt x="3497162" y="140892"/>
                </a:lnTo>
                <a:lnTo>
                  <a:pt x="3497844" y="140286"/>
                </a:lnTo>
                <a:lnTo>
                  <a:pt x="3498284" y="140510"/>
                </a:lnTo>
                <a:lnTo>
                  <a:pt x="3498769" y="140733"/>
                </a:lnTo>
                <a:lnTo>
                  <a:pt x="3499298" y="140955"/>
                </a:lnTo>
                <a:lnTo>
                  <a:pt x="3499868" y="141174"/>
                </a:lnTo>
                <a:lnTo>
                  <a:pt x="3500477" y="141391"/>
                </a:lnTo>
                <a:lnTo>
                  <a:pt x="3501124" y="141603"/>
                </a:lnTo>
                <a:lnTo>
                  <a:pt x="3501806" y="141810"/>
                </a:lnTo>
                <a:lnTo>
                  <a:pt x="3502520" y="142013"/>
                </a:lnTo>
                <a:lnTo>
                  <a:pt x="3503267" y="142209"/>
                </a:lnTo>
                <a:lnTo>
                  <a:pt x="3504042" y="142397"/>
                </a:lnTo>
                <a:lnTo>
                  <a:pt x="3504844" y="142579"/>
                </a:lnTo>
                <a:lnTo>
                  <a:pt x="3505671" y="142751"/>
                </a:lnTo>
                <a:lnTo>
                  <a:pt x="3506521" y="142914"/>
                </a:lnTo>
                <a:lnTo>
                  <a:pt x="3507393" y="143067"/>
                </a:lnTo>
                <a:lnTo>
                  <a:pt x="3508283" y="143209"/>
                </a:lnTo>
                <a:lnTo>
                  <a:pt x="3509190" y="143340"/>
                </a:lnTo>
                <a:lnTo>
                  <a:pt x="3510111" y="143458"/>
                </a:lnTo>
                <a:lnTo>
                  <a:pt x="3511046" y="143563"/>
                </a:lnTo>
                <a:lnTo>
                  <a:pt x="3511991" y="143654"/>
                </a:lnTo>
                <a:lnTo>
                  <a:pt x="3512945" y="143730"/>
                </a:lnTo>
                <a:lnTo>
                  <a:pt x="3513905" y="143790"/>
                </a:lnTo>
                <a:lnTo>
                  <a:pt x="3514870" y="143834"/>
                </a:lnTo>
                <a:lnTo>
                  <a:pt x="3515838" y="143861"/>
                </a:lnTo>
                <a:lnTo>
                  <a:pt x="3516806" y="143871"/>
                </a:lnTo>
                <a:lnTo>
                  <a:pt x="3520080" y="143778"/>
                </a:lnTo>
                <a:lnTo>
                  <a:pt x="3523239" y="143505"/>
                </a:lnTo>
                <a:lnTo>
                  <a:pt x="3526283" y="143059"/>
                </a:lnTo>
                <a:lnTo>
                  <a:pt x="3529207" y="142446"/>
                </a:lnTo>
                <a:lnTo>
                  <a:pt x="3532011" y="141673"/>
                </a:lnTo>
                <a:lnTo>
                  <a:pt x="3534691" y="140747"/>
                </a:lnTo>
                <a:lnTo>
                  <a:pt x="3537246" y="139675"/>
                </a:lnTo>
                <a:lnTo>
                  <a:pt x="3539674" y="138463"/>
                </a:lnTo>
                <a:lnTo>
                  <a:pt x="3541971" y="137120"/>
                </a:lnTo>
                <a:lnTo>
                  <a:pt x="3544137" y="135650"/>
                </a:lnTo>
                <a:lnTo>
                  <a:pt x="3546168" y="134062"/>
                </a:lnTo>
                <a:lnTo>
                  <a:pt x="3548063" y="132362"/>
                </a:lnTo>
                <a:lnTo>
                  <a:pt x="3549819" y="130557"/>
                </a:lnTo>
                <a:lnTo>
                  <a:pt x="3551434" y="128654"/>
                </a:lnTo>
                <a:lnTo>
                  <a:pt x="3552905" y="126659"/>
                </a:lnTo>
                <a:lnTo>
                  <a:pt x="3554231" y="124580"/>
                </a:lnTo>
                <a:lnTo>
                  <a:pt x="3555410" y="122424"/>
                </a:lnTo>
                <a:lnTo>
                  <a:pt x="3556439" y="120196"/>
                </a:lnTo>
                <a:lnTo>
                  <a:pt x="3557315" y="117905"/>
                </a:lnTo>
                <a:lnTo>
                  <a:pt x="3558037" y="115556"/>
                </a:lnTo>
                <a:lnTo>
                  <a:pt x="3558603" y="113158"/>
                </a:lnTo>
                <a:lnTo>
                  <a:pt x="3559009" y="110716"/>
                </a:lnTo>
                <a:lnTo>
                  <a:pt x="3559255" y="108237"/>
                </a:lnTo>
                <a:lnTo>
                  <a:pt x="3559337" y="105729"/>
                </a:lnTo>
                <a:lnTo>
                  <a:pt x="3559302" y="103571"/>
                </a:lnTo>
                <a:lnTo>
                  <a:pt x="3559198" y="101509"/>
                </a:lnTo>
                <a:lnTo>
                  <a:pt x="3559028" y="99541"/>
                </a:lnTo>
                <a:close/>
                <a:moveTo>
                  <a:pt x="3485447" y="203403"/>
                </a:moveTo>
                <a:lnTo>
                  <a:pt x="3485639" y="202323"/>
                </a:lnTo>
                <a:lnTo>
                  <a:pt x="3485902" y="201240"/>
                </a:lnTo>
                <a:lnTo>
                  <a:pt x="3486234" y="200156"/>
                </a:lnTo>
                <a:lnTo>
                  <a:pt x="3486632" y="199073"/>
                </a:lnTo>
                <a:lnTo>
                  <a:pt x="3487093" y="197995"/>
                </a:lnTo>
                <a:lnTo>
                  <a:pt x="3487616" y="196923"/>
                </a:lnTo>
                <a:lnTo>
                  <a:pt x="3488196" y="195859"/>
                </a:lnTo>
                <a:lnTo>
                  <a:pt x="3488831" y="194808"/>
                </a:lnTo>
                <a:lnTo>
                  <a:pt x="3489518" y="193770"/>
                </a:lnTo>
                <a:lnTo>
                  <a:pt x="3490255" y="192748"/>
                </a:lnTo>
                <a:lnTo>
                  <a:pt x="3491038" y="191745"/>
                </a:lnTo>
                <a:lnTo>
                  <a:pt x="3491865" y="190763"/>
                </a:lnTo>
                <a:lnTo>
                  <a:pt x="3492734" y="189805"/>
                </a:lnTo>
                <a:lnTo>
                  <a:pt x="3493640" y="188874"/>
                </a:lnTo>
                <a:lnTo>
                  <a:pt x="3494583" y="187970"/>
                </a:lnTo>
                <a:lnTo>
                  <a:pt x="3495558" y="187098"/>
                </a:lnTo>
                <a:lnTo>
                  <a:pt x="3496563" y="186259"/>
                </a:lnTo>
                <a:lnTo>
                  <a:pt x="3497596" y="185456"/>
                </a:lnTo>
                <a:lnTo>
                  <a:pt x="3498652" y="184692"/>
                </a:lnTo>
                <a:lnTo>
                  <a:pt x="3499731" y="183968"/>
                </a:lnTo>
                <a:lnTo>
                  <a:pt x="3500828" y="183288"/>
                </a:lnTo>
                <a:lnTo>
                  <a:pt x="3501942" y="182653"/>
                </a:lnTo>
                <a:lnTo>
                  <a:pt x="3502910" y="182652"/>
                </a:lnTo>
                <a:lnTo>
                  <a:pt x="3503916" y="182643"/>
                </a:lnTo>
                <a:lnTo>
                  <a:pt x="3504954" y="182628"/>
                </a:lnTo>
                <a:lnTo>
                  <a:pt x="3506019" y="182606"/>
                </a:lnTo>
                <a:lnTo>
                  <a:pt x="3507105" y="182578"/>
                </a:lnTo>
                <a:lnTo>
                  <a:pt x="3508207" y="182546"/>
                </a:lnTo>
                <a:lnTo>
                  <a:pt x="3509321" y="182509"/>
                </a:lnTo>
                <a:lnTo>
                  <a:pt x="3510439" y="182469"/>
                </a:lnTo>
                <a:lnTo>
                  <a:pt x="3511558" y="182426"/>
                </a:lnTo>
                <a:lnTo>
                  <a:pt x="3512672" y="182381"/>
                </a:lnTo>
                <a:lnTo>
                  <a:pt x="3513775" y="182334"/>
                </a:lnTo>
                <a:lnTo>
                  <a:pt x="3514863" y="182287"/>
                </a:lnTo>
                <a:lnTo>
                  <a:pt x="3515929" y="182239"/>
                </a:lnTo>
                <a:lnTo>
                  <a:pt x="3516969" y="182192"/>
                </a:lnTo>
                <a:lnTo>
                  <a:pt x="3517977" y="182146"/>
                </a:lnTo>
                <a:lnTo>
                  <a:pt x="3518948" y="182102"/>
                </a:lnTo>
                <a:lnTo>
                  <a:pt x="3519877" y="182061"/>
                </a:lnTo>
                <a:lnTo>
                  <a:pt x="3520758" y="182023"/>
                </a:lnTo>
                <a:lnTo>
                  <a:pt x="3521586" y="181989"/>
                </a:lnTo>
                <a:lnTo>
                  <a:pt x="3522356" y="181960"/>
                </a:lnTo>
                <a:lnTo>
                  <a:pt x="3523062" y="181936"/>
                </a:lnTo>
                <a:lnTo>
                  <a:pt x="3523700" y="181918"/>
                </a:lnTo>
                <a:lnTo>
                  <a:pt x="3524263" y="181906"/>
                </a:lnTo>
                <a:lnTo>
                  <a:pt x="3524746" y="181903"/>
                </a:lnTo>
                <a:lnTo>
                  <a:pt x="3526260" y="181904"/>
                </a:lnTo>
                <a:lnTo>
                  <a:pt x="3527730" y="181910"/>
                </a:lnTo>
                <a:lnTo>
                  <a:pt x="3529156" y="181922"/>
                </a:lnTo>
                <a:lnTo>
                  <a:pt x="3530541" y="181941"/>
                </a:lnTo>
                <a:lnTo>
                  <a:pt x="3531885" y="181969"/>
                </a:lnTo>
                <a:lnTo>
                  <a:pt x="3533191" y="182007"/>
                </a:lnTo>
                <a:lnTo>
                  <a:pt x="3534460" y="182058"/>
                </a:lnTo>
                <a:lnTo>
                  <a:pt x="3535693" y="182122"/>
                </a:lnTo>
                <a:lnTo>
                  <a:pt x="3536893" y="182201"/>
                </a:lnTo>
                <a:lnTo>
                  <a:pt x="3538060" y="182297"/>
                </a:lnTo>
                <a:lnTo>
                  <a:pt x="3539197" y="182411"/>
                </a:lnTo>
                <a:lnTo>
                  <a:pt x="3540305" y="182546"/>
                </a:lnTo>
                <a:lnTo>
                  <a:pt x="3541385" y="182701"/>
                </a:lnTo>
                <a:lnTo>
                  <a:pt x="3542439" y="182880"/>
                </a:lnTo>
                <a:lnTo>
                  <a:pt x="3543469" y="183083"/>
                </a:lnTo>
                <a:lnTo>
                  <a:pt x="3544477" y="183312"/>
                </a:lnTo>
                <a:lnTo>
                  <a:pt x="3545463" y="183569"/>
                </a:lnTo>
                <a:lnTo>
                  <a:pt x="3546429" y="183855"/>
                </a:lnTo>
                <a:lnTo>
                  <a:pt x="3547378" y="184172"/>
                </a:lnTo>
                <a:lnTo>
                  <a:pt x="3548310" y="184522"/>
                </a:lnTo>
                <a:lnTo>
                  <a:pt x="3549227" y="184905"/>
                </a:lnTo>
                <a:lnTo>
                  <a:pt x="3550131" y="185323"/>
                </a:lnTo>
                <a:lnTo>
                  <a:pt x="3551023" y="185779"/>
                </a:lnTo>
                <a:lnTo>
                  <a:pt x="3551905" y="186273"/>
                </a:lnTo>
                <a:lnTo>
                  <a:pt x="3552809" y="186836"/>
                </a:lnTo>
                <a:lnTo>
                  <a:pt x="3553663" y="187428"/>
                </a:lnTo>
                <a:lnTo>
                  <a:pt x="3554469" y="188050"/>
                </a:lnTo>
                <a:lnTo>
                  <a:pt x="3555226" y="188698"/>
                </a:lnTo>
                <a:lnTo>
                  <a:pt x="3555937" y="189372"/>
                </a:lnTo>
                <a:lnTo>
                  <a:pt x="3556602" y="190070"/>
                </a:lnTo>
                <a:lnTo>
                  <a:pt x="3557223" y="190789"/>
                </a:lnTo>
                <a:lnTo>
                  <a:pt x="3557799" y="191530"/>
                </a:lnTo>
                <a:lnTo>
                  <a:pt x="3558333" y="192288"/>
                </a:lnTo>
                <a:lnTo>
                  <a:pt x="3558825" y="193064"/>
                </a:lnTo>
                <a:lnTo>
                  <a:pt x="3559277" y="193856"/>
                </a:lnTo>
                <a:lnTo>
                  <a:pt x="3559689" y="194661"/>
                </a:lnTo>
                <a:lnTo>
                  <a:pt x="3560062" y="195478"/>
                </a:lnTo>
                <a:lnTo>
                  <a:pt x="3560397" y="196305"/>
                </a:lnTo>
                <a:lnTo>
                  <a:pt x="3560696" y="197141"/>
                </a:lnTo>
                <a:lnTo>
                  <a:pt x="3560959" y="197985"/>
                </a:lnTo>
                <a:lnTo>
                  <a:pt x="3561187" y="198833"/>
                </a:lnTo>
                <a:lnTo>
                  <a:pt x="3561382" y="199685"/>
                </a:lnTo>
                <a:lnTo>
                  <a:pt x="3561544" y="200539"/>
                </a:lnTo>
                <a:lnTo>
                  <a:pt x="3561674" y="201394"/>
                </a:lnTo>
                <a:lnTo>
                  <a:pt x="3561774" y="202247"/>
                </a:lnTo>
                <a:lnTo>
                  <a:pt x="3561843" y="203097"/>
                </a:lnTo>
                <a:lnTo>
                  <a:pt x="3561885" y="203942"/>
                </a:lnTo>
                <a:lnTo>
                  <a:pt x="3561898" y="204781"/>
                </a:lnTo>
                <a:lnTo>
                  <a:pt x="3561790" y="206702"/>
                </a:lnTo>
                <a:lnTo>
                  <a:pt x="3561472" y="208546"/>
                </a:lnTo>
                <a:lnTo>
                  <a:pt x="3560952" y="210310"/>
                </a:lnTo>
                <a:lnTo>
                  <a:pt x="3560240" y="211997"/>
                </a:lnTo>
                <a:lnTo>
                  <a:pt x="3559343" y="213604"/>
                </a:lnTo>
                <a:lnTo>
                  <a:pt x="3558271" y="215131"/>
                </a:lnTo>
                <a:lnTo>
                  <a:pt x="3557032" y="216579"/>
                </a:lnTo>
                <a:lnTo>
                  <a:pt x="3555635" y="217948"/>
                </a:lnTo>
                <a:lnTo>
                  <a:pt x="3554089" y="219235"/>
                </a:lnTo>
                <a:lnTo>
                  <a:pt x="3552401" y="220442"/>
                </a:lnTo>
                <a:lnTo>
                  <a:pt x="3550582" y="221568"/>
                </a:lnTo>
                <a:lnTo>
                  <a:pt x="3548639" y="222613"/>
                </a:lnTo>
                <a:lnTo>
                  <a:pt x="3546581" y="223576"/>
                </a:lnTo>
                <a:lnTo>
                  <a:pt x="3544418" y="224457"/>
                </a:lnTo>
                <a:lnTo>
                  <a:pt x="3542157" y="225256"/>
                </a:lnTo>
                <a:lnTo>
                  <a:pt x="3539807" y="225972"/>
                </a:lnTo>
                <a:lnTo>
                  <a:pt x="3537377" y="226605"/>
                </a:lnTo>
                <a:lnTo>
                  <a:pt x="3534875" y="227154"/>
                </a:lnTo>
                <a:lnTo>
                  <a:pt x="3532311" y="227620"/>
                </a:lnTo>
                <a:lnTo>
                  <a:pt x="3529693" y="228002"/>
                </a:lnTo>
                <a:lnTo>
                  <a:pt x="3527030" y="228300"/>
                </a:lnTo>
                <a:lnTo>
                  <a:pt x="3524330" y="228513"/>
                </a:lnTo>
                <a:lnTo>
                  <a:pt x="3521602" y="228641"/>
                </a:lnTo>
                <a:lnTo>
                  <a:pt x="3518854" y="228684"/>
                </a:lnTo>
                <a:lnTo>
                  <a:pt x="3516772" y="228654"/>
                </a:lnTo>
                <a:lnTo>
                  <a:pt x="3514695" y="228563"/>
                </a:lnTo>
                <a:lnTo>
                  <a:pt x="3512630" y="228407"/>
                </a:lnTo>
                <a:lnTo>
                  <a:pt x="3510585" y="228184"/>
                </a:lnTo>
                <a:lnTo>
                  <a:pt x="3508567" y="227892"/>
                </a:lnTo>
                <a:lnTo>
                  <a:pt x="3506584" y="227528"/>
                </a:lnTo>
                <a:lnTo>
                  <a:pt x="3504642" y="227088"/>
                </a:lnTo>
                <a:lnTo>
                  <a:pt x="3502751" y="226571"/>
                </a:lnTo>
                <a:lnTo>
                  <a:pt x="3500916" y="225974"/>
                </a:lnTo>
                <a:lnTo>
                  <a:pt x="3499145" y="225293"/>
                </a:lnTo>
                <a:lnTo>
                  <a:pt x="3497446" y="224527"/>
                </a:lnTo>
                <a:lnTo>
                  <a:pt x="3495827" y="223672"/>
                </a:lnTo>
                <a:lnTo>
                  <a:pt x="3494294" y="222727"/>
                </a:lnTo>
                <a:lnTo>
                  <a:pt x="3492856" y="221688"/>
                </a:lnTo>
                <a:lnTo>
                  <a:pt x="3491519" y="220552"/>
                </a:lnTo>
                <a:lnTo>
                  <a:pt x="3490291" y="219317"/>
                </a:lnTo>
                <a:lnTo>
                  <a:pt x="3489180" y="217981"/>
                </a:lnTo>
                <a:lnTo>
                  <a:pt x="3488193" y="216540"/>
                </a:lnTo>
                <a:lnTo>
                  <a:pt x="3487337" y="214992"/>
                </a:lnTo>
                <a:lnTo>
                  <a:pt x="3486621" y="213334"/>
                </a:lnTo>
                <a:lnTo>
                  <a:pt x="3486050" y="211564"/>
                </a:lnTo>
                <a:lnTo>
                  <a:pt x="3485633" y="209678"/>
                </a:lnTo>
                <a:lnTo>
                  <a:pt x="3485378" y="207675"/>
                </a:lnTo>
                <a:lnTo>
                  <a:pt x="3485291" y="205551"/>
                </a:lnTo>
                <a:lnTo>
                  <a:pt x="3485291" y="205543"/>
                </a:lnTo>
                <a:lnTo>
                  <a:pt x="3485330" y="204478"/>
                </a:lnTo>
                <a:lnTo>
                  <a:pt x="3485447" y="203403"/>
                </a:lnTo>
                <a:close/>
                <a:moveTo>
                  <a:pt x="3539217" y="109796"/>
                </a:moveTo>
                <a:lnTo>
                  <a:pt x="3539047" y="111638"/>
                </a:lnTo>
                <a:lnTo>
                  <a:pt x="3538806" y="113434"/>
                </a:lnTo>
                <a:lnTo>
                  <a:pt x="3538494" y="115178"/>
                </a:lnTo>
                <a:lnTo>
                  <a:pt x="3538110" y="116867"/>
                </a:lnTo>
                <a:lnTo>
                  <a:pt x="3537653" y="118497"/>
                </a:lnTo>
                <a:lnTo>
                  <a:pt x="3537121" y="120065"/>
                </a:lnTo>
                <a:lnTo>
                  <a:pt x="3536514" y="121567"/>
                </a:lnTo>
                <a:lnTo>
                  <a:pt x="3535830" y="122999"/>
                </a:lnTo>
                <a:lnTo>
                  <a:pt x="3535067" y="124357"/>
                </a:lnTo>
                <a:lnTo>
                  <a:pt x="3534226" y="125639"/>
                </a:lnTo>
                <a:lnTo>
                  <a:pt x="3533305" y="126839"/>
                </a:lnTo>
                <a:lnTo>
                  <a:pt x="3532303" y="127954"/>
                </a:lnTo>
                <a:lnTo>
                  <a:pt x="3531219" y="128981"/>
                </a:lnTo>
                <a:lnTo>
                  <a:pt x="3530051" y="129916"/>
                </a:lnTo>
                <a:lnTo>
                  <a:pt x="3528798" y="130754"/>
                </a:lnTo>
                <a:lnTo>
                  <a:pt x="3527460" y="131493"/>
                </a:lnTo>
                <a:lnTo>
                  <a:pt x="3526035" y="132129"/>
                </a:lnTo>
                <a:lnTo>
                  <a:pt x="3524523" y="132657"/>
                </a:lnTo>
                <a:lnTo>
                  <a:pt x="3522921" y="133074"/>
                </a:lnTo>
                <a:lnTo>
                  <a:pt x="3521230" y="133377"/>
                </a:lnTo>
                <a:lnTo>
                  <a:pt x="3519447" y="133561"/>
                </a:lnTo>
                <a:lnTo>
                  <a:pt x="3517572" y="133624"/>
                </a:lnTo>
                <a:lnTo>
                  <a:pt x="3515332" y="133562"/>
                </a:lnTo>
                <a:lnTo>
                  <a:pt x="3513223" y="133377"/>
                </a:lnTo>
                <a:lnTo>
                  <a:pt x="3511241" y="133072"/>
                </a:lnTo>
                <a:lnTo>
                  <a:pt x="3509383" y="132651"/>
                </a:lnTo>
                <a:lnTo>
                  <a:pt x="3507646" y="132115"/>
                </a:lnTo>
                <a:lnTo>
                  <a:pt x="3506027" y="131468"/>
                </a:lnTo>
                <a:lnTo>
                  <a:pt x="3504523" y="130713"/>
                </a:lnTo>
                <a:lnTo>
                  <a:pt x="3503130" y="129851"/>
                </a:lnTo>
                <a:lnTo>
                  <a:pt x="3501846" y="128886"/>
                </a:lnTo>
                <a:lnTo>
                  <a:pt x="3500667" y="127822"/>
                </a:lnTo>
                <a:lnTo>
                  <a:pt x="3499591" y="126659"/>
                </a:lnTo>
                <a:lnTo>
                  <a:pt x="3498614" y="125402"/>
                </a:lnTo>
                <a:lnTo>
                  <a:pt x="3497732" y="124053"/>
                </a:lnTo>
                <a:lnTo>
                  <a:pt x="3496944" y="122615"/>
                </a:lnTo>
                <a:lnTo>
                  <a:pt x="3496246" y="121090"/>
                </a:lnTo>
                <a:lnTo>
                  <a:pt x="3495634" y="119482"/>
                </a:lnTo>
                <a:lnTo>
                  <a:pt x="3495106" y="117793"/>
                </a:lnTo>
                <a:lnTo>
                  <a:pt x="3494658" y="116025"/>
                </a:lnTo>
                <a:lnTo>
                  <a:pt x="3494288" y="114183"/>
                </a:lnTo>
                <a:lnTo>
                  <a:pt x="3493992" y="112268"/>
                </a:lnTo>
                <a:lnTo>
                  <a:pt x="3493767" y="110283"/>
                </a:lnTo>
                <a:lnTo>
                  <a:pt x="3493611" y="108232"/>
                </a:lnTo>
                <a:lnTo>
                  <a:pt x="3493519" y="106116"/>
                </a:lnTo>
                <a:lnTo>
                  <a:pt x="3493489" y="103939"/>
                </a:lnTo>
                <a:lnTo>
                  <a:pt x="3493529" y="101859"/>
                </a:lnTo>
                <a:lnTo>
                  <a:pt x="3493649" y="99842"/>
                </a:lnTo>
                <a:lnTo>
                  <a:pt x="3493848" y="97891"/>
                </a:lnTo>
                <a:lnTo>
                  <a:pt x="3494127" y="96008"/>
                </a:lnTo>
                <a:lnTo>
                  <a:pt x="3494485" y="94195"/>
                </a:lnTo>
                <a:lnTo>
                  <a:pt x="3494922" y="92455"/>
                </a:lnTo>
                <a:lnTo>
                  <a:pt x="3495438" y="90789"/>
                </a:lnTo>
                <a:lnTo>
                  <a:pt x="3496032" y="89201"/>
                </a:lnTo>
                <a:lnTo>
                  <a:pt x="3496705" y="87691"/>
                </a:lnTo>
                <a:lnTo>
                  <a:pt x="3497455" y="86262"/>
                </a:lnTo>
                <a:lnTo>
                  <a:pt x="3498284" y="84917"/>
                </a:lnTo>
                <a:lnTo>
                  <a:pt x="3499190" y="83658"/>
                </a:lnTo>
                <a:lnTo>
                  <a:pt x="3500173" y="82487"/>
                </a:lnTo>
                <a:lnTo>
                  <a:pt x="3501234" y="81406"/>
                </a:lnTo>
                <a:lnTo>
                  <a:pt x="3502371" y="80417"/>
                </a:lnTo>
                <a:lnTo>
                  <a:pt x="3503586" y="79523"/>
                </a:lnTo>
                <a:lnTo>
                  <a:pt x="3504876" y="78726"/>
                </a:lnTo>
                <a:lnTo>
                  <a:pt x="3506243" y="78028"/>
                </a:lnTo>
                <a:lnTo>
                  <a:pt x="3507687" y="77431"/>
                </a:lnTo>
                <a:lnTo>
                  <a:pt x="3509206" y="76938"/>
                </a:lnTo>
                <a:lnTo>
                  <a:pt x="3510800" y="76550"/>
                </a:lnTo>
                <a:lnTo>
                  <a:pt x="3512470" y="76271"/>
                </a:lnTo>
                <a:lnTo>
                  <a:pt x="3514215" y="76101"/>
                </a:lnTo>
                <a:lnTo>
                  <a:pt x="3516035" y="76044"/>
                </a:lnTo>
                <a:lnTo>
                  <a:pt x="3518065" y="76105"/>
                </a:lnTo>
                <a:lnTo>
                  <a:pt x="3519993" y="76286"/>
                </a:lnTo>
                <a:lnTo>
                  <a:pt x="3521819" y="76586"/>
                </a:lnTo>
                <a:lnTo>
                  <a:pt x="3523545" y="77000"/>
                </a:lnTo>
                <a:lnTo>
                  <a:pt x="3525174" y="77528"/>
                </a:lnTo>
                <a:lnTo>
                  <a:pt x="3526705" y="78167"/>
                </a:lnTo>
                <a:lnTo>
                  <a:pt x="3528141" y="78915"/>
                </a:lnTo>
                <a:lnTo>
                  <a:pt x="3529482" y="79769"/>
                </a:lnTo>
                <a:lnTo>
                  <a:pt x="3530732" y="80727"/>
                </a:lnTo>
                <a:lnTo>
                  <a:pt x="3531890" y="81786"/>
                </a:lnTo>
                <a:lnTo>
                  <a:pt x="3532959" y="82945"/>
                </a:lnTo>
                <a:lnTo>
                  <a:pt x="3533939" y="84201"/>
                </a:lnTo>
                <a:lnTo>
                  <a:pt x="3534833" y="85551"/>
                </a:lnTo>
                <a:lnTo>
                  <a:pt x="3535641" y="86994"/>
                </a:lnTo>
                <a:lnTo>
                  <a:pt x="3536366" y="88527"/>
                </a:lnTo>
                <a:lnTo>
                  <a:pt x="3537008" y="90147"/>
                </a:lnTo>
                <a:lnTo>
                  <a:pt x="3537569" y="91852"/>
                </a:lnTo>
                <a:lnTo>
                  <a:pt x="3538051" y="93641"/>
                </a:lnTo>
                <a:lnTo>
                  <a:pt x="3538454" y="95510"/>
                </a:lnTo>
                <a:lnTo>
                  <a:pt x="3538781" y="97458"/>
                </a:lnTo>
                <a:lnTo>
                  <a:pt x="3539033" y="99481"/>
                </a:lnTo>
                <a:lnTo>
                  <a:pt x="3539211" y="101578"/>
                </a:lnTo>
                <a:lnTo>
                  <a:pt x="3539317" y="103746"/>
                </a:lnTo>
                <a:lnTo>
                  <a:pt x="3539352" y="105983"/>
                </a:lnTo>
                <a:lnTo>
                  <a:pt x="3539318" y="107910"/>
                </a:lnTo>
                <a:lnTo>
                  <a:pt x="3539217" y="109796"/>
                </a:lnTo>
                <a:close/>
                <a:moveTo>
                  <a:pt x="3675655" y="69058"/>
                </a:moveTo>
                <a:cubicBezTo>
                  <a:pt x="3670428" y="69058"/>
                  <a:pt x="3664998" y="68956"/>
                  <a:pt x="3661820" y="68546"/>
                </a:cubicBezTo>
                <a:cubicBezTo>
                  <a:pt x="3660080" y="72749"/>
                  <a:pt x="3658696" y="75208"/>
                  <a:pt x="3656186" y="79051"/>
                </a:cubicBezTo>
                <a:lnTo>
                  <a:pt x="3657464" y="80845"/>
                </a:lnTo>
                <a:cubicBezTo>
                  <a:pt x="3661874" y="80536"/>
                  <a:pt x="3669815" y="80384"/>
                  <a:pt x="3675655" y="80333"/>
                </a:cubicBezTo>
                <a:lnTo>
                  <a:pt x="3675655" y="115386"/>
                </a:lnTo>
                <a:cubicBezTo>
                  <a:pt x="3675655" y="130739"/>
                  <a:pt x="3674889" y="149164"/>
                  <a:pt x="3674889" y="156839"/>
                </a:cubicBezTo>
                <a:cubicBezTo>
                  <a:pt x="3674889" y="173478"/>
                  <a:pt x="3685648" y="181402"/>
                  <a:pt x="3697435" y="181402"/>
                </a:cubicBezTo>
                <a:cubicBezTo>
                  <a:pt x="3708198" y="181402"/>
                  <a:pt x="3716397" y="178845"/>
                  <a:pt x="3727156" y="171945"/>
                </a:cubicBezTo>
                <a:lnTo>
                  <a:pt x="3724032" y="165639"/>
                </a:lnTo>
                <a:cubicBezTo>
                  <a:pt x="3716139" y="168356"/>
                  <a:pt x="3710247" y="168614"/>
                  <a:pt x="3703839" y="167590"/>
                </a:cubicBezTo>
                <a:cubicBezTo>
                  <a:pt x="3697744" y="166616"/>
                  <a:pt x="3695387" y="160471"/>
                  <a:pt x="3695387" y="146603"/>
                </a:cubicBezTo>
                <a:cubicBezTo>
                  <a:pt x="3695387" y="138929"/>
                  <a:pt x="3696153" y="127924"/>
                  <a:pt x="3696153" y="112575"/>
                </a:cubicBezTo>
                <a:lnTo>
                  <a:pt x="3696153" y="80333"/>
                </a:lnTo>
                <a:lnTo>
                  <a:pt x="3705892" y="80333"/>
                </a:lnTo>
                <a:cubicBezTo>
                  <a:pt x="3712041" y="80333"/>
                  <a:pt x="3720955" y="80536"/>
                  <a:pt x="3724337" y="80845"/>
                </a:cubicBezTo>
                <a:cubicBezTo>
                  <a:pt x="3725107" y="76748"/>
                  <a:pt x="3725877" y="74132"/>
                  <a:pt x="3727414" y="70340"/>
                </a:cubicBezTo>
                <a:lnTo>
                  <a:pt x="3726131" y="68546"/>
                </a:lnTo>
                <a:cubicBezTo>
                  <a:pt x="3721518" y="68753"/>
                  <a:pt x="3714090" y="69058"/>
                  <a:pt x="3708198" y="69058"/>
                </a:cubicBezTo>
                <a:lnTo>
                  <a:pt x="3696153" y="69058"/>
                </a:lnTo>
                <a:cubicBezTo>
                  <a:pt x="3696153" y="49893"/>
                  <a:pt x="3696309" y="46512"/>
                  <a:pt x="3697435" y="31652"/>
                </a:cubicBezTo>
                <a:cubicBezTo>
                  <a:pt x="3697435" y="29806"/>
                  <a:pt x="3696720" y="29091"/>
                  <a:pt x="3695129" y="29091"/>
                </a:cubicBezTo>
                <a:cubicBezTo>
                  <a:pt x="3688725" y="31652"/>
                  <a:pt x="3685547" y="34369"/>
                  <a:pt x="3677196" y="35495"/>
                </a:cubicBezTo>
                <a:lnTo>
                  <a:pt x="3676684" y="36265"/>
                </a:lnTo>
                <a:cubicBezTo>
                  <a:pt x="3676172" y="45182"/>
                  <a:pt x="3675655" y="54198"/>
                  <a:pt x="3675655" y="69058"/>
                </a:cubicBezTo>
                <a:close/>
                <a:moveTo>
                  <a:pt x="3748166" y="126290"/>
                </a:moveTo>
                <a:cubicBezTo>
                  <a:pt x="3748166" y="157054"/>
                  <a:pt x="3768406" y="181402"/>
                  <a:pt x="3802485" y="181402"/>
                </a:cubicBezTo>
                <a:cubicBezTo>
                  <a:pt x="3836303" y="181402"/>
                  <a:pt x="3856800" y="157570"/>
                  <a:pt x="3856800" y="123983"/>
                </a:cubicBezTo>
                <a:cubicBezTo>
                  <a:pt x="3856800" y="89118"/>
                  <a:pt x="3838097" y="66306"/>
                  <a:pt x="3803510" y="66306"/>
                </a:cubicBezTo>
                <a:cubicBezTo>
                  <a:pt x="3769942" y="66306"/>
                  <a:pt x="3748166" y="89888"/>
                  <a:pt x="3748166" y="126290"/>
                </a:cubicBezTo>
                <a:moveTo>
                  <a:pt x="3801715" y="76556"/>
                </a:moveTo>
                <a:cubicBezTo>
                  <a:pt x="3828875" y="76556"/>
                  <a:pt x="3834254" y="97578"/>
                  <a:pt x="3834254" y="128600"/>
                </a:cubicBezTo>
                <a:cubicBezTo>
                  <a:pt x="3834254" y="152952"/>
                  <a:pt x="3821955" y="171155"/>
                  <a:pt x="3804788" y="171155"/>
                </a:cubicBezTo>
                <a:cubicBezTo>
                  <a:pt x="3777632" y="171155"/>
                  <a:pt x="3770712" y="141674"/>
                  <a:pt x="3770712" y="121934"/>
                </a:cubicBezTo>
                <a:cubicBezTo>
                  <a:pt x="3770712" y="99630"/>
                  <a:pt x="3777632" y="76556"/>
                  <a:pt x="3801715" y="76556"/>
                </a:cubicBezTo>
                <a:close/>
                <a:moveTo>
                  <a:pt x="3878067" y="126290"/>
                </a:moveTo>
                <a:cubicBezTo>
                  <a:pt x="3878067" y="157054"/>
                  <a:pt x="3898307" y="181402"/>
                  <a:pt x="3932386" y="181402"/>
                </a:cubicBezTo>
                <a:cubicBezTo>
                  <a:pt x="3966203" y="181402"/>
                  <a:pt x="3986701" y="157570"/>
                  <a:pt x="3986701" y="123983"/>
                </a:cubicBezTo>
                <a:cubicBezTo>
                  <a:pt x="3986701" y="89118"/>
                  <a:pt x="3967998" y="66306"/>
                  <a:pt x="3933410" y="66306"/>
                </a:cubicBezTo>
                <a:cubicBezTo>
                  <a:pt x="3899843" y="66306"/>
                  <a:pt x="3878067" y="89888"/>
                  <a:pt x="3878067" y="126290"/>
                </a:cubicBezTo>
                <a:moveTo>
                  <a:pt x="3931616" y="76556"/>
                </a:moveTo>
                <a:cubicBezTo>
                  <a:pt x="3958775" y="76556"/>
                  <a:pt x="3964155" y="97578"/>
                  <a:pt x="3964155" y="128600"/>
                </a:cubicBezTo>
                <a:cubicBezTo>
                  <a:pt x="3964155" y="152952"/>
                  <a:pt x="3951855" y="171155"/>
                  <a:pt x="3934689" y="171155"/>
                </a:cubicBezTo>
                <a:cubicBezTo>
                  <a:pt x="3907533" y="171155"/>
                  <a:pt x="3900613" y="141674"/>
                  <a:pt x="3900613" y="121934"/>
                </a:cubicBezTo>
                <a:cubicBezTo>
                  <a:pt x="3900613" y="99630"/>
                  <a:pt x="3907533" y="76556"/>
                  <a:pt x="3931616" y="76556"/>
                </a:cubicBezTo>
                <a:close/>
                <a:moveTo>
                  <a:pt x="4019498" y="127627"/>
                </a:moveTo>
                <a:cubicBezTo>
                  <a:pt x="4019498" y="146697"/>
                  <a:pt x="4019138" y="165146"/>
                  <a:pt x="4017192" y="178884"/>
                </a:cubicBezTo>
                <a:lnTo>
                  <a:pt x="4017704" y="179651"/>
                </a:lnTo>
                <a:cubicBezTo>
                  <a:pt x="4020777" y="179139"/>
                  <a:pt x="4026672" y="178884"/>
                  <a:pt x="4029745" y="178884"/>
                </a:cubicBezTo>
                <a:cubicBezTo>
                  <a:pt x="4032822" y="178884"/>
                  <a:pt x="4038713" y="179139"/>
                  <a:pt x="4041786" y="179651"/>
                </a:cubicBezTo>
                <a:lnTo>
                  <a:pt x="4042299" y="178884"/>
                </a:lnTo>
                <a:cubicBezTo>
                  <a:pt x="4040301" y="164274"/>
                  <a:pt x="4039996" y="146901"/>
                  <a:pt x="4039996" y="127627"/>
                </a:cubicBezTo>
                <a:lnTo>
                  <a:pt x="4039996" y="50746"/>
                </a:lnTo>
                <a:cubicBezTo>
                  <a:pt x="4039996" y="31526"/>
                  <a:pt x="4041071" y="18762"/>
                  <a:pt x="4042299" y="2565"/>
                </a:cubicBezTo>
                <a:cubicBezTo>
                  <a:pt x="4042299" y="770"/>
                  <a:pt x="4041583" y="0"/>
                  <a:pt x="4039996" y="0"/>
                </a:cubicBezTo>
                <a:cubicBezTo>
                  <a:pt x="4033588" y="2565"/>
                  <a:pt x="4028107" y="4359"/>
                  <a:pt x="4017704" y="5129"/>
                </a:cubicBezTo>
                <a:lnTo>
                  <a:pt x="4017192" y="5896"/>
                </a:lnTo>
                <a:cubicBezTo>
                  <a:pt x="4019189" y="16866"/>
                  <a:pt x="4019498" y="35882"/>
                  <a:pt x="4019498" y="55359"/>
                </a:cubicBezTo>
                <a:lnTo>
                  <a:pt x="4019498" y="127627"/>
                </a:lnTo>
                <a:close/>
                <a:moveTo>
                  <a:pt x="4073814" y="152952"/>
                </a:moveTo>
                <a:lnTo>
                  <a:pt x="4069459" y="174486"/>
                </a:lnTo>
                <a:cubicBezTo>
                  <a:pt x="4084065" y="179612"/>
                  <a:pt x="4098412" y="181402"/>
                  <a:pt x="4108147" y="181402"/>
                </a:cubicBezTo>
                <a:cubicBezTo>
                  <a:pt x="4143505" y="181402"/>
                  <a:pt x="4151703" y="160388"/>
                  <a:pt x="4151703" y="146287"/>
                </a:cubicBezTo>
                <a:cubicBezTo>
                  <a:pt x="4151703" y="125265"/>
                  <a:pt x="4135049" y="117063"/>
                  <a:pt x="4116858" y="112704"/>
                </a:cubicBezTo>
                <a:cubicBezTo>
                  <a:pt x="4107174" y="110397"/>
                  <a:pt x="4093033" y="105526"/>
                  <a:pt x="4093033" y="92707"/>
                </a:cubicBezTo>
                <a:cubicBezTo>
                  <a:pt x="4093033" y="82194"/>
                  <a:pt x="4101485" y="76556"/>
                  <a:pt x="4112502" y="76556"/>
                </a:cubicBezTo>
                <a:cubicBezTo>
                  <a:pt x="4125826" y="76556"/>
                  <a:pt x="4134024" y="87065"/>
                  <a:pt x="4139920" y="93989"/>
                </a:cubicBezTo>
                <a:lnTo>
                  <a:pt x="4143505" y="93731"/>
                </a:lnTo>
                <a:lnTo>
                  <a:pt x="4148630" y="74762"/>
                </a:lnTo>
                <a:lnTo>
                  <a:pt x="4148118" y="73996"/>
                </a:lnTo>
                <a:cubicBezTo>
                  <a:pt x="4140686" y="70153"/>
                  <a:pt x="4126596" y="66306"/>
                  <a:pt x="4113527" y="66306"/>
                </a:cubicBezTo>
                <a:cubicBezTo>
                  <a:pt x="4094569" y="66306"/>
                  <a:pt x="4074838" y="76298"/>
                  <a:pt x="4074838" y="97578"/>
                </a:cubicBezTo>
                <a:cubicBezTo>
                  <a:pt x="4074838" y="118087"/>
                  <a:pt x="4090163" y="124855"/>
                  <a:pt x="4105586" y="129112"/>
                </a:cubicBezTo>
                <a:cubicBezTo>
                  <a:pt x="4120447" y="133213"/>
                  <a:pt x="4131464" y="137314"/>
                  <a:pt x="4131464" y="149876"/>
                </a:cubicBezTo>
                <a:cubicBezTo>
                  <a:pt x="4131464" y="163465"/>
                  <a:pt x="4121471" y="171155"/>
                  <a:pt x="4107893" y="171155"/>
                </a:cubicBezTo>
                <a:cubicBezTo>
                  <a:pt x="4095594" y="171155"/>
                  <a:pt x="4084831" y="162695"/>
                  <a:pt x="4077657" y="152698"/>
                </a:cubicBezTo>
                <a:lnTo>
                  <a:pt x="4073814" y="152952"/>
                </a:lnTo>
                <a:close/>
                <a:moveTo>
                  <a:pt x="4174762" y="167609"/>
                </a:moveTo>
                <a:cubicBezTo>
                  <a:pt x="4177018" y="176167"/>
                  <a:pt x="4180603" y="177860"/>
                  <a:pt x="4188598" y="179651"/>
                </a:cubicBezTo>
                <a:cubicBezTo>
                  <a:pt x="4191827" y="179651"/>
                  <a:pt x="4196030" y="180010"/>
                  <a:pt x="4196030" y="186313"/>
                </a:cubicBezTo>
                <a:cubicBezTo>
                  <a:pt x="4196030" y="194769"/>
                  <a:pt x="4188598" y="201943"/>
                  <a:pt x="4176045" y="210399"/>
                </a:cubicBezTo>
                <a:cubicBezTo>
                  <a:pt x="4176045" y="212960"/>
                  <a:pt x="4177632" y="214242"/>
                  <a:pt x="4179376" y="215779"/>
                </a:cubicBezTo>
                <a:cubicBezTo>
                  <a:pt x="4193211" y="207631"/>
                  <a:pt x="4206023" y="200660"/>
                  <a:pt x="4206023" y="179651"/>
                </a:cubicBezTo>
                <a:cubicBezTo>
                  <a:pt x="4206023" y="163051"/>
                  <a:pt x="4198900" y="156131"/>
                  <a:pt x="4189622" y="152749"/>
                </a:cubicBezTo>
                <a:lnTo>
                  <a:pt x="4188598" y="152749"/>
                </a:lnTo>
                <a:cubicBezTo>
                  <a:pt x="4180861" y="155877"/>
                  <a:pt x="4177120" y="159822"/>
                  <a:pt x="4174762" y="166585"/>
                </a:cubicBezTo>
                <a:lnTo>
                  <a:pt x="4174762" y="167609"/>
                </a:lnTo>
                <a:close/>
                <a:moveTo>
                  <a:pt x="4325674" y="93219"/>
                </a:moveTo>
                <a:lnTo>
                  <a:pt x="4325674" y="69895"/>
                </a:lnTo>
                <a:cubicBezTo>
                  <a:pt x="4325674" y="67897"/>
                  <a:pt x="4325365" y="67334"/>
                  <a:pt x="4324138" y="67334"/>
                </a:cubicBezTo>
                <a:cubicBezTo>
                  <a:pt x="4318399" y="68460"/>
                  <a:pt x="4309227" y="68663"/>
                  <a:pt x="4303382" y="68100"/>
                </a:cubicBezTo>
                <a:lnTo>
                  <a:pt x="4302870" y="68870"/>
                </a:lnTo>
                <a:cubicBezTo>
                  <a:pt x="4304664" y="79938"/>
                  <a:pt x="4305177" y="99376"/>
                  <a:pt x="4305177" y="118611"/>
                </a:cubicBezTo>
                <a:lnTo>
                  <a:pt x="4305177" y="132717"/>
                </a:lnTo>
                <a:cubicBezTo>
                  <a:pt x="4305177" y="151952"/>
                  <a:pt x="4304872" y="165084"/>
                  <a:pt x="4302870" y="178884"/>
                </a:cubicBezTo>
                <a:lnTo>
                  <a:pt x="4303382" y="179651"/>
                </a:lnTo>
                <a:cubicBezTo>
                  <a:pt x="4306459" y="179139"/>
                  <a:pt x="4312351" y="178884"/>
                  <a:pt x="4315427" y="178884"/>
                </a:cubicBezTo>
                <a:cubicBezTo>
                  <a:pt x="4318500" y="178884"/>
                  <a:pt x="4324392" y="179139"/>
                  <a:pt x="4327469" y="179651"/>
                </a:cubicBezTo>
                <a:lnTo>
                  <a:pt x="4327981" y="178884"/>
                </a:lnTo>
                <a:cubicBezTo>
                  <a:pt x="4326085" y="164263"/>
                  <a:pt x="4325674" y="152210"/>
                  <a:pt x="4325674" y="132717"/>
                </a:cubicBezTo>
                <a:lnTo>
                  <a:pt x="4325674" y="119381"/>
                </a:lnTo>
                <a:cubicBezTo>
                  <a:pt x="4325674" y="108607"/>
                  <a:pt x="4328904" y="102453"/>
                  <a:pt x="4334385" y="93989"/>
                </a:cubicBezTo>
                <a:cubicBezTo>
                  <a:pt x="4338126" y="88297"/>
                  <a:pt x="4343865" y="85013"/>
                  <a:pt x="4348733" y="85013"/>
                </a:cubicBezTo>
                <a:cubicBezTo>
                  <a:pt x="4353858" y="85013"/>
                  <a:pt x="4358725" y="85525"/>
                  <a:pt x="4362056" y="88602"/>
                </a:cubicBezTo>
                <a:lnTo>
                  <a:pt x="4364105" y="88090"/>
                </a:lnTo>
                <a:lnTo>
                  <a:pt x="4369230" y="69124"/>
                </a:lnTo>
                <a:lnTo>
                  <a:pt x="4368206" y="68100"/>
                </a:lnTo>
                <a:cubicBezTo>
                  <a:pt x="4363851" y="66822"/>
                  <a:pt x="4363593" y="66306"/>
                  <a:pt x="4358983" y="66306"/>
                </a:cubicBezTo>
                <a:cubicBezTo>
                  <a:pt x="4345148" y="66306"/>
                  <a:pt x="4337716" y="74250"/>
                  <a:pt x="4326444" y="93731"/>
                </a:cubicBezTo>
                <a:lnTo>
                  <a:pt x="4325674" y="93219"/>
                </a:lnTo>
                <a:close/>
                <a:moveTo>
                  <a:pt x="4403822" y="108853"/>
                </a:moveTo>
                <a:cubicBezTo>
                  <a:pt x="4408177" y="82194"/>
                  <a:pt x="4424984" y="76556"/>
                  <a:pt x="4433030" y="76556"/>
                </a:cubicBezTo>
                <a:cubicBezTo>
                  <a:pt x="4443175" y="76556"/>
                  <a:pt x="4454552" y="86041"/>
                  <a:pt x="4454552" y="105264"/>
                </a:cubicBezTo>
                <a:cubicBezTo>
                  <a:pt x="4454552" y="107571"/>
                  <a:pt x="4453528" y="108853"/>
                  <a:pt x="4450963" y="108853"/>
                </a:cubicBezTo>
                <a:lnTo>
                  <a:pt x="4403822" y="108853"/>
                </a:lnTo>
                <a:moveTo>
                  <a:pt x="4472231" y="152182"/>
                </a:moveTo>
                <a:cubicBezTo>
                  <a:pt x="4463262" y="161929"/>
                  <a:pt x="4451221" y="166288"/>
                  <a:pt x="4437127" y="166288"/>
                </a:cubicBezTo>
                <a:cubicBezTo>
                  <a:pt x="4428366" y="166288"/>
                  <a:pt x="4416274" y="162953"/>
                  <a:pt x="4409201" y="151670"/>
                </a:cubicBezTo>
                <a:cubicBezTo>
                  <a:pt x="4404690" y="144488"/>
                  <a:pt x="4403052" y="134026"/>
                  <a:pt x="4403052" y="119100"/>
                </a:cubicBezTo>
                <a:lnTo>
                  <a:pt x="4472743" y="119100"/>
                </a:lnTo>
                <a:cubicBezTo>
                  <a:pt x="4475562" y="119100"/>
                  <a:pt x="4477352" y="117563"/>
                  <a:pt x="4477352" y="114745"/>
                </a:cubicBezTo>
                <a:cubicBezTo>
                  <a:pt x="4477352" y="93219"/>
                  <a:pt x="4466847" y="66306"/>
                  <a:pt x="4433030" y="66306"/>
                </a:cubicBezTo>
                <a:cubicBezTo>
                  <a:pt x="4406637" y="66306"/>
                  <a:pt x="4380505" y="87577"/>
                  <a:pt x="4380505" y="125257"/>
                </a:cubicBezTo>
                <a:cubicBezTo>
                  <a:pt x="4380505" y="139820"/>
                  <a:pt x="4383477" y="154184"/>
                  <a:pt x="4392035" y="164493"/>
                </a:cubicBezTo>
                <a:cubicBezTo>
                  <a:pt x="4400847" y="175100"/>
                  <a:pt x="4415503" y="181402"/>
                  <a:pt x="4432772" y="181402"/>
                </a:cubicBezTo>
                <a:cubicBezTo>
                  <a:pt x="4451221" y="181402"/>
                  <a:pt x="4467618" y="171925"/>
                  <a:pt x="4477352" y="158594"/>
                </a:cubicBezTo>
                <a:lnTo>
                  <a:pt x="4472231" y="152182"/>
                </a:lnTo>
                <a:close/>
                <a:moveTo>
                  <a:pt x="4500668" y="152952"/>
                </a:moveTo>
                <a:lnTo>
                  <a:pt x="4496313" y="174486"/>
                </a:lnTo>
                <a:cubicBezTo>
                  <a:pt x="4510919" y="179612"/>
                  <a:pt x="4525267" y="181402"/>
                  <a:pt x="4535001" y="181402"/>
                </a:cubicBezTo>
                <a:cubicBezTo>
                  <a:pt x="4570359" y="181402"/>
                  <a:pt x="4578557" y="160388"/>
                  <a:pt x="4578557" y="146287"/>
                </a:cubicBezTo>
                <a:cubicBezTo>
                  <a:pt x="4578557" y="125265"/>
                  <a:pt x="4561903" y="117063"/>
                  <a:pt x="4543712" y="112704"/>
                </a:cubicBezTo>
                <a:cubicBezTo>
                  <a:pt x="4534028" y="110397"/>
                  <a:pt x="4519887" y="105526"/>
                  <a:pt x="4519887" y="92707"/>
                </a:cubicBezTo>
                <a:cubicBezTo>
                  <a:pt x="4519887" y="82194"/>
                  <a:pt x="4528340" y="76556"/>
                  <a:pt x="4539357" y="76556"/>
                </a:cubicBezTo>
                <a:cubicBezTo>
                  <a:pt x="4552680" y="76556"/>
                  <a:pt x="4560879" y="87065"/>
                  <a:pt x="4566774" y="93989"/>
                </a:cubicBezTo>
                <a:lnTo>
                  <a:pt x="4570359" y="93731"/>
                </a:lnTo>
                <a:lnTo>
                  <a:pt x="4575485" y="74762"/>
                </a:lnTo>
                <a:lnTo>
                  <a:pt x="4574972" y="73996"/>
                </a:lnTo>
                <a:cubicBezTo>
                  <a:pt x="4567540" y="70153"/>
                  <a:pt x="4553450" y="66306"/>
                  <a:pt x="4540381" y="66306"/>
                </a:cubicBezTo>
                <a:cubicBezTo>
                  <a:pt x="4521424" y="66306"/>
                  <a:pt x="4501692" y="76298"/>
                  <a:pt x="4501692" y="97578"/>
                </a:cubicBezTo>
                <a:cubicBezTo>
                  <a:pt x="4501692" y="118087"/>
                  <a:pt x="4517018" y="124855"/>
                  <a:pt x="4532441" y="129112"/>
                </a:cubicBezTo>
                <a:cubicBezTo>
                  <a:pt x="4547301" y="133213"/>
                  <a:pt x="4558318" y="137314"/>
                  <a:pt x="4558318" y="149876"/>
                </a:cubicBezTo>
                <a:cubicBezTo>
                  <a:pt x="4558318" y="163465"/>
                  <a:pt x="4548325" y="171155"/>
                  <a:pt x="4534747" y="171155"/>
                </a:cubicBezTo>
                <a:cubicBezTo>
                  <a:pt x="4522448" y="171155"/>
                  <a:pt x="4511685" y="162695"/>
                  <a:pt x="4504511" y="152698"/>
                </a:cubicBezTo>
                <a:lnTo>
                  <a:pt x="4500668" y="152952"/>
                </a:lnTo>
                <a:close/>
                <a:moveTo>
                  <a:pt x="4630823" y="69652"/>
                </a:moveTo>
                <a:lnTo>
                  <a:pt x="4630818" y="69425"/>
                </a:lnTo>
                <a:lnTo>
                  <a:pt x="4630809" y="69211"/>
                </a:lnTo>
                <a:lnTo>
                  <a:pt x="4630797" y="69011"/>
                </a:lnTo>
                <a:lnTo>
                  <a:pt x="4630780" y="68825"/>
                </a:lnTo>
                <a:lnTo>
                  <a:pt x="4630758" y="68652"/>
                </a:lnTo>
                <a:lnTo>
                  <a:pt x="4630732" y="68491"/>
                </a:lnTo>
                <a:lnTo>
                  <a:pt x="4630700" y="68343"/>
                </a:lnTo>
                <a:lnTo>
                  <a:pt x="4630663" y="68206"/>
                </a:lnTo>
                <a:lnTo>
                  <a:pt x="4630621" y="68082"/>
                </a:lnTo>
                <a:lnTo>
                  <a:pt x="4630573" y="67968"/>
                </a:lnTo>
                <a:lnTo>
                  <a:pt x="4630518" y="67865"/>
                </a:lnTo>
                <a:lnTo>
                  <a:pt x="4630458" y="67773"/>
                </a:lnTo>
                <a:lnTo>
                  <a:pt x="4630390" y="67690"/>
                </a:lnTo>
                <a:lnTo>
                  <a:pt x="4630316" y="67617"/>
                </a:lnTo>
                <a:lnTo>
                  <a:pt x="4630234" y="67554"/>
                </a:lnTo>
                <a:lnTo>
                  <a:pt x="4630145" y="67499"/>
                </a:lnTo>
                <a:lnTo>
                  <a:pt x="4630048" y="67453"/>
                </a:lnTo>
                <a:lnTo>
                  <a:pt x="4629943" y="67415"/>
                </a:lnTo>
                <a:lnTo>
                  <a:pt x="4629830" y="67385"/>
                </a:lnTo>
                <a:lnTo>
                  <a:pt x="4629708" y="67362"/>
                </a:lnTo>
                <a:lnTo>
                  <a:pt x="4629577" y="67346"/>
                </a:lnTo>
                <a:lnTo>
                  <a:pt x="4629438" y="67337"/>
                </a:lnTo>
                <a:lnTo>
                  <a:pt x="4629288" y="67334"/>
                </a:lnTo>
                <a:lnTo>
                  <a:pt x="4628554" y="67470"/>
                </a:lnTo>
                <a:lnTo>
                  <a:pt x="4627786" y="67596"/>
                </a:lnTo>
                <a:lnTo>
                  <a:pt x="4626989" y="67713"/>
                </a:lnTo>
                <a:lnTo>
                  <a:pt x="4626164" y="67821"/>
                </a:lnTo>
                <a:lnTo>
                  <a:pt x="4625316" y="67919"/>
                </a:lnTo>
                <a:lnTo>
                  <a:pt x="4624446" y="68008"/>
                </a:lnTo>
                <a:lnTo>
                  <a:pt x="4623558" y="68087"/>
                </a:lnTo>
                <a:lnTo>
                  <a:pt x="4622656" y="68158"/>
                </a:lnTo>
                <a:lnTo>
                  <a:pt x="4621740" y="68220"/>
                </a:lnTo>
                <a:lnTo>
                  <a:pt x="4620816" y="68272"/>
                </a:lnTo>
                <a:lnTo>
                  <a:pt x="4619885" y="68316"/>
                </a:lnTo>
                <a:lnTo>
                  <a:pt x="4618951" y="68350"/>
                </a:lnTo>
                <a:lnTo>
                  <a:pt x="4618016" y="68376"/>
                </a:lnTo>
                <a:lnTo>
                  <a:pt x="4617083" y="68393"/>
                </a:lnTo>
                <a:lnTo>
                  <a:pt x="4616156" y="68402"/>
                </a:lnTo>
                <a:lnTo>
                  <a:pt x="4615237" y="68402"/>
                </a:lnTo>
                <a:lnTo>
                  <a:pt x="4614330" y="68393"/>
                </a:lnTo>
                <a:lnTo>
                  <a:pt x="4613436" y="68376"/>
                </a:lnTo>
                <a:lnTo>
                  <a:pt x="4612560" y="68351"/>
                </a:lnTo>
                <a:lnTo>
                  <a:pt x="4611703" y="68317"/>
                </a:lnTo>
                <a:lnTo>
                  <a:pt x="4610870" y="68275"/>
                </a:lnTo>
                <a:lnTo>
                  <a:pt x="4610062" y="68225"/>
                </a:lnTo>
                <a:lnTo>
                  <a:pt x="4609284" y="68166"/>
                </a:lnTo>
                <a:lnTo>
                  <a:pt x="4608537" y="68100"/>
                </a:lnTo>
                <a:lnTo>
                  <a:pt x="4608024" y="68870"/>
                </a:lnTo>
                <a:lnTo>
                  <a:pt x="4608242" y="70297"/>
                </a:lnTo>
                <a:lnTo>
                  <a:pt x="4608446" y="71807"/>
                </a:lnTo>
                <a:lnTo>
                  <a:pt x="4608638" y="73396"/>
                </a:lnTo>
                <a:lnTo>
                  <a:pt x="4608817" y="75062"/>
                </a:lnTo>
                <a:lnTo>
                  <a:pt x="4608984" y="76800"/>
                </a:lnTo>
                <a:lnTo>
                  <a:pt x="4609140" y="78606"/>
                </a:lnTo>
                <a:lnTo>
                  <a:pt x="4609284" y="80477"/>
                </a:lnTo>
                <a:lnTo>
                  <a:pt x="4609417" y="82409"/>
                </a:lnTo>
                <a:lnTo>
                  <a:pt x="4609540" y="84399"/>
                </a:lnTo>
                <a:lnTo>
                  <a:pt x="4609652" y="86442"/>
                </a:lnTo>
                <a:lnTo>
                  <a:pt x="4609755" y="88536"/>
                </a:lnTo>
                <a:lnTo>
                  <a:pt x="4609847" y="90675"/>
                </a:lnTo>
                <a:lnTo>
                  <a:pt x="4609931" y="92857"/>
                </a:lnTo>
                <a:lnTo>
                  <a:pt x="4610005" y="95078"/>
                </a:lnTo>
                <a:lnTo>
                  <a:pt x="4610071" y="97334"/>
                </a:lnTo>
                <a:lnTo>
                  <a:pt x="4610128" y="99621"/>
                </a:lnTo>
                <a:lnTo>
                  <a:pt x="4610177" y="101936"/>
                </a:lnTo>
                <a:lnTo>
                  <a:pt x="4610219" y="104274"/>
                </a:lnTo>
                <a:lnTo>
                  <a:pt x="4610254" y="106633"/>
                </a:lnTo>
                <a:lnTo>
                  <a:pt x="4610281" y="109008"/>
                </a:lnTo>
                <a:lnTo>
                  <a:pt x="4610302" y="111396"/>
                </a:lnTo>
                <a:lnTo>
                  <a:pt x="4610316" y="113793"/>
                </a:lnTo>
                <a:lnTo>
                  <a:pt x="4610324" y="116196"/>
                </a:lnTo>
                <a:lnTo>
                  <a:pt x="4610327" y="118599"/>
                </a:lnTo>
                <a:lnTo>
                  <a:pt x="4610327" y="187055"/>
                </a:lnTo>
                <a:lnTo>
                  <a:pt x="4610325" y="189441"/>
                </a:lnTo>
                <a:lnTo>
                  <a:pt x="4610317" y="191817"/>
                </a:lnTo>
                <a:lnTo>
                  <a:pt x="4610304" y="194184"/>
                </a:lnTo>
                <a:lnTo>
                  <a:pt x="4610284" y="196538"/>
                </a:lnTo>
                <a:lnTo>
                  <a:pt x="4610259" y="198878"/>
                </a:lnTo>
                <a:lnTo>
                  <a:pt x="4610226" y="201203"/>
                </a:lnTo>
                <a:lnTo>
                  <a:pt x="4610187" y="203510"/>
                </a:lnTo>
                <a:lnTo>
                  <a:pt x="4610139" y="205799"/>
                </a:lnTo>
                <a:lnTo>
                  <a:pt x="4610084" y="208066"/>
                </a:lnTo>
                <a:lnTo>
                  <a:pt x="4610020" y="210312"/>
                </a:lnTo>
                <a:lnTo>
                  <a:pt x="4609948" y="212533"/>
                </a:lnTo>
                <a:lnTo>
                  <a:pt x="4609866" y="214728"/>
                </a:lnTo>
                <a:lnTo>
                  <a:pt x="4609775" y="216896"/>
                </a:lnTo>
                <a:lnTo>
                  <a:pt x="4609674" y="219034"/>
                </a:lnTo>
                <a:lnTo>
                  <a:pt x="4609562" y="221141"/>
                </a:lnTo>
                <a:lnTo>
                  <a:pt x="4609440" y="223216"/>
                </a:lnTo>
                <a:lnTo>
                  <a:pt x="4609306" y="225256"/>
                </a:lnTo>
                <a:lnTo>
                  <a:pt x="4609161" y="227261"/>
                </a:lnTo>
                <a:lnTo>
                  <a:pt x="4609004" y="229227"/>
                </a:lnTo>
                <a:lnTo>
                  <a:pt x="4608834" y="231154"/>
                </a:lnTo>
                <a:lnTo>
                  <a:pt x="4608652" y="233039"/>
                </a:lnTo>
                <a:lnTo>
                  <a:pt x="4608530" y="234193"/>
                </a:lnTo>
                <a:lnTo>
                  <a:pt x="4632645" y="234193"/>
                </a:lnTo>
                <a:lnTo>
                  <a:pt x="4632503" y="232812"/>
                </a:lnTo>
                <a:lnTo>
                  <a:pt x="4632320" y="230883"/>
                </a:lnTo>
                <a:lnTo>
                  <a:pt x="4632150" y="228926"/>
                </a:lnTo>
                <a:lnTo>
                  <a:pt x="4631993" y="226943"/>
                </a:lnTo>
                <a:lnTo>
                  <a:pt x="4631847" y="224933"/>
                </a:lnTo>
                <a:lnTo>
                  <a:pt x="4631713" y="222896"/>
                </a:lnTo>
                <a:lnTo>
                  <a:pt x="4631591" y="220834"/>
                </a:lnTo>
                <a:lnTo>
                  <a:pt x="4631479" y="218747"/>
                </a:lnTo>
                <a:lnTo>
                  <a:pt x="4631378" y="216634"/>
                </a:lnTo>
                <a:lnTo>
                  <a:pt x="4631286" y="214496"/>
                </a:lnTo>
                <a:lnTo>
                  <a:pt x="4631204" y="212334"/>
                </a:lnTo>
                <a:lnTo>
                  <a:pt x="4631132" y="210149"/>
                </a:lnTo>
                <a:lnTo>
                  <a:pt x="4631068" y="207939"/>
                </a:lnTo>
                <a:lnTo>
                  <a:pt x="4631013" y="205707"/>
                </a:lnTo>
                <a:lnTo>
                  <a:pt x="4630965" y="203451"/>
                </a:lnTo>
                <a:lnTo>
                  <a:pt x="4630926" y="201173"/>
                </a:lnTo>
                <a:lnTo>
                  <a:pt x="4630893" y="198873"/>
                </a:lnTo>
                <a:lnTo>
                  <a:pt x="4630868" y="196551"/>
                </a:lnTo>
                <a:lnTo>
                  <a:pt x="4630848" y="194208"/>
                </a:lnTo>
                <a:lnTo>
                  <a:pt x="4630835" y="191844"/>
                </a:lnTo>
                <a:lnTo>
                  <a:pt x="4630827" y="189460"/>
                </a:lnTo>
                <a:lnTo>
                  <a:pt x="4630825" y="187055"/>
                </a:lnTo>
                <a:lnTo>
                  <a:pt x="4630825" y="175769"/>
                </a:lnTo>
                <a:lnTo>
                  <a:pt x="4631672" y="176209"/>
                </a:lnTo>
                <a:lnTo>
                  <a:pt x="4632547" y="176632"/>
                </a:lnTo>
                <a:lnTo>
                  <a:pt x="4633449" y="177040"/>
                </a:lnTo>
                <a:lnTo>
                  <a:pt x="4634376" y="177431"/>
                </a:lnTo>
                <a:lnTo>
                  <a:pt x="4635328" y="177804"/>
                </a:lnTo>
                <a:lnTo>
                  <a:pt x="4636302" y="178161"/>
                </a:lnTo>
                <a:lnTo>
                  <a:pt x="4637297" y="178501"/>
                </a:lnTo>
                <a:lnTo>
                  <a:pt x="4638312" y="178822"/>
                </a:lnTo>
                <a:lnTo>
                  <a:pt x="4639346" y="179126"/>
                </a:lnTo>
                <a:lnTo>
                  <a:pt x="4640398" y="179413"/>
                </a:lnTo>
                <a:lnTo>
                  <a:pt x="4641465" y="179680"/>
                </a:lnTo>
                <a:lnTo>
                  <a:pt x="4642547" y="179930"/>
                </a:lnTo>
                <a:lnTo>
                  <a:pt x="4643642" y="180160"/>
                </a:lnTo>
                <a:lnTo>
                  <a:pt x="4644750" y="180372"/>
                </a:lnTo>
                <a:lnTo>
                  <a:pt x="4645868" y="180565"/>
                </a:lnTo>
                <a:lnTo>
                  <a:pt x="4646995" y="180738"/>
                </a:lnTo>
                <a:lnTo>
                  <a:pt x="4648131" y="180892"/>
                </a:lnTo>
                <a:lnTo>
                  <a:pt x="4649273" y="181026"/>
                </a:lnTo>
                <a:lnTo>
                  <a:pt x="4650420" y="181140"/>
                </a:lnTo>
                <a:lnTo>
                  <a:pt x="4651571" y="181234"/>
                </a:lnTo>
                <a:lnTo>
                  <a:pt x="4652725" y="181307"/>
                </a:lnTo>
                <a:lnTo>
                  <a:pt x="4653881" y="181360"/>
                </a:lnTo>
                <a:lnTo>
                  <a:pt x="4655036" y="181392"/>
                </a:lnTo>
                <a:lnTo>
                  <a:pt x="4656190" y="181402"/>
                </a:lnTo>
                <a:lnTo>
                  <a:pt x="4660348" y="181270"/>
                </a:lnTo>
                <a:lnTo>
                  <a:pt x="4664363" y="180877"/>
                </a:lnTo>
                <a:lnTo>
                  <a:pt x="4668234" y="180230"/>
                </a:lnTo>
                <a:lnTo>
                  <a:pt x="4671957" y="179336"/>
                </a:lnTo>
                <a:lnTo>
                  <a:pt x="4675528" y="178202"/>
                </a:lnTo>
                <a:lnTo>
                  <a:pt x="4678946" y="176833"/>
                </a:lnTo>
                <a:lnTo>
                  <a:pt x="4682205" y="175237"/>
                </a:lnTo>
                <a:lnTo>
                  <a:pt x="4685304" y="173419"/>
                </a:lnTo>
                <a:lnTo>
                  <a:pt x="4688240" y="171387"/>
                </a:lnTo>
                <a:lnTo>
                  <a:pt x="4691008" y="169147"/>
                </a:lnTo>
                <a:lnTo>
                  <a:pt x="4693607" y="166706"/>
                </a:lnTo>
                <a:lnTo>
                  <a:pt x="4696032" y="164070"/>
                </a:lnTo>
                <a:lnTo>
                  <a:pt x="4698282" y="161245"/>
                </a:lnTo>
                <a:lnTo>
                  <a:pt x="4700352" y="158239"/>
                </a:lnTo>
                <a:lnTo>
                  <a:pt x="4702240" y="155058"/>
                </a:lnTo>
                <a:lnTo>
                  <a:pt x="4703942" y="151708"/>
                </a:lnTo>
                <a:lnTo>
                  <a:pt x="4705456" y="148196"/>
                </a:lnTo>
                <a:lnTo>
                  <a:pt x="4706778" y="144528"/>
                </a:lnTo>
                <a:lnTo>
                  <a:pt x="4707905" y="140711"/>
                </a:lnTo>
                <a:lnTo>
                  <a:pt x="4708834" y="136753"/>
                </a:lnTo>
                <a:lnTo>
                  <a:pt x="4709562" y="132658"/>
                </a:lnTo>
                <a:lnTo>
                  <a:pt x="4710086" y="128434"/>
                </a:lnTo>
                <a:lnTo>
                  <a:pt x="4710403" y="124087"/>
                </a:lnTo>
                <a:lnTo>
                  <a:pt x="4710509" y="119624"/>
                </a:lnTo>
                <a:lnTo>
                  <a:pt x="4710426" y="116234"/>
                </a:lnTo>
                <a:lnTo>
                  <a:pt x="4710180" y="112866"/>
                </a:lnTo>
                <a:lnTo>
                  <a:pt x="4709770" y="109531"/>
                </a:lnTo>
                <a:lnTo>
                  <a:pt x="4709199" y="106238"/>
                </a:lnTo>
                <a:lnTo>
                  <a:pt x="4708468" y="103001"/>
                </a:lnTo>
                <a:lnTo>
                  <a:pt x="4707579" y="99828"/>
                </a:lnTo>
                <a:lnTo>
                  <a:pt x="4706531" y="96732"/>
                </a:lnTo>
                <a:lnTo>
                  <a:pt x="4705328" y="93723"/>
                </a:lnTo>
                <a:lnTo>
                  <a:pt x="4703970" y="90811"/>
                </a:lnTo>
                <a:lnTo>
                  <a:pt x="4702458" y="88009"/>
                </a:lnTo>
                <a:lnTo>
                  <a:pt x="4700794" y="85326"/>
                </a:lnTo>
                <a:lnTo>
                  <a:pt x="4698980" y="82774"/>
                </a:lnTo>
                <a:lnTo>
                  <a:pt x="4697016" y="80363"/>
                </a:lnTo>
                <a:lnTo>
                  <a:pt x="4694903" y="78105"/>
                </a:lnTo>
                <a:lnTo>
                  <a:pt x="4692645" y="76010"/>
                </a:lnTo>
                <a:lnTo>
                  <a:pt x="4690240" y="74090"/>
                </a:lnTo>
                <a:lnTo>
                  <a:pt x="4687692" y="72354"/>
                </a:lnTo>
                <a:lnTo>
                  <a:pt x="4685000" y="70815"/>
                </a:lnTo>
                <a:lnTo>
                  <a:pt x="4682168" y="69483"/>
                </a:lnTo>
                <a:lnTo>
                  <a:pt x="4679195" y="68368"/>
                </a:lnTo>
                <a:lnTo>
                  <a:pt x="4676083" y="67482"/>
                </a:lnTo>
                <a:lnTo>
                  <a:pt x="4672834" y="66836"/>
                </a:lnTo>
                <a:lnTo>
                  <a:pt x="4669449" y="66440"/>
                </a:lnTo>
                <a:lnTo>
                  <a:pt x="4665929" y="66306"/>
                </a:lnTo>
                <a:lnTo>
                  <a:pt x="4664665" y="66333"/>
                </a:lnTo>
                <a:lnTo>
                  <a:pt x="4663374" y="66417"/>
                </a:lnTo>
                <a:lnTo>
                  <a:pt x="4662057" y="66561"/>
                </a:lnTo>
                <a:lnTo>
                  <a:pt x="4660715" y="66768"/>
                </a:lnTo>
                <a:lnTo>
                  <a:pt x="4659351" y="67043"/>
                </a:lnTo>
                <a:lnTo>
                  <a:pt x="4657965" y="67387"/>
                </a:lnTo>
                <a:lnTo>
                  <a:pt x="4656561" y="67805"/>
                </a:lnTo>
                <a:lnTo>
                  <a:pt x="4655138" y="68299"/>
                </a:lnTo>
                <a:lnTo>
                  <a:pt x="4653700" y="68874"/>
                </a:lnTo>
                <a:lnTo>
                  <a:pt x="4652247" y="69532"/>
                </a:lnTo>
                <a:lnTo>
                  <a:pt x="4650782" y="70276"/>
                </a:lnTo>
                <a:lnTo>
                  <a:pt x="4649306" y="71111"/>
                </a:lnTo>
                <a:lnTo>
                  <a:pt x="4647820" y="72040"/>
                </a:lnTo>
                <a:lnTo>
                  <a:pt x="4646327" y="73065"/>
                </a:lnTo>
                <a:lnTo>
                  <a:pt x="4644827" y="74190"/>
                </a:lnTo>
                <a:lnTo>
                  <a:pt x="4643323" y="75419"/>
                </a:lnTo>
                <a:lnTo>
                  <a:pt x="4641817" y="76755"/>
                </a:lnTo>
                <a:lnTo>
                  <a:pt x="4640309" y="78201"/>
                </a:lnTo>
                <a:lnTo>
                  <a:pt x="4638803" y="79760"/>
                </a:lnTo>
                <a:lnTo>
                  <a:pt x="4637298" y="81436"/>
                </a:lnTo>
                <a:lnTo>
                  <a:pt x="4635798" y="83232"/>
                </a:lnTo>
                <a:lnTo>
                  <a:pt x="4634303" y="85152"/>
                </a:lnTo>
                <a:lnTo>
                  <a:pt x="4632815" y="87199"/>
                </a:lnTo>
                <a:lnTo>
                  <a:pt x="4631337" y="89376"/>
                </a:lnTo>
                <a:lnTo>
                  <a:pt x="4630825" y="88606"/>
                </a:lnTo>
                <a:lnTo>
                  <a:pt x="4630825" y="69895"/>
                </a:lnTo>
                <a:lnTo>
                  <a:pt x="4630823" y="69652"/>
                </a:lnTo>
                <a:close/>
                <a:moveTo>
                  <a:pt x="4631578" y="101785"/>
                </a:moveTo>
                <a:lnTo>
                  <a:pt x="4632423" y="100120"/>
                </a:lnTo>
                <a:lnTo>
                  <a:pt x="4633355" y="98482"/>
                </a:lnTo>
                <a:lnTo>
                  <a:pt x="4634366" y="96876"/>
                </a:lnTo>
                <a:lnTo>
                  <a:pt x="4635451" y="95306"/>
                </a:lnTo>
                <a:lnTo>
                  <a:pt x="4636602" y="93776"/>
                </a:lnTo>
                <a:lnTo>
                  <a:pt x="4637815" y="92291"/>
                </a:lnTo>
                <a:lnTo>
                  <a:pt x="4639082" y="90855"/>
                </a:lnTo>
                <a:lnTo>
                  <a:pt x="4640396" y="89473"/>
                </a:lnTo>
                <a:lnTo>
                  <a:pt x="4641753" y="88148"/>
                </a:lnTo>
                <a:lnTo>
                  <a:pt x="4643145" y="86885"/>
                </a:lnTo>
                <a:lnTo>
                  <a:pt x="4644566" y="85689"/>
                </a:lnTo>
                <a:lnTo>
                  <a:pt x="4646009" y="84563"/>
                </a:lnTo>
                <a:lnTo>
                  <a:pt x="4647469" y="83512"/>
                </a:lnTo>
                <a:lnTo>
                  <a:pt x="4648939" y="82541"/>
                </a:lnTo>
                <a:lnTo>
                  <a:pt x="4650413" y="81654"/>
                </a:lnTo>
                <a:lnTo>
                  <a:pt x="4651884" y="80855"/>
                </a:lnTo>
                <a:lnTo>
                  <a:pt x="4653346" y="80148"/>
                </a:lnTo>
                <a:lnTo>
                  <a:pt x="4654793" y="79538"/>
                </a:lnTo>
                <a:lnTo>
                  <a:pt x="4656217" y="79029"/>
                </a:lnTo>
                <a:lnTo>
                  <a:pt x="4657614" y="78626"/>
                </a:lnTo>
                <a:lnTo>
                  <a:pt x="4658977" y="78333"/>
                </a:lnTo>
                <a:lnTo>
                  <a:pt x="4660299" y="78154"/>
                </a:lnTo>
                <a:lnTo>
                  <a:pt x="4661573" y="78093"/>
                </a:lnTo>
                <a:lnTo>
                  <a:pt x="4663707" y="78175"/>
                </a:lnTo>
                <a:lnTo>
                  <a:pt x="4665752" y="78422"/>
                </a:lnTo>
                <a:lnTo>
                  <a:pt x="4667709" y="78832"/>
                </a:lnTo>
                <a:lnTo>
                  <a:pt x="4669577" y="79404"/>
                </a:lnTo>
                <a:lnTo>
                  <a:pt x="4671356" y="80137"/>
                </a:lnTo>
                <a:lnTo>
                  <a:pt x="4673046" y="81029"/>
                </a:lnTo>
                <a:lnTo>
                  <a:pt x="4674647" y="82080"/>
                </a:lnTo>
                <a:lnTo>
                  <a:pt x="4676158" y="83287"/>
                </a:lnTo>
                <a:lnTo>
                  <a:pt x="4677579" y="84650"/>
                </a:lnTo>
                <a:lnTo>
                  <a:pt x="4678910" y="86168"/>
                </a:lnTo>
                <a:lnTo>
                  <a:pt x="4680151" y="87839"/>
                </a:lnTo>
                <a:lnTo>
                  <a:pt x="4681301" y="89662"/>
                </a:lnTo>
                <a:lnTo>
                  <a:pt x="4682360" y="91636"/>
                </a:lnTo>
                <a:lnTo>
                  <a:pt x="4683329" y="93760"/>
                </a:lnTo>
                <a:lnTo>
                  <a:pt x="4684206" y="96032"/>
                </a:lnTo>
                <a:lnTo>
                  <a:pt x="4684992" y="98451"/>
                </a:lnTo>
                <a:lnTo>
                  <a:pt x="4685687" y="101017"/>
                </a:lnTo>
                <a:lnTo>
                  <a:pt x="4686289" y="103727"/>
                </a:lnTo>
                <a:lnTo>
                  <a:pt x="4686800" y="106580"/>
                </a:lnTo>
                <a:lnTo>
                  <a:pt x="4687218" y="109576"/>
                </a:lnTo>
                <a:lnTo>
                  <a:pt x="4687543" y="112713"/>
                </a:lnTo>
                <a:lnTo>
                  <a:pt x="4687776" y="115990"/>
                </a:lnTo>
                <a:lnTo>
                  <a:pt x="4687916" y="119406"/>
                </a:lnTo>
                <a:lnTo>
                  <a:pt x="4687963" y="122959"/>
                </a:lnTo>
                <a:lnTo>
                  <a:pt x="4687931" y="125616"/>
                </a:lnTo>
                <a:lnTo>
                  <a:pt x="4687831" y="128323"/>
                </a:lnTo>
                <a:lnTo>
                  <a:pt x="4687656" y="131065"/>
                </a:lnTo>
                <a:lnTo>
                  <a:pt x="4687399" y="133828"/>
                </a:lnTo>
                <a:lnTo>
                  <a:pt x="4687054" y="136597"/>
                </a:lnTo>
                <a:lnTo>
                  <a:pt x="4686614" y="139358"/>
                </a:lnTo>
                <a:lnTo>
                  <a:pt x="4686071" y="142096"/>
                </a:lnTo>
                <a:lnTo>
                  <a:pt x="4685420" y="144797"/>
                </a:lnTo>
                <a:lnTo>
                  <a:pt x="4684653" y="147446"/>
                </a:lnTo>
                <a:lnTo>
                  <a:pt x="4683763" y="150030"/>
                </a:lnTo>
                <a:lnTo>
                  <a:pt x="4682744" y="152532"/>
                </a:lnTo>
                <a:lnTo>
                  <a:pt x="4681590" y="154940"/>
                </a:lnTo>
                <a:lnTo>
                  <a:pt x="4680292" y="157238"/>
                </a:lnTo>
                <a:lnTo>
                  <a:pt x="4678845" y="159412"/>
                </a:lnTo>
                <a:lnTo>
                  <a:pt x="4677241" y="161448"/>
                </a:lnTo>
                <a:lnTo>
                  <a:pt x="4675475" y="163331"/>
                </a:lnTo>
                <a:lnTo>
                  <a:pt x="4673538" y="165047"/>
                </a:lnTo>
                <a:lnTo>
                  <a:pt x="4671425" y="166581"/>
                </a:lnTo>
                <a:lnTo>
                  <a:pt x="4669128" y="167918"/>
                </a:lnTo>
                <a:lnTo>
                  <a:pt x="4666641" y="169045"/>
                </a:lnTo>
                <a:lnTo>
                  <a:pt x="4663957" y="169947"/>
                </a:lnTo>
                <a:lnTo>
                  <a:pt x="4661068" y="170608"/>
                </a:lnTo>
                <a:lnTo>
                  <a:pt x="4657970" y="171016"/>
                </a:lnTo>
                <a:lnTo>
                  <a:pt x="4654653" y="171155"/>
                </a:lnTo>
                <a:lnTo>
                  <a:pt x="4654107" y="171149"/>
                </a:lnTo>
                <a:lnTo>
                  <a:pt x="4653495" y="171129"/>
                </a:lnTo>
                <a:lnTo>
                  <a:pt x="4652821" y="171091"/>
                </a:lnTo>
                <a:lnTo>
                  <a:pt x="4652089" y="171031"/>
                </a:lnTo>
                <a:lnTo>
                  <a:pt x="4651301" y="170945"/>
                </a:lnTo>
                <a:lnTo>
                  <a:pt x="4650463" y="170831"/>
                </a:lnTo>
                <a:lnTo>
                  <a:pt x="4649577" y="170684"/>
                </a:lnTo>
                <a:lnTo>
                  <a:pt x="4648648" y="170500"/>
                </a:lnTo>
                <a:lnTo>
                  <a:pt x="4647678" y="170277"/>
                </a:lnTo>
                <a:lnTo>
                  <a:pt x="4646672" y="170009"/>
                </a:lnTo>
                <a:lnTo>
                  <a:pt x="4645634" y="169695"/>
                </a:lnTo>
                <a:lnTo>
                  <a:pt x="4644566" y="169329"/>
                </a:lnTo>
                <a:lnTo>
                  <a:pt x="4643473" y="168908"/>
                </a:lnTo>
                <a:lnTo>
                  <a:pt x="4642358" y="168430"/>
                </a:lnTo>
                <a:lnTo>
                  <a:pt x="4641225" y="167888"/>
                </a:lnTo>
                <a:lnTo>
                  <a:pt x="4640078" y="167282"/>
                </a:lnTo>
                <a:lnTo>
                  <a:pt x="4638920" y="166605"/>
                </a:lnTo>
                <a:lnTo>
                  <a:pt x="4637755" y="165856"/>
                </a:lnTo>
                <a:lnTo>
                  <a:pt x="4636587" y="165030"/>
                </a:lnTo>
                <a:lnTo>
                  <a:pt x="4635419" y="164123"/>
                </a:lnTo>
                <a:lnTo>
                  <a:pt x="4634256" y="163132"/>
                </a:lnTo>
                <a:lnTo>
                  <a:pt x="4633099" y="162054"/>
                </a:lnTo>
                <a:lnTo>
                  <a:pt x="4631955" y="160884"/>
                </a:lnTo>
                <a:lnTo>
                  <a:pt x="4630825" y="159618"/>
                </a:lnTo>
                <a:lnTo>
                  <a:pt x="4630825" y="103473"/>
                </a:lnTo>
                <a:lnTo>
                  <a:pt x="4631578" y="101785"/>
                </a:lnTo>
                <a:close/>
                <a:moveTo>
                  <a:pt x="4757142" y="108853"/>
                </a:moveTo>
                <a:cubicBezTo>
                  <a:pt x="4761497" y="82194"/>
                  <a:pt x="4778304" y="76556"/>
                  <a:pt x="4786350" y="76556"/>
                </a:cubicBezTo>
                <a:cubicBezTo>
                  <a:pt x="4796495" y="76556"/>
                  <a:pt x="4807872" y="86041"/>
                  <a:pt x="4807872" y="105264"/>
                </a:cubicBezTo>
                <a:cubicBezTo>
                  <a:pt x="4807872" y="107571"/>
                  <a:pt x="4806847" y="108853"/>
                  <a:pt x="4804283" y="108853"/>
                </a:cubicBezTo>
                <a:lnTo>
                  <a:pt x="4757142" y="108853"/>
                </a:lnTo>
                <a:moveTo>
                  <a:pt x="4825551" y="152182"/>
                </a:moveTo>
                <a:cubicBezTo>
                  <a:pt x="4816582" y="161929"/>
                  <a:pt x="4804541" y="166288"/>
                  <a:pt x="4790447" y="166288"/>
                </a:cubicBezTo>
                <a:cubicBezTo>
                  <a:pt x="4781686" y="166288"/>
                  <a:pt x="4769594" y="162953"/>
                  <a:pt x="4762521" y="151670"/>
                </a:cubicBezTo>
                <a:cubicBezTo>
                  <a:pt x="4758010" y="144488"/>
                  <a:pt x="4756372" y="134026"/>
                  <a:pt x="4756372" y="119100"/>
                </a:cubicBezTo>
                <a:lnTo>
                  <a:pt x="4826063" y="119100"/>
                </a:lnTo>
                <a:cubicBezTo>
                  <a:pt x="4828882" y="119100"/>
                  <a:pt x="4830672" y="117563"/>
                  <a:pt x="4830672" y="114745"/>
                </a:cubicBezTo>
                <a:cubicBezTo>
                  <a:pt x="4830672" y="93219"/>
                  <a:pt x="4820167" y="66306"/>
                  <a:pt x="4786350" y="66306"/>
                </a:cubicBezTo>
                <a:cubicBezTo>
                  <a:pt x="4759957" y="66306"/>
                  <a:pt x="4733825" y="87577"/>
                  <a:pt x="4733825" y="125257"/>
                </a:cubicBezTo>
                <a:cubicBezTo>
                  <a:pt x="4733825" y="139820"/>
                  <a:pt x="4736797" y="154184"/>
                  <a:pt x="4745354" y="164493"/>
                </a:cubicBezTo>
                <a:cubicBezTo>
                  <a:pt x="4754167" y="175100"/>
                  <a:pt x="4768823" y="181402"/>
                  <a:pt x="4786092" y="181402"/>
                </a:cubicBezTo>
                <a:cubicBezTo>
                  <a:pt x="4804541" y="181402"/>
                  <a:pt x="4820937" y="171925"/>
                  <a:pt x="4830672" y="158594"/>
                </a:cubicBezTo>
                <a:lnTo>
                  <a:pt x="4825551" y="152182"/>
                </a:lnTo>
                <a:close/>
                <a:moveTo>
                  <a:pt x="4907028" y="76556"/>
                </a:moveTo>
                <a:cubicBezTo>
                  <a:pt x="4916915" y="76556"/>
                  <a:pt x="4925883" y="83836"/>
                  <a:pt x="4932647" y="95525"/>
                </a:cubicBezTo>
                <a:lnTo>
                  <a:pt x="4935978" y="95271"/>
                </a:lnTo>
                <a:lnTo>
                  <a:pt x="4941869" y="74250"/>
                </a:lnTo>
                <a:lnTo>
                  <a:pt x="4941357" y="73484"/>
                </a:lnTo>
                <a:cubicBezTo>
                  <a:pt x="4933417" y="69382"/>
                  <a:pt x="4920093" y="66306"/>
                  <a:pt x="4907282" y="66306"/>
                </a:cubicBezTo>
                <a:cubicBezTo>
                  <a:pt x="4880634" y="66306"/>
                  <a:pt x="4852709" y="88093"/>
                  <a:pt x="4852709" y="122959"/>
                </a:cubicBezTo>
                <a:cubicBezTo>
                  <a:pt x="4852709" y="158594"/>
                  <a:pt x="4872948" y="181402"/>
                  <a:pt x="4904209" y="181402"/>
                </a:cubicBezTo>
                <a:cubicBezTo>
                  <a:pt x="4919581" y="181402"/>
                  <a:pt x="4931622" y="176281"/>
                  <a:pt x="4941869" y="163211"/>
                </a:cubicBezTo>
                <a:lnTo>
                  <a:pt x="4937002" y="157824"/>
                </a:lnTo>
                <a:lnTo>
                  <a:pt x="4935978" y="157824"/>
                </a:lnTo>
                <a:cubicBezTo>
                  <a:pt x="4926243" y="166542"/>
                  <a:pt x="4918095" y="168595"/>
                  <a:pt x="4908564" y="168595"/>
                </a:cubicBezTo>
                <a:cubicBezTo>
                  <a:pt x="4889861" y="168595"/>
                  <a:pt x="4875255" y="151674"/>
                  <a:pt x="4875255" y="121676"/>
                </a:cubicBezTo>
                <a:cubicBezTo>
                  <a:pt x="4875255" y="93477"/>
                  <a:pt x="4890115" y="76556"/>
                  <a:pt x="4907028" y="76556"/>
                </a:cubicBezTo>
                <a:close/>
                <a:moveTo>
                  <a:pt x="4977227" y="69058"/>
                </a:moveTo>
                <a:cubicBezTo>
                  <a:pt x="4972000" y="69058"/>
                  <a:pt x="4966569" y="68956"/>
                  <a:pt x="4963391" y="68546"/>
                </a:cubicBezTo>
                <a:cubicBezTo>
                  <a:pt x="4961651" y="72749"/>
                  <a:pt x="4960267" y="75208"/>
                  <a:pt x="4957757" y="79051"/>
                </a:cubicBezTo>
                <a:lnTo>
                  <a:pt x="4959036" y="80845"/>
                </a:lnTo>
                <a:cubicBezTo>
                  <a:pt x="4963446" y="80536"/>
                  <a:pt x="4971386" y="80384"/>
                  <a:pt x="4977227" y="80333"/>
                </a:cubicBezTo>
                <a:lnTo>
                  <a:pt x="4977227" y="115386"/>
                </a:lnTo>
                <a:cubicBezTo>
                  <a:pt x="4977227" y="130739"/>
                  <a:pt x="4976460" y="149164"/>
                  <a:pt x="4976460" y="156839"/>
                </a:cubicBezTo>
                <a:cubicBezTo>
                  <a:pt x="4976460" y="173478"/>
                  <a:pt x="4987219" y="181402"/>
                  <a:pt x="4999007" y="181402"/>
                </a:cubicBezTo>
                <a:cubicBezTo>
                  <a:pt x="5009770" y="181402"/>
                  <a:pt x="5017968" y="178845"/>
                  <a:pt x="5028727" y="171945"/>
                </a:cubicBezTo>
                <a:lnTo>
                  <a:pt x="5025603" y="165639"/>
                </a:lnTo>
                <a:cubicBezTo>
                  <a:pt x="5017710" y="168356"/>
                  <a:pt x="5011818" y="168614"/>
                  <a:pt x="5005410" y="167590"/>
                </a:cubicBezTo>
                <a:cubicBezTo>
                  <a:pt x="4999316" y="166616"/>
                  <a:pt x="4996958" y="160471"/>
                  <a:pt x="4996958" y="146603"/>
                </a:cubicBezTo>
                <a:cubicBezTo>
                  <a:pt x="4996958" y="138929"/>
                  <a:pt x="4997724" y="127924"/>
                  <a:pt x="4997724" y="112575"/>
                </a:cubicBezTo>
                <a:lnTo>
                  <a:pt x="4997724" y="80333"/>
                </a:lnTo>
                <a:lnTo>
                  <a:pt x="5007463" y="80333"/>
                </a:lnTo>
                <a:cubicBezTo>
                  <a:pt x="5013613" y="80333"/>
                  <a:pt x="5022526" y="80536"/>
                  <a:pt x="5025908" y="80845"/>
                </a:cubicBezTo>
                <a:cubicBezTo>
                  <a:pt x="5026678" y="76748"/>
                  <a:pt x="5027449" y="74132"/>
                  <a:pt x="5028985" y="70340"/>
                </a:cubicBezTo>
                <a:lnTo>
                  <a:pt x="5027703" y="68546"/>
                </a:lnTo>
                <a:cubicBezTo>
                  <a:pt x="5023089" y="68753"/>
                  <a:pt x="5015661" y="69058"/>
                  <a:pt x="5009770" y="69058"/>
                </a:cubicBezTo>
                <a:lnTo>
                  <a:pt x="4997724" y="69058"/>
                </a:lnTo>
                <a:cubicBezTo>
                  <a:pt x="4997724" y="49893"/>
                  <a:pt x="4997881" y="46512"/>
                  <a:pt x="4999007" y="31652"/>
                </a:cubicBezTo>
                <a:cubicBezTo>
                  <a:pt x="4999007" y="29806"/>
                  <a:pt x="4998291" y="29091"/>
                  <a:pt x="4996700" y="29091"/>
                </a:cubicBezTo>
                <a:cubicBezTo>
                  <a:pt x="4990296" y="31652"/>
                  <a:pt x="4987118" y="34369"/>
                  <a:pt x="4978767" y="35495"/>
                </a:cubicBezTo>
                <a:lnTo>
                  <a:pt x="4978255" y="36265"/>
                </a:lnTo>
                <a:cubicBezTo>
                  <a:pt x="4977743" y="45182"/>
                  <a:pt x="4977227" y="54198"/>
                  <a:pt x="4977227" y="69058"/>
                </a:cubicBezTo>
                <a:close/>
                <a:moveTo>
                  <a:pt x="5060497" y="25830"/>
                </a:moveTo>
                <a:cubicBezTo>
                  <a:pt x="5060497" y="32746"/>
                  <a:pt x="5066646" y="38896"/>
                  <a:pt x="5073566" y="38896"/>
                </a:cubicBezTo>
                <a:cubicBezTo>
                  <a:pt x="5080482" y="38896"/>
                  <a:pt x="5086632" y="32746"/>
                  <a:pt x="5086632" y="25830"/>
                </a:cubicBezTo>
                <a:cubicBezTo>
                  <a:pt x="5086632" y="18910"/>
                  <a:pt x="5080482" y="12761"/>
                  <a:pt x="5073566" y="12761"/>
                </a:cubicBezTo>
                <a:cubicBezTo>
                  <a:pt x="5066646" y="12761"/>
                  <a:pt x="5060497" y="18910"/>
                  <a:pt x="5060497" y="25830"/>
                </a:cubicBezTo>
                <a:moveTo>
                  <a:pt x="5063061" y="118736"/>
                </a:moveTo>
                <a:lnTo>
                  <a:pt x="5063061" y="132815"/>
                </a:lnTo>
                <a:cubicBezTo>
                  <a:pt x="5063061" y="152010"/>
                  <a:pt x="5062600" y="165064"/>
                  <a:pt x="5060755" y="178884"/>
                </a:cubicBezTo>
                <a:lnTo>
                  <a:pt x="5061267" y="179651"/>
                </a:lnTo>
                <a:cubicBezTo>
                  <a:pt x="5064340" y="179142"/>
                  <a:pt x="5070235" y="178884"/>
                  <a:pt x="5073308" y="178884"/>
                </a:cubicBezTo>
                <a:cubicBezTo>
                  <a:pt x="5076385" y="178884"/>
                  <a:pt x="5082276" y="179142"/>
                  <a:pt x="5085349" y="179651"/>
                </a:cubicBezTo>
                <a:lnTo>
                  <a:pt x="5085862" y="178884"/>
                </a:lnTo>
                <a:cubicBezTo>
                  <a:pt x="5084020" y="164349"/>
                  <a:pt x="5083559" y="152264"/>
                  <a:pt x="5083559" y="132815"/>
                </a:cubicBezTo>
                <a:lnTo>
                  <a:pt x="5083559" y="114643"/>
                </a:lnTo>
                <a:cubicBezTo>
                  <a:pt x="5083559" y="95447"/>
                  <a:pt x="5084223" y="86232"/>
                  <a:pt x="5085862" y="70618"/>
                </a:cubicBezTo>
                <a:cubicBezTo>
                  <a:pt x="5085862" y="68315"/>
                  <a:pt x="5085557" y="68057"/>
                  <a:pt x="5083559" y="68057"/>
                </a:cubicBezTo>
                <a:cubicBezTo>
                  <a:pt x="5077714" y="68624"/>
                  <a:pt x="5066697" y="68776"/>
                  <a:pt x="5061267" y="68315"/>
                </a:cubicBezTo>
                <a:lnTo>
                  <a:pt x="5060755" y="69081"/>
                </a:lnTo>
                <a:cubicBezTo>
                  <a:pt x="5062342" y="80036"/>
                  <a:pt x="5063061" y="99541"/>
                  <a:pt x="5063061" y="118736"/>
                </a:cubicBezTo>
                <a:close/>
                <a:moveTo>
                  <a:pt x="5158373" y="179651"/>
                </a:moveTo>
                <a:cubicBezTo>
                  <a:pt x="5160934" y="178884"/>
                  <a:pt x="5163753" y="178884"/>
                  <a:pt x="5166313" y="178884"/>
                </a:cubicBezTo>
                <a:cubicBezTo>
                  <a:pt x="5168878" y="178884"/>
                  <a:pt x="5171697" y="178884"/>
                  <a:pt x="5174003" y="179651"/>
                </a:cubicBezTo>
                <a:cubicBezTo>
                  <a:pt x="5187323" y="142283"/>
                  <a:pt x="5203212" y="105937"/>
                  <a:pt x="5219862" y="68307"/>
                </a:cubicBezTo>
                <a:cubicBezTo>
                  <a:pt x="5217560" y="69077"/>
                  <a:pt x="5212688" y="69077"/>
                  <a:pt x="5210127" y="69077"/>
                </a:cubicBezTo>
                <a:cubicBezTo>
                  <a:pt x="5207567" y="69077"/>
                  <a:pt x="5203724" y="69077"/>
                  <a:pt x="5201417" y="68307"/>
                </a:cubicBezTo>
                <a:cubicBezTo>
                  <a:pt x="5191065" y="97234"/>
                  <a:pt x="5182151" y="130711"/>
                  <a:pt x="5170364" y="155799"/>
                </a:cubicBezTo>
                <a:lnTo>
                  <a:pt x="5169852" y="155799"/>
                </a:lnTo>
                <a:cubicBezTo>
                  <a:pt x="5157040" y="126516"/>
                  <a:pt x="5148689" y="97640"/>
                  <a:pt x="5139412" y="68307"/>
                </a:cubicBezTo>
                <a:cubicBezTo>
                  <a:pt x="5136081" y="69077"/>
                  <a:pt x="5130189" y="69077"/>
                  <a:pt x="5126600" y="69077"/>
                </a:cubicBezTo>
                <a:cubicBezTo>
                  <a:pt x="5122503" y="69077"/>
                  <a:pt x="5115841" y="69077"/>
                  <a:pt x="5111740" y="68307"/>
                </a:cubicBezTo>
                <a:cubicBezTo>
                  <a:pt x="5128907" y="105937"/>
                  <a:pt x="5144025" y="142283"/>
                  <a:pt x="5158373" y="179651"/>
                </a:cubicBezTo>
                <a:close/>
                <a:moveTo>
                  <a:pt x="5254967" y="108853"/>
                </a:moveTo>
                <a:cubicBezTo>
                  <a:pt x="5259322" y="82194"/>
                  <a:pt x="5276129" y="76556"/>
                  <a:pt x="5284175" y="76556"/>
                </a:cubicBezTo>
                <a:cubicBezTo>
                  <a:pt x="5294320" y="76556"/>
                  <a:pt x="5305697" y="86041"/>
                  <a:pt x="5305697" y="105264"/>
                </a:cubicBezTo>
                <a:cubicBezTo>
                  <a:pt x="5305697" y="107571"/>
                  <a:pt x="5304673" y="108853"/>
                  <a:pt x="5302108" y="108853"/>
                </a:cubicBezTo>
                <a:lnTo>
                  <a:pt x="5254967" y="108853"/>
                </a:lnTo>
                <a:moveTo>
                  <a:pt x="5323376" y="152182"/>
                </a:moveTo>
                <a:cubicBezTo>
                  <a:pt x="5314408" y="161929"/>
                  <a:pt x="5302366" y="166288"/>
                  <a:pt x="5288272" y="166288"/>
                </a:cubicBezTo>
                <a:cubicBezTo>
                  <a:pt x="5279511" y="166288"/>
                  <a:pt x="5267419" y="162953"/>
                  <a:pt x="5260347" y="151670"/>
                </a:cubicBezTo>
                <a:cubicBezTo>
                  <a:pt x="5255835" y="144488"/>
                  <a:pt x="5254197" y="134026"/>
                  <a:pt x="5254197" y="119100"/>
                </a:cubicBezTo>
                <a:lnTo>
                  <a:pt x="5323888" y="119100"/>
                </a:lnTo>
                <a:cubicBezTo>
                  <a:pt x="5326707" y="119100"/>
                  <a:pt x="5328497" y="117563"/>
                  <a:pt x="5328497" y="114745"/>
                </a:cubicBezTo>
                <a:cubicBezTo>
                  <a:pt x="5328497" y="93219"/>
                  <a:pt x="5317993" y="66306"/>
                  <a:pt x="5284175" y="66306"/>
                </a:cubicBezTo>
                <a:cubicBezTo>
                  <a:pt x="5257782" y="66306"/>
                  <a:pt x="5231651" y="87577"/>
                  <a:pt x="5231651" y="125257"/>
                </a:cubicBezTo>
                <a:cubicBezTo>
                  <a:pt x="5231651" y="139820"/>
                  <a:pt x="5234622" y="154184"/>
                  <a:pt x="5243180" y="164493"/>
                </a:cubicBezTo>
                <a:cubicBezTo>
                  <a:pt x="5251992" y="175100"/>
                  <a:pt x="5266649" y="181402"/>
                  <a:pt x="5283917" y="181402"/>
                </a:cubicBezTo>
                <a:cubicBezTo>
                  <a:pt x="5302366" y="181402"/>
                  <a:pt x="5318763" y="171925"/>
                  <a:pt x="5328497" y="158594"/>
                </a:cubicBezTo>
                <a:lnTo>
                  <a:pt x="5323376" y="152182"/>
                </a:lnTo>
                <a:close/>
                <a:moveTo>
                  <a:pt x="5362064" y="127627"/>
                </a:moveTo>
                <a:cubicBezTo>
                  <a:pt x="5362064" y="146697"/>
                  <a:pt x="5361704" y="165146"/>
                  <a:pt x="5359757" y="178884"/>
                </a:cubicBezTo>
                <a:lnTo>
                  <a:pt x="5360269" y="179651"/>
                </a:lnTo>
                <a:cubicBezTo>
                  <a:pt x="5363342" y="179139"/>
                  <a:pt x="5369238" y="178884"/>
                  <a:pt x="5372311" y="178884"/>
                </a:cubicBezTo>
                <a:cubicBezTo>
                  <a:pt x="5375388" y="178884"/>
                  <a:pt x="5381279" y="179139"/>
                  <a:pt x="5384352" y="179651"/>
                </a:cubicBezTo>
                <a:lnTo>
                  <a:pt x="5384864" y="178884"/>
                </a:lnTo>
                <a:cubicBezTo>
                  <a:pt x="5382867" y="164274"/>
                  <a:pt x="5382562" y="146901"/>
                  <a:pt x="5382562" y="127627"/>
                </a:cubicBezTo>
                <a:lnTo>
                  <a:pt x="5382562" y="50746"/>
                </a:lnTo>
                <a:cubicBezTo>
                  <a:pt x="5382562" y="31526"/>
                  <a:pt x="5383637" y="18762"/>
                  <a:pt x="5384864" y="2565"/>
                </a:cubicBezTo>
                <a:cubicBezTo>
                  <a:pt x="5384864" y="770"/>
                  <a:pt x="5384149" y="0"/>
                  <a:pt x="5382562" y="0"/>
                </a:cubicBezTo>
                <a:cubicBezTo>
                  <a:pt x="5376154" y="2565"/>
                  <a:pt x="5370673" y="4359"/>
                  <a:pt x="5360269" y="5129"/>
                </a:cubicBezTo>
                <a:lnTo>
                  <a:pt x="5359757" y="5896"/>
                </a:lnTo>
                <a:cubicBezTo>
                  <a:pt x="5361755" y="16866"/>
                  <a:pt x="5362064" y="35882"/>
                  <a:pt x="5362064" y="55359"/>
                </a:cubicBezTo>
                <a:lnTo>
                  <a:pt x="5362064" y="127627"/>
                </a:lnTo>
                <a:close/>
                <a:moveTo>
                  <a:pt x="5410746" y="68307"/>
                </a:moveTo>
                <a:lnTo>
                  <a:pt x="5410746" y="68311"/>
                </a:lnTo>
                <a:lnTo>
                  <a:pt x="5410748" y="68312"/>
                </a:lnTo>
                <a:lnTo>
                  <a:pt x="5410746" y="68307"/>
                </a:lnTo>
                <a:close/>
                <a:moveTo>
                  <a:pt x="5417338" y="82902"/>
                </a:moveTo>
                <a:lnTo>
                  <a:pt x="5419378" y="87403"/>
                </a:lnTo>
                <a:lnTo>
                  <a:pt x="5421538" y="92171"/>
                </a:lnTo>
                <a:lnTo>
                  <a:pt x="5423801" y="97168"/>
                </a:lnTo>
                <a:lnTo>
                  <a:pt x="5426149" y="102359"/>
                </a:lnTo>
                <a:lnTo>
                  <a:pt x="5428562" y="107706"/>
                </a:lnTo>
                <a:lnTo>
                  <a:pt x="5431024" y="113172"/>
                </a:lnTo>
                <a:lnTo>
                  <a:pt x="5433517" y="118720"/>
                </a:lnTo>
                <a:lnTo>
                  <a:pt x="5436021" y="124314"/>
                </a:lnTo>
                <a:lnTo>
                  <a:pt x="5438520" y="129917"/>
                </a:lnTo>
                <a:lnTo>
                  <a:pt x="5440994" y="135491"/>
                </a:lnTo>
                <a:lnTo>
                  <a:pt x="5443427" y="140999"/>
                </a:lnTo>
                <a:lnTo>
                  <a:pt x="5445800" y="146406"/>
                </a:lnTo>
                <a:lnTo>
                  <a:pt x="5448094" y="151673"/>
                </a:lnTo>
                <a:lnTo>
                  <a:pt x="5450292" y="156764"/>
                </a:lnTo>
                <a:lnTo>
                  <a:pt x="5452377" y="161643"/>
                </a:lnTo>
                <a:lnTo>
                  <a:pt x="5454328" y="166271"/>
                </a:lnTo>
                <a:lnTo>
                  <a:pt x="5456130" y="170612"/>
                </a:lnTo>
                <a:lnTo>
                  <a:pt x="5457763" y="174630"/>
                </a:lnTo>
                <a:lnTo>
                  <a:pt x="5459210" y="178287"/>
                </a:lnTo>
                <a:lnTo>
                  <a:pt x="5460452" y="181547"/>
                </a:lnTo>
                <a:lnTo>
                  <a:pt x="5459415" y="183939"/>
                </a:lnTo>
                <a:lnTo>
                  <a:pt x="5458355" y="186337"/>
                </a:lnTo>
                <a:lnTo>
                  <a:pt x="5457272" y="188741"/>
                </a:lnTo>
                <a:lnTo>
                  <a:pt x="5456168" y="191150"/>
                </a:lnTo>
                <a:lnTo>
                  <a:pt x="5455042" y="193563"/>
                </a:lnTo>
                <a:lnTo>
                  <a:pt x="5453895" y="195981"/>
                </a:lnTo>
                <a:lnTo>
                  <a:pt x="5452728" y="198402"/>
                </a:lnTo>
                <a:lnTo>
                  <a:pt x="5451541" y="200827"/>
                </a:lnTo>
                <a:lnTo>
                  <a:pt x="5450334" y="203254"/>
                </a:lnTo>
                <a:lnTo>
                  <a:pt x="5449108" y="205684"/>
                </a:lnTo>
                <a:lnTo>
                  <a:pt x="5447863" y="208116"/>
                </a:lnTo>
                <a:lnTo>
                  <a:pt x="5446600" y="210549"/>
                </a:lnTo>
                <a:lnTo>
                  <a:pt x="5445320" y="212983"/>
                </a:lnTo>
                <a:lnTo>
                  <a:pt x="5444023" y="215418"/>
                </a:lnTo>
                <a:lnTo>
                  <a:pt x="5442708" y="217853"/>
                </a:lnTo>
                <a:lnTo>
                  <a:pt x="5441378" y="220288"/>
                </a:lnTo>
                <a:lnTo>
                  <a:pt x="5440033" y="222722"/>
                </a:lnTo>
                <a:lnTo>
                  <a:pt x="5438672" y="225155"/>
                </a:lnTo>
                <a:lnTo>
                  <a:pt x="5437296" y="227586"/>
                </a:lnTo>
                <a:lnTo>
                  <a:pt x="5435906" y="230015"/>
                </a:lnTo>
                <a:lnTo>
                  <a:pt x="5434503" y="232441"/>
                </a:lnTo>
                <a:lnTo>
                  <a:pt x="5433479" y="234193"/>
                </a:lnTo>
                <a:lnTo>
                  <a:pt x="5453564" y="234193"/>
                </a:lnTo>
                <a:lnTo>
                  <a:pt x="5455084" y="229929"/>
                </a:lnTo>
                <a:lnTo>
                  <a:pt x="5457379" y="223846"/>
                </a:lnTo>
                <a:lnTo>
                  <a:pt x="5460036" y="217078"/>
                </a:lnTo>
                <a:lnTo>
                  <a:pt x="5463012" y="209710"/>
                </a:lnTo>
                <a:lnTo>
                  <a:pt x="5466267" y="201825"/>
                </a:lnTo>
                <a:lnTo>
                  <a:pt x="5469760" y="193510"/>
                </a:lnTo>
                <a:lnTo>
                  <a:pt x="5473451" y="184848"/>
                </a:lnTo>
                <a:lnTo>
                  <a:pt x="5477298" y="175925"/>
                </a:lnTo>
                <a:lnTo>
                  <a:pt x="5481261" y="166825"/>
                </a:lnTo>
                <a:lnTo>
                  <a:pt x="5485298" y="157633"/>
                </a:lnTo>
                <a:lnTo>
                  <a:pt x="5489370" y="148433"/>
                </a:lnTo>
                <a:lnTo>
                  <a:pt x="5493436" y="139311"/>
                </a:lnTo>
                <a:lnTo>
                  <a:pt x="5497454" y="130351"/>
                </a:lnTo>
                <a:lnTo>
                  <a:pt x="5501383" y="121638"/>
                </a:lnTo>
                <a:lnTo>
                  <a:pt x="5505183" y="113256"/>
                </a:lnTo>
                <a:lnTo>
                  <a:pt x="5508814" y="105291"/>
                </a:lnTo>
                <a:lnTo>
                  <a:pt x="5512234" y="97827"/>
                </a:lnTo>
                <a:lnTo>
                  <a:pt x="5515402" y="90948"/>
                </a:lnTo>
                <a:lnTo>
                  <a:pt x="5518278" y="84740"/>
                </a:lnTo>
                <a:lnTo>
                  <a:pt x="5520821" y="79287"/>
                </a:lnTo>
                <a:lnTo>
                  <a:pt x="5522989" y="74674"/>
                </a:lnTo>
                <a:lnTo>
                  <a:pt x="5524743" y="70986"/>
                </a:lnTo>
                <a:lnTo>
                  <a:pt x="5526042" y="68307"/>
                </a:lnTo>
                <a:lnTo>
                  <a:pt x="5525704" y="68400"/>
                </a:lnTo>
                <a:lnTo>
                  <a:pt x="5525335" y="68484"/>
                </a:lnTo>
                <a:lnTo>
                  <a:pt x="5524937" y="68562"/>
                </a:lnTo>
                <a:lnTo>
                  <a:pt x="5524513" y="68632"/>
                </a:lnTo>
                <a:lnTo>
                  <a:pt x="5524066" y="68695"/>
                </a:lnTo>
                <a:lnTo>
                  <a:pt x="5523599" y="68753"/>
                </a:lnTo>
                <a:lnTo>
                  <a:pt x="5523114" y="68804"/>
                </a:lnTo>
                <a:lnTo>
                  <a:pt x="5522615" y="68849"/>
                </a:lnTo>
                <a:lnTo>
                  <a:pt x="5522104" y="68889"/>
                </a:lnTo>
                <a:lnTo>
                  <a:pt x="5521585" y="68925"/>
                </a:lnTo>
                <a:lnTo>
                  <a:pt x="5521060" y="68955"/>
                </a:lnTo>
                <a:lnTo>
                  <a:pt x="5520532" y="68981"/>
                </a:lnTo>
                <a:lnTo>
                  <a:pt x="5520004" y="69003"/>
                </a:lnTo>
                <a:lnTo>
                  <a:pt x="5519479" y="69022"/>
                </a:lnTo>
                <a:lnTo>
                  <a:pt x="5518960" y="69037"/>
                </a:lnTo>
                <a:lnTo>
                  <a:pt x="5518449" y="69049"/>
                </a:lnTo>
                <a:lnTo>
                  <a:pt x="5517950" y="69058"/>
                </a:lnTo>
                <a:lnTo>
                  <a:pt x="5517466" y="69065"/>
                </a:lnTo>
                <a:lnTo>
                  <a:pt x="5516999" y="69071"/>
                </a:lnTo>
                <a:lnTo>
                  <a:pt x="5516552" y="69074"/>
                </a:lnTo>
                <a:lnTo>
                  <a:pt x="5516128" y="69076"/>
                </a:lnTo>
                <a:lnTo>
                  <a:pt x="5515730" y="69077"/>
                </a:lnTo>
                <a:lnTo>
                  <a:pt x="5515362" y="69077"/>
                </a:lnTo>
                <a:lnTo>
                  <a:pt x="5515025" y="69077"/>
                </a:lnTo>
                <a:lnTo>
                  <a:pt x="5514693" y="69077"/>
                </a:lnTo>
                <a:lnTo>
                  <a:pt x="5514338" y="69077"/>
                </a:lnTo>
                <a:lnTo>
                  <a:pt x="5513964" y="69076"/>
                </a:lnTo>
                <a:lnTo>
                  <a:pt x="5513572" y="69074"/>
                </a:lnTo>
                <a:lnTo>
                  <a:pt x="5513164" y="69071"/>
                </a:lnTo>
                <a:lnTo>
                  <a:pt x="5512742" y="69065"/>
                </a:lnTo>
                <a:lnTo>
                  <a:pt x="5512307" y="69058"/>
                </a:lnTo>
                <a:lnTo>
                  <a:pt x="5511863" y="69049"/>
                </a:lnTo>
                <a:lnTo>
                  <a:pt x="5511411" y="69037"/>
                </a:lnTo>
                <a:lnTo>
                  <a:pt x="5510953" y="69022"/>
                </a:lnTo>
                <a:lnTo>
                  <a:pt x="5510491" y="69003"/>
                </a:lnTo>
                <a:lnTo>
                  <a:pt x="5510027" y="68981"/>
                </a:lnTo>
                <a:lnTo>
                  <a:pt x="5509563" y="68955"/>
                </a:lnTo>
                <a:lnTo>
                  <a:pt x="5509101" y="68925"/>
                </a:lnTo>
                <a:lnTo>
                  <a:pt x="5508643" y="68889"/>
                </a:lnTo>
                <a:lnTo>
                  <a:pt x="5508191" y="68849"/>
                </a:lnTo>
                <a:lnTo>
                  <a:pt x="5507747" y="68804"/>
                </a:lnTo>
                <a:lnTo>
                  <a:pt x="5507313" y="68753"/>
                </a:lnTo>
                <a:lnTo>
                  <a:pt x="5506891" y="68695"/>
                </a:lnTo>
                <a:lnTo>
                  <a:pt x="5506483" y="68632"/>
                </a:lnTo>
                <a:lnTo>
                  <a:pt x="5506091" y="68562"/>
                </a:lnTo>
                <a:lnTo>
                  <a:pt x="5505718" y="68484"/>
                </a:lnTo>
                <a:lnTo>
                  <a:pt x="5505364" y="68400"/>
                </a:lnTo>
                <a:lnTo>
                  <a:pt x="5505032" y="68307"/>
                </a:lnTo>
                <a:lnTo>
                  <a:pt x="5503865" y="71946"/>
                </a:lnTo>
                <a:lnTo>
                  <a:pt x="5502670" y="75619"/>
                </a:lnTo>
                <a:lnTo>
                  <a:pt x="5501448" y="79323"/>
                </a:lnTo>
                <a:lnTo>
                  <a:pt x="5500201" y="83053"/>
                </a:lnTo>
                <a:lnTo>
                  <a:pt x="5498928" y="86806"/>
                </a:lnTo>
                <a:lnTo>
                  <a:pt x="5497632" y="90576"/>
                </a:lnTo>
                <a:lnTo>
                  <a:pt x="5496314" y="94360"/>
                </a:lnTo>
                <a:lnTo>
                  <a:pt x="5494973" y="98153"/>
                </a:lnTo>
                <a:lnTo>
                  <a:pt x="5493612" y="101951"/>
                </a:lnTo>
                <a:lnTo>
                  <a:pt x="5492231" y="105749"/>
                </a:lnTo>
                <a:lnTo>
                  <a:pt x="5490832" y="109543"/>
                </a:lnTo>
                <a:lnTo>
                  <a:pt x="5489415" y="113329"/>
                </a:lnTo>
                <a:lnTo>
                  <a:pt x="5487981" y="117102"/>
                </a:lnTo>
                <a:lnTo>
                  <a:pt x="5486532" y="120859"/>
                </a:lnTo>
                <a:lnTo>
                  <a:pt x="5485069" y="124594"/>
                </a:lnTo>
                <a:lnTo>
                  <a:pt x="5483592" y="128304"/>
                </a:lnTo>
                <a:lnTo>
                  <a:pt x="5482102" y="131984"/>
                </a:lnTo>
                <a:lnTo>
                  <a:pt x="5480602" y="135629"/>
                </a:lnTo>
                <a:lnTo>
                  <a:pt x="5479090" y="139236"/>
                </a:lnTo>
                <a:lnTo>
                  <a:pt x="5477570" y="142800"/>
                </a:lnTo>
                <a:lnTo>
                  <a:pt x="5476041" y="146317"/>
                </a:lnTo>
                <a:lnTo>
                  <a:pt x="5474504" y="149783"/>
                </a:lnTo>
                <a:lnTo>
                  <a:pt x="5472962" y="153192"/>
                </a:lnTo>
                <a:lnTo>
                  <a:pt x="5471414" y="156541"/>
                </a:lnTo>
                <a:lnTo>
                  <a:pt x="5470902" y="156541"/>
                </a:lnTo>
                <a:lnTo>
                  <a:pt x="5469329" y="152741"/>
                </a:lnTo>
                <a:lnTo>
                  <a:pt x="5467763" y="148960"/>
                </a:lnTo>
                <a:lnTo>
                  <a:pt x="5466203" y="145197"/>
                </a:lnTo>
                <a:lnTo>
                  <a:pt x="5464652" y="141452"/>
                </a:lnTo>
                <a:lnTo>
                  <a:pt x="5463109" y="137723"/>
                </a:lnTo>
                <a:lnTo>
                  <a:pt x="5461576" y="134008"/>
                </a:lnTo>
                <a:lnTo>
                  <a:pt x="5460053" y="130307"/>
                </a:lnTo>
                <a:lnTo>
                  <a:pt x="5458542" y="126618"/>
                </a:lnTo>
                <a:lnTo>
                  <a:pt x="5457043" y="122941"/>
                </a:lnTo>
                <a:lnTo>
                  <a:pt x="5455558" y="119274"/>
                </a:lnTo>
                <a:lnTo>
                  <a:pt x="5454086" y="115615"/>
                </a:lnTo>
                <a:lnTo>
                  <a:pt x="5452629" y="111965"/>
                </a:lnTo>
                <a:lnTo>
                  <a:pt x="5451188" y="108320"/>
                </a:lnTo>
                <a:lnTo>
                  <a:pt x="5449764" y="104681"/>
                </a:lnTo>
                <a:lnTo>
                  <a:pt x="5448357" y="101046"/>
                </a:lnTo>
                <a:lnTo>
                  <a:pt x="5446968" y="97413"/>
                </a:lnTo>
                <a:lnTo>
                  <a:pt x="5445599" y="93782"/>
                </a:lnTo>
                <a:lnTo>
                  <a:pt x="5444249" y="90152"/>
                </a:lnTo>
                <a:lnTo>
                  <a:pt x="5442921" y="86521"/>
                </a:lnTo>
                <a:lnTo>
                  <a:pt x="5441614" y="82888"/>
                </a:lnTo>
                <a:lnTo>
                  <a:pt x="5440330" y="79251"/>
                </a:lnTo>
                <a:lnTo>
                  <a:pt x="5439070" y="75611"/>
                </a:lnTo>
                <a:lnTo>
                  <a:pt x="5437834" y="71964"/>
                </a:lnTo>
                <a:lnTo>
                  <a:pt x="5436623" y="68311"/>
                </a:lnTo>
                <a:lnTo>
                  <a:pt x="5436195" y="68403"/>
                </a:lnTo>
                <a:lnTo>
                  <a:pt x="5435745" y="68487"/>
                </a:lnTo>
                <a:lnTo>
                  <a:pt x="5435274" y="68564"/>
                </a:lnTo>
                <a:lnTo>
                  <a:pt x="5434786" y="68634"/>
                </a:lnTo>
                <a:lnTo>
                  <a:pt x="5434280" y="68697"/>
                </a:lnTo>
                <a:lnTo>
                  <a:pt x="5433760" y="68754"/>
                </a:lnTo>
                <a:lnTo>
                  <a:pt x="5433228" y="68805"/>
                </a:lnTo>
                <a:lnTo>
                  <a:pt x="5432685" y="68850"/>
                </a:lnTo>
                <a:lnTo>
                  <a:pt x="5432132" y="68890"/>
                </a:lnTo>
                <a:lnTo>
                  <a:pt x="5431573" y="68925"/>
                </a:lnTo>
                <a:lnTo>
                  <a:pt x="5431009" y="68956"/>
                </a:lnTo>
                <a:lnTo>
                  <a:pt x="5430441" y="68982"/>
                </a:lnTo>
                <a:lnTo>
                  <a:pt x="5429872" y="69004"/>
                </a:lnTo>
                <a:lnTo>
                  <a:pt x="5429304" y="69022"/>
                </a:lnTo>
                <a:lnTo>
                  <a:pt x="5428738" y="69037"/>
                </a:lnTo>
                <a:lnTo>
                  <a:pt x="5428176" y="69049"/>
                </a:lnTo>
                <a:lnTo>
                  <a:pt x="5427621" y="69058"/>
                </a:lnTo>
                <a:lnTo>
                  <a:pt x="5427073" y="69065"/>
                </a:lnTo>
                <a:lnTo>
                  <a:pt x="5426536" y="69071"/>
                </a:lnTo>
                <a:lnTo>
                  <a:pt x="5426011" y="69074"/>
                </a:lnTo>
                <a:lnTo>
                  <a:pt x="5425499" y="69076"/>
                </a:lnTo>
                <a:lnTo>
                  <a:pt x="5425003" y="69077"/>
                </a:lnTo>
                <a:lnTo>
                  <a:pt x="5424525" y="69077"/>
                </a:lnTo>
                <a:lnTo>
                  <a:pt x="5424066" y="69077"/>
                </a:lnTo>
                <a:lnTo>
                  <a:pt x="5423634" y="69077"/>
                </a:lnTo>
                <a:lnTo>
                  <a:pt x="5423172" y="69077"/>
                </a:lnTo>
                <a:lnTo>
                  <a:pt x="5422684" y="69076"/>
                </a:lnTo>
                <a:lnTo>
                  <a:pt x="5422171" y="69074"/>
                </a:lnTo>
                <a:lnTo>
                  <a:pt x="5421637" y="69071"/>
                </a:lnTo>
                <a:lnTo>
                  <a:pt x="5421083" y="69065"/>
                </a:lnTo>
                <a:lnTo>
                  <a:pt x="5420513" y="69058"/>
                </a:lnTo>
                <a:lnTo>
                  <a:pt x="5419929" y="69049"/>
                </a:lnTo>
                <a:lnTo>
                  <a:pt x="5419333" y="69037"/>
                </a:lnTo>
                <a:lnTo>
                  <a:pt x="5418728" y="69022"/>
                </a:lnTo>
                <a:lnTo>
                  <a:pt x="5418116" y="69004"/>
                </a:lnTo>
                <a:lnTo>
                  <a:pt x="5417501" y="68982"/>
                </a:lnTo>
                <a:lnTo>
                  <a:pt x="5416884" y="68956"/>
                </a:lnTo>
                <a:lnTo>
                  <a:pt x="5416269" y="68925"/>
                </a:lnTo>
                <a:lnTo>
                  <a:pt x="5415658" y="68890"/>
                </a:lnTo>
                <a:lnTo>
                  <a:pt x="5415052" y="68850"/>
                </a:lnTo>
                <a:lnTo>
                  <a:pt x="5414456" y="68805"/>
                </a:lnTo>
                <a:lnTo>
                  <a:pt x="5413871" y="68754"/>
                </a:lnTo>
                <a:lnTo>
                  <a:pt x="5413300" y="68697"/>
                </a:lnTo>
                <a:lnTo>
                  <a:pt x="5412746" y="68634"/>
                </a:lnTo>
                <a:lnTo>
                  <a:pt x="5412211" y="68564"/>
                </a:lnTo>
                <a:lnTo>
                  <a:pt x="5411697" y="68487"/>
                </a:lnTo>
                <a:lnTo>
                  <a:pt x="5411208" y="68403"/>
                </a:lnTo>
                <a:lnTo>
                  <a:pt x="5410748" y="68312"/>
                </a:lnTo>
                <a:lnTo>
                  <a:pt x="5412123" y="71371"/>
                </a:lnTo>
                <a:lnTo>
                  <a:pt x="5413693" y="74849"/>
                </a:lnTo>
                <a:lnTo>
                  <a:pt x="5415437" y="78706"/>
                </a:lnTo>
                <a:lnTo>
                  <a:pt x="5417338" y="82902"/>
                </a:lnTo>
                <a:close/>
                <a:moveTo>
                  <a:pt x="5531932" y="167570"/>
                </a:moveTo>
                <a:cubicBezTo>
                  <a:pt x="5534188" y="176124"/>
                  <a:pt x="5537777" y="179612"/>
                  <a:pt x="5545768" y="181402"/>
                </a:cubicBezTo>
                <a:lnTo>
                  <a:pt x="5546796" y="181402"/>
                </a:lnTo>
                <a:cubicBezTo>
                  <a:pt x="5554021" y="179612"/>
                  <a:pt x="5558016" y="175819"/>
                  <a:pt x="5560628" y="167570"/>
                </a:cubicBezTo>
                <a:lnTo>
                  <a:pt x="5560628" y="166542"/>
                </a:lnTo>
                <a:cubicBezTo>
                  <a:pt x="5558274" y="159317"/>
                  <a:pt x="5554224" y="155372"/>
                  <a:pt x="5546796" y="152706"/>
                </a:cubicBezTo>
                <a:lnTo>
                  <a:pt x="5545768" y="152706"/>
                </a:lnTo>
                <a:cubicBezTo>
                  <a:pt x="5538031" y="155834"/>
                  <a:pt x="5534289" y="159728"/>
                  <a:pt x="5531932" y="166542"/>
                </a:cubicBezTo>
                <a:lnTo>
                  <a:pt x="5531932" y="167570"/>
                </a:lnTo>
                <a:close/>
              </a:path>
            </a:pathLst>
          </a:custGeom>
          <a:solidFill xmlns:a="http://schemas.openxmlformats.org/drawingml/2006/main">
            <a:srgbClr val="000000"/>
          </a:solidFill>
          <a:ln xmlns:a="http://schemas.openxmlformats.org/drawingml/2006/main" w="0" cap="flat">
            <a:noFill/>
            <a:miter/>
          </a:ln>
        </p:spPr>
      </p:sp>
      <p:sp>
        <p:nvSpPr>
          <p:cNvPr id="93" name="Vector element">
            <a:extLst xmlns:a="http://schemas.openxmlformats.org/drawingml/2006/main">
              <a:ext uri="{FF2B5EF4-FFF2-40B4-BE49-F238E27FC236}">
                <a16:creationId xmlns:a16="http://schemas.microsoft.com/office/drawing/2014/main" id="{65A06770-A54B-4EE4-AF21-CBB99C3EC58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504841" y="0"/>
            <a:ext cx="4732720" cy="4352202"/>
          </a:xfrm>
          <a:custGeom xmlns:a="http://schemas.openxmlformats.org/drawingml/2006/main">
            <a:pathLst>
              <a:path w="4732720" h="4352202">
                <a:moveTo>
                  <a:pt x="4732720" y="0"/>
                </a:moveTo>
                <a:lnTo>
                  <a:pt x="0" y="0"/>
                </a:lnTo>
                <a:lnTo>
                  <a:pt x="0" y="4352202"/>
                </a:lnTo>
                <a:lnTo>
                  <a:pt x="4732720" y="4352202"/>
                </a:lnTo>
                <a:lnTo>
                  <a:pt x="4732720" y="0"/>
                </a:lnTo>
                <a:close/>
              </a:path>
            </a:pathLst>
          </a:custGeom>
          <a:solidFill xmlns:a="http://schemas.openxmlformats.org/drawingml/2006/main">
            <a:srgbClr val="FFFFFF"/>
          </a:solidFill>
          <a:ln xmlns:a="http://schemas.openxmlformats.org/drawingml/2006/main" w="0" cap="flat">
            <a:noFill/>
            <a:miter/>
          </a:ln>
        </p:spPr>
      </p:sp>
      <p:sp>
        <p:nvSpPr>
          <p:cNvPr id="94" name="Vector element">
            <a:extLst xmlns:a="http://schemas.openxmlformats.org/drawingml/2006/main">
              <a:ext uri="{FF2B5EF4-FFF2-40B4-BE49-F238E27FC236}">
                <a16:creationId xmlns:a16="http://schemas.microsoft.com/office/drawing/2014/main" id="{1522C688-DA78-4A33-8E62-5B95A4243E4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312237" y="1435568"/>
            <a:ext cx="2663736" cy="1881254"/>
          </a:xfrm>
          <a:custGeom xmlns:a="http://schemas.openxmlformats.org/drawingml/2006/main">
            <a:pathLst>
              <a:path w="2663736" h="1881254">
                <a:moveTo>
                  <a:pt x="1665114" y="225978"/>
                </a:moveTo>
                <a:cubicBezTo>
                  <a:pt x="1335337" y="72200"/>
                  <a:pt x="983909" y="0"/>
                  <a:pt x="688229" y="25279"/>
                </a:cubicBezTo>
                <a:cubicBezTo>
                  <a:pt x="392548" y="50558"/>
                  <a:pt x="176756" y="171251"/>
                  <a:pt x="88378" y="360778"/>
                </a:cubicBezTo>
                <a:cubicBezTo>
                  <a:pt x="0" y="550306"/>
                  <a:pt x="46252" y="793192"/>
                  <a:pt x="216947" y="1035946"/>
                </a:cubicBezTo>
                <a:cubicBezTo>
                  <a:pt x="387642" y="1278699"/>
                  <a:pt x="668844" y="1501499"/>
                  <a:pt x="998621" y="1655277"/>
                </a:cubicBezTo>
                <a:cubicBezTo>
                  <a:pt x="1328399" y="1809054"/>
                  <a:pt x="1679827" y="1881254"/>
                  <a:pt x="1975507" y="1855976"/>
                </a:cubicBezTo>
                <a:cubicBezTo>
                  <a:pt x="2271188" y="1830697"/>
                  <a:pt x="2486980" y="1710003"/>
                  <a:pt x="2575358" y="1520476"/>
                </a:cubicBezTo>
                <a:cubicBezTo>
                  <a:pt x="2663736" y="1330949"/>
                  <a:pt x="2617484" y="1088062"/>
                  <a:pt x="2446789" y="845309"/>
                </a:cubicBezTo>
                <a:cubicBezTo>
                  <a:pt x="2276094" y="602556"/>
                  <a:pt x="1994892" y="379755"/>
                  <a:pt x="1665114" y="225978"/>
                </a:cubicBezTo>
                <a:close/>
              </a:path>
            </a:pathLst>
          </a:custGeom>
          <a:solidFill xmlns:a="http://schemas.openxmlformats.org/drawingml/2006/main">
            <a:srgbClr val="9E9AC8">
              <a:alpha val="40000"/>
            </a:srgbClr>
          </a:solidFill>
          <a:ln xmlns:a="http://schemas.openxmlformats.org/drawingml/2006/main" w="0" cap="flat">
            <a:noFill/>
            <a:miter/>
          </a:ln>
        </p:spPr>
      </p:sp>
      <p:sp>
        <p:nvSpPr>
          <p:cNvPr id="95" name="Vector element">
            <a:extLst xmlns:a="http://schemas.openxmlformats.org/drawingml/2006/main">
              <a:ext uri="{FF2B5EF4-FFF2-40B4-BE49-F238E27FC236}">
                <a16:creationId xmlns:a16="http://schemas.microsoft.com/office/drawing/2014/main" id="{36316796-6507-43E6-BBD8-041F4777974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312237" y="1435568"/>
            <a:ext cx="2663736" cy="1881254"/>
          </a:xfrm>
          <a:custGeom xmlns:a="http://schemas.openxmlformats.org/drawingml/2006/main">
            <a:pathLst>
              <a:path w="2663736" h="1881254" fill="none">
                <a:moveTo>
                  <a:pt x="1665114" y="225978"/>
                </a:moveTo>
                <a:cubicBezTo>
                  <a:pt x="1335337" y="72200"/>
                  <a:pt x="983909" y="0"/>
                  <a:pt x="688229" y="25279"/>
                </a:cubicBezTo>
                <a:cubicBezTo>
                  <a:pt x="392548" y="50558"/>
                  <a:pt x="176756" y="171251"/>
                  <a:pt x="88378" y="360778"/>
                </a:cubicBezTo>
                <a:cubicBezTo>
                  <a:pt x="0" y="550306"/>
                  <a:pt x="46252" y="793192"/>
                  <a:pt x="216947" y="1035946"/>
                </a:cubicBezTo>
                <a:cubicBezTo>
                  <a:pt x="387642" y="1278699"/>
                  <a:pt x="668844" y="1501499"/>
                  <a:pt x="998621" y="1655277"/>
                </a:cubicBezTo>
                <a:cubicBezTo>
                  <a:pt x="1328399" y="1809054"/>
                  <a:pt x="1679827" y="1881254"/>
                  <a:pt x="1975507" y="1855976"/>
                </a:cubicBezTo>
                <a:cubicBezTo>
                  <a:pt x="2271188" y="1830697"/>
                  <a:pt x="2486980" y="1710003"/>
                  <a:pt x="2575358" y="1520476"/>
                </a:cubicBezTo>
                <a:cubicBezTo>
                  <a:pt x="2663736" y="1330949"/>
                  <a:pt x="2617484" y="1088062"/>
                  <a:pt x="2446789" y="845309"/>
                </a:cubicBezTo>
                <a:cubicBezTo>
                  <a:pt x="2276094" y="602556"/>
                  <a:pt x="1994892" y="379755"/>
                  <a:pt x="1665114" y="225978"/>
                </a:cubicBezTo>
                <a:close/>
              </a:path>
            </a:pathLst>
          </a:custGeom>
          <a:noFill xmlns:a="http://schemas.openxmlformats.org/drawingml/2006/main"/>
          <a:ln xmlns:a="http://schemas.openxmlformats.org/drawingml/2006/main" w="10955" cap="flat">
            <a:solidFill>
              <a:srgbClr val="9E9AC8">
                <a:alpha val="70000"/>
              </a:srgbClr>
            </a:solidFill>
            <a:miter/>
          </a:ln>
        </p:spPr>
      </p:sp>
      <p:sp>
        <p:nvSpPr>
          <p:cNvPr id="96" name="Vector element">
            <a:extLst xmlns:a="http://schemas.openxmlformats.org/drawingml/2006/main">
              <a:ext uri="{FF2B5EF4-FFF2-40B4-BE49-F238E27FC236}">
                <a16:creationId xmlns:a16="http://schemas.microsoft.com/office/drawing/2014/main" id="{0B02F70E-6D15-4050-B986-294E928D387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941929" y="691918"/>
            <a:ext cx="1662990" cy="2775581"/>
          </a:xfrm>
          <a:custGeom xmlns:a="http://schemas.openxmlformats.org/drawingml/2006/main">
            <a:pathLst>
              <a:path w="1662990" h="2775581">
                <a:moveTo>
                  <a:pt x="1612349" y="1497532"/>
                </a:moveTo>
                <a:cubicBezTo>
                  <a:pt x="1662990" y="1137204"/>
                  <a:pt x="1629288" y="780023"/>
                  <a:pt x="1518665" y="504653"/>
                </a:cubicBezTo>
                <a:cubicBezTo>
                  <a:pt x="1408042" y="229283"/>
                  <a:pt x="1229531" y="58208"/>
                  <a:pt x="1022446" y="29104"/>
                </a:cubicBezTo>
                <a:cubicBezTo>
                  <a:pt x="815361" y="0"/>
                  <a:pt x="596610" y="115244"/>
                  <a:pt x="414370" y="349454"/>
                </a:cubicBezTo>
                <a:cubicBezTo>
                  <a:pt x="232131" y="583665"/>
                  <a:pt x="101282" y="917721"/>
                  <a:pt x="50641" y="1278048"/>
                </a:cubicBezTo>
                <a:cubicBezTo>
                  <a:pt x="0" y="1638376"/>
                  <a:pt x="33702" y="1995558"/>
                  <a:pt x="144325" y="2270928"/>
                </a:cubicBezTo>
                <a:cubicBezTo>
                  <a:pt x="254948" y="2546298"/>
                  <a:pt x="433459" y="2717373"/>
                  <a:pt x="640544" y="2746477"/>
                </a:cubicBezTo>
                <a:cubicBezTo>
                  <a:pt x="847629" y="2775581"/>
                  <a:pt x="1066380" y="2660337"/>
                  <a:pt x="1248620" y="2426126"/>
                </a:cubicBezTo>
                <a:cubicBezTo>
                  <a:pt x="1430860" y="2191915"/>
                  <a:pt x="1561709" y="1857860"/>
                  <a:pt x="1612349" y="1497532"/>
                </a:cubicBezTo>
                <a:close/>
              </a:path>
            </a:pathLst>
          </a:custGeom>
          <a:solidFill xmlns:a="http://schemas.openxmlformats.org/drawingml/2006/main">
            <a:srgbClr val="6BAED6">
              <a:alpha val="40000"/>
            </a:srgbClr>
          </a:solidFill>
          <a:ln xmlns:a="http://schemas.openxmlformats.org/drawingml/2006/main" w="0" cap="flat">
            <a:noFill/>
            <a:miter/>
          </a:ln>
        </p:spPr>
      </p:sp>
      <p:sp>
        <p:nvSpPr>
          <p:cNvPr id="97" name="Vector element">
            <a:extLst xmlns:a="http://schemas.openxmlformats.org/drawingml/2006/main">
              <a:ext uri="{FF2B5EF4-FFF2-40B4-BE49-F238E27FC236}">
                <a16:creationId xmlns:a16="http://schemas.microsoft.com/office/drawing/2014/main" id="{62C11BBC-896E-411F-B698-BDF13F1E8F4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941929" y="691918"/>
            <a:ext cx="1662990" cy="2775581"/>
          </a:xfrm>
          <a:custGeom xmlns:a="http://schemas.openxmlformats.org/drawingml/2006/main">
            <a:pathLst>
              <a:path w="1662990" h="2775581" fill="none">
                <a:moveTo>
                  <a:pt x="1612349" y="1497532"/>
                </a:moveTo>
                <a:cubicBezTo>
                  <a:pt x="1662990" y="1137204"/>
                  <a:pt x="1629288" y="780023"/>
                  <a:pt x="1518665" y="504653"/>
                </a:cubicBezTo>
                <a:cubicBezTo>
                  <a:pt x="1408042" y="229283"/>
                  <a:pt x="1229531" y="58208"/>
                  <a:pt x="1022446" y="29104"/>
                </a:cubicBezTo>
                <a:cubicBezTo>
                  <a:pt x="815361" y="0"/>
                  <a:pt x="596610" y="115244"/>
                  <a:pt x="414370" y="349454"/>
                </a:cubicBezTo>
                <a:cubicBezTo>
                  <a:pt x="232131" y="583665"/>
                  <a:pt x="101282" y="917721"/>
                  <a:pt x="50641" y="1278048"/>
                </a:cubicBezTo>
                <a:cubicBezTo>
                  <a:pt x="0" y="1638376"/>
                  <a:pt x="33702" y="1995558"/>
                  <a:pt x="144325" y="2270928"/>
                </a:cubicBezTo>
                <a:cubicBezTo>
                  <a:pt x="254948" y="2546298"/>
                  <a:pt x="433459" y="2717373"/>
                  <a:pt x="640544" y="2746477"/>
                </a:cubicBezTo>
                <a:cubicBezTo>
                  <a:pt x="847629" y="2775581"/>
                  <a:pt x="1066380" y="2660337"/>
                  <a:pt x="1248620" y="2426126"/>
                </a:cubicBezTo>
                <a:cubicBezTo>
                  <a:pt x="1430860" y="2191915"/>
                  <a:pt x="1561709" y="1857860"/>
                  <a:pt x="1612349" y="1497532"/>
                </a:cubicBezTo>
                <a:close/>
              </a:path>
            </a:pathLst>
          </a:custGeom>
          <a:noFill xmlns:a="http://schemas.openxmlformats.org/drawingml/2006/main"/>
          <a:ln xmlns:a="http://schemas.openxmlformats.org/drawingml/2006/main" w="10955" cap="flat">
            <a:solidFill>
              <a:srgbClr val="6BAED6">
                <a:alpha val="70000"/>
              </a:srgbClr>
            </a:solidFill>
            <a:miter/>
          </a:ln>
        </p:spPr>
      </p:sp>
      <p:sp>
        <p:nvSpPr>
          <p:cNvPr id="98" name="Vector element">
            <a:extLst xmlns:a="http://schemas.openxmlformats.org/drawingml/2006/main">
              <a:ext uri="{FF2B5EF4-FFF2-40B4-BE49-F238E27FC236}">
                <a16:creationId xmlns:a16="http://schemas.microsoft.com/office/drawing/2014/main" id="{6E7D3F25-E04C-47E1-A1AF-A906A228ACD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66631" y="1303056"/>
            <a:ext cx="2775016" cy="1679468"/>
          </a:xfrm>
          <a:custGeom xmlns:a="http://schemas.openxmlformats.org/drawingml/2006/main">
            <a:pathLst>
              <a:path w="2775016" h="1679468">
                <a:moveTo>
                  <a:pt x="1524435" y="1616283"/>
                </a:moveTo>
                <a:cubicBezTo>
                  <a:pt x="1882776" y="1553098"/>
                  <a:pt x="2212061" y="1410670"/>
                  <a:pt x="2439769" y="1220367"/>
                </a:cubicBezTo>
                <a:cubicBezTo>
                  <a:pt x="2667477" y="1030065"/>
                  <a:pt x="2775016" y="807425"/>
                  <a:pt x="2738703" y="601482"/>
                </a:cubicBezTo>
                <a:cubicBezTo>
                  <a:pt x="2702390" y="395539"/>
                  <a:pt x="2525189" y="223107"/>
                  <a:pt x="2246125" y="122161"/>
                </a:cubicBezTo>
                <a:cubicBezTo>
                  <a:pt x="1967063" y="21216"/>
                  <a:pt x="1608923" y="0"/>
                  <a:pt x="1250582" y="63185"/>
                </a:cubicBezTo>
                <a:cubicBezTo>
                  <a:pt x="892241" y="126371"/>
                  <a:pt x="562956" y="268798"/>
                  <a:pt x="335247" y="459101"/>
                </a:cubicBezTo>
                <a:cubicBezTo>
                  <a:pt x="107539" y="649403"/>
                  <a:pt x="0" y="872043"/>
                  <a:pt x="36313" y="1077986"/>
                </a:cubicBezTo>
                <a:cubicBezTo>
                  <a:pt x="72627" y="1283929"/>
                  <a:pt x="249828" y="1456362"/>
                  <a:pt x="528891" y="1557307"/>
                </a:cubicBezTo>
                <a:cubicBezTo>
                  <a:pt x="807953" y="1658252"/>
                  <a:pt x="1166094" y="1679468"/>
                  <a:pt x="1524435" y="1616283"/>
                </a:cubicBezTo>
                <a:close/>
              </a:path>
            </a:pathLst>
          </a:custGeom>
          <a:solidFill xmlns:a="http://schemas.openxmlformats.org/drawingml/2006/main">
            <a:srgbClr val="FD8D3C">
              <a:alpha val="40000"/>
            </a:srgbClr>
          </a:solidFill>
          <a:ln xmlns:a="http://schemas.openxmlformats.org/drawingml/2006/main" w="0" cap="flat">
            <a:noFill/>
            <a:miter/>
          </a:ln>
        </p:spPr>
      </p:sp>
      <p:sp>
        <p:nvSpPr>
          <p:cNvPr id="99" name="Vector element">
            <a:extLst xmlns:a="http://schemas.openxmlformats.org/drawingml/2006/main">
              <a:ext uri="{FF2B5EF4-FFF2-40B4-BE49-F238E27FC236}">
                <a16:creationId xmlns:a16="http://schemas.microsoft.com/office/drawing/2014/main" id="{B314B3FC-337C-435E-A72C-B599580F0CE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66631" y="1303056"/>
            <a:ext cx="2775016" cy="1679468"/>
          </a:xfrm>
          <a:custGeom xmlns:a="http://schemas.openxmlformats.org/drawingml/2006/main">
            <a:pathLst>
              <a:path w="2775016" h="1679468" fill="none">
                <a:moveTo>
                  <a:pt x="1524435" y="1616283"/>
                </a:moveTo>
                <a:cubicBezTo>
                  <a:pt x="1882776" y="1553098"/>
                  <a:pt x="2212061" y="1410670"/>
                  <a:pt x="2439769" y="1220367"/>
                </a:cubicBezTo>
                <a:cubicBezTo>
                  <a:pt x="2667477" y="1030065"/>
                  <a:pt x="2775016" y="807425"/>
                  <a:pt x="2738703" y="601482"/>
                </a:cubicBezTo>
                <a:cubicBezTo>
                  <a:pt x="2702390" y="395539"/>
                  <a:pt x="2525189" y="223107"/>
                  <a:pt x="2246125" y="122161"/>
                </a:cubicBezTo>
                <a:cubicBezTo>
                  <a:pt x="1967063" y="21216"/>
                  <a:pt x="1608923" y="0"/>
                  <a:pt x="1250582" y="63185"/>
                </a:cubicBezTo>
                <a:cubicBezTo>
                  <a:pt x="892241" y="126371"/>
                  <a:pt x="562956" y="268798"/>
                  <a:pt x="335247" y="459101"/>
                </a:cubicBezTo>
                <a:cubicBezTo>
                  <a:pt x="107539" y="649403"/>
                  <a:pt x="0" y="872043"/>
                  <a:pt x="36313" y="1077986"/>
                </a:cubicBezTo>
                <a:cubicBezTo>
                  <a:pt x="72627" y="1283929"/>
                  <a:pt x="249828" y="1456362"/>
                  <a:pt x="528891" y="1557307"/>
                </a:cubicBezTo>
                <a:cubicBezTo>
                  <a:pt x="807953" y="1658252"/>
                  <a:pt x="1166094" y="1679468"/>
                  <a:pt x="1524435" y="1616283"/>
                </a:cubicBezTo>
                <a:close/>
              </a:path>
            </a:pathLst>
          </a:custGeom>
          <a:noFill xmlns:a="http://schemas.openxmlformats.org/drawingml/2006/main"/>
          <a:ln xmlns:a="http://schemas.openxmlformats.org/drawingml/2006/main" w="10955" cap="flat">
            <a:solidFill>
              <a:srgbClr val="FD8D3C">
                <a:alpha val="70000"/>
              </a:srgbClr>
            </a:solidFill>
            <a:miter/>
          </a:ln>
        </p:spPr>
      </p:sp>
      <p:sp>
        <p:nvSpPr>
          <p:cNvPr id="100" name="Vector element">
            <a:extLst xmlns:a="http://schemas.openxmlformats.org/drawingml/2006/main">
              <a:ext uri="{FF2B5EF4-FFF2-40B4-BE49-F238E27FC236}">
                <a16:creationId xmlns:a16="http://schemas.microsoft.com/office/drawing/2014/main" id="{20655814-1BB7-401C-8014-B6CB5AF7DDC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159673" y="1120200"/>
            <a:ext cx="1915098" cy="2619230"/>
          </a:xfrm>
          <a:custGeom xmlns:a="http://schemas.openxmlformats.org/drawingml/2006/main">
            <a:pathLst>
              <a:path w="1915098" h="2619230">
                <a:moveTo>
                  <a:pt x="1653778" y="939423"/>
                </a:moveTo>
                <a:cubicBezTo>
                  <a:pt x="1482952" y="618146"/>
                  <a:pt x="1245740" y="348990"/>
                  <a:pt x="994386" y="191233"/>
                </a:cubicBezTo>
                <a:cubicBezTo>
                  <a:pt x="743032" y="33477"/>
                  <a:pt x="498057" y="0"/>
                  <a:pt x="313415" y="98176"/>
                </a:cubicBezTo>
                <a:cubicBezTo>
                  <a:pt x="128773" y="196352"/>
                  <a:pt x="19539" y="418165"/>
                  <a:pt x="9769" y="714763"/>
                </a:cubicBezTo>
                <a:cubicBezTo>
                  <a:pt x="0" y="1011362"/>
                  <a:pt x="90493" y="1358529"/>
                  <a:pt x="261320" y="1679806"/>
                </a:cubicBezTo>
                <a:cubicBezTo>
                  <a:pt x="432146" y="2001084"/>
                  <a:pt x="669357" y="2270240"/>
                  <a:pt x="920711" y="2427996"/>
                </a:cubicBezTo>
                <a:cubicBezTo>
                  <a:pt x="1172066" y="2585753"/>
                  <a:pt x="1417040" y="2619230"/>
                  <a:pt x="1601682" y="2521054"/>
                </a:cubicBezTo>
                <a:cubicBezTo>
                  <a:pt x="1786324" y="2422878"/>
                  <a:pt x="1895559" y="2201065"/>
                  <a:pt x="1905328" y="1904466"/>
                </a:cubicBezTo>
                <a:cubicBezTo>
                  <a:pt x="1915098" y="1607868"/>
                  <a:pt x="1824604" y="1260701"/>
                  <a:pt x="1653778" y="939423"/>
                </a:cubicBezTo>
                <a:close/>
              </a:path>
            </a:pathLst>
          </a:custGeom>
          <a:solidFill xmlns:a="http://schemas.openxmlformats.org/drawingml/2006/main">
            <a:srgbClr val="74C476">
              <a:alpha val="40000"/>
            </a:srgbClr>
          </a:solidFill>
          <a:ln xmlns:a="http://schemas.openxmlformats.org/drawingml/2006/main" w="0" cap="flat">
            <a:noFill/>
            <a:miter/>
          </a:ln>
        </p:spPr>
      </p:sp>
      <p:sp>
        <p:nvSpPr>
          <p:cNvPr id="101" name="Vector element">
            <a:extLst xmlns:a="http://schemas.openxmlformats.org/drawingml/2006/main">
              <a:ext uri="{FF2B5EF4-FFF2-40B4-BE49-F238E27FC236}">
                <a16:creationId xmlns:a16="http://schemas.microsoft.com/office/drawing/2014/main" id="{2B1D4F05-5782-4758-AD20-A3BBE8C069F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159673" y="1120200"/>
            <a:ext cx="1915098" cy="2619230"/>
          </a:xfrm>
          <a:custGeom xmlns:a="http://schemas.openxmlformats.org/drawingml/2006/main">
            <a:pathLst>
              <a:path w="1915098" h="2619230" fill="none">
                <a:moveTo>
                  <a:pt x="1653778" y="939423"/>
                </a:moveTo>
                <a:cubicBezTo>
                  <a:pt x="1482952" y="618146"/>
                  <a:pt x="1245740" y="348990"/>
                  <a:pt x="994386" y="191233"/>
                </a:cubicBezTo>
                <a:cubicBezTo>
                  <a:pt x="743032" y="33477"/>
                  <a:pt x="498057" y="0"/>
                  <a:pt x="313415" y="98176"/>
                </a:cubicBezTo>
                <a:cubicBezTo>
                  <a:pt x="128773" y="196352"/>
                  <a:pt x="19539" y="418165"/>
                  <a:pt x="9769" y="714763"/>
                </a:cubicBezTo>
                <a:cubicBezTo>
                  <a:pt x="0" y="1011362"/>
                  <a:pt x="90493" y="1358529"/>
                  <a:pt x="261320" y="1679806"/>
                </a:cubicBezTo>
                <a:cubicBezTo>
                  <a:pt x="432146" y="2001084"/>
                  <a:pt x="669357" y="2270240"/>
                  <a:pt x="920711" y="2427996"/>
                </a:cubicBezTo>
                <a:cubicBezTo>
                  <a:pt x="1172066" y="2585753"/>
                  <a:pt x="1417040" y="2619230"/>
                  <a:pt x="1601682" y="2521054"/>
                </a:cubicBezTo>
                <a:cubicBezTo>
                  <a:pt x="1786324" y="2422878"/>
                  <a:pt x="1895559" y="2201065"/>
                  <a:pt x="1905328" y="1904466"/>
                </a:cubicBezTo>
                <a:cubicBezTo>
                  <a:pt x="1915098" y="1607868"/>
                  <a:pt x="1824604" y="1260701"/>
                  <a:pt x="1653778" y="939423"/>
                </a:cubicBezTo>
                <a:close/>
              </a:path>
            </a:pathLst>
          </a:custGeom>
          <a:noFill xmlns:a="http://schemas.openxmlformats.org/drawingml/2006/main"/>
          <a:ln xmlns:a="http://schemas.openxmlformats.org/drawingml/2006/main" w="10955" cap="flat">
            <a:solidFill>
              <a:srgbClr val="74C476">
                <a:alpha val="70000"/>
              </a:srgbClr>
            </a:solidFill>
            <a:miter/>
          </a:ln>
        </p:spPr>
      </p:sp>
      <p:sp>
        <p:nvSpPr>
          <p:cNvPr id="102" name="Vector element">
            <a:extLst xmlns:a="http://schemas.openxmlformats.org/drawingml/2006/main">
              <a:ext uri="{FF2B5EF4-FFF2-40B4-BE49-F238E27FC236}">
                <a16:creationId xmlns:a16="http://schemas.microsoft.com/office/drawing/2014/main" id="{896C1881-45EA-4B49-AD0F-F9433F2694E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89116" y="1416793"/>
            <a:ext cx="2294780" cy="2335147"/>
          </a:xfrm>
          <a:custGeom xmlns:a="http://schemas.openxmlformats.org/drawingml/2006/main">
            <a:pathLst>
              <a:path w="2294780" h="2335147">
                <a:moveTo>
                  <a:pt x="1714610" y="1715331"/>
                </a:moveTo>
                <a:cubicBezTo>
                  <a:pt x="1967375" y="1453586"/>
                  <a:pt x="2150055" y="1144810"/>
                  <a:pt x="2222418" y="857009"/>
                </a:cubicBezTo>
                <a:cubicBezTo>
                  <a:pt x="2294780" y="569208"/>
                  <a:pt x="2250917" y="325878"/>
                  <a:pt x="2100489" y="180611"/>
                </a:cubicBezTo>
                <a:cubicBezTo>
                  <a:pt x="1950060" y="35344"/>
                  <a:pt x="1705348" y="0"/>
                  <a:pt x="1420248" y="82362"/>
                </a:cubicBezTo>
                <a:cubicBezTo>
                  <a:pt x="1135147" y="164725"/>
                  <a:pt x="832935" y="358070"/>
                  <a:pt x="580170" y="619816"/>
                </a:cubicBezTo>
                <a:cubicBezTo>
                  <a:pt x="327406" y="881561"/>
                  <a:pt x="144725" y="1190337"/>
                  <a:pt x="72363" y="1478138"/>
                </a:cubicBezTo>
                <a:cubicBezTo>
                  <a:pt x="0" y="1765939"/>
                  <a:pt x="43863" y="2009269"/>
                  <a:pt x="194292" y="2154536"/>
                </a:cubicBezTo>
                <a:cubicBezTo>
                  <a:pt x="344720" y="2299803"/>
                  <a:pt x="589432" y="2335147"/>
                  <a:pt x="874533" y="2252785"/>
                </a:cubicBezTo>
                <a:cubicBezTo>
                  <a:pt x="1159633" y="2170422"/>
                  <a:pt x="1461845" y="1977077"/>
                  <a:pt x="1714610" y="1715331"/>
                </a:cubicBezTo>
                <a:close/>
              </a:path>
            </a:pathLst>
          </a:custGeom>
          <a:solidFill xmlns:a="http://schemas.openxmlformats.org/drawingml/2006/main">
            <a:srgbClr val="FF9896">
              <a:alpha val="40000"/>
            </a:srgbClr>
          </a:solidFill>
          <a:ln xmlns:a="http://schemas.openxmlformats.org/drawingml/2006/main" w="0" cap="flat">
            <a:noFill/>
            <a:miter/>
          </a:ln>
        </p:spPr>
      </p:sp>
      <p:sp>
        <p:nvSpPr>
          <p:cNvPr id="103" name="Vector element">
            <a:extLst xmlns:a="http://schemas.openxmlformats.org/drawingml/2006/main">
              <a:ext uri="{FF2B5EF4-FFF2-40B4-BE49-F238E27FC236}">
                <a16:creationId xmlns:a16="http://schemas.microsoft.com/office/drawing/2014/main" id="{1D6D76BB-4C9D-4AAD-B84C-C170082A3A8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89116" y="1416793"/>
            <a:ext cx="2294780" cy="2335147"/>
          </a:xfrm>
          <a:custGeom xmlns:a="http://schemas.openxmlformats.org/drawingml/2006/main">
            <a:pathLst>
              <a:path w="2294780" h="2335147" fill="none">
                <a:moveTo>
                  <a:pt x="1714610" y="1715331"/>
                </a:moveTo>
                <a:cubicBezTo>
                  <a:pt x="1967375" y="1453586"/>
                  <a:pt x="2150055" y="1144810"/>
                  <a:pt x="2222418" y="857009"/>
                </a:cubicBezTo>
                <a:cubicBezTo>
                  <a:pt x="2294780" y="569208"/>
                  <a:pt x="2250917" y="325878"/>
                  <a:pt x="2100489" y="180611"/>
                </a:cubicBezTo>
                <a:cubicBezTo>
                  <a:pt x="1950060" y="35344"/>
                  <a:pt x="1705348" y="0"/>
                  <a:pt x="1420248" y="82362"/>
                </a:cubicBezTo>
                <a:cubicBezTo>
                  <a:pt x="1135147" y="164725"/>
                  <a:pt x="832935" y="358070"/>
                  <a:pt x="580170" y="619816"/>
                </a:cubicBezTo>
                <a:cubicBezTo>
                  <a:pt x="327406" y="881561"/>
                  <a:pt x="144725" y="1190337"/>
                  <a:pt x="72363" y="1478138"/>
                </a:cubicBezTo>
                <a:cubicBezTo>
                  <a:pt x="0" y="1765939"/>
                  <a:pt x="43863" y="2009269"/>
                  <a:pt x="194292" y="2154536"/>
                </a:cubicBezTo>
                <a:cubicBezTo>
                  <a:pt x="344720" y="2299803"/>
                  <a:pt x="589432" y="2335147"/>
                  <a:pt x="874533" y="2252785"/>
                </a:cubicBezTo>
                <a:cubicBezTo>
                  <a:pt x="1159633" y="2170422"/>
                  <a:pt x="1461845" y="1977077"/>
                  <a:pt x="1714610" y="1715331"/>
                </a:cubicBezTo>
                <a:close/>
              </a:path>
            </a:pathLst>
          </a:custGeom>
          <a:noFill xmlns:a="http://schemas.openxmlformats.org/drawingml/2006/main"/>
          <a:ln xmlns:a="http://schemas.openxmlformats.org/drawingml/2006/main" w="10955" cap="flat">
            <a:solidFill>
              <a:srgbClr val="FF9896">
                <a:alpha val="70000"/>
              </a:srgbClr>
            </a:solidFill>
            <a:miter/>
          </a:ln>
        </p:spPr>
      </p:sp>
      <p:sp>
        <p:nvSpPr>
          <p:cNvPr id="104" name="Text 4">
            <a:extLst xmlns:a="http://schemas.openxmlformats.org/drawingml/2006/main">
              <a:ext uri="{FF2B5EF4-FFF2-40B4-BE49-F238E27FC236}">
                <a16:creationId xmlns:a16="http://schemas.microsoft.com/office/drawing/2014/main" id="{C050137A-1D52-473A-A080-8E73183DFD2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114852" y="3387936"/>
            <a:ext cx="61721" cy="92975"/>
          </a:xfrm>
          <a:custGeom xmlns:a="http://schemas.openxmlformats.org/drawingml/2006/main">
            <a:pathLst>
              <a:path w="61721" h="92975">
                <a:moveTo>
                  <a:pt x="47958" y="68588"/>
                </a:moveTo>
                <a:lnTo>
                  <a:pt x="61721" y="68588"/>
                </a:lnTo>
                <a:lnTo>
                  <a:pt x="61721" y="60075"/>
                </a:lnTo>
                <a:lnTo>
                  <a:pt x="47958" y="60075"/>
                </a:lnTo>
                <a:lnTo>
                  <a:pt x="47958" y="0"/>
                </a:lnTo>
                <a:lnTo>
                  <a:pt x="35188" y="0"/>
                </a:lnTo>
                <a:lnTo>
                  <a:pt x="0" y="60075"/>
                </a:lnTo>
                <a:lnTo>
                  <a:pt x="0" y="68588"/>
                </a:lnTo>
                <a:lnTo>
                  <a:pt x="36749" y="68588"/>
                </a:lnTo>
                <a:lnTo>
                  <a:pt x="36749" y="92975"/>
                </a:lnTo>
                <a:lnTo>
                  <a:pt x="47958" y="92975"/>
                </a:lnTo>
                <a:lnTo>
                  <a:pt x="47958" y="68588"/>
                </a:lnTo>
                <a:moveTo>
                  <a:pt x="10925" y="60075"/>
                </a:moveTo>
                <a:cubicBezTo>
                  <a:pt x="15040" y="52833"/>
                  <a:pt x="20574" y="43742"/>
                  <a:pt x="26533" y="32380"/>
                </a:cubicBezTo>
                <a:cubicBezTo>
                  <a:pt x="28236" y="29113"/>
                  <a:pt x="37459" y="11646"/>
                  <a:pt x="37459" y="6389"/>
                </a:cubicBezTo>
                <a:lnTo>
                  <a:pt x="37459" y="60075"/>
                </a:lnTo>
                <a:lnTo>
                  <a:pt x="10925" y="60075"/>
                </a:lnTo>
                <a:close/>
              </a:path>
            </a:pathLst>
          </a:custGeom>
          <a:solidFill xmlns:a="http://schemas.openxmlformats.org/drawingml/2006/main">
            <a:srgbClr val="000000"/>
          </a:solidFill>
          <a:ln xmlns:a="http://schemas.openxmlformats.org/drawingml/2006/main" w="0" cap="flat">
            <a:noFill/>
            <a:miter/>
          </a:ln>
        </p:spPr>
      </p:sp>
      <p:sp>
        <p:nvSpPr>
          <p:cNvPr id="105" name="Text 3">
            <a:extLst xmlns:a="http://schemas.openxmlformats.org/drawingml/2006/main">
              <a:ext uri="{FF2B5EF4-FFF2-40B4-BE49-F238E27FC236}">
                <a16:creationId xmlns:a16="http://schemas.microsoft.com/office/drawing/2014/main" id="{6DBF0750-E7A9-41DC-AEE7-7A9E8C3469F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536189" y="3385026"/>
            <a:ext cx="57750" cy="98933"/>
          </a:xfrm>
          <a:custGeom xmlns:a="http://schemas.openxmlformats.org/drawingml/2006/main">
            <a:pathLst>
              <a:path w="57750" h="98933">
                <a:moveTo>
                  <a:pt x="6811" y="23270"/>
                </a:moveTo>
                <a:cubicBezTo>
                  <a:pt x="10360" y="14190"/>
                  <a:pt x="19013" y="8089"/>
                  <a:pt x="28520" y="8089"/>
                </a:cubicBezTo>
                <a:cubicBezTo>
                  <a:pt x="35758" y="8089"/>
                  <a:pt x="42567" y="12202"/>
                  <a:pt x="42567" y="21425"/>
                </a:cubicBezTo>
                <a:cubicBezTo>
                  <a:pt x="42567" y="30932"/>
                  <a:pt x="36041" y="38735"/>
                  <a:pt x="28379" y="40439"/>
                </a:cubicBezTo>
                <a:cubicBezTo>
                  <a:pt x="27669" y="40579"/>
                  <a:pt x="18730" y="41289"/>
                  <a:pt x="17312" y="41430"/>
                </a:cubicBezTo>
                <a:lnTo>
                  <a:pt x="17312" y="49945"/>
                </a:lnTo>
                <a:lnTo>
                  <a:pt x="27386" y="49945"/>
                </a:lnTo>
                <a:cubicBezTo>
                  <a:pt x="42000" y="49945"/>
                  <a:pt x="45548" y="62442"/>
                  <a:pt x="45548" y="70253"/>
                </a:cubicBezTo>
                <a:cubicBezTo>
                  <a:pt x="45548" y="81758"/>
                  <a:pt x="38594" y="90421"/>
                  <a:pt x="28379" y="90421"/>
                </a:cubicBezTo>
                <a:cubicBezTo>
                  <a:pt x="19297" y="90421"/>
                  <a:pt x="8089" y="85876"/>
                  <a:pt x="1561" y="75651"/>
                </a:cubicBezTo>
                <a:lnTo>
                  <a:pt x="0" y="84029"/>
                </a:lnTo>
                <a:cubicBezTo>
                  <a:pt x="9223" y="96664"/>
                  <a:pt x="21711" y="98933"/>
                  <a:pt x="28663" y="98933"/>
                </a:cubicBezTo>
                <a:cubicBezTo>
                  <a:pt x="45264" y="98933"/>
                  <a:pt x="57750" y="85450"/>
                  <a:pt x="57750" y="70396"/>
                </a:cubicBezTo>
                <a:cubicBezTo>
                  <a:pt x="57750" y="59461"/>
                  <a:pt x="50512" y="49802"/>
                  <a:pt x="38453" y="45689"/>
                </a:cubicBezTo>
                <a:cubicBezTo>
                  <a:pt x="48384" y="40296"/>
                  <a:pt x="53918" y="30789"/>
                  <a:pt x="53918" y="21425"/>
                </a:cubicBezTo>
                <a:cubicBezTo>
                  <a:pt x="53918" y="9223"/>
                  <a:pt x="42426" y="0"/>
                  <a:pt x="28663" y="0"/>
                </a:cubicBezTo>
                <a:cubicBezTo>
                  <a:pt x="17312" y="0"/>
                  <a:pt x="7238" y="6244"/>
                  <a:pt x="1845" y="15608"/>
                </a:cubicBezTo>
                <a:lnTo>
                  <a:pt x="6811" y="23270"/>
                </a:lnTo>
                <a:close/>
              </a:path>
            </a:pathLst>
          </a:custGeom>
          <a:solidFill xmlns:a="http://schemas.openxmlformats.org/drawingml/2006/main">
            <a:srgbClr val="000000"/>
          </a:solidFill>
          <a:ln xmlns:a="http://schemas.openxmlformats.org/drawingml/2006/main" w="0" cap="flat">
            <a:noFill/>
            <a:miter/>
          </a:ln>
        </p:spPr>
      </p:sp>
      <p:sp>
        <p:nvSpPr>
          <p:cNvPr id="106" name="Text 3">
            <a:extLst xmlns:a="http://schemas.openxmlformats.org/drawingml/2006/main">
              <a:ext uri="{FF2B5EF4-FFF2-40B4-BE49-F238E27FC236}">
                <a16:creationId xmlns:a16="http://schemas.microsoft.com/office/drawing/2014/main" id="{D7EDD99A-C277-4B0C-B94D-D01888CA84C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999989" y="3321944"/>
            <a:ext cx="57750" cy="98933"/>
          </a:xfrm>
          <a:custGeom xmlns:a="http://schemas.openxmlformats.org/drawingml/2006/main">
            <a:pathLst>
              <a:path w="57750" h="98933">
                <a:moveTo>
                  <a:pt x="6811" y="23270"/>
                </a:moveTo>
                <a:cubicBezTo>
                  <a:pt x="10360" y="14190"/>
                  <a:pt x="19013" y="8089"/>
                  <a:pt x="28520" y="8089"/>
                </a:cubicBezTo>
                <a:cubicBezTo>
                  <a:pt x="35758" y="8089"/>
                  <a:pt x="42567" y="12202"/>
                  <a:pt x="42567" y="21425"/>
                </a:cubicBezTo>
                <a:cubicBezTo>
                  <a:pt x="42567" y="30932"/>
                  <a:pt x="36041" y="38735"/>
                  <a:pt x="28379" y="40439"/>
                </a:cubicBezTo>
                <a:cubicBezTo>
                  <a:pt x="27669" y="40579"/>
                  <a:pt x="18730" y="41289"/>
                  <a:pt x="17312" y="41430"/>
                </a:cubicBezTo>
                <a:lnTo>
                  <a:pt x="17312" y="49945"/>
                </a:lnTo>
                <a:lnTo>
                  <a:pt x="27386" y="49945"/>
                </a:lnTo>
                <a:cubicBezTo>
                  <a:pt x="42000" y="49945"/>
                  <a:pt x="45548" y="62442"/>
                  <a:pt x="45548" y="70253"/>
                </a:cubicBezTo>
                <a:cubicBezTo>
                  <a:pt x="45548" y="81758"/>
                  <a:pt x="38594" y="90421"/>
                  <a:pt x="28379" y="90421"/>
                </a:cubicBezTo>
                <a:cubicBezTo>
                  <a:pt x="19297" y="90421"/>
                  <a:pt x="8089" y="85876"/>
                  <a:pt x="1561" y="75651"/>
                </a:cubicBezTo>
                <a:lnTo>
                  <a:pt x="0" y="84029"/>
                </a:lnTo>
                <a:cubicBezTo>
                  <a:pt x="9223" y="96664"/>
                  <a:pt x="21711" y="98933"/>
                  <a:pt x="28663" y="98933"/>
                </a:cubicBezTo>
                <a:cubicBezTo>
                  <a:pt x="45264" y="98933"/>
                  <a:pt x="57750" y="85450"/>
                  <a:pt x="57750" y="70396"/>
                </a:cubicBezTo>
                <a:cubicBezTo>
                  <a:pt x="57750" y="59461"/>
                  <a:pt x="50512" y="49802"/>
                  <a:pt x="38453" y="45689"/>
                </a:cubicBezTo>
                <a:cubicBezTo>
                  <a:pt x="48384" y="40296"/>
                  <a:pt x="53918" y="30789"/>
                  <a:pt x="53918" y="21425"/>
                </a:cubicBezTo>
                <a:cubicBezTo>
                  <a:pt x="53918" y="9223"/>
                  <a:pt x="42426" y="0"/>
                  <a:pt x="28663" y="0"/>
                </a:cubicBezTo>
                <a:cubicBezTo>
                  <a:pt x="17312" y="0"/>
                  <a:pt x="7238" y="6244"/>
                  <a:pt x="1845" y="15608"/>
                </a:cubicBezTo>
                <a:lnTo>
                  <a:pt x="6811" y="23270"/>
                </a:lnTo>
                <a:close/>
              </a:path>
            </a:pathLst>
          </a:custGeom>
          <a:solidFill xmlns:a="http://schemas.openxmlformats.org/drawingml/2006/main">
            <a:srgbClr val="000000"/>
          </a:solidFill>
          <a:ln xmlns:a="http://schemas.openxmlformats.org/drawingml/2006/main" w="0" cap="flat">
            <a:noFill/>
            <a:miter/>
          </a:ln>
        </p:spPr>
      </p:sp>
      <p:sp>
        <p:nvSpPr>
          <p:cNvPr id="107" name="Text 1">
            <a:extLst xmlns:a="http://schemas.openxmlformats.org/drawingml/2006/main">
              <a:ext uri="{FF2B5EF4-FFF2-40B4-BE49-F238E27FC236}">
                <a16:creationId xmlns:a16="http://schemas.microsoft.com/office/drawing/2014/main" id="{DB212B1B-3FFB-47FC-98FF-2D33B6E32FC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142141" y="1902592"/>
            <a:ext cx="46540" cy="95885"/>
          </a:xfrm>
          <a:custGeom xmlns:a="http://schemas.openxmlformats.org/drawingml/2006/main">
            <a:pathLst>
              <a:path w="46540" h="95885">
                <a:moveTo>
                  <a:pt x="29228" y="0"/>
                </a:moveTo>
                <a:lnTo>
                  <a:pt x="26533" y="0"/>
                </a:lnTo>
                <a:cubicBezTo>
                  <a:pt x="24261" y="2271"/>
                  <a:pt x="17452" y="8944"/>
                  <a:pt x="2128" y="9227"/>
                </a:cubicBezTo>
                <a:cubicBezTo>
                  <a:pt x="141" y="9227"/>
                  <a:pt x="0" y="9368"/>
                  <a:pt x="0" y="11923"/>
                </a:cubicBezTo>
                <a:lnTo>
                  <a:pt x="0" y="17597"/>
                </a:lnTo>
                <a:cubicBezTo>
                  <a:pt x="8654" y="17597"/>
                  <a:pt x="15181" y="15469"/>
                  <a:pt x="18160" y="14194"/>
                </a:cubicBezTo>
                <a:lnTo>
                  <a:pt x="18160" y="87656"/>
                </a:lnTo>
                <a:lnTo>
                  <a:pt x="851" y="87656"/>
                </a:lnTo>
                <a:lnTo>
                  <a:pt x="851" y="95885"/>
                </a:lnTo>
                <a:lnTo>
                  <a:pt x="46540" y="95885"/>
                </a:lnTo>
                <a:lnTo>
                  <a:pt x="46540" y="87656"/>
                </a:lnTo>
                <a:lnTo>
                  <a:pt x="29228" y="87656"/>
                </a:lnTo>
                <a:lnTo>
                  <a:pt x="29228" y="0"/>
                </a:lnTo>
                <a:close/>
              </a:path>
            </a:pathLst>
          </a:custGeom>
          <a:solidFill xmlns:a="http://schemas.openxmlformats.org/drawingml/2006/main">
            <a:srgbClr val="000000"/>
          </a:solidFill>
          <a:ln xmlns:a="http://schemas.openxmlformats.org/drawingml/2006/main" w="0" cap="flat">
            <a:noFill/>
            <a:miter/>
          </a:ln>
        </p:spPr>
      </p:sp>
      <p:sp>
        <p:nvSpPr>
          <p:cNvPr id="108" name="Text 0">
            <a:extLst xmlns:a="http://schemas.openxmlformats.org/drawingml/2006/main">
              <a:ext uri="{FF2B5EF4-FFF2-40B4-BE49-F238E27FC236}">
                <a16:creationId xmlns:a16="http://schemas.microsoft.com/office/drawing/2014/main" id="{BA98EC9F-AD8A-43E2-A2AC-CD965BA447F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725436" y="1713346"/>
            <a:ext cx="57750" cy="98933"/>
          </a:xfrm>
          <a:custGeom xmlns:a="http://schemas.openxmlformats.org/drawingml/2006/main">
            <a:pathLst>
              <a:path w="57750" h="98933">
                <a:moveTo>
                  <a:pt x="57750" y="49681"/>
                </a:moveTo>
                <a:cubicBezTo>
                  <a:pt x="57750" y="40170"/>
                  <a:pt x="57324" y="29239"/>
                  <a:pt x="53634" y="19161"/>
                </a:cubicBezTo>
                <a:cubicBezTo>
                  <a:pt x="47533" y="3265"/>
                  <a:pt x="36466" y="0"/>
                  <a:pt x="28947" y="0"/>
                </a:cubicBezTo>
                <a:cubicBezTo>
                  <a:pt x="19723" y="0"/>
                  <a:pt x="10784" y="4683"/>
                  <a:pt x="5534" y="15896"/>
                </a:cubicBezTo>
                <a:cubicBezTo>
                  <a:pt x="853" y="25974"/>
                  <a:pt x="0" y="37472"/>
                  <a:pt x="0" y="49681"/>
                </a:cubicBezTo>
                <a:cubicBezTo>
                  <a:pt x="0" y="65155"/>
                  <a:pt x="1277" y="73955"/>
                  <a:pt x="5817" y="83891"/>
                </a:cubicBezTo>
                <a:cubicBezTo>
                  <a:pt x="10076" y="93259"/>
                  <a:pt x="19156" y="98933"/>
                  <a:pt x="28804" y="98933"/>
                </a:cubicBezTo>
                <a:cubicBezTo>
                  <a:pt x="38170" y="98933"/>
                  <a:pt x="47107" y="93826"/>
                  <a:pt x="51933" y="84034"/>
                </a:cubicBezTo>
                <a:cubicBezTo>
                  <a:pt x="56756" y="73955"/>
                  <a:pt x="57750" y="63591"/>
                  <a:pt x="57750" y="49681"/>
                </a:cubicBezTo>
                <a:moveTo>
                  <a:pt x="28947" y="90421"/>
                </a:moveTo>
                <a:cubicBezTo>
                  <a:pt x="10784" y="90421"/>
                  <a:pt x="10784" y="61320"/>
                  <a:pt x="10784" y="47977"/>
                </a:cubicBezTo>
                <a:cubicBezTo>
                  <a:pt x="10784" y="38750"/>
                  <a:pt x="10784" y="30092"/>
                  <a:pt x="13339" y="21999"/>
                </a:cubicBezTo>
                <a:cubicBezTo>
                  <a:pt x="16744" y="11921"/>
                  <a:pt x="22986" y="8515"/>
                  <a:pt x="28804" y="8515"/>
                </a:cubicBezTo>
                <a:cubicBezTo>
                  <a:pt x="46966" y="8515"/>
                  <a:pt x="46966" y="34918"/>
                  <a:pt x="46966" y="47977"/>
                </a:cubicBezTo>
                <a:cubicBezTo>
                  <a:pt x="46966" y="57062"/>
                  <a:pt x="46966" y="66432"/>
                  <a:pt x="44411" y="75233"/>
                </a:cubicBezTo>
                <a:cubicBezTo>
                  <a:pt x="40581" y="88860"/>
                  <a:pt x="32636" y="90421"/>
                  <a:pt x="28947" y="90421"/>
                </a:cubicBezTo>
                <a:close/>
              </a:path>
            </a:pathLst>
          </a:custGeom>
          <a:solidFill xmlns:a="http://schemas.openxmlformats.org/drawingml/2006/main">
            <a:srgbClr val="000000"/>
          </a:solidFill>
          <a:ln xmlns:a="http://schemas.openxmlformats.org/drawingml/2006/main" w="0" cap="flat">
            <a:noFill/>
            <a:miter/>
          </a:ln>
        </p:spPr>
      </p:sp>
      <p:sp>
        <p:nvSpPr>
          <p:cNvPr id="109" name="Text 2">
            <a:extLst xmlns:a="http://schemas.openxmlformats.org/drawingml/2006/main">
              <a:ext uri="{FF2B5EF4-FFF2-40B4-BE49-F238E27FC236}">
                <a16:creationId xmlns:a16="http://schemas.microsoft.com/office/drawing/2014/main" id="{EF62642F-90C2-4BB7-9FDC-1C319D3911C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914682" y="2438792"/>
            <a:ext cx="56614" cy="95885"/>
          </a:xfrm>
          <a:custGeom xmlns:a="http://schemas.openxmlformats.org/drawingml/2006/main">
            <a:pathLst>
              <a:path w="56614" h="95885">
                <a:moveTo>
                  <a:pt x="1137" y="86948"/>
                </a:moveTo>
                <a:lnTo>
                  <a:pt x="1137" y="95885"/>
                </a:lnTo>
                <a:lnTo>
                  <a:pt x="56614" y="95885"/>
                </a:lnTo>
                <a:lnTo>
                  <a:pt x="56614" y="86238"/>
                </a:lnTo>
                <a:lnTo>
                  <a:pt x="31358" y="86238"/>
                </a:lnTo>
                <a:cubicBezTo>
                  <a:pt x="29657" y="86238"/>
                  <a:pt x="27953" y="86381"/>
                  <a:pt x="26251" y="86381"/>
                </a:cubicBezTo>
                <a:lnTo>
                  <a:pt x="11068" y="86381"/>
                </a:lnTo>
                <a:cubicBezTo>
                  <a:pt x="14757" y="82551"/>
                  <a:pt x="27953" y="69502"/>
                  <a:pt x="37176" y="61275"/>
                </a:cubicBezTo>
                <a:cubicBezTo>
                  <a:pt x="47676" y="52056"/>
                  <a:pt x="56614" y="43264"/>
                  <a:pt x="56614" y="30215"/>
                </a:cubicBezTo>
                <a:cubicBezTo>
                  <a:pt x="56614" y="14471"/>
                  <a:pt x="45689" y="0"/>
                  <a:pt x="26959" y="0"/>
                </a:cubicBezTo>
                <a:cubicBezTo>
                  <a:pt x="11635" y="0"/>
                  <a:pt x="3832" y="10074"/>
                  <a:pt x="0" y="23265"/>
                </a:cubicBezTo>
                <a:cubicBezTo>
                  <a:pt x="4542" y="28938"/>
                  <a:pt x="4542" y="29221"/>
                  <a:pt x="5817" y="30923"/>
                </a:cubicBezTo>
                <a:cubicBezTo>
                  <a:pt x="9366" y="15748"/>
                  <a:pt x="14616" y="8799"/>
                  <a:pt x="25114" y="8799"/>
                </a:cubicBezTo>
                <a:cubicBezTo>
                  <a:pt x="37317" y="8799"/>
                  <a:pt x="45264" y="18301"/>
                  <a:pt x="45264" y="30499"/>
                </a:cubicBezTo>
                <a:cubicBezTo>
                  <a:pt x="45264" y="37873"/>
                  <a:pt x="42283" y="46100"/>
                  <a:pt x="32776" y="55460"/>
                </a:cubicBezTo>
                <a:lnTo>
                  <a:pt x="1137" y="86948"/>
                </a:lnTo>
                <a:close/>
              </a:path>
            </a:pathLst>
          </a:custGeom>
          <a:solidFill xmlns:a="http://schemas.openxmlformats.org/drawingml/2006/main">
            <a:srgbClr val="000000"/>
          </a:solidFill>
          <a:ln xmlns:a="http://schemas.openxmlformats.org/drawingml/2006/main" w="0" cap="flat">
            <a:noFill/>
            <a:miter/>
          </a:ln>
        </p:spPr>
      </p:sp>
      <p:sp>
        <p:nvSpPr>
          <p:cNvPr id="110" name="Text 7">
            <a:extLst xmlns:a="http://schemas.openxmlformats.org/drawingml/2006/main">
              <a:ext uri="{FF2B5EF4-FFF2-40B4-BE49-F238E27FC236}">
                <a16:creationId xmlns:a16="http://schemas.microsoft.com/office/drawing/2014/main" id="{BB550CA7-F10D-404D-88A4-434E55D8D01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662353" y="2000126"/>
            <a:ext cx="57750" cy="94361"/>
          </a:xfrm>
          <a:custGeom xmlns:a="http://schemas.openxmlformats.org/drawingml/2006/main">
            <a:pathLst>
              <a:path w="57750" h="94361">
                <a:moveTo>
                  <a:pt x="26392" y="9650"/>
                </a:moveTo>
                <a:cubicBezTo>
                  <a:pt x="28096" y="9650"/>
                  <a:pt x="29797" y="9507"/>
                  <a:pt x="31501" y="9507"/>
                </a:cubicBezTo>
                <a:lnTo>
                  <a:pt x="48527" y="9507"/>
                </a:lnTo>
                <a:cubicBezTo>
                  <a:pt x="40014" y="19440"/>
                  <a:pt x="15467" y="47819"/>
                  <a:pt x="15467" y="94361"/>
                </a:cubicBezTo>
                <a:lnTo>
                  <a:pt x="26959" y="94361"/>
                </a:lnTo>
                <a:cubicBezTo>
                  <a:pt x="26959" y="57469"/>
                  <a:pt x="42142" y="27245"/>
                  <a:pt x="57750" y="8939"/>
                </a:cubicBezTo>
                <a:lnTo>
                  <a:pt x="57750" y="0"/>
                </a:lnTo>
                <a:lnTo>
                  <a:pt x="0" y="0"/>
                </a:lnTo>
                <a:lnTo>
                  <a:pt x="0" y="9650"/>
                </a:lnTo>
                <a:lnTo>
                  <a:pt x="26392" y="9650"/>
                </a:lnTo>
                <a:close/>
              </a:path>
            </a:pathLst>
          </a:custGeom>
          <a:solidFill xmlns:a="http://schemas.openxmlformats.org/drawingml/2006/main">
            <a:srgbClr val="000000"/>
          </a:solidFill>
          <a:ln xmlns:a="http://schemas.openxmlformats.org/drawingml/2006/main" w="0" cap="flat">
            <a:noFill/>
            <a:miter/>
          </a:ln>
        </p:spPr>
      </p:sp>
      <p:sp>
        <p:nvSpPr>
          <p:cNvPr id="111" name="Text 8">
            <a:extLst xmlns:a="http://schemas.openxmlformats.org/drawingml/2006/main">
              <a:ext uri="{FF2B5EF4-FFF2-40B4-BE49-F238E27FC236}">
                <a16:creationId xmlns:a16="http://schemas.microsoft.com/office/drawing/2014/main" id="{E7C17D65-F304-421F-AFD5-CF628618B7F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873825" y="893276"/>
            <a:ext cx="57750" cy="98933"/>
          </a:xfrm>
          <a:custGeom xmlns:a="http://schemas.openxmlformats.org/drawingml/2006/main">
            <a:pathLst>
              <a:path w="57750" h="98933">
                <a:moveTo>
                  <a:pt x="38453" y="45689"/>
                </a:moveTo>
                <a:cubicBezTo>
                  <a:pt x="47393" y="42991"/>
                  <a:pt x="55906" y="35188"/>
                  <a:pt x="55906" y="24688"/>
                </a:cubicBezTo>
                <a:cubicBezTo>
                  <a:pt x="55906" y="11351"/>
                  <a:pt x="43987" y="0"/>
                  <a:pt x="28947" y="0"/>
                </a:cubicBezTo>
                <a:cubicBezTo>
                  <a:pt x="13339" y="0"/>
                  <a:pt x="1845" y="11778"/>
                  <a:pt x="1845" y="24688"/>
                </a:cubicBezTo>
                <a:cubicBezTo>
                  <a:pt x="1845" y="35331"/>
                  <a:pt x="10500" y="43134"/>
                  <a:pt x="19297" y="45689"/>
                </a:cubicBezTo>
                <a:cubicBezTo>
                  <a:pt x="7805" y="49519"/>
                  <a:pt x="0" y="59034"/>
                  <a:pt x="0" y="70396"/>
                </a:cubicBezTo>
                <a:cubicBezTo>
                  <a:pt x="0" y="85592"/>
                  <a:pt x="12629" y="98933"/>
                  <a:pt x="28804" y="98933"/>
                </a:cubicBezTo>
                <a:cubicBezTo>
                  <a:pt x="45548" y="98933"/>
                  <a:pt x="57750" y="85309"/>
                  <a:pt x="57750" y="70396"/>
                </a:cubicBezTo>
                <a:cubicBezTo>
                  <a:pt x="57750" y="59034"/>
                  <a:pt x="49945" y="49519"/>
                  <a:pt x="38453" y="45689"/>
                </a:cubicBezTo>
                <a:moveTo>
                  <a:pt x="28947" y="41430"/>
                </a:moveTo>
                <a:cubicBezTo>
                  <a:pt x="17736" y="41430"/>
                  <a:pt x="11635" y="33911"/>
                  <a:pt x="11635" y="24831"/>
                </a:cubicBezTo>
                <a:cubicBezTo>
                  <a:pt x="11635" y="14047"/>
                  <a:pt x="19297" y="8089"/>
                  <a:pt x="28804" y="8089"/>
                </a:cubicBezTo>
                <a:cubicBezTo>
                  <a:pt x="39020" y="8089"/>
                  <a:pt x="46115" y="14473"/>
                  <a:pt x="46115" y="24831"/>
                </a:cubicBezTo>
                <a:cubicBezTo>
                  <a:pt x="46115" y="34337"/>
                  <a:pt x="39588" y="41430"/>
                  <a:pt x="28947" y="41430"/>
                </a:cubicBezTo>
                <a:moveTo>
                  <a:pt x="28947" y="90421"/>
                </a:moveTo>
                <a:cubicBezTo>
                  <a:pt x="19440" y="90421"/>
                  <a:pt x="11211" y="83605"/>
                  <a:pt x="11211" y="70253"/>
                </a:cubicBezTo>
                <a:cubicBezTo>
                  <a:pt x="11211" y="55057"/>
                  <a:pt x="21425" y="49945"/>
                  <a:pt x="28804" y="49945"/>
                </a:cubicBezTo>
                <a:cubicBezTo>
                  <a:pt x="36749" y="49945"/>
                  <a:pt x="46540" y="55483"/>
                  <a:pt x="46540" y="70253"/>
                </a:cubicBezTo>
                <a:cubicBezTo>
                  <a:pt x="46540" y="84029"/>
                  <a:pt x="37886" y="90421"/>
                  <a:pt x="28947" y="90421"/>
                </a:cubicBezTo>
                <a:close/>
              </a:path>
            </a:pathLst>
          </a:custGeom>
          <a:solidFill xmlns:a="http://schemas.openxmlformats.org/drawingml/2006/main">
            <a:srgbClr val="000000"/>
          </a:solidFill>
          <a:ln xmlns:a="http://schemas.openxmlformats.org/drawingml/2006/main" w="0" cap="flat">
            <a:noFill/>
            <a:miter/>
          </a:ln>
        </p:spPr>
      </p:sp>
      <p:sp>
        <p:nvSpPr>
          <p:cNvPr id="112" name="Text 3">
            <a:extLst xmlns:a="http://schemas.openxmlformats.org/drawingml/2006/main">
              <a:ext uri="{FF2B5EF4-FFF2-40B4-BE49-F238E27FC236}">
                <a16:creationId xmlns:a16="http://schemas.microsoft.com/office/drawing/2014/main" id="{855D81AB-2246-4A7B-8098-9B9D6442805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495331" y="3258861"/>
            <a:ext cx="57750" cy="98933"/>
          </a:xfrm>
          <a:custGeom xmlns:a="http://schemas.openxmlformats.org/drawingml/2006/main">
            <a:pathLst>
              <a:path w="57750" h="98933">
                <a:moveTo>
                  <a:pt x="6811" y="23270"/>
                </a:moveTo>
                <a:cubicBezTo>
                  <a:pt x="10360" y="14190"/>
                  <a:pt x="19013" y="8089"/>
                  <a:pt x="28520" y="8089"/>
                </a:cubicBezTo>
                <a:cubicBezTo>
                  <a:pt x="35758" y="8089"/>
                  <a:pt x="42567" y="12202"/>
                  <a:pt x="42567" y="21425"/>
                </a:cubicBezTo>
                <a:cubicBezTo>
                  <a:pt x="42567" y="30932"/>
                  <a:pt x="36041" y="38735"/>
                  <a:pt x="28379" y="40439"/>
                </a:cubicBezTo>
                <a:cubicBezTo>
                  <a:pt x="27669" y="40579"/>
                  <a:pt x="18730" y="41289"/>
                  <a:pt x="17312" y="41430"/>
                </a:cubicBezTo>
                <a:lnTo>
                  <a:pt x="17312" y="49945"/>
                </a:lnTo>
                <a:lnTo>
                  <a:pt x="27386" y="49945"/>
                </a:lnTo>
                <a:cubicBezTo>
                  <a:pt x="42000" y="49945"/>
                  <a:pt x="45548" y="62442"/>
                  <a:pt x="45548" y="70253"/>
                </a:cubicBezTo>
                <a:cubicBezTo>
                  <a:pt x="45548" y="81758"/>
                  <a:pt x="38594" y="90421"/>
                  <a:pt x="28379" y="90421"/>
                </a:cubicBezTo>
                <a:cubicBezTo>
                  <a:pt x="19297" y="90421"/>
                  <a:pt x="8089" y="85876"/>
                  <a:pt x="1561" y="75651"/>
                </a:cubicBezTo>
                <a:lnTo>
                  <a:pt x="0" y="84029"/>
                </a:lnTo>
                <a:cubicBezTo>
                  <a:pt x="9223" y="96664"/>
                  <a:pt x="21711" y="98933"/>
                  <a:pt x="28663" y="98933"/>
                </a:cubicBezTo>
                <a:cubicBezTo>
                  <a:pt x="45264" y="98933"/>
                  <a:pt x="57750" y="85450"/>
                  <a:pt x="57750" y="70396"/>
                </a:cubicBezTo>
                <a:cubicBezTo>
                  <a:pt x="57750" y="59461"/>
                  <a:pt x="50512" y="49802"/>
                  <a:pt x="38453" y="45689"/>
                </a:cubicBezTo>
                <a:cubicBezTo>
                  <a:pt x="48384" y="40296"/>
                  <a:pt x="53918" y="30789"/>
                  <a:pt x="53918" y="21425"/>
                </a:cubicBezTo>
                <a:cubicBezTo>
                  <a:pt x="53918" y="9223"/>
                  <a:pt x="42426" y="0"/>
                  <a:pt x="28663" y="0"/>
                </a:cubicBezTo>
                <a:cubicBezTo>
                  <a:pt x="17312" y="0"/>
                  <a:pt x="7238" y="6244"/>
                  <a:pt x="1845" y="15608"/>
                </a:cubicBezTo>
                <a:lnTo>
                  <a:pt x="6811" y="23270"/>
                </a:lnTo>
                <a:close/>
              </a:path>
            </a:pathLst>
          </a:custGeom>
          <a:solidFill xmlns:a="http://schemas.openxmlformats.org/drawingml/2006/main">
            <a:srgbClr val="000000"/>
          </a:solidFill>
          <a:ln xmlns:a="http://schemas.openxmlformats.org/drawingml/2006/main" w="0" cap="flat">
            <a:noFill/>
            <a:miter/>
          </a:ln>
        </p:spPr>
      </p:sp>
      <p:sp>
        <p:nvSpPr>
          <p:cNvPr id="113" name="Text 0">
            <a:extLst xmlns:a="http://schemas.openxmlformats.org/drawingml/2006/main">
              <a:ext uri="{FF2B5EF4-FFF2-40B4-BE49-F238E27FC236}">
                <a16:creationId xmlns:a16="http://schemas.microsoft.com/office/drawing/2014/main" id="{667EEA9F-9ACC-4D79-BD1E-9826E326F68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589956" y="1271770"/>
            <a:ext cx="57750" cy="98933"/>
          </a:xfrm>
          <a:custGeom xmlns:a="http://schemas.openxmlformats.org/drawingml/2006/main">
            <a:pathLst>
              <a:path w="57750" h="98933">
                <a:moveTo>
                  <a:pt x="57750" y="49681"/>
                </a:moveTo>
                <a:cubicBezTo>
                  <a:pt x="57750" y="40170"/>
                  <a:pt x="57324" y="29239"/>
                  <a:pt x="53634" y="19161"/>
                </a:cubicBezTo>
                <a:cubicBezTo>
                  <a:pt x="47533" y="3265"/>
                  <a:pt x="36466" y="0"/>
                  <a:pt x="28947" y="0"/>
                </a:cubicBezTo>
                <a:cubicBezTo>
                  <a:pt x="19723" y="0"/>
                  <a:pt x="10784" y="4683"/>
                  <a:pt x="5534" y="15896"/>
                </a:cubicBezTo>
                <a:cubicBezTo>
                  <a:pt x="853" y="25974"/>
                  <a:pt x="0" y="37472"/>
                  <a:pt x="0" y="49681"/>
                </a:cubicBezTo>
                <a:cubicBezTo>
                  <a:pt x="0" y="65155"/>
                  <a:pt x="1277" y="73955"/>
                  <a:pt x="5817" y="83891"/>
                </a:cubicBezTo>
                <a:cubicBezTo>
                  <a:pt x="10076" y="93259"/>
                  <a:pt x="19156" y="98933"/>
                  <a:pt x="28804" y="98933"/>
                </a:cubicBezTo>
                <a:cubicBezTo>
                  <a:pt x="38170" y="98933"/>
                  <a:pt x="47107" y="93826"/>
                  <a:pt x="51933" y="84034"/>
                </a:cubicBezTo>
                <a:cubicBezTo>
                  <a:pt x="56756" y="73955"/>
                  <a:pt x="57750" y="63591"/>
                  <a:pt x="57750" y="49681"/>
                </a:cubicBezTo>
                <a:moveTo>
                  <a:pt x="28947" y="90421"/>
                </a:moveTo>
                <a:cubicBezTo>
                  <a:pt x="10784" y="90421"/>
                  <a:pt x="10784" y="61320"/>
                  <a:pt x="10784" y="47977"/>
                </a:cubicBezTo>
                <a:cubicBezTo>
                  <a:pt x="10784" y="38750"/>
                  <a:pt x="10784" y="30092"/>
                  <a:pt x="13339" y="21999"/>
                </a:cubicBezTo>
                <a:cubicBezTo>
                  <a:pt x="16744" y="11921"/>
                  <a:pt x="22986" y="8515"/>
                  <a:pt x="28804" y="8515"/>
                </a:cubicBezTo>
                <a:cubicBezTo>
                  <a:pt x="46966" y="8515"/>
                  <a:pt x="46966" y="34918"/>
                  <a:pt x="46966" y="47977"/>
                </a:cubicBezTo>
                <a:cubicBezTo>
                  <a:pt x="46966" y="57062"/>
                  <a:pt x="46966" y="66432"/>
                  <a:pt x="44411" y="75233"/>
                </a:cubicBezTo>
                <a:cubicBezTo>
                  <a:pt x="40581" y="88860"/>
                  <a:pt x="32636" y="90421"/>
                  <a:pt x="28947" y="90421"/>
                </a:cubicBezTo>
                <a:close/>
              </a:path>
            </a:pathLst>
          </a:custGeom>
          <a:solidFill xmlns:a="http://schemas.openxmlformats.org/drawingml/2006/main">
            <a:srgbClr val="000000"/>
          </a:solidFill>
          <a:ln xmlns:a="http://schemas.openxmlformats.org/drawingml/2006/main" w="0" cap="flat">
            <a:noFill/>
            <a:miter/>
          </a:ln>
        </p:spPr>
      </p:sp>
      <p:sp>
        <p:nvSpPr>
          <p:cNvPr id="114" name="Text 0">
            <a:extLst xmlns:a="http://schemas.openxmlformats.org/drawingml/2006/main">
              <a:ext uri="{FF2B5EF4-FFF2-40B4-BE49-F238E27FC236}">
                <a16:creationId xmlns:a16="http://schemas.microsoft.com/office/drawing/2014/main" id="{315E1389-D49A-480A-A3C8-7C6911ED1F6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842284" y="3258861"/>
            <a:ext cx="57750" cy="98933"/>
          </a:xfrm>
          <a:custGeom xmlns:a="http://schemas.openxmlformats.org/drawingml/2006/main">
            <a:pathLst>
              <a:path w="57750" h="98933">
                <a:moveTo>
                  <a:pt x="57750" y="49681"/>
                </a:moveTo>
                <a:cubicBezTo>
                  <a:pt x="57750" y="40170"/>
                  <a:pt x="57324" y="29239"/>
                  <a:pt x="53634" y="19161"/>
                </a:cubicBezTo>
                <a:cubicBezTo>
                  <a:pt x="47533" y="3265"/>
                  <a:pt x="36466" y="0"/>
                  <a:pt x="28947" y="0"/>
                </a:cubicBezTo>
                <a:cubicBezTo>
                  <a:pt x="19723" y="0"/>
                  <a:pt x="10784" y="4683"/>
                  <a:pt x="5534" y="15896"/>
                </a:cubicBezTo>
                <a:cubicBezTo>
                  <a:pt x="853" y="25974"/>
                  <a:pt x="0" y="37472"/>
                  <a:pt x="0" y="49681"/>
                </a:cubicBezTo>
                <a:cubicBezTo>
                  <a:pt x="0" y="65155"/>
                  <a:pt x="1277" y="73955"/>
                  <a:pt x="5817" y="83891"/>
                </a:cubicBezTo>
                <a:cubicBezTo>
                  <a:pt x="10076" y="93259"/>
                  <a:pt x="19156" y="98933"/>
                  <a:pt x="28804" y="98933"/>
                </a:cubicBezTo>
                <a:cubicBezTo>
                  <a:pt x="38170" y="98933"/>
                  <a:pt x="47107" y="93826"/>
                  <a:pt x="51933" y="84034"/>
                </a:cubicBezTo>
                <a:cubicBezTo>
                  <a:pt x="56756" y="73955"/>
                  <a:pt x="57750" y="63591"/>
                  <a:pt x="57750" y="49681"/>
                </a:cubicBezTo>
                <a:moveTo>
                  <a:pt x="28947" y="90421"/>
                </a:moveTo>
                <a:cubicBezTo>
                  <a:pt x="10784" y="90421"/>
                  <a:pt x="10784" y="61320"/>
                  <a:pt x="10784" y="47977"/>
                </a:cubicBezTo>
                <a:cubicBezTo>
                  <a:pt x="10784" y="38750"/>
                  <a:pt x="10784" y="30092"/>
                  <a:pt x="13339" y="21999"/>
                </a:cubicBezTo>
                <a:cubicBezTo>
                  <a:pt x="16744" y="11921"/>
                  <a:pt x="22986" y="8515"/>
                  <a:pt x="28804" y="8515"/>
                </a:cubicBezTo>
                <a:cubicBezTo>
                  <a:pt x="46966" y="8515"/>
                  <a:pt x="46966" y="34918"/>
                  <a:pt x="46966" y="47977"/>
                </a:cubicBezTo>
                <a:cubicBezTo>
                  <a:pt x="46966" y="57062"/>
                  <a:pt x="46966" y="66432"/>
                  <a:pt x="44411" y="75233"/>
                </a:cubicBezTo>
                <a:cubicBezTo>
                  <a:pt x="40581" y="88860"/>
                  <a:pt x="32636" y="90421"/>
                  <a:pt x="28947" y="90421"/>
                </a:cubicBezTo>
                <a:close/>
              </a:path>
            </a:pathLst>
          </a:custGeom>
          <a:solidFill xmlns:a="http://schemas.openxmlformats.org/drawingml/2006/main">
            <a:srgbClr val="000000"/>
          </a:solidFill>
          <a:ln xmlns:a="http://schemas.openxmlformats.org/drawingml/2006/main" w="0" cap="flat">
            <a:noFill/>
            <a:miter/>
          </a:ln>
        </p:spPr>
      </p:sp>
      <p:sp>
        <p:nvSpPr>
          <p:cNvPr id="115" name="Text 1">
            <a:extLst xmlns:a="http://schemas.openxmlformats.org/drawingml/2006/main">
              <a:ext uri="{FF2B5EF4-FFF2-40B4-BE49-F238E27FC236}">
                <a16:creationId xmlns:a16="http://schemas.microsoft.com/office/drawing/2014/main" id="{0164564C-3A48-4AEA-B920-769B9728FC8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385154" y="1334852"/>
            <a:ext cx="46540" cy="95885"/>
          </a:xfrm>
          <a:custGeom xmlns:a="http://schemas.openxmlformats.org/drawingml/2006/main">
            <a:pathLst>
              <a:path w="46540" h="95885">
                <a:moveTo>
                  <a:pt x="29228" y="0"/>
                </a:moveTo>
                <a:lnTo>
                  <a:pt x="26533" y="0"/>
                </a:lnTo>
                <a:cubicBezTo>
                  <a:pt x="24261" y="2271"/>
                  <a:pt x="17452" y="8944"/>
                  <a:pt x="2128" y="9227"/>
                </a:cubicBezTo>
                <a:cubicBezTo>
                  <a:pt x="141" y="9227"/>
                  <a:pt x="0" y="9368"/>
                  <a:pt x="0" y="11923"/>
                </a:cubicBezTo>
                <a:lnTo>
                  <a:pt x="0" y="17597"/>
                </a:lnTo>
                <a:cubicBezTo>
                  <a:pt x="8654" y="17597"/>
                  <a:pt x="15181" y="15469"/>
                  <a:pt x="18160" y="14194"/>
                </a:cubicBezTo>
                <a:lnTo>
                  <a:pt x="18160" y="87656"/>
                </a:lnTo>
                <a:lnTo>
                  <a:pt x="851" y="87656"/>
                </a:lnTo>
                <a:lnTo>
                  <a:pt x="851" y="95885"/>
                </a:lnTo>
                <a:lnTo>
                  <a:pt x="46540" y="95885"/>
                </a:lnTo>
                <a:lnTo>
                  <a:pt x="46540" y="87656"/>
                </a:lnTo>
                <a:lnTo>
                  <a:pt x="29228" y="87656"/>
                </a:lnTo>
                <a:lnTo>
                  <a:pt x="29228" y="0"/>
                </a:lnTo>
                <a:close/>
              </a:path>
            </a:pathLst>
          </a:custGeom>
          <a:solidFill xmlns:a="http://schemas.openxmlformats.org/drawingml/2006/main">
            <a:srgbClr val="000000"/>
          </a:solidFill>
          <a:ln xmlns:a="http://schemas.openxmlformats.org/drawingml/2006/main" w="0" cap="flat">
            <a:noFill/>
            <a:miter/>
          </a:ln>
        </p:spPr>
      </p:sp>
      <p:sp>
        <p:nvSpPr>
          <p:cNvPr id="116" name="Text 2">
            <a:extLst xmlns:a="http://schemas.openxmlformats.org/drawingml/2006/main">
              <a:ext uri="{FF2B5EF4-FFF2-40B4-BE49-F238E27FC236}">
                <a16:creationId xmlns:a16="http://schemas.microsoft.com/office/drawing/2014/main" id="{304A53C2-2870-4B8A-B419-9260D21EDD5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473107" y="1492558"/>
            <a:ext cx="56614" cy="95885"/>
          </a:xfrm>
          <a:custGeom xmlns:a="http://schemas.openxmlformats.org/drawingml/2006/main">
            <a:pathLst>
              <a:path w="56614" h="95885">
                <a:moveTo>
                  <a:pt x="1137" y="86948"/>
                </a:moveTo>
                <a:lnTo>
                  <a:pt x="1137" y="95885"/>
                </a:lnTo>
                <a:lnTo>
                  <a:pt x="56614" y="95885"/>
                </a:lnTo>
                <a:lnTo>
                  <a:pt x="56614" y="86238"/>
                </a:lnTo>
                <a:lnTo>
                  <a:pt x="31358" y="86238"/>
                </a:lnTo>
                <a:cubicBezTo>
                  <a:pt x="29657" y="86238"/>
                  <a:pt x="27953" y="86381"/>
                  <a:pt x="26251" y="86381"/>
                </a:cubicBezTo>
                <a:lnTo>
                  <a:pt x="11068" y="86381"/>
                </a:lnTo>
                <a:cubicBezTo>
                  <a:pt x="14757" y="82551"/>
                  <a:pt x="27953" y="69502"/>
                  <a:pt x="37176" y="61275"/>
                </a:cubicBezTo>
                <a:cubicBezTo>
                  <a:pt x="47676" y="52056"/>
                  <a:pt x="56614" y="43264"/>
                  <a:pt x="56614" y="30215"/>
                </a:cubicBezTo>
                <a:cubicBezTo>
                  <a:pt x="56614" y="14471"/>
                  <a:pt x="45689" y="0"/>
                  <a:pt x="26959" y="0"/>
                </a:cubicBezTo>
                <a:cubicBezTo>
                  <a:pt x="11635" y="0"/>
                  <a:pt x="3832" y="10074"/>
                  <a:pt x="0" y="23265"/>
                </a:cubicBezTo>
                <a:cubicBezTo>
                  <a:pt x="4542" y="28938"/>
                  <a:pt x="4542" y="29221"/>
                  <a:pt x="5817" y="30923"/>
                </a:cubicBezTo>
                <a:cubicBezTo>
                  <a:pt x="9366" y="15748"/>
                  <a:pt x="14616" y="8799"/>
                  <a:pt x="25114" y="8799"/>
                </a:cubicBezTo>
                <a:cubicBezTo>
                  <a:pt x="37317" y="8799"/>
                  <a:pt x="45264" y="18301"/>
                  <a:pt x="45264" y="30499"/>
                </a:cubicBezTo>
                <a:cubicBezTo>
                  <a:pt x="45264" y="37873"/>
                  <a:pt x="42283" y="46100"/>
                  <a:pt x="32776" y="55460"/>
                </a:cubicBezTo>
                <a:lnTo>
                  <a:pt x="1137" y="86948"/>
                </a:lnTo>
                <a:close/>
              </a:path>
            </a:pathLst>
          </a:custGeom>
          <a:solidFill xmlns:a="http://schemas.openxmlformats.org/drawingml/2006/main">
            <a:srgbClr val="000000"/>
          </a:solidFill>
          <a:ln xmlns:a="http://schemas.openxmlformats.org/drawingml/2006/main" w="0" cap="flat">
            <a:noFill/>
            <a:miter/>
          </a:ln>
        </p:spPr>
      </p:sp>
      <p:sp>
        <p:nvSpPr>
          <p:cNvPr id="117" name="Text 4">
            <a:extLst xmlns:a="http://schemas.openxmlformats.org/drawingml/2006/main">
              <a:ext uri="{FF2B5EF4-FFF2-40B4-BE49-F238E27FC236}">
                <a16:creationId xmlns:a16="http://schemas.microsoft.com/office/drawing/2014/main" id="{0893F684-ACEC-43DF-BD96-A8648C194CF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871840" y="1400844"/>
            <a:ext cx="61721" cy="92975"/>
          </a:xfrm>
          <a:custGeom xmlns:a="http://schemas.openxmlformats.org/drawingml/2006/main">
            <a:pathLst>
              <a:path w="61721" h="92975">
                <a:moveTo>
                  <a:pt x="47958" y="68588"/>
                </a:moveTo>
                <a:lnTo>
                  <a:pt x="61721" y="68588"/>
                </a:lnTo>
                <a:lnTo>
                  <a:pt x="61721" y="60075"/>
                </a:lnTo>
                <a:lnTo>
                  <a:pt x="47958" y="60075"/>
                </a:lnTo>
                <a:lnTo>
                  <a:pt x="47958" y="0"/>
                </a:lnTo>
                <a:lnTo>
                  <a:pt x="35188" y="0"/>
                </a:lnTo>
                <a:lnTo>
                  <a:pt x="0" y="60075"/>
                </a:lnTo>
                <a:lnTo>
                  <a:pt x="0" y="68588"/>
                </a:lnTo>
                <a:lnTo>
                  <a:pt x="36749" y="68588"/>
                </a:lnTo>
                <a:lnTo>
                  <a:pt x="36749" y="92975"/>
                </a:lnTo>
                <a:lnTo>
                  <a:pt x="47958" y="92975"/>
                </a:lnTo>
                <a:lnTo>
                  <a:pt x="47958" y="68588"/>
                </a:lnTo>
                <a:moveTo>
                  <a:pt x="10925" y="60075"/>
                </a:moveTo>
                <a:cubicBezTo>
                  <a:pt x="15040" y="52833"/>
                  <a:pt x="20574" y="43742"/>
                  <a:pt x="26533" y="32380"/>
                </a:cubicBezTo>
                <a:cubicBezTo>
                  <a:pt x="28236" y="29113"/>
                  <a:pt x="37459" y="11646"/>
                  <a:pt x="37459" y="6389"/>
                </a:cubicBezTo>
                <a:lnTo>
                  <a:pt x="37459" y="60075"/>
                </a:lnTo>
                <a:lnTo>
                  <a:pt x="10925" y="60075"/>
                </a:lnTo>
                <a:close/>
              </a:path>
            </a:pathLst>
          </a:custGeom>
          <a:solidFill xmlns:a="http://schemas.openxmlformats.org/drawingml/2006/main">
            <a:srgbClr val="000000"/>
          </a:solidFill>
          <a:ln xmlns:a="http://schemas.openxmlformats.org/drawingml/2006/main" w="0" cap="flat">
            <a:noFill/>
            <a:miter/>
          </a:ln>
        </p:spPr>
      </p:sp>
      <p:sp>
        <p:nvSpPr>
          <p:cNvPr id="118" name="Text 51">
            <a:extLst xmlns:a="http://schemas.openxmlformats.org/drawingml/2006/main">
              <a:ext uri="{FF2B5EF4-FFF2-40B4-BE49-F238E27FC236}">
                <a16:creationId xmlns:a16="http://schemas.microsoft.com/office/drawing/2014/main" id="{4C7B2BC3-349F-42AD-814C-A63E7CE4155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248702" y="1618722"/>
            <a:ext cx="123017" cy="98933"/>
          </a:xfrm>
          <a:custGeom xmlns:a="http://schemas.openxmlformats.org/drawingml/2006/main">
            <a:pathLst>
              <a:path w="123017" h="98933">
                <a:moveTo>
                  <a:pt x="15891" y="11709"/>
                </a:moveTo>
                <a:lnTo>
                  <a:pt x="52357" y="11709"/>
                </a:lnTo>
                <a:lnTo>
                  <a:pt x="52357" y="2910"/>
                </a:lnTo>
                <a:lnTo>
                  <a:pt x="5817" y="2910"/>
                </a:lnTo>
                <a:lnTo>
                  <a:pt x="5817" y="55159"/>
                </a:lnTo>
                <a:lnTo>
                  <a:pt x="15040" y="55159"/>
                </a:lnTo>
                <a:cubicBezTo>
                  <a:pt x="18587" y="47053"/>
                  <a:pt x="24831" y="43924"/>
                  <a:pt x="30648" y="43924"/>
                </a:cubicBezTo>
                <a:cubicBezTo>
                  <a:pt x="37317" y="43924"/>
                  <a:pt x="44836" y="49898"/>
                  <a:pt x="44836" y="66817"/>
                </a:cubicBezTo>
                <a:cubicBezTo>
                  <a:pt x="44836" y="84733"/>
                  <a:pt x="34621" y="90421"/>
                  <a:pt x="26392" y="90421"/>
                </a:cubicBezTo>
                <a:cubicBezTo>
                  <a:pt x="18587" y="90421"/>
                  <a:pt x="9223" y="86155"/>
                  <a:pt x="4683" y="77196"/>
                </a:cubicBezTo>
                <a:lnTo>
                  <a:pt x="0" y="84876"/>
                </a:lnTo>
                <a:cubicBezTo>
                  <a:pt x="9364" y="98225"/>
                  <a:pt x="22703" y="98933"/>
                  <a:pt x="26533" y="98933"/>
                </a:cubicBezTo>
                <a:cubicBezTo>
                  <a:pt x="43275" y="98933"/>
                  <a:pt x="57038" y="84876"/>
                  <a:pt x="57038" y="67103"/>
                </a:cubicBezTo>
                <a:cubicBezTo>
                  <a:pt x="57038" y="49328"/>
                  <a:pt x="45119" y="35411"/>
                  <a:pt x="30789" y="35411"/>
                </a:cubicBezTo>
                <a:cubicBezTo>
                  <a:pt x="25114" y="35411"/>
                  <a:pt x="19864" y="37540"/>
                  <a:pt x="15891" y="41088"/>
                </a:cubicBezTo>
                <a:lnTo>
                  <a:pt x="15891" y="11709"/>
                </a:lnTo>
                <a:close/>
                <a:moveTo>
                  <a:pt x="105706" y="0"/>
                </a:moveTo>
                <a:lnTo>
                  <a:pt x="103010" y="0"/>
                </a:lnTo>
                <a:cubicBezTo>
                  <a:pt x="100739" y="2271"/>
                  <a:pt x="93930" y="8944"/>
                  <a:pt x="78606" y="9227"/>
                </a:cubicBezTo>
                <a:cubicBezTo>
                  <a:pt x="76619" y="9227"/>
                  <a:pt x="76478" y="9368"/>
                  <a:pt x="76478" y="11923"/>
                </a:cubicBezTo>
                <a:lnTo>
                  <a:pt x="76478" y="17597"/>
                </a:lnTo>
                <a:cubicBezTo>
                  <a:pt x="85131" y="17597"/>
                  <a:pt x="91659" y="15469"/>
                  <a:pt x="94638" y="14194"/>
                </a:cubicBezTo>
                <a:lnTo>
                  <a:pt x="94638" y="87656"/>
                </a:lnTo>
                <a:lnTo>
                  <a:pt x="77329" y="87656"/>
                </a:lnTo>
                <a:lnTo>
                  <a:pt x="77329" y="95885"/>
                </a:lnTo>
                <a:lnTo>
                  <a:pt x="123017" y="95885"/>
                </a:lnTo>
                <a:lnTo>
                  <a:pt x="123017" y="87656"/>
                </a:lnTo>
                <a:lnTo>
                  <a:pt x="105706" y="87656"/>
                </a:lnTo>
                <a:lnTo>
                  <a:pt x="105706" y="0"/>
                </a:lnTo>
                <a:close/>
              </a:path>
            </a:pathLst>
          </a:custGeom>
          <a:solidFill xmlns:a="http://schemas.openxmlformats.org/drawingml/2006/main">
            <a:srgbClr val="000000"/>
          </a:solidFill>
          <a:ln xmlns:a="http://schemas.openxmlformats.org/drawingml/2006/main" w="0" cap="flat">
            <a:noFill/>
            <a:miter/>
          </a:ln>
        </p:spPr>
      </p:sp>
      <p:sp>
        <p:nvSpPr>
          <p:cNvPr id="119" name="Text 3">
            <a:extLst xmlns:a="http://schemas.openxmlformats.org/drawingml/2006/main">
              <a:ext uri="{FF2B5EF4-FFF2-40B4-BE49-F238E27FC236}">
                <a16:creationId xmlns:a16="http://schemas.microsoft.com/office/drawing/2014/main" id="{B4CB8CF5-AB9B-41F5-8602-5ED4B44F9C8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580639" y="1807969"/>
            <a:ext cx="57750" cy="98933"/>
          </a:xfrm>
          <a:custGeom xmlns:a="http://schemas.openxmlformats.org/drawingml/2006/main">
            <a:pathLst>
              <a:path w="57750" h="98933">
                <a:moveTo>
                  <a:pt x="6811" y="23270"/>
                </a:moveTo>
                <a:cubicBezTo>
                  <a:pt x="10360" y="14190"/>
                  <a:pt x="19013" y="8089"/>
                  <a:pt x="28520" y="8089"/>
                </a:cubicBezTo>
                <a:cubicBezTo>
                  <a:pt x="35758" y="8089"/>
                  <a:pt x="42567" y="12202"/>
                  <a:pt x="42567" y="21425"/>
                </a:cubicBezTo>
                <a:cubicBezTo>
                  <a:pt x="42567" y="30932"/>
                  <a:pt x="36041" y="38735"/>
                  <a:pt x="28379" y="40439"/>
                </a:cubicBezTo>
                <a:cubicBezTo>
                  <a:pt x="27669" y="40579"/>
                  <a:pt x="18730" y="41289"/>
                  <a:pt x="17312" y="41430"/>
                </a:cubicBezTo>
                <a:lnTo>
                  <a:pt x="17312" y="49945"/>
                </a:lnTo>
                <a:lnTo>
                  <a:pt x="27386" y="49945"/>
                </a:lnTo>
                <a:cubicBezTo>
                  <a:pt x="42000" y="49945"/>
                  <a:pt x="45548" y="62442"/>
                  <a:pt x="45548" y="70253"/>
                </a:cubicBezTo>
                <a:cubicBezTo>
                  <a:pt x="45548" y="81758"/>
                  <a:pt x="38594" y="90421"/>
                  <a:pt x="28379" y="90421"/>
                </a:cubicBezTo>
                <a:cubicBezTo>
                  <a:pt x="19297" y="90421"/>
                  <a:pt x="8089" y="85876"/>
                  <a:pt x="1561" y="75651"/>
                </a:cubicBezTo>
                <a:lnTo>
                  <a:pt x="0" y="84029"/>
                </a:lnTo>
                <a:cubicBezTo>
                  <a:pt x="9223" y="96664"/>
                  <a:pt x="21711" y="98933"/>
                  <a:pt x="28663" y="98933"/>
                </a:cubicBezTo>
                <a:cubicBezTo>
                  <a:pt x="45264" y="98933"/>
                  <a:pt x="57750" y="85450"/>
                  <a:pt x="57750" y="70396"/>
                </a:cubicBezTo>
                <a:cubicBezTo>
                  <a:pt x="57750" y="59461"/>
                  <a:pt x="50512" y="49802"/>
                  <a:pt x="38453" y="45689"/>
                </a:cubicBezTo>
                <a:cubicBezTo>
                  <a:pt x="48384" y="40296"/>
                  <a:pt x="53918" y="30789"/>
                  <a:pt x="53918" y="21425"/>
                </a:cubicBezTo>
                <a:cubicBezTo>
                  <a:pt x="53918" y="9223"/>
                  <a:pt x="42426" y="0"/>
                  <a:pt x="28663" y="0"/>
                </a:cubicBezTo>
                <a:cubicBezTo>
                  <a:pt x="17312" y="0"/>
                  <a:pt x="7238" y="6244"/>
                  <a:pt x="1845" y="15608"/>
                </a:cubicBezTo>
                <a:lnTo>
                  <a:pt x="6811" y="23270"/>
                </a:lnTo>
                <a:close/>
              </a:path>
            </a:pathLst>
          </a:custGeom>
          <a:solidFill xmlns:a="http://schemas.openxmlformats.org/drawingml/2006/main">
            <a:srgbClr val="000000"/>
          </a:solidFill>
          <a:ln xmlns:a="http://schemas.openxmlformats.org/drawingml/2006/main" w="0" cap="flat">
            <a:noFill/>
            <a:miter/>
          </a:ln>
        </p:spPr>
      </p:sp>
      <p:sp>
        <p:nvSpPr>
          <p:cNvPr id="120" name="Text 0">
            <a:extLst xmlns:a="http://schemas.openxmlformats.org/drawingml/2006/main">
              <a:ext uri="{FF2B5EF4-FFF2-40B4-BE49-F238E27FC236}">
                <a16:creationId xmlns:a16="http://schemas.microsoft.com/office/drawing/2014/main" id="{0242FD7F-3796-4A73-BF52-FB3B2708911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896050" y="2754203"/>
            <a:ext cx="57750" cy="98933"/>
          </a:xfrm>
          <a:custGeom xmlns:a="http://schemas.openxmlformats.org/drawingml/2006/main">
            <a:pathLst>
              <a:path w="57750" h="98933">
                <a:moveTo>
                  <a:pt x="57750" y="49681"/>
                </a:moveTo>
                <a:cubicBezTo>
                  <a:pt x="57750" y="40170"/>
                  <a:pt x="57324" y="29239"/>
                  <a:pt x="53634" y="19161"/>
                </a:cubicBezTo>
                <a:cubicBezTo>
                  <a:pt x="47533" y="3265"/>
                  <a:pt x="36466" y="0"/>
                  <a:pt x="28947" y="0"/>
                </a:cubicBezTo>
                <a:cubicBezTo>
                  <a:pt x="19723" y="0"/>
                  <a:pt x="10784" y="4683"/>
                  <a:pt x="5534" y="15896"/>
                </a:cubicBezTo>
                <a:cubicBezTo>
                  <a:pt x="853" y="25974"/>
                  <a:pt x="0" y="37472"/>
                  <a:pt x="0" y="49681"/>
                </a:cubicBezTo>
                <a:cubicBezTo>
                  <a:pt x="0" y="65155"/>
                  <a:pt x="1277" y="73955"/>
                  <a:pt x="5817" y="83891"/>
                </a:cubicBezTo>
                <a:cubicBezTo>
                  <a:pt x="10076" y="93259"/>
                  <a:pt x="19156" y="98933"/>
                  <a:pt x="28804" y="98933"/>
                </a:cubicBezTo>
                <a:cubicBezTo>
                  <a:pt x="38170" y="98933"/>
                  <a:pt x="47107" y="93826"/>
                  <a:pt x="51933" y="84034"/>
                </a:cubicBezTo>
                <a:cubicBezTo>
                  <a:pt x="56756" y="73955"/>
                  <a:pt x="57750" y="63591"/>
                  <a:pt x="57750" y="49681"/>
                </a:cubicBezTo>
                <a:moveTo>
                  <a:pt x="28947" y="90421"/>
                </a:moveTo>
                <a:cubicBezTo>
                  <a:pt x="10784" y="90421"/>
                  <a:pt x="10784" y="61320"/>
                  <a:pt x="10784" y="47977"/>
                </a:cubicBezTo>
                <a:cubicBezTo>
                  <a:pt x="10784" y="38750"/>
                  <a:pt x="10784" y="30092"/>
                  <a:pt x="13339" y="21999"/>
                </a:cubicBezTo>
                <a:cubicBezTo>
                  <a:pt x="16744" y="11921"/>
                  <a:pt x="22986" y="8515"/>
                  <a:pt x="28804" y="8515"/>
                </a:cubicBezTo>
                <a:cubicBezTo>
                  <a:pt x="46966" y="8515"/>
                  <a:pt x="46966" y="34918"/>
                  <a:pt x="46966" y="47977"/>
                </a:cubicBezTo>
                <a:cubicBezTo>
                  <a:pt x="46966" y="57062"/>
                  <a:pt x="46966" y="66432"/>
                  <a:pt x="44411" y="75233"/>
                </a:cubicBezTo>
                <a:cubicBezTo>
                  <a:pt x="40581" y="88860"/>
                  <a:pt x="32636" y="90421"/>
                  <a:pt x="28947" y="90421"/>
                </a:cubicBezTo>
                <a:close/>
              </a:path>
            </a:pathLst>
          </a:custGeom>
          <a:solidFill xmlns:a="http://schemas.openxmlformats.org/drawingml/2006/main">
            <a:srgbClr val="000000"/>
          </a:solidFill>
          <a:ln xmlns:a="http://schemas.openxmlformats.org/drawingml/2006/main" w="0" cap="flat">
            <a:noFill/>
            <a:miter/>
          </a:ln>
        </p:spPr>
      </p:sp>
      <p:sp>
        <p:nvSpPr>
          <p:cNvPr id="121" name="Text 0">
            <a:extLst xmlns:a="http://schemas.openxmlformats.org/drawingml/2006/main">
              <a:ext uri="{FF2B5EF4-FFF2-40B4-BE49-F238E27FC236}">
                <a16:creationId xmlns:a16="http://schemas.microsoft.com/office/drawing/2014/main" id="{E444ADF2-A800-4E24-992C-C4AB4B6D229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662353" y="2943450"/>
            <a:ext cx="57750" cy="98933"/>
          </a:xfrm>
          <a:custGeom xmlns:a="http://schemas.openxmlformats.org/drawingml/2006/main">
            <a:pathLst>
              <a:path w="57750" h="98933">
                <a:moveTo>
                  <a:pt x="57750" y="49681"/>
                </a:moveTo>
                <a:cubicBezTo>
                  <a:pt x="57750" y="40170"/>
                  <a:pt x="57324" y="29239"/>
                  <a:pt x="53634" y="19161"/>
                </a:cubicBezTo>
                <a:cubicBezTo>
                  <a:pt x="47533" y="3265"/>
                  <a:pt x="36466" y="0"/>
                  <a:pt x="28947" y="0"/>
                </a:cubicBezTo>
                <a:cubicBezTo>
                  <a:pt x="19723" y="0"/>
                  <a:pt x="10784" y="4683"/>
                  <a:pt x="5534" y="15896"/>
                </a:cubicBezTo>
                <a:cubicBezTo>
                  <a:pt x="853" y="25974"/>
                  <a:pt x="0" y="37472"/>
                  <a:pt x="0" y="49681"/>
                </a:cubicBezTo>
                <a:cubicBezTo>
                  <a:pt x="0" y="65155"/>
                  <a:pt x="1277" y="73955"/>
                  <a:pt x="5817" y="83891"/>
                </a:cubicBezTo>
                <a:cubicBezTo>
                  <a:pt x="10076" y="93259"/>
                  <a:pt x="19156" y="98933"/>
                  <a:pt x="28804" y="98933"/>
                </a:cubicBezTo>
                <a:cubicBezTo>
                  <a:pt x="38170" y="98933"/>
                  <a:pt x="47107" y="93826"/>
                  <a:pt x="51933" y="84034"/>
                </a:cubicBezTo>
                <a:cubicBezTo>
                  <a:pt x="56756" y="73955"/>
                  <a:pt x="57750" y="63591"/>
                  <a:pt x="57750" y="49681"/>
                </a:cubicBezTo>
                <a:moveTo>
                  <a:pt x="28947" y="90421"/>
                </a:moveTo>
                <a:cubicBezTo>
                  <a:pt x="10784" y="90421"/>
                  <a:pt x="10784" y="61320"/>
                  <a:pt x="10784" y="47977"/>
                </a:cubicBezTo>
                <a:cubicBezTo>
                  <a:pt x="10784" y="38750"/>
                  <a:pt x="10784" y="30092"/>
                  <a:pt x="13339" y="21999"/>
                </a:cubicBezTo>
                <a:cubicBezTo>
                  <a:pt x="16744" y="11921"/>
                  <a:pt x="22986" y="8515"/>
                  <a:pt x="28804" y="8515"/>
                </a:cubicBezTo>
                <a:cubicBezTo>
                  <a:pt x="46966" y="8515"/>
                  <a:pt x="46966" y="34918"/>
                  <a:pt x="46966" y="47977"/>
                </a:cubicBezTo>
                <a:cubicBezTo>
                  <a:pt x="46966" y="57062"/>
                  <a:pt x="46966" y="66432"/>
                  <a:pt x="44411" y="75233"/>
                </a:cubicBezTo>
                <a:cubicBezTo>
                  <a:pt x="40581" y="88860"/>
                  <a:pt x="32636" y="90421"/>
                  <a:pt x="28947" y="90421"/>
                </a:cubicBezTo>
                <a:close/>
              </a:path>
            </a:pathLst>
          </a:custGeom>
          <a:solidFill xmlns:a="http://schemas.openxmlformats.org/drawingml/2006/main">
            <a:srgbClr val="000000"/>
          </a:solidFill>
          <a:ln xmlns:a="http://schemas.openxmlformats.org/drawingml/2006/main" w="0" cap="flat">
            <a:noFill/>
            <a:miter/>
          </a:ln>
        </p:spPr>
      </p:sp>
      <p:sp>
        <p:nvSpPr>
          <p:cNvPr id="122" name="Text 1">
            <a:extLst xmlns:a="http://schemas.openxmlformats.org/drawingml/2006/main">
              <a:ext uri="{FF2B5EF4-FFF2-40B4-BE49-F238E27FC236}">
                <a16:creationId xmlns:a16="http://schemas.microsoft.com/office/drawing/2014/main" id="{CF8E9662-2548-4818-B4DB-CC2513C6C8E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322072" y="3006532"/>
            <a:ext cx="46540" cy="95885"/>
          </a:xfrm>
          <a:custGeom xmlns:a="http://schemas.openxmlformats.org/drawingml/2006/main">
            <a:pathLst>
              <a:path w="46540" h="95885">
                <a:moveTo>
                  <a:pt x="29228" y="0"/>
                </a:moveTo>
                <a:lnTo>
                  <a:pt x="26533" y="0"/>
                </a:lnTo>
                <a:cubicBezTo>
                  <a:pt x="24261" y="2271"/>
                  <a:pt x="17452" y="8944"/>
                  <a:pt x="2128" y="9227"/>
                </a:cubicBezTo>
                <a:cubicBezTo>
                  <a:pt x="141" y="9227"/>
                  <a:pt x="0" y="9368"/>
                  <a:pt x="0" y="11923"/>
                </a:cubicBezTo>
                <a:lnTo>
                  <a:pt x="0" y="17597"/>
                </a:lnTo>
                <a:cubicBezTo>
                  <a:pt x="8654" y="17597"/>
                  <a:pt x="15181" y="15469"/>
                  <a:pt x="18160" y="14194"/>
                </a:cubicBezTo>
                <a:lnTo>
                  <a:pt x="18160" y="87656"/>
                </a:lnTo>
                <a:lnTo>
                  <a:pt x="851" y="87656"/>
                </a:lnTo>
                <a:lnTo>
                  <a:pt x="851" y="95885"/>
                </a:lnTo>
                <a:lnTo>
                  <a:pt x="46540" y="95885"/>
                </a:lnTo>
                <a:lnTo>
                  <a:pt x="46540" y="87656"/>
                </a:lnTo>
                <a:lnTo>
                  <a:pt x="29228" y="87656"/>
                </a:lnTo>
                <a:lnTo>
                  <a:pt x="29228" y="0"/>
                </a:lnTo>
                <a:close/>
              </a:path>
            </a:pathLst>
          </a:custGeom>
          <a:solidFill xmlns:a="http://schemas.openxmlformats.org/drawingml/2006/main">
            <a:srgbClr val="000000"/>
          </a:solidFill>
          <a:ln xmlns:a="http://schemas.openxmlformats.org/drawingml/2006/main" w="0" cap="flat">
            <a:noFill/>
            <a:miter/>
          </a:ln>
        </p:spPr>
      </p:sp>
      <p:sp>
        <p:nvSpPr>
          <p:cNvPr id="123" name="Text 0">
            <a:extLst xmlns:a="http://schemas.openxmlformats.org/drawingml/2006/main">
              <a:ext uri="{FF2B5EF4-FFF2-40B4-BE49-F238E27FC236}">
                <a16:creationId xmlns:a16="http://schemas.microsoft.com/office/drawing/2014/main" id="{DD2A19FB-504E-4358-9D8A-95D7364E627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832968" y="2154922"/>
            <a:ext cx="57750" cy="98933"/>
          </a:xfrm>
          <a:custGeom xmlns:a="http://schemas.openxmlformats.org/drawingml/2006/main">
            <a:pathLst>
              <a:path w="57750" h="98933">
                <a:moveTo>
                  <a:pt x="57750" y="49681"/>
                </a:moveTo>
                <a:cubicBezTo>
                  <a:pt x="57750" y="40170"/>
                  <a:pt x="57324" y="29239"/>
                  <a:pt x="53634" y="19161"/>
                </a:cubicBezTo>
                <a:cubicBezTo>
                  <a:pt x="47533" y="3265"/>
                  <a:pt x="36466" y="0"/>
                  <a:pt x="28947" y="0"/>
                </a:cubicBezTo>
                <a:cubicBezTo>
                  <a:pt x="19723" y="0"/>
                  <a:pt x="10784" y="4683"/>
                  <a:pt x="5534" y="15896"/>
                </a:cubicBezTo>
                <a:cubicBezTo>
                  <a:pt x="853" y="25974"/>
                  <a:pt x="0" y="37472"/>
                  <a:pt x="0" y="49681"/>
                </a:cubicBezTo>
                <a:cubicBezTo>
                  <a:pt x="0" y="65155"/>
                  <a:pt x="1277" y="73955"/>
                  <a:pt x="5817" y="83891"/>
                </a:cubicBezTo>
                <a:cubicBezTo>
                  <a:pt x="10076" y="93259"/>
                  <a:pt x="19156" y="98933"/>
                  <a:pt x="28804" y="98933"/>
                </a:cubicBezTo>
                <a:cubicBezTo>
                  <a:pt x="38170" y="98933"/>
                  <a:pt x="47107" y="93826"/>
                  <a:pt x="51933" y="84034"/>
                </a:cubicBezTo>
                <a:cubicBezTo>
                  <a:pt x="56756" y="73955"/>
                  <a:pt x="57750" y="63591"/>
                  <a:pt x="57750" y="49681"/>
                </a:cubicBezTo>
                <a:moveTo>
                  <a:pt x="28947" y="90421"/>
                </a:moveTo>
                <a:cubicBezTo>
                  <a:pt x="10784" y="90421"/>
                  <a:pt x="10784" y="61320"/>
                  <a:pt x="10784" y="47977"/>
                </a:cubicBezTo>
                <a:cubicBezTo>
                  <a:pt x="10784" y="38750"/>
                  <a:pt x="10784" y="30092"/>
                  <a:pt x="13339" y="21999"/>
                </a:cubicBezTo>
                <a:cubicBezTo>
                  <a:pt x="16744" y="11921"/>
                  <a:pt x="22986" y="8515"/>
                  <a:pt x="28804" y="8515"/>
                </a:cubicBezTo>
                <a:cubicBezTo>
                  <a:pt x="46966" y="8515"/>
                  <a:pt x="46966" y="34918"/>
                  <a:pt x="46966" y="47977"/>
                </a:cubicBezTo>
                <a:cubicBezTo>
                  <a:pt x="46966" y="57062"/>
                  <a:pt x="46966" y="66432"/>
                  <a:pt x="44411" y="75233"/>
                </a:cubicBezTo>
                <a:cubicBezTo>
                  <a:pt x="40581" y="88860"/>
                  <a:pt x="32636" y="90421"/>
                  <a:pt x="28947" y="90421"/>
                </a:cubicBezTo>
                <a:close/>
              </a:path>
            </a:pathLst>
          </a:custGeom>
          <a:solidFill xmlns:a="http://schemas.openxmlformats.org/drawingml/2006/main">
            <a:srgbClr val="000000"/>
          </a:solidFill>
          <a:ln xmlns:a="http://schemas.openxmlformats.org/drawingml/2006/main" w="0" cap="flat">
            <a:noFill/>
            <a:miter/>
          </a:ln>
        </p:spPr>
      </p:sp>
      <p:sp>
        <p:nvSpPr>
          <p:cNvPr id="124" name="Text 0">
            <a:extLst xmlns:a="http://schemas.openxmlformats.org/drawingml/2006/main">
              <a:ext uri="{FF2B5EF4-FFF2-40B4-BE49-F238E27FC236}">
                <a16:creationId xmlns:a16="http://schemas.microsoft.com/office/drawing/2014/main" id="{805C8413-6A3F-4A1C-BB67-F45A7165268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927591" y="2564956"/>
            <a:ext cx="57750" cy="98933"/>
          </a:xfrm>
          <a:custGeom xmlns:a="http://schemas.openxmlformats.org/drawingml/2006/main">
            <a:pathLst>
              <a:path w="57750" h="98933">
                <a:moveTo>
                  <a:pt x="57750" y="49681"/>
                </a:moveTo>
                <a:cubicBezTo>
                  <a:pt x="57750" y="40170"/>
                  <a:pt x="57324" y="29239"/>
                  <a:pt x="53634" y="19161"/>
                </a:cubicBezTo>
                <a:cubicBezTo>
                  <a:pt x="47533" y="3265"/>
                  <a:pt x="36466" y="0"/>
                  <a:pt x="28947" y="0"/>
                </a:cubicBezTo>
                <a:cubicBezTo>
                  <a:pt x="19723" y="0"/>
                  <a:pt x="10784" y="4683"/>
                  <a:pt x="5534" y="15896"/>
                </a:cubicBezTo>
                <a:cubicBezTo>
                  <a:pt x="853" y="25974"/>
                  <a:pt x="0" y="37472"/>
                  <a:pt x="0" y="49681"/>
                </a:cubicBezTo>
                <a:cubicBezTo>
                  <a:pt x="0" y="65155"/>
                  <a:pt x="1277" y="73955"/>
                  <a:pt x="5817" y="83891"/>
                </a:cubicBezTo>
                <a:cubicBezTo>
                  <a:pt x="10076" y="93259"/>
                  <a:pt x="19156" y="98933"/>
                  <a:pt x="28804" y="98933"/>
                </a:cubicBezTo>
                <a:cubicBezTo>
                  <a:pt x="38170" y="98933"/>
                  <a:pt x="47107" y="93826"/>
                  <a:pt x="51933" y="84034"/>
                </a:cubicBezTo>
                <a:cubicBezTo>
                  <a:pt x="56756" y="73955"/>
                  <a:pt x="57750" y="63591"/>
                  <a:pt x="57750" y="49681"/>
                </a:cubicBezTo>
                <a:moveTo>
                  <a:pt x="28947" y="90421"/>
                </a:moveTo>
                <a:cubicBezTo>
                  <a:pt x="10784" y="90421"/>
                  <a:pt x="10784" y="61320"/>
                  <a:pt x="10784" y="47977"/>
                </a:cubicBezTo>
                <a:cubicBezTo>
                  <a:pt x="10784" y="38750"/>
                  <a:pt x="10784" y="30092"/>
                  <a:pt x="13339" y="21999"/>
                </a:cubicBezTo>
                <a:cubicBezTo>
                  <a:pt x="16744" y="11921"/>
                  <a:pt x="22986" y="8515"/>
                  <a:pt x="28804" y="8515"/>
                </a:cubicBezTo>
                <a:cubicBezTo>
                  <a:pt x="46966" y="8515"/>
                  <a:pt x="46966" y="34918"/>
                  <a:pt x="46966" y="47977"/>
                </a:cubicBezTo>
                <a:cubicBezTo>
                  <a:pt x="46966" y="57062"/>
                  <a:pt x="46966" y="66432"/>
                  <a:pt x="44411" y="75233"/>
                </a:cubicBezTo>
                <a:cubicBezTo>
                  <a:pt x="40581" y="88860"/>
                  <a:pt x="32636" y="90421"/>
                  <a:pt x="28947" y="90421"/>
                </a:cubicBezTo>
                <a:close/>
              </a:path>
            </a:pathLst>
          </a:custGeom>
          <a:solidFill xmlns:a="http://schemas.openxmlformats.org/drawingml/2006/main">
            <a:srgbClr val="000000"/>
          </a:solidFill>
          <a:ln xmlns:a="http://schemas.openxmlformats.org/drawingml/2006/main" w="0" cap="flat">
            <a:noFill/>
            <a:miter/>
          </a:ln>
        </p:spPr>
      </p:sp>
      <p:sp>
        <p:nvSpPr>
          <p:cNvPr id="125" name="Text 0">
            <a:extLst xmlns:a="http://schemas.openxmlformats.org/drawingml/2006/main">
              <a:ext uri="{FF2B5EF4-FFF2-40B4-BE49-F238E27FC236}">
                <a16:creationId xmlns:a16="http://schemas.microsoft.com/office/drawing/2014/main" id="{C91D89FC-8AAB-4DF6-8E26-2A2067476BD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820059" y="2564956"/>
            <a:ext cx="57750" cy="98933"/>
          </a:xfrm>
          <a:custGeom xmlns:a="http://schemas.openxmlformats.org/drawingml/2006/main">
            <a:pathLst>
              <a:path w="57750" h="98933">
                <a:moveTo>
                  <a:pt x="57750" y="49681"/>
                </a:moveTo>
                <a:cubicBezTo>
                  <a:pt x="57750" y="40170"/>
                  <a:pt x="57324" y="29239"/>
                  <a:pt x="53634" y="19161"/>
                </a:cubicBezTo>
                <a:cubicBezTo>
                  <a:pt x="47533" y="3265"/>
                  <a:pt x="36466" y="0"/>
                  <a:pt x="28947" y="0"/>
                </a:cubicBezTo>
                <a:cubicBezTo>
                  <a:pt x="19723" y="0"/>
                  <a:pt x="10784" y="4683"/>
                  <a:pt x="5534" y="15896"/>
                </a:cubicBezTo>
                <a:cubicBezTo>
                  <a:pt x="853" y="25974"/>
                  <a:pt x="0" y="37472"/>
                  <a:pt x="0" y="49681"/>
                </a:cubicBezTo>
                <a:cubicBezTo>
                  <a:pt x="0" y="65155"/>
                  <a:pt x="1277" y="73955"/>
                  <a:pt x="5817" y="83891"/>
                </a:cubicBezTo>
                <a:cubicBezTo>
                  <a:pt x="10076" y="93259"/>
                  <a:pt x="19156" y="98933"/>
                  <a:pt x="28804" y="98933"/>
                </a:cubicBezTo>
                <a:cubicBezTo>
                  <a:pt x="38170" y="98933"/>
                  <a:pt x="47107" y="93826"/>
                  <a:pt x="51933" y="84034"/>
                </a:cubicBezTo>
                <a:cubicBezTo>
                  <a:pt x="56756" y="73955"/>
                  <a:pt x="57750" y="63591"/>
                  <a:pt x="57750" y="49681"/>
                </a:cubicBezTo>
                <a:moveTo>
                  <a:pt x="28947" y="90421"/>
                </a:moveTo>
                <a:cubicBezTo>
                  <a:pt x="10784" y="90421"/>
                  <a:pt x="10784" y="61320"/>
                  <a:pt x="10784" y="47977"/>
                </a:cubicBezTo>
                <a:cubicBezTo>
                  <a:pt x="10784" y="38750"/>
                  <a:pt x="10784" y="30092"/>
                  <a:pt x="13339" y="21999"/>
                </a:cubicBezTo>
                <a:cubicBezTo>
                  <a:pt x="16744" y="11921"/>
                  <a:pt x="22986" y="8515"/>
                  <a:pt x="28804" y="8515"/>
                </a:cubicBezTo>
                <a:cubicBezTo>
                  <a:pt x="46966" y="8515"/>
                  <a:pt x="46966" y="34918"/>
                  <a:pt x="46966" y="47977"/>
                </a:cubicBezTo>
                <a:cubicBezTo>
                  <a:pt x="46966" y="57062"/>
                  <a:pt x="46966" y="66432"/>
                  <a:pt x="44411" y="75233"/>
                </a:cubicBezTo>
                <a:cubicBezTo>
                  <a:pt x="40581" y="88860"/>
                  <a:pt x="32636" y="90421"/>
                  <a:pt x="28947" y="90421"/>
                </a:cubicBezTo>
                <a:close/>
              </a:path>
            </a:pathLst>
          </a:custGeom>
          <a:solidFill xmlns:a="http://schemas.openxmlformats.org/drawingml/2006/main">
            <a:srgbClr val="000000"/>
          </a:solidFill>
          <a:ln xmlns:a="http://schemas.openxmlformats.org/drawingml/2006/main" w="0" cap="flat">
            <a:noFill/>
            <a:miter/>
          </a:ln>
        </p:spPr>
      </p:sp>
      <p:sp>
        <p:nvSpPr>
          <p:cNvPr id="126" name="Text 4">
            <a:extLst xmlns:a="http://schemas.openxmlformats.org/drawingml/2006/main">
              <a:ext uri="{FF2B5EF4-FFF2-40B4-BE49-F238E27FC236}">
                <a16:creationId xmlns:a16="http://schemas.microsoft.com/office/drawing/2014/main" id="{4E85D757-D3E1-474A-897B-C7B85371E2D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597286" y="2473243"/>
            <a:ext cx="61721" cy="92975"/>
          </a:xfrm>
          <a:custGeom xmlns:a="http://schemas.openxmlformats.org/drawingml/2006/main">
            <a:pathLst>
              <a:path w="61721" h="92975">
                <a:moveTo>
                  <a:pt x="47958" y="68588"/>
                </a:moveTo>
                <a:lnTo>
                  <a:pt x="61721" y="68588"/>
                </a:lnTo>
                <a:lnTo>
                  <a:pt x="61721" y="60075"/>
                </a:lnTo>
                <a:lnTo>
                  <a:pt x="47958" y="60075"/>
                </a:lnTo>
                <a:lnTo>
                  <a:pt x="47958" y="0"/>
                </a:lnTo>
                <a:lnTo>
                  <a:pt x="35188" y="0"/>
                </a:lnTo>
                <a:lnTo>
                  <a:pt x="0" y="60075"/>
                </a:lnTo>
                <a:lnTo>
                  <a:pt x="0" y="68588"/>
                </a:lnTo>
                <a:lnTo>
                  <a:pt x="36749" y="68588"/>
                </a:lnTo>
                <a:lnTo>
                  <a:pt x="36749" y="92975"/>
                </a:lnTo>
                <a:lnTo>
                  <a:pt x="47958" y="92975"/>
                </a:lnTo>
                <a:lnTo>
                  <a:pt x="47958" y="68588"/>
                </a:lnTo>
                <a:moveTo>
                  <a:pt x="10925" y="60075"/>
                </a:moveTo>
                <a:cubicBezTo>
                  <a:pt x="15040" y="52833"/>
                  <a:pt x="20574" y="43742"/>
                  <a:pt x="26533" y="32380"/>
                </a:cubicBezTo>
                <a:cubicBezTo>
                  <a:pt x="28236" y="29113"/>
                  <a:pt x="37459" y="11646"/>
                  <a:pt x="37459" y="6389"/>
                </a:cubicBezTo>
                <a:lnTo>
                  <a:pt x="37459" y="60075"/>
                </a:lnTo>
                <a:lnTo>
                  <a:pt x="10925" y="60075"/>
                </a:lnTo>
                <a:close/>
              </a:path>
            </a:pathLst>
          </a:custGeom>
          <a:solidFill xmlns:a="http://schemas.openxmlformats.org/drawingml/2006/main">
            <a:srgbClr val="000000"/>
          </a:solidFill>
          <a:ln xmlns:a="http://schemas.openxmlformats.org/drawingml/2006/main" w="0" cap="flat">
            <a:noFill/>
            <a:miter/>
          </a:ln>
        </p:spPr>
      </p:sp>
      <p:sp>
        <p:nvSpPr>
          <p:cNvPr id="127" name="Text 6">
            <a:extLst xmlns:a="http://schemas.openxmlformats.org/drawingml/2006/main">
              <a:ext uri="{FF2B5EF4-FFF2-40B4-BE49-F238E27FC236}">
                <a16:creationId xmlns:a16="http://schemas.microsoft.com/office/drawing/2014/main" id="{1C4D31A7-D1AC-4747-93DE-763DE94B255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116980" y="1524099"/>
            <a:ext cx="57464" cy="98933"/>
          </a:xfrm>
          <a:custGeom xmlns:a="http://schemas.openxmlformats.org/drawingml/2006/main">
            <a:pathLst>
              <a:path w="57464" h="98933">
                <a:moveTo>
                  <a:pt x="51790" y="2838"/>
                </a:moveTo>
                <a:cubicBezTo>
                  <a:pt x="45972" y="710"/>
                  <a:pt x="41857" y="0"/>
                  <a:pt x="36890" y="0"/>
                </a:cubicBezTo>
                <a:cubicBezTo>
                  <a:pt x="17736" y="0"/>
                  <a:pt x="0" y="19708"/>
                  <a:pt x="0" y="50216"/>
                </a:cubicBezTo>
                <a:cubicBezTo>
                  <a:pt x="0" y="90988"/>
                  <a:pt x="17736" y="98933"/>
                  <a:pt x="28944" y="98933"/>
                </a:cubicBezTo>
                <a:cubicBezTo>
                  <a:pt x="37459" y="98933"/>
                  <a:pt x="43561" y="95530"/>
                  <a:pt x="49094" y="89000"/>
                </a:cubicBezTo>
                <a:cubicBezTo>
                  <a:pt x="55479" y="81330"/>
                  <a:pt x="57464" y="74650"/>
                  <a:pt x="57464" y="64423"/>
                </a:cubicBezTo>
                <a:cubicBezTo>
                  <a:pt x="57464" y="46236"/>
                  <a:pt x="48101" y="30761"/>
                  <a:pt x="35188" y="30761"/>
                </a:cubicBezTo>
                <a:cubicBezTo>
                  <a:pt x="24688" y="30761"/>
                  <a:pt x="16742" y="35870"/>
                  <a:pt x="11492" y="42259"/>
                </a:cubicBezTo>
                <a:cubicBezTo>
                  <a:pt x="13053" y="21267"/>
                  <a:pt x="23127" y="8089"/>
                  <a:pt x="37174" y="8089"/>
                </a:cubicBezTo>
                <a:cubicBezTo>
                  <a:pt x="43277" y="8089"/>
                  <a:pt x="47674" y="9507"/>
                  <a:pt x="51790" y="11065"/>
                </a:cubicBezTo>
                <a:lnTo>
                  <a:pt x="51790" y="2838"/>
                </a:lnTo>
                <a:moveTo>
                  <a:pt x="11635" y="64990"/>
                </a:moveTo>
                <a:cubicBezTo>
                  <a:pt x="11635" y="63853"/>
                  <a:pt x="11635" y="62007"/>
                  <a:pt x="11778" y="61013"/>
                </a:cubicBezTo>
                <a:cubicBezTo>
                  <a:pt x="11778" y="51067"/>
                  <a:pt x="17452" y="39276"/>
                  <a:pt x="29654" y="39276"/>
                </a:cubicBezTo>
                <a:cubicBezTo>
                  <a:pt x="34337" y="39276"/>
                  <a:pt x="38878" y="40553"/>
                  <a:pt x="42991" y="47657"/>
                </a:cubicBezTo>
                <a:cubicBezTo>
                  <a:pt x="46113" y="53340"/>
                  <a:pt x="46256" y="59023"/>
                  <a:pt x="46256" y="64564"/>
                </a:cubicBezTo>
                <a:cubicBezTo>
                  <a:pt x="46256" y="70390"/>
                  <a:pt x="46256" y="76497"/>
                  <a:pt x="42000" y="82891"/>
                </a:cubicBezTo>
                <a:cubicBezTo>
                  <a:pt x="39445" y="86727"/>
                  <a:pt x="35898" y="90421"/>
                  <a:pt x="28944" y="90421"/>
                </a:cubicBezTo>
                <a:cubicBezTo>
                  <a:pt x="14190" y="90421"/>
                  <a:pt x="12061" y="69537"/>
                  <a:pt x="11635" y="64990"/>
                </a:cubicBezTo>
                <a:close/>
              </a:path>
            </a:pathLst>
          </a:custGeom>
          <a:solidFill xmlns:a="http://schemas.openxmlformats.org/drawingml/2006/main">
            <a:srgbClr val="000000"/>
          </a:solidFill>
          <a:ln xmlns:a="http://schemas.openxmlformats.org/drawingml/2006/main" w="0" cap="flat">
            <a:noFill/>
            <a:miter/>
          </a:ln>
        </p:spPr>
      </p:sp>
      <p:sp>
        <p:nvSpPr>
          <p:cNvPr id="128" name="Text 1">
            <a:extLst xmlns:a="http://schemas.openxmlformats.org/drawingml/2006/main">
              <a:ext uri="{FF2B5EF4-FFF2-40B4-BE49-F238E27FC236}">
                <a16:creationId xmlns:a16="http://schemas.microsoft.com/office/drawing/2014/main" id="{C3FFD989-468F-4874-84DA-60B6F68039A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344296" y="2943450"/>
            <a:ext cx="46540" cy="95885"/>
          </a:xfrm>
          <a:custGeom xmlns:a="http://schemas.openxmlformats.org/drawingml/2006/main">
            <a:pathLst>
              <a:path w="46540" h="95885">
                <a:moveTo>
                  <a:pt x="29228" y="0"/>
                </a:moveTo>
                <a:lnTo>
                  <a:pt x="26533" y="0"/>
                </a:lnTo>
                <a:cubicBezTo>
                  <a:pt x="24261" y="2271"/>
                  <a:pt x="17452" y="8944"/>
                  <a:pt x="2128" y="9227"/>
                </a:cubicBezTo>
                <a:cubicBezTo>
                  <a:pt x="141" y="9227"/>
                  <a:pt x="0" y="9368"/>
                  <a:pt x="0" y="11923"/>
                </a:cubicBezTo>
                <a:lnTo>
                  <a:pt x="0" y="17597"/>
                </a:lnTo>
                <a:cubicBezTo>
                  <a:pt x="8654" y="17597"/>
                  <a:pt x="15181" y="15469"/>
                  <a:pt x="18160" y="14194"/>
                </a:cubicBezTo>
                <a:lnTo>
                  <a:pt x="18160" y="87656"/>
                </a:lnTo>
                <a:lnTo>
                  <a:pt x="851" y="87656"/>
                </a:lnTo>
                <a:lnTo>
                  <a:pt x="851" y="95885"/>
                </a:lnTo>
                <a:lnTo>
                  <a:pt x="46540" y="95885"/>
                </a:lnTo>
                <a:lnTo>
                  <a:pt x="46540" y="87656"/>
                </a:lnTo>
                <a:lnTo>
                  <a:pt x="29228" y="87656"/>
                </a:lnTo>
                <a:lnTo>
                  <a:pt x="29228" y="0"/>
                </a:lnTo>
                <a:close/>
              </a:path>
            </a:pathLst>
          </a:custGeom>
          <a:solidFill xmlns:a="http://schemas.openxmlformats.org/drawingml/2006/main">
            <a:srgbClr val="000000"/>
          </a:solidFill>
          <a:ln xmlns:a="http://schemas.openxmlformats.org/drawingml/2006/main" w="0" cap="flat">
            <a:noFill/>
            <a:miter/>
          </a:ln>
        </p:spPr>
      </p:sp>
      <p:sp>
        <p:nvSpPr>
          <p:cNvPr id="129" name="Text 0">
            <a:extLst xmlns:a="http://schemas.openxmlformats.org/drawingml/2006/main">
              <a:ext uri="{FF2B5EF4-FFF2-40B4-BE49-F238E27FC236}">
                <a16:creationId xmlns:a16="http://schemas.microsoft.com/office/drawing/2014/main" id="{F07CE29C-C6CC-4561-A821-A5C786F35AE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306084" y="1461017"/>
            <a:ext cx="57750" cy="98933"/>
          </a:xfrm>
          <a:custGeom xmlns:a="http://schemas.openxmlformats.org/drawingml/2006/main">
            <a:pathLst>
              <a:path w="57750" h="98933">
                <a:moveTo>
                  <a:pt x="57750" y="49681"/>
                </a:moveTo>
                <a:cubicBezTo>
                  <a:pt x="57750" y="40170"/>
                  <a:pt x="57324" y="29239"/>
                  <a:pt x="53634" y="19161"/>
                </a:cubicBezTo>
                <a:cubicBezTo>
                  <a:pt x="47533" y="3265"/>
                  <a:pt x="36466" y="0"/>
                  <a:pt x="28947" y="0"/>
                </a:cubicBezTo>
                <a:cubicBezTo>
                  <a:pt x="19723" y="0"/>
                  <a:pt x="10784" y="4683"/>
                  <a:pt x="5534" y="15896"/>
                </a:cubicBezTo>
                <a:cubicBezTo>
                  <a:pt x="853" y="25974"/>
                  <a:pt x="0" y="37472"/>
                  <a:pt x="0" y="49681"/>
                </a:cubicBezTo>
                <a:cubicBezTo>
                  <a:pt x="0" y="65155"/>
                  <a:pt x="1277" y="73955"/>
                  <a:pt x="5817" y="83891"/>
                </a:cubicBezTo>
                <a:cubicBezTo>
                  <a:pt x="10076" y="93259"/>
                  <a:pt x="19156" y="98933"/>
                  <a:pt x="28804" y="98933"/>
                </a:cubicBezTo>
                <a:cubicBezTo>
                  <a:pt x="38170" y="98933"/>
                  <a:pt x="47107" y="93826"/>
                  <a:pt x="51933" y="84034"/>
                </a:cubicBezTo>
                <a:cubicBezTo>
                  <a:pt x="56756" y="73955"/>
                  <a:pt x="57750" y="63591"/>
                  <a:pt x="57750" y="49681"/>
                </a:cubicBezTo>
                <a:moveTo>
                  <a:pt x="28947" y="90421"/>
                </a:moveTo>
                <a:cubicBezTo>
                  <a:pt x="10784" y="90421"/>
                  <a:pt x="10784" y="61320"/>
                  <a:pt x="10784" y="47977"/>
                </a:cubicBezTo>
                <a:cubicBezTo>
                  <a:pt x="10784" y="38750"/>
                  <a:pt x="10784" y="30092"/>
                  <a:pt x="13339" y="21999"/>
                </a:cubicBezTo>
                <a:cubicBezTo>
                  <a:pt x="16744" y="11921"/>
                  <a:pt x="22986" y="8515"/>
                  <a:pt x="28804" y="8515"/>
                </a:cubicBezTo>
                <a:cubicBezTo>
                  <a:pt x="46966" y="8515"/>
                  <a:pt x="46966" y="34918"/>
                  <a:pt x="46966" y="47977"/>
                </a:cubicBezTo>
                <a:cubicBezTo>
                  <a:pt x="46966" y="57062"/>
                  <a:pt x="46966" y="66432"/>
                  <a:pt x="44411" y="75233"/>
                </a:cubicBezTo>
                <a:cubicBezTo>
                  <a:pt x="40581" y="88860"/>
                  <a:pt x="32636" y="90421"/>
                  <a:pt x="28947" y="90421"/>
                </a:cubicBezTo>
                <a:close/>
              </a:path>
            </a:pathLst>
          </a:custGeom>
          <a:solidFill xmlns:a="http://schemas.openxmlformats.org/drawingml/2006/main">
            <a:srgbClr val="000000"/>
          </a:solidFill>
          <a:ln xmlns:a="http://schemas.openxmlformats.org/drawingml/2006/main" w="0" cap="flat">
            <a:noFill/>
            <a:miter/>
          </a:ln>
        </p:spPr>
      </p:sp>
      <p:sp>
        <p:nvSpPr>
          <p:cNvPr id="130" name="Text 0">
            <a:extLst xmlns:a="http://schemas.openxmlformats.org/drawingml/2006/main">
              <a:ext uri="{FF2B5EF4-FFF2-40B4-BE49-F238E27FC236}">
                <a16:creationId xmlns:a16="http://schemas.microsoft.com/office/drawing/2014/main" id="{43979608-D037-41FC-B0E3-49CFDBE1AFA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873825" y="3038073"/>
            <a:ext cx="57750" cy="98933"/>
          </a:xfrm>
          <a:custGeom xmlns:a="http://schemas.openxmlformats.org/drawingml/2006/main">
            <a:pathLst>
              <a:path w="57750" h="98933">
                <a:moveTo>
                  <a:pt x="57750" y="49681"/>
                </a:moveTo>
                <a:cubicBezTo>
                  <a:pt x="57750" y="40170"/>
                  <a:pt x="57324" y="29239"/>
                  <a:pt x="53634" y="19161"/>
                </a:cubicBezTo>
                <a:cubicBezTo>
                  <a:pt x="47533" y="3265"/>
                  <a:pt x="36466" y="0"/>
                  <a:pt x="28947" y="0"/>
                </a:cubicBezTo>
                <a:cubicBezTo>
                  <a:pt x="19723" y="0"/>
                  <a:pt x="10784" y="4683"/>
                  <a:pt x="5534" y="15896"/>
                </a:cubicBezTo>
                <a:cubicBezTo>
                  <a:pt x="853" y="25974"/>
                  <a:pt x="0" y="37472"/>
                  <a:pt x="0" y="49681"/>
                </a:cubicBezTo>
                <a:cubicBezTo>
                  <a:pt x="0" y="65155"/>
                  <a:pt x="1277" y="73955"/>
                  <a:pt x="5817" y="83891"/>
                </a:cubicBezTo>
                <a:cubicBezTo>
                  <a:pt x="10076" y="93259"/>
                  <a:pt x="19156" y="98933"/>
                  <a:pt x="28804" y="98933"/>
                </a:cubicBezTo>
                <a:cubicBezTo>
                  <a:pt x="38170" y="98933"/>
                  <a:pt x="47107" y="93826"/>
                  <a:pt x="51933" y="84034"/>
                </a:cubicBezTo>
                <a:cubicBezTo>
                  <a:pt x="56756" y="73955"/>
                  <a:pt x="57750" y="63591"/>
                  <a:pt x="57750" y="49681"/>
                </a:cubicBezTo>
                <a:moveTo>
                  <a:pt x="28947" y="90421"/>
                </a:moveTo>
                <a:cubicBezTo>
                  <a:pt x="10784" y="90421"/>
                  <a:pt x="10784" y="61320"/>
                  <a:pt x="10784" y="47977"/>
                </a:cubicBezTo>
                <a:cubicBezTo>
                  <a:pt x="10784" y="38750"/>
                  <a:pt x="10784" y="30092"/>
                  <a:pt x="13339" y="21999"/>
                </a:cubicBezTo>
                <a:cubicBezTo>
                  <a:pt x="16744" y="11921"/>
                  <a:pt x="22986" y="8515"/>
                  <a:pt x="28804" y="8515"/>
                </a:cubicBezTo>
                <a:cubicBezTo>
                  <a:pt x="46966" y="8515"/>
                  <a:pt x="46966" y="34918"/>
                  <a:pt x="46966" y="47977"/>
                </a:cubicBezTo>
                <a:cubicBezTo>
                  <a:pt x="46966" y="57062"/>
                  <a:pt x="46966" y="66432"/>
                  <a:pt x="44411" y="75233"/>
                </a:cubicBezTo>
                <a:cubicBezTo>
                  <a:pt x="40581" y="88860"/>
                  <a:pt x="32636" y="90421"/>
                  <a:pt x="28947" y="90421"/>
                </a:cubicBezTo>
                <a:close/>
              </a:path>
            </a:pathLst>
          </a:custGeom>
          <a:solidFill xmlns:a="http://schemas.openxmlformats.org/drawingml/2006/main">
            <a:srgbClr val="000000"/>
          </a:solidFill>
          <a:ln xmlns:a="http://schemas.openxmlformats.org/drawingml/2006/main" w="0" cap="flat">
            <a:noFill/>
            <a:miter/>
          </a:ln>
        </p:spPr>
      </p:sp>
      <p:sp>
        <p:nvSpPr>
          <p:cNvPr id="131" name="Text 1">
            <a:extLst xmlns:a="http://schemas.openxmlformats.org/drawingml/2006/main">
              <a:ext uri="{FF2B5EF4-FFF2-40B4-BE49-F238E27FC236}">
                <a16:creationId xmlns:a16="http://schemas.microsoft.com/office/drawing/2014/main" id="{B2D4B132-341C-4FEF-B522-8313560255C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060426" y="1902592"/>
            <a:ext cx="46540" cy="95885"/>
          </a:xfrm>
          <a:custGeom xmlns:a="http://schemas.openxmlformats.org/drawingml/2006/main">
            <a:pathLst>
              <a:path w="46540" h="95885">
                <a:moveTo>
                  <a:pt x="29228" y="0"/>
                </a:moveTo>
                <a:lnTo>
                  <a:pt x="26533" y="0"/>
                </a:lnTo>
                <a:cubicBezTo>
                  <a:pt x="24261" y="2271"/>
                  <a:pt x="17452" y="8944"/>
                  <a:pt x="2128" y="9227"/>
                </a:cubicBezTo>
                <a:cubicBezTo>
                  <a:pt x="141" y="9227"/>
                  <a:pt x="0" y="9368"/>
                  <a:pt x="0" y="11923"/>
                </a:cubicBezTo>
                <a:lnTo>
                  <a:pt x="0" y="17597"/>
                </a:lnTo>
                <a:cubicBezTo>
                  <a:pt x="8654" y="17597"/>
                  <a:pt x="15181" y="15469"/>
                  <a:pt x="18160" y="14194"/>
                </a:cubicBezTo>
                <a:lnTo>
                  <a:pt x="18160" y="87656"/>
                </a:lnTo>
                <a:lnTo>
                  <a:pt x="851" y="87656"/>
                </a:lnTo>
                <a:lnTo>
                  <a:pt x="851" y="95885"/>
                </a:lnTo>
                <a:lnTo>
                  <a:pt x="46540" y="95885"/>
                </a:lnTo>
                <a:lnTo>
                  <a:pt x="46540" y="87656"/>
                </a:lnTo>
                <a:lnTo>
                  <a:pt x="29228" y="87656"/>
                </a:lnTo>
                <a:lnTo>
                  <a:pt x="29228" y="0"/>
                </a:lnTo>
                <a:close/>
              </a:path>
            </a:pathLst>
          </a:custGeom>
          <a:solidFill xmlns:a="http://schemas.openxmlformats.org/drawingml/2006/main">
            <a:srgbClr val="000000"/>
          </a:solidFill>
          <a:ln xmlns:a="http://schemas.openxmlformats.org/drawingml/2006/main" w="0" cap="flat">
            <a:noFill/>
            <a:miter/>
          </a:ln>
        </p:spPr>
      </p:sp>
      <p:sp>
        <p:nvSpPr>
          <p:cNvPr id="132" name="Text 0">
            <a:extLst xmlns:a="http://schemas.openxmlformats.org/drawingml/2006/main">
              <a:ext uri="{FF2B5EF4-FFF2-40B4-BE49-F238E27FC236}">
                <a16:creationId xmlns:a16="http://schemas.microsoft.com/office/drawing/2014/main" id="{CE6C88BA-7078-47EC-92B1-80A58CA5100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148379" y="2501874"/>
            <a:ext cx="57750" cy="98933"/>
          </a:xfrm>
          <a:custGeom xmlns:a="http://schemas.openxmlformats.org/drawingml/2006/main">
            <a:pathLst>
              <a:path w="57750" h="98933">
                <a:moveTo>
                  <a:pt x="57750" y="49681"/>
                </a:moveTo>
                <a:cubicBezTo>
                  <a:pt x="57750" y="40170"/>
                  <a:pt x="57324" y="29239"/>
                  <a:pt x="53634" y="19161"/>
                </a:cubicBezTo>
                <a:cubicBezTo>
                  <a:pt x="47533" y="3265"/>
                  <a:pt x="36466" y="0"/>
                  <a:pt x="28947" y="0"/>
                </a:cubicBezTo>
                <a:cubicBezTo>
                  <a:pt x="19723" y="0"/>
                  <a:pt x="10784" y="4683"/>
                  <a:pt x="5534" y="15896"/>
                </a:cubicBezTo>
                <a:cubicBezTo>
                  <a:pt x="853" y="25974"/>
                  <a:pt x="0" y="37472"/>
                  <a:pt x="0" y="49681"/>
                </a:cubicBezTo>
                <a:cubicBezTo>
                  <a:pt x="0" y="65155"/>
                  <a:pt x="1277" y="73955"/>
                  <a:pt x="5817" y="83891"/>
                </a:cubicBezTo>
                <a:cubicBezTo>
                  <a:pt x="10076" y="93259"/>
                  <a:pt x="19156" y="98933"/>
                  <a:pt x="28804" y="98933"/>
                </a:cubicBezTo>
                <a:cubicBezTo>
                  <a:pt x="38170" y="98933"/>
                  <a:pt x="47107" y="93826"/>
                  <a:pt x="51933" y="84034"/>
                </a:cubicBezTo>
                <a:cubicBezTo>
                  <a:pt x="56756" y="73955"/>
                  <a:pt x="57750" y="63591"/>
                  <a:pt x="57750" y="49681"/>
                </a:cubicBezTo>
                <a:moveTo>
                  <a:pt x="28947" y="90421"/>
                </a:moveTo>
                <a:cubicBezTo>
                  <a:pt x="10784" y="90421"/>
                  <a:pt x="10784" y="61320"/>
                  <a:pt x="10784" y="47977"/>
                </a:cubicBezTo>
                <a:cubicBezTo>
                  <a:pt x="10784" y="38750"/>
                  <a:pt x="10784" y="30092"/>
                  <a:pt x="13339" y="21999"/>
                </a:cubicBezTo>
                <a:cubicBezTo>
                  <a:pt x="16744" y="11921"/>
                  <a:pt x="22986" y="8515"/>
                  <a:pt x="28804" y="8515"/>
                </a:cubicBezTo>
                <a:cubicBezTo>
                  <a:pt x="46966" y="8515"/>
                  <a:pt x="46966" y="34918"/>
                  <a:pt x="46966" y="47977"/>
                </a:cubicBezTo>
                <a:cubicBezTo>
                  <a:pt x="46966" y="57062"/>
                  <a:pt x="46966" y="66432"/>
                  <a:pt x="44411" y="75233"/>
                </a:cubicBezTo>
                <a:cubicBezTo>
                  <a:pt x="40581" y="88860"/>
                  <a:pt x="32636" y="90421"/>
                  <a:pt x="28947" y="90421"/>
                </a:cubicBezTo>
                <a:close/>
              </a:path>
            </a:pathLst>
          </a:custGeom>
          <a:solidFill xmlns:a="http://schemas.openxmlformats.org/drawingml/2006/main">
            <a:srgbClr val="000000"/>
          </a:solidFill>
          <a:ln xmlns:a="http://schemas.openxmlformats.org/drawingml/2006/main" w="0" cap="flat">
            <a:noFill/>
            <a:miter/>
          </a:ln>
        </p:spPr>
      </p:sp>
      <p:sp>
        <p:nvSpPr>
          <p:cNvPr id="133" name="Text 2">
            <a:extLst xmlns:a="http://schemas.openxmlformats.org/drawingml/2006/main">
              <a:ext uri="{FF2B5EF4-FFF2-40B4-BE49-F238E27FC236}">
                <a16:creationId xmlns:a16="http://schemas.microsoft.com/office/drawing/2014/main" id="{C3BDFB29-04BA-43B0-9ABC-AFD6A9BDC07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400708" y="1650264"/>
            <a:ext cx="56614" cy="95885"/>
          </a:xfrm>
          <a:custGeom xmlns:a="http://schemas.openxmlformats.org/drawingml/2006/main">
            <a:pathLst>
              <a:path w="56614" h="95885">
                <a:moveTo>
                  <a:pt x="1137" y="86948"/>
                </a:moveTo>
                <a:lnTo>
                  <a:pt x="1137" y="95885"/>
                </a:lnTo>
                <a:lnTo>
                  <a:pt x="56614" y="95885"/>
                </a:lnTo>
                <a:lnTo>
                  <a:pt x="56614" y="86238"/>
                </a:lnTo>
                <a:lnTo>
                  <a:pt x="31358" y="86238"/>
                </a:lnTo>
                <a:cubicBezTo>
                  <a:pt x="29657" y="86238"/>
                  <a:pt x="27953" y="86381"/>
                  <a:pt x="26251" y="86381"/>
                </a:cubicBezTo>
                <a:lnTo>
                  <a:pt x="11068" y="86381"/>
                </a:lnTo>
                <a:cubicBezTo>
                  <a:pt x="14757" y="82551"/>
                  <a:pt x="27953" y="69502"/>
                  <a:pt x="37176" y="61275"/>
                </a:cubicBezTo>
                <a:cubicBezTo>
                  <a:pt x="47676" y="52056"/>
                  <a:pt x="56614" y="43264"/>
                  <a:pt x="56614" y="30215"/>
                </a:cubicBezTo>
                <a:cubicBezTo>
                  <a:pt x="56614" y="14471"/>
                  <a:pt x="45689" y="0"/>
                  <a:pt x="26959" y="0"/>
                </a:cubicBezTo>
                <a:cubicBezTo>
                  <a:pt x="11635" y="0"/>
                  <a:pt x="3832" y="10074"/>
                  <a:pt x="0" y="23265"/>
                </a:cubicBezTo>
                <a:cubicBezTo>
                  <a:pt x="4542" y="28938"/>
                  <a:pt x="4542" y="29221"/>
                  <a:pt x="5817" y="30923"/>
                </a:cubicBezTo>
                <a:cubicBezTo>
                  <a:pt x="9366" y="15748"/>
                  <a:pt x="14616" y="8799"/>
                  <a:pt x="25114" y="8799"/>
                </a:cubicBezTo>
                <a:cubicBezTo>
                  <a:pt x="37317" y="8799"/>
                  <a:pt x="45264" y="18301"/>
                  <a:pt x="45264" y="30499"/>
                </a:cubicBezTo>
                <a:cubicBezTo>
                  <a:pt x="45264" y="37873"/>
                  <a:pt x="42283" y="46100"/>
                  <a:pt x="32776" y="55460"/>
                </a:cubicBezTo>
                <a:lnTo>
                  <a:pt x="1137" y="86948"/>
                </a:lnTo>
                <a:close/>
              </a:path>
            </a:pathLst>
          </a:custGeom>
          <a:solidFill xmlns:a="http://schemas.openxmlformats.org/drawingml/2006/main">
            <a:srgbClr val="000000"/>
          </a:solidFill>
          <a:ln xmlns:a="http://schemas.openxmlformats.org/drawingml/2006/main" w="0" cap="flat">
            <a:noFill/>
            <a:miter/>
          </a:ln>
        </p:spPr>
      </p:sp>
      <p:sp>
        <p:nvSpPr>
          <p:cNvPr id="134" name="Text 25">
            <a:extLst xmlns:a="http://schemas.openxmlformats.org/drawingml/2006/main">
              <a:ext uri="{FF2B5EF4-FFF2-40B4-BE49-F238E27FC236}">
                <a16:creationId xmlns:a16="http://schemas.microsoft.com/office/drawing/2014/main" id="{0F4E47C7-C8E6-40D7-AB28-1434580800E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839093" y="2249545"/>
            <a:ext cx="125996" cy="98933"/>
          </a:xfrm>
          <a:custGeom xmlns:a="http://schemas.openxmlformats.org/drawingml/2006/main">
            <a:pathLst>
              <a:path w="125996" h="98933">
                <a:moveTo>
                  <a:pt x="1137" y="86948"/>
                </a:moveTo>
                <a:lnTo>
                  <a:pt x="1137" y="95885"/>
                </a:lnTo>
                <a:lnTo>
                  <a:pt x="56614" y="95885"/>
                </a:lnTo>
                <a:lnTo>
                  <a:pt x="56614" y="86238"/>
                </a:lnTo>
                <a:lnTo>
                  <a:pt x="31358" y="86238"/>
                </a:lnTo>
                <a:cubicBezTo>
                  <a:pt x="29657" y="86238"/>
                  <a:pt x="27953" y="86381"/>
                  <a:pt x="26251" y="86381"/>
                </a:cubicBezTo>
                <a:lnTo>
                  <a:pt x="11068" y="86381"/>
                </a:lnTo>
                <a:cubicBezTo>
                  <a:pt x="14757" y="82551"/>
                  <a:pt x="27953" y="69502"/>
                  <a:pt x="37176" y="61275"/>
                </a:cubicBezTo>
                <a:cubicBezTo>
                  <a:pt x="47676" y="52056"/>
                  <a:pt x="56614" y="43264"/>
                  <a:pt x="56614" y="30215"/>
                </a:cubicBezTo>
                <a:cubicBezTo>
                  <a:pt x="56614" y="14471"/>
                  <a:pt x="45689" y="0"/>
                  <a:pt x="26959" y="0"/>
                </a:cubicBezTo>
                <a:cubicBezTo>
                  <a:pt x="11635" y="0"/>
                  <a:pt x="3832" y="10074"/>
                  <a:pt x="0" y="23265"/>
                </a:cubicBezTo>
                <a:cubicBezTo>
                  <a:pt x="4542" y="28938"/>
                  <a:pt x="4542" y="29221"/>
                  <a:pt x="5817" y="30923"/>
                </a:cubicBezTo>
                <a:cubicBezTo>
                  <a:pt x="9366" y="15748"/>
                  <a:pt x="14616" y="8799"/>
                  <a:pt x="25114" y="8799"/>
                </a:cubicBezTo>
                <a:cubicBezTo>
                  <a:pt x="37317" y="8799"/>
                  <a:pt x="45264" y="18301"/>
                  <a:pt x="45264" y="30499"/>
                </a:cubicBezTo>
                <a:cubicBezTo>
                  <a:pt x="45264" y="37873"/>
                  <a:pt x="42283" y="46100"/>
                  <a:pt x="32776" y="55460"/>
                </a:cubicBezTo>
                <a:lnTo>
                  <a:pt x="1137" y="86948"/>
                </a:lnTo>
                <a:close/>
                <a:moveTo>
                  <a:pt x="84850" y="11709"/>
                </a:moveTo>
                <a:lnTo>
                  <a:pt x="121316" y="11709"/>
                </a:lnTo>
                <a:lnTo>
                  <a:pt x="121316" y="2910"/>
                </a:lnTo>
                <a:lnTo>
                  <a:pt x="74776" y="2910"/>
                </a:lnTo>
                <a:lnTo>
                  <a:pt x="74776" y="55159"/>
                </a:lnTo>
                <a:lnTo>
                  <a:pt x="83999" y="55159"/>
                </a:lnTo>
                <a:cubicBezTo>
                  <a:pt x="87545" y="47053"/>
                  <a:pt x="93789" y="43924"/>
                  <a:pt x="99607" y="43924"/>
                </a:cubicBezTo>
                <a:cubicBezTo>
                  <a:pt x="106275" y="43924"/>
                  <a:pt x="113794" y="49898"/>
                  <a:pt x="113794" y="66817"/>
                </a:cubicBezTo>
                <a:cubicBezTo>
                  <a:pt x="113794" y="84733"/>
                  <a:pt x="103580" y="90421"/>
                  <a:pt x="95350" y="90421"/>
                </a:cubicBezTo>
                <a:cubicBezTo>
                  <a:pt x="87545" y="90421"/>
                  <a:pt x="78182" y="86155"/>
                  <a:pt x="73642" y="77196"/>
                </a:cubicBezTo>
                <a:lnTo>
                  <a:pt x="68959" y="84876"/>
                </a:lnTo>
                <a:cubicBezTo>
                  <a:pt x="78322" y="98225"/>
                  <a:pt x="91661" y="98933"/>
                  <a:pt x="95491" y="98933"/>
                </a:cubicBezTo>
                <a:cubicBezTo>
                  <a:pt x="112233" y="98933"/>
                  <a:pt x="125996" y="84876"/>
                  <a:pt x="125996" y="67103"/>
                </a:cubicBezTo>
                <a:cubicBezTo>
                  <a:pt x="125996" y="49328"/>
                  <a:pt x="114078" y="35411"/>
                  <a:pt x="99748" y="35411"/>
                </a:cubicBezTo>
                <a:cubicBezTo>
                  <a:pt x="94073" y="35411"/>
                  <a:pt x="88823" y="37540"/>
                  <a:pt x="84850" y="41088"/>
                </a:cubicBezTo>
                <a:lnTo>
                  <a:pt x="84850" y="11709"/>
                </a:lnTo>
                <a:close/>
              </a:path>
            </a:pathLst>
          </a:custGeom>
          <a:solidFill xmlns:a="http://schemas.openxmlformats.org/drawingml/2006/main">
            <a:srgbClr val="000000"/>
          </a:solidFill>
          <a:ln xmlns:a="http://schemas.openxmlformats.org/drawingml/2006/main" w="0" cap="flat">
            <a:noFill/>
            <a:miter/>
          </a:ln>
        </p:spPr>
      </p:sp>
      <p:sp>
        <p:nvSpPr>
          <p:cNvPr id="135" name="Vector element">
            <a:extLst xmlns:a="http://schemas.openxmlformats.org/drawingml/2006/main">
              <a:ext uri="{FF2B5EF4-FFF2-40B4-BE49-F238E27FC236}">
                <a16:creationId xmlns:a16="http://schemas.microsoft.com/office/drawing/2014/main" id="{34F2F264-3B0F-424A-9A4C-44E87508254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523993" y="47787"/>
            <a:ext cx="4694417" cy="541184"/>
          </a:xfrm>
          <a:custGeom xmlns:a="http://schemas.openxmlformats.org/drawingml/2006/main">
            <a:pathLst>
              <a:path w="4694417" h="541184">
                <a:moveTo>
                  <a:pt x="35057" y="541184"/>
                </a:moveTo>
                <a:lnTo>
                  <a:pt x="4659360" y="541184"/>
                </a:lnTo>
                <a:cubicBezTo>
                  <a:pt x="4682731" y="541184"/>
                  <a:pt x="4694417" y="529498"/>
                  <a:pt x="4694417" y="506127"/>
                </a:cubicBezTo>
                <a:lnTo>
                  <a:pt x="4694417" y="35057"/>
                </a:lnTo>
                <a:cubicBezTo>
                  <a:pt x="4694417" y="11686"/>
                  <a:pt x="4682731" y="0"/>
                  <a:pt x="4659360" y="0"/>
                </a:cubicBezTo>
                <a:lnTo>
                  <a:pt x="35057" y="0"/>
                </a:lnTo>
                <a:cubicBezTo>
                  <a:pt x="11686" y="0"/>
                  <a:pt x="0" y="11686"/>
                  <a:pt x="0" y="35057"/>
                </a:cubicBezTo>
                <a:lnTo>
                  <a:pt x="0" y="506127"/>
                </a:lnTo>
                <a:cubicBezTo>
                  <a:pt x="0" y="529498"/>
                  <a:pt x="11686" y="541184"/>
                  <a:pt x="35057" y="541184"/>
                </a:cubicBezTo>
                <a:close/>
              </a:path>
            </a:pathLst>
          </a:custGeom>
          <a:solidFill xmlns:a="http://schemas.openxmlformats.org/drawingml/2006/main">
            <a:srgbClr val="FFFFFF">
              <a:alpha val="80000"/>
            </a:srgbClr>
          </a:solidFill>
          <a:ln xmlns:a="http://schemas.openxmlformats.org/drawingml/2006/main" w="0" cap="flat">
            <a:noFill/>
            <a:miter/>
          </a:ln>
        </p:spPr>
      </p:sp>
      <p:sp>
        <p:nvSpPr>
          <p:cNvPr id="136" name="Vector element">
            <a:extLst xmlns:a="http://schemas.openxmlformats.org/drawingml/2006/main">
              <a:ext uri="{FF2B5EF4-FFF2-40B4-BE49-F238E27FC236}">
                <a16:creationId xmlns:a16="http://schemas.microsoft.com/office/drawing/2014/main" id="{15DC46A1-69A7-43AF-9B33-74014CD7DF6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523993" y="47787"/>
            <a:ext cx="4694417" cy="541184"/>
          </a:xfrm>
          <a:custGeom xmlns:a="http://schemas.openxmlformats.org/drawingml/2006/main">
            <a:pathLst>
              <a:path w="4694417" h="541184" fill="none">
                <a:moveTo>
                  <a:pt x="35057" y="541184"/>
                </a:moveTo>
                <a:lnTo>
                  <a:pt x="4659360" y="541184"/>
                </a:lnTo>
                <a:cubicBezTo>
                  <a:pt x="4682731" y="541184"/>
                  <a:pt x="4694417" y="529498"/>
                  <a:pt x="4694417" y="506127"/>
                </a:cubicBezTo>
                <a:lnTo>
                  <a:pt x="4694417" y="35057"/>
                </a:lnTo>
                <a:cubicBezTo>
                  <a:pt x="4694417" y="11686"/>
                  <a:pt x="4682731" y="0"/>
                  <a:pt x="4659360" y="0"/>
                </a:cubicBezTo>
                <a:lnTo>
                  <a:pt x="35057" y="0"/>
                </a:lnTo>
                <a:cubicBezTo>
                  <a:pt x="11686" y="0"/>
                  <a:pt x="0" y="11686"/>
                  <a:pt x="0" y="35057"/>
                </a:cubicBezTo>
                <a:lnTo>
                  <a:pt x="0" y="506127"/>
                </a:lnTo>
                <a:cubicBezTo>
                  <a:pt x="0" y="529498"/>
                  <a:pt x="11686" y="541184"/>
                  <a:pt x="35057" y="541184"/>
                </a:cubicBezTo>
                <a:close/>
              </a:path>
            </a:pathLst>
          </a:custGeom>
          <a:noFill xmlns:a="http://schemas.openxmlformats.org/drawingml/2006/main"/>
          <a:ln xmlns:a="http://schemas.openxmlformats.org/drawingml/2006/main" w="10955" cap="flat">
            <a:solidFill>
              <a:srgbClr val="CCCCCC">
                <a:alpha val="80000"/>
              </a:srgbClr>
            </a:solidFill>
            <a:miter/>
          </a:ln>
        </p:spPr>
      </p:sp>
      <p:sp>
        <p:nvSpPr>
          <p:cNvPr id="137" name="Vector element">
            <a:extLst xmlns:a="http://schemas.openxmlformats.org/drawingml/2006/main">
              <a:ext uri="{FF2B5EF4-FFF2-40B4-BE49-F238E27FC236}">
                <a16:creationId xmlns:a16="http://schemas.microsoft.com/office/drawing/2014/main" id="{F3DB0C45-DEE0-4E9B-870E-DCDE1791D35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594107" y="117901"/>
            <a:ext cx="350572" cy="122700"/>
          </a:xfrm>
          <a:custGeom xmlns:a="http://schemas.openxmlformats.org/drawingml/2006/main">
            <a:pathLst>
              <a:path w="350572" h="122700">
                <a:moveTo>
                  <a:pt x="0" y="122700"/>
                </a:moveTo>
                <a:lnTo>
                  <a:pt x="350572" y="122700"/>
                </a:lnTo>
                <a:lnTo>
                  <a:pt x="350572" y="0"/>
                </a:lnTo>
                <a:lnTo>
                  <a:pt x="0" y="0"/>
                </a:lnTo>
                <a:lnTo>
                  <a:pt x="0" y="122700"/>
                </a:lnTo>
                <a:close/>
              </a:path>
            </a:pathLst>
          </a:custGeom>
          <a:solidFill xmlns:a="http://schemas.openxmlformats.org/drawingml/2006/main">
            <a:srgbClr val="6BAED6">
              <a:alpha val="40000"/>
            </a:srgbClr>
          </a:solidFill>
          <a:ln xmlns:a="http://schemas.openxmlformats.org/drawingml/2006/main" w="0" cap="flat">
            <a:noFill/>
            <a:miter/>
          </a:ln>
        </p:spPr>
      </p:sp>
      <p:sp>
        <p:nvSpPr>
          <p:cNvPr id="138" name="Vector element">
            <a:extLst xmlns:a="http://schemas.openxmlformats.org/drawingml/2006/main">
              <a:ext uri="{FF2B5EF4-FFF2-40B4-BE49-F238E27FC236}">
                <a16:creationId xmlns:a16="http://schemas.microsoft.com/office/drawing/2014/main" id="{CA00687A-5E86-4599-A8AC-C140F328809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594107" y="117901"/>
            <a:ext cx="350572" cy="122700"/>
          </a:xfrm>
          <a:custGeom xmlns:a="http://schemas.openxmlformats.org/drawingml/2006/main">
            <a:pathLst>
              <a:path w="350572" h="122700" fill="none">
                <a:moveTo>
                  <a:pt x="0" y="122700"/>
                </a:moveTo>
                <a:lnTo>
                  <a:pt x="350572" y="122700"/>
                </a:lnTo>
                <a:lnTo>
                  <a:pt x="350572" y="0"/>
                </a:lnTo>
                <a:lnTo>
                  <a:pt x="0" y="0"/>
                </a:lnTo>
                <a:lnTo>
                  <a:pt x="0" y="122700"/>
                </a:lnTo>
                <a:close/>
              </a:path>
            </a:pathLst>
          </a:custGeom>
          <a:noFill xmlns:a="http://schemas.openxmlformats.org/drawingml/2006/main"/>
          <a:ln xmlns:a="http://schemas.openxmlformats.org/drawingml/2006/main" w="10955" cap="flat">
            <a:solidFill>
              <a:srgbClr val="6BAED6">
                <a:alpha val="70000"/>
              </a:srgbClr>
            </a:solidFill>
            <a:miter/>
          </a:ln>
        </p:spPr>
      </p:sp>
      <p:sp>
        <p:nvSpPr>
          <p:cNvPr id="139" name="Text UnitCon">
            <a:extLst xmlns:a="http://schemas.openxmlformats.org/drawingml/2006/main">
              <a:ext uri="{FF2B5EF4-FFF2-40B4-BE49-F238E27FC236}">
                <a16:creationId xmlns:a16="http://schemas.microsoft.com/office/drawing/2014/main" id="{79573E28-5B51-4B86-A88F-4812294D7BD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094511" y="117473"/>
            <a:ext cx="743055" cy="127051"/>
          </a:xfrm>
          <a:custGeom xmlns:a="http://schemas.openxmlformats.org/drawingml/2006/main">
            <a:pathLst>
              <a:path w="743055" h="127051">
                <a:moveTo>
                  <a:pt x="33529" y="17547"/>
                </a:moveTo>
                <a:cubicBezTo>
                  <a:pt x="33529" y="11258"/>
                  <a:pt x="33878" y="9337"/>
                  <a:pt x="47324" y="9337"/>
                </a:cubicBezTo>
                <a:lnTo>
                  <a:pt x="51516" y="9337"/>
                </a:lnTo>
                <a:lnTo>
                  <a:pt x="51516" y="3922"/>
                </a:lnTo>
                <a:cubicBezTo>
                  <a:pt x="45403" y="4447"/>
                  <a:pt x="32482" y="4447"/>
                  <a:pt x="25845" y="4447"/>
                </a:cubicBezTo>
                <a:cubicBezTo>
                  <a:pt x="19210" y="4447"/>
                  <a:pt x="6113" y="4447"/>
                  <a:pt x="0" y="3922"/>
                </a:cubicBezTo>
                <a:lnTo>
                  <a:pt x="0" y="9337"/>
                </a:lnTo>
                <a:lnTo>
                  <a:pt x="4192" y="9337"/>
                </a:lnTo>
                <a:cubicBezTo>
                  <a:pt x="17637" y="9337"/>
                  <a:pt x="17986" y="11258"/>
                  <a:pt x="17986" y="17547"/>
                </a:cubicBezTo>
                <a:lnTo>
                  <a:pt x="17986" y="83215"/>
                </a:lnTo>
                <a:cubicBezTo>
                  <a:pt x="17986" y="108015"/>
                  <a:pt x="39117" y="127051"/>
                  <a:pt x="63741" y="127051"/>
                </a:cubicBezTo>
                <a:cubicBezTo>
                  <a:pt x="89935" y="127051"/>
                  <a:pt x="104780" y="102952"/>
                  <a:pt x="104780" y="85661"/>
                </a:cubicBezTo>
                <a:lnTo>
                  <a:pt x="104780" y="22785"/>
                </a:lnTo>
                <a:cubicBezTo>
                  <a:pt x="104780" y="17371"/>
                  <a:pt x="104780" y="9337"/>
                  <a:pt x="122766" y="9337"/>
                </a:cubicBezTo>
                <a:lnTo>
                  <a:pt x="122766" y="3922"/>
                </a:lnTo>
                <a:cubicBezTo>
                  <a:pt x="116480" y="4098"/>
                  <a:pt x="108097" y="4447"/>
                  <a:pt x="102160" y="4447"/>
                </a:cubicBezTo>
                <a:cubicBezTo>
                  <a:pt x="96048" y="4447"/>
                  <a:pt x="87665" y="4098"/>
                  <a:pt x="81379" y="3922"/>
                </a:cubicBezTo>
                <a:lnTo>
                  <a:pt x="81379" y="9337"/>
                </a:lnTo>
                <a:cubicBezTo>
                  <a:pt x="99365" y="9337"/>
                  <a:pt x="99365" y="17547"/>
                  <a:pt x="99365" y="22261"/>
                </a:cubicBezTo>
                <a:lnTo>
                  <a:pt x="99365" y="82866"/>
                </a:lnTo>
                <a:cubicBezTo>
                  <a:pt x="99365" y="107492"/>
                  <a:pt x="81728" y="121639"/>
                  <a:pt x="64090" y="121639"/>
                </a:cubicBezTo>
                <a:cubicBezTo>
                  <a:pt x="54660" y="121639"/>
                  <a:pt x="33529" y="116573"/>
                  <a:pt x="33529" y="83740"/>
                </a:cubicBezTo>
                <a:lnTo>
                  <a:pt x="33529" y="17547"/>
                </a:lnTo>
                <a:close/>
                <a:moveTo>
                  <a:pt x="166074" y="35696"/>
                </a:moveTo>
                <a:cubicBezTo>
                  <a:pt x="164502" y="33425"/>
                  <a:pt x="164153" y="33425"/>
                  <a:pt x="160836" y="33425"/>
                </a:cubicBezTo>
                <a:lnTo>
                  <a:pt x="139881" y="33425"/>
                </a:lnTo>
                <a:lnTo>
                  <a:pt x="139881" y="37793"/>
                </a:lnTo>
                <a:cubicBezTo>
                  <a:pt x="144070" y="37793"/>
                  <a:pt x="148959" y="37793"/>
                  <a:pt x="152453" y="39016"/>
                </a:cubicBezTo>
                <a:lnTo>
                  <a:pt x="152453" y="105502"/>
                </a:lnTo>
                <a:cubicBezTo>
                  <a:pt x="152453" y="109515"/>
                  <a:pt x="152453" y="118764"/>
                  <a:pt x="139881" y="118764"/>
                </a:cubicBezTo>
                <a:lnTo>
                  <a:pt x="139881" y="123129"/>
                </a:lnTo>
                <a:cubicBezTo>
                  <a:pt x="143547" y="122955"/>
                  <a:pt x="151405" y="122606"/>
                  <a:pt x="154899" y="122606"/>
                </a:cubicBezTo>
                <a:cubicBezTo>
                  <a:pt x="157518" y="122606"/>
                  <a:pt x="165549" y="122779"/>
                  <a:pt x="169917" y="123129"/>
                </a:cubicBezTo>
                <a:lnTo>
                  <a:pt x="169917" y="118764"/>
                </a:lnTo>
                <a:cubicBezTo>
                  <a:pt x="157342" y="118764"/>
                  <a:pt x="157342" y="109515"/>
                  <a:pt x="157342" y="105502"/>
                </a:cubicBezTo>
                <a:lnTo>
                  <a:pt x="157342" y="43029"/>
                </a:lnTo>
                <a:lnTo>
                  <a:pt x="159090" y="45123"/>
                </a:lnTo>
                <a:lnTo>
                  <a:pt x="213924" y="121210"/>
                </a:lnTo>
                <a:cubicBezTo>
                  <a:pt x="215320" y="123129"/>
                  <a:pt x="215845" y="123129"/>
                  <a:pt x="216892" y="123129"/>
                </a:cubicBezTo>
                <a:cubicBezTo>
                  <a:pt x="219336" y="123129"/>
                  <a:pt x="219336" y="121908"/>
                  <a:pt x="219336" y="118591"/>
                </a:cubicBezTo>
                <a:lnTo>
                  <a:pt x="219336" y="51055"/>
                </a:lnTo>
                <a:cubicBezTo>
                  <a:pt x="219336" y="47042"/>
                  <a:pt x="219336" y="37793"/>
                  <a:pt x="231910" y="37793"/>
                </a:cubicBezTo>
                <a:lnTo>
                  <a:pt x="231910" y="33425"/>
                </a:lnTo>
                <a:cubicBezTo>
                  <a:pt x="228243" y="33601"/>
                  <a:pt x="220385" y="33950"/>
                  <a:pt x="216892" y="33950"/>
                </a:cubicBezTo>
                <a:cubicBezTo>
                  <a:pt x="214273" y="33950"/>
                  <a:pt x="206239" y="33777"/>
                  <a:pt x="201874" y="33425"/>
                </a:cubicBezTo>
                <a:lnTo>
                  <a:pt x="201874" y="37793"/>
                </a:lnTo>
                <a:cubicBezTo>
                  <a:pt x="214446" y="37793"/>
                  <a:pt x="214446" y="47042"/>
                  <a:pt x="214446" y="51055"/>
                </a:cubicBezTo>
                <a:lnTo>
                  <a:pt x="214446" y="102885"/>
                </a:lnTo>
                <a:lnTo>
                  <a:pt x="166074" y="35696"/>
                </a:lnTo>
                <a:close/>
                <a:moveTo>
                  <a:pt x="272076" y="46171"/>
                </a:moveTo>
                <a:cubicBezTo>
                  <a:pt x="272076" y="38667"/>
                  <a:pt x="272947" y="37793"/>
                  <a:pt x="285349" y="37793"/>
                </a:cubicBezTo>
                <a:lnTo>
                  <a:pt x="285349" y="33425"/>
                </a:lnTo>
                <a:cubicBezTo>
                  <a:pt x="279409" y="33601"/>
                  <a:pt x="270328" y="33950"/>
                  <a:pt x="265787" y="33950"/>
                </a:cubicBezTo>
                <a:cubicBezTo>
                  <a:pt x="261249" y="33950"/>
                  <a:pt x="252168" y="33601"/>
                  <a:pt x="246229" y="33425"/>
                </a:cubicBezTo>
                <a:lnTo>
                  <a:pt x="246229" y="37793"/>
                </a:lnTo>
                <a:cubicBezTo>
                  <a:pt x="258627" y="37793"/>
                  <a:pt x="259501" y="38667"/>
                  <a:pt x="259501" y="46171"/>
                </a:cubicBezTo>
                <a:lnTo>
                  <a:pt x="259501" y="110389"/>
                </a:lnTo>
                <a:cubicBezTo>
                  <a:pt x="259501" y="117892"/>
                  <a:pt x="258627" y="118764"/>
                  <a:pt x="246229" y="118764"/>
                </a:cubicBezTo>
                <a:lnTo>
                  <a:pt x="246229" y="123129"/>
                </a:lnTo>
                <a:cubicBezTo>
                  <a:pt x="252168" y="122955"/>
                  <a:pt x="261249" y="122606"/>
                  <a:pt x="265787" y="122606"/>
                </a:cubicBezTo>
                <a:cubicBezTo>
                  <a:pt x="270328" y="122606"/>
                  <a:pt x="279409" y="122955"/>
                  <a:pt x="285349" y="123129"/>
                </a:cubicBezTo>
                <a:lnTo>
                  <a:pt x="285349" y="118764"/>
                </a:lnTo>
                <a:cubicBezTo>
                  <a:pt x="272947" y="118764"/>
                  <a:pt x="272076" y="117892"/>
                  <a:pt x="272076" y="110389"/>
                </a:cubicBezTo>
                <a:lnTo>
                  <a:pt x="272076" y="46171"/>
                </a:lnTo>
                <a:close/>
                <a:moveTo>
                  <a:pt x="386634" y="34475"/>
                </a:moveTo>
                <a:lnTo>
                  <a:pt x="300888" y="34475"/>
                </a:lnTo>
                <a:lnTo>
                  <a:pt x="298445" y="63968"/>
                </a:lnTo>
                <a:lnTo>
                  <a:pt x="302809" y="63968"/>
                </a:lnTo>
                <a:cubicBezTo>
                  <a:pt x="304382" y="41982"/>
                  <a:pt x="307875" y="38840"/>
                  <a:pt x="327258" y="38840"/>
                </a:cubicBezTo>
                <a:cubicBezTo>
                  <a:pt x="337037" y="38840"/>
                  <a:pt x="337562" y="38840"/>
                  <a:pt x="337562" y="46344"/>
                </a:cubicBezTo>
                <a:lnTo>
                  <a:pt x="337562" y="109864"/>
                </a:lnTo>
                <a:cubicBezTo>
                  <a:pt x="337562" y="116845"/>
                  <a:pt x="336864" y="118764"/>
                  <a:pt x="323415" y="118764"/>
                </a:cubicBezTo>
                <a:lnTo>
                  <a:pt x="319749" y="118764"/>
                </a:lnTo>
                <a:lnTo>
                  <a:pt x="319749" y="123129"/>
                </a:lnTo>
                <a:cubicBezTo>
                  <a:pt x="326560" y="122606"/>
                  <a:pt x="336864" y="122606"/>
                  <a:pt x="343848" y="122606"/>
                </a:cubicBezTo>
                <a:cubicBezTo>
                  <a:pt x="350835" y="122606"/>
                  <a:pt x="361136" y="122606"/>
                  <a:pt x="367947" y="123129"/>
                </a:cubicBezTo>
                <a:lnTo>
                  <a:pt x="367947" y="118764"/>
                </a:lnTo>
                <a:lnTo>
                  <a:pt x="364280" y="118764"/>
                </a:lnTo>
                <a:cubicBezTo>
                  <a:pt x="350835" y="118764"/>
                  <a:pt x="350134" y="116845"/>
                  <a:pt x="350134" y="109864"/>
                </a:cubicBezTo>
                <a:lnTo>
                  <a:pt x="350134" y="46344"/>
                </a:lnTo>
                <a:cubicBezTo>
                  <a:pt x="350134" y="38840"/>
                  <a:pt x="350659" y="38840"/>
                  <a:pt x="360438" y="38840"/>
                </a:cubicBezTo>
                <a:cubicBezTo>
                  <a:pt x="379299" y="38840"/>
                  <a:pt x="383141" y="41806"/>
                  <a:pt x="384713" y="63968"/>
                </a:cubicBezTo>
                <a:lnTo>
                  <a:pt x="389078" y="63968"/>
                </a:lnTo>
                <a:lnTo>
                  <a:pt x="386634" y="34475"/>
                </a:lnTo>
                <a:close/>
                <a:moveTo>
                  <a:pt x="506079" y="15551"/>
                </a:moveTo>
                <a:cubicBezTo>
                  <a:pt x="500318" y="9609"/>
                  <a:pt x="489664" y="0"/>
                  <a:pt x="471678" y="0"/>
                </a:cubicBezTo>
                <a:cubicBezTo>
                  <a:pt x="437275" y="0"/>
                  <a:pt x="407937" y="27960"/>
                  <a:pt x="407937" y="63440"/>
                </a:cubicBezTo>
                <a:cubicBezTo>
                  <a:pt x="407937" y="99093"/>
                  <a:pt x="437275" y="127051"/>
                  <a:pt x="471851" y="127051"/>
                </a:cubicBezTo>
                <a:cubicBezTo>
                  <a:pt x="501365" y="127051"/>
                  <a:pt x="519876" y="103287"/>
                  <a:pt x="519876" y="82490"/>
                </a:cubicBezTo>
                <a:cubicBezTo>
                  <a:pt x="519876" y="80742"/>
                  <a:pt x="519876" y="79519"/>
                  <a:pt x="517606" y="79519"/>
                </a:cubicBezTo>
                <a:cubicBezTo>
                  <a:pt x="515685" y="79519"/>
                  <a:pt x="515685" y="80566"/>
                  <a:pt x="515509" y="82314"/>
                </a:cubicBezTo>
                <a:cubicBezTo>
                  <a:pt x="514113" y="107658"/>
                  <a:pt x="493680" y="121639"/>
                  <a:pt x="474122" y="121639"/>
                </a:cubicBezTo>
                <a:cubicBezTo>
                  <a:pt x="458754" y="121639"/>
                  <a:pt x="425923" y="112550"/>
                  <a:pt x="425923" y="63613"/>
                </a:cubicBezTo>
                <a:cubicBezTo>
                  <a:pt x="425923" y="12058"/>
                  <a:pt x="461723" y="5415"/>
                  <a:pt x="473772" y="5415"/>
                </a:cubicBezTo>
                <a:cubicBezTo>
                  <a:pt x="492460" y="5415"/>
                  <a:pt x="510270" y="19921"/>
                  <a:pt x="514289" y="46837"/>
                </a:cubicBezTo>
                <a:cubicBezTo>
                  <a:pt x="514638" y="49283"/>
                  <a:pt x="514811" y="49808"/>
                  <a:pt x="517081" y="49808"/>
                </a:cubicBezTo>
                <a:cubicBezTo>
                  <a:pt x="519876" y="49808"/>
                  <a:pt x="519876" y="49283"/>
                  <a:pt x="519876" y="45614"/>
                </a:cubicBezTo>
                <a:lnTo>
                  <a:pt x="519876" y="4191"/>
                </a:lnTo>
                <a:cubicBezTo>
                  <a:pt x="519876" y="1223"/>
                  <a:pt x="519876" y="0"/>
                  <a:pt x="517955" y="0"/>
                </a:cubicBezTo>
                <a:cubicBezTo>
                  <a:pt x="517257" y="0"/>
                  <a:pt x="516559" y="0"/>
                  <a:pt x="515160" y="2097"/>
                </a:cubicBezTo>
                <a:lnTo>
                  <a:pt x="506079" y="15551"/>
                </a:lnTo>
                <a:close/>
                <a:moveTo>
                  <a:pt x="634784" y="78543"/>
                </a:moveTo>
                <a:cubicBezTo>
                  <a:pt x="634784" y="52523"/>
                  <a:pt x="614002" y="30867"/>
                  <a:pt x="588158" y="30867"/>
                </a:cubicBezTo>
                <a:cubicBezTo>
                  <a:pt x="562137" y="30867"/>
                  <a:pt x="541532" y="52523"/>
                  <a:pt x="541532" y="78543"/>
                </a:cubicBezTo>
                <a:cubicBezTo>
                  <a:pt x="541532" y="104910"/>
                  <a:pt x="562662" y="125516"/>
                  <a:pt x="588158" y="125516"/>
                </a:cubicBezTo>
                <a:cubicBezTo>
                  <a:pt x="613653" y="125516"/>
                  <a:pt x="634784" y="104910"/>
                  <a:pt x="634784" y="78543"/>
                </a:cubicBezTo>
                <a:moveTo>
                  <a:pt x="588158" y="120978"/>
                </a:moveTo>
                <a:cubicBezTo>
                  <a:pt x="575759" y="120978"/>
                  <a:pt x="556550" y="111023"/>
                  <a:pt x="556550" y="76622"/>
                </a:cubicBezTo>
                <a:cubicBezTo>
                  <a:pt x="556550" y="43791"/>
                  <a:pt x="576457" y="35235"/>
                  <a:pt x="588158" y="35235"/>
                </a:cubicBezTo>
                <a:cubicBezTo>
                  <a:pt x="600032" y="35235"/>
                  <a:pt x="619766" y="43967"/>
                  <a:pt x="619766" y="76622"/>
                </a:cubicBezTo>
                <a:cubicBezTo>
                  <a:pt x="619766" y="111023"/>
                  <a:pt x="600556" y="120978"/>
                  <a:pt x="588158" y="120978"/>
                </a:cubicBezTo>
                <a:close/>
                <a:moveTo>
                  <a:pt x="677219" y="35696"/>
                </a:moveTo>
                <a:cubicBezTo>
                  <a:pt x="675647" y="33425"/>
                  <a:pt x="675298" y="33425"/>
                  <a:pt x="671981" y="33425"/>
                </a:cubicBezTo>
                <a:lnTo>
                  <a:pt x="651026" y="33425"/>
                </a:lnTo>
                <a:lnTo>
                  <a:pt x="651026" y="37793"/>
                </a:lnTo>
                <a:cubicBezTo>
                  <a:pt x="655215" y="37793"/>
                  <a:pt x="660104" y="37793"/>
                  <a:pt x="663598" y="39016"/>
                </a:cubicBezTo>
                <a:lnTo>
                  <a:pt x="663598" y="105502"/>
                </a:lnTo>
                <a:cubicBezTo>
                  <a:pt x="663598" y="109515"/>
                  <a:pt x="663598" y="118764"/>
                  <a:pt x="651026" y="118764"/>
                </a:cubicBezTo>
                <a:lnTo>
                  <a:pt x="651026" y="123129"/>
                </a:lnTo>
                <a:cubicBezTo>
                  <a:pt x="654692" y="122955"/>
                  <a:pt x="662550" y="122606"/>
                  <a:pt x="666044" y="122606"/>
                </a:cubicBezTo>
                <a:cubicBezTo>
                  <a:pt x="668663" y="122606"/>
                  <a:pt x="676694" y="122779"/>
                  <a:pt x="681062" y="123129"/>
                </a:cubicBezTo>
                <a:lnTo>
                  <a:pt x="681062" y="118764"/>
                </a:lnTo>
                <a:cubicBezTo>
                  <a:pt x="668487" y="118764"/>
                  <a:pt x="668487" y="109515"/>
                  <a:pt x="668487" y="105502"/>
                </a:cubicBezTo>
                <a:lnTo>
                  <a:pt x="668487" y="43029"/>
                </a:lnTo>
                <a:lnTo>
                  <a:pt x="670235" y="45123"/>
                </a:lnTo>
                <a:lnTo>
                  <a:pt x="725069" y="121210"/>
                </a:lnTo>
                <a:cubicBezTo>
                  <a:pt x="726465" y="123129"/>
                  <a:pt x="726990" y="123129"/>
                  <a:pt x="728037" y="123129"/>
                </a:cubicBezTo>
                <a:cubicBezTo>
                  <a:pt x="730481" y="123129"/>
                  <a:pt x="730481" y="121908"/>
                  <a:pt x="730481" y="118591"/>
                </a:cubicBezTo>
                <a:lnTo>
                  <a:pt x="730481" y="51055"/>
                </a:lnTo>
                <a:cubicBezTo>
                  <a:pt x="730481" y="47042"/>
                  <a:pt x="730481" y="37793"/>
                  <a:pt x="743055" y="37793"/>
                </a:cubicBezTo>
                <a:lnTo>
                  <a:pt x="743055" y="33425"/>
                </a:lnTo>
                <a:cubicBezTo>
                  <a:pt x="739389" y="33601"/>
                  <a:pt x="731530" y="33950"/>
                  <a:pt x="728037" y="33950"/>
                </a:cubicBezTo>
                <a:cubicBezTo>
                  <a:pt x="725418" y="33950"/>
                  <a:pt x="717384" y="33777"/>
                  <a:pt x="713019" y="33425"/>
                </a:cubicBezTo>
                <a:lnTo>
                  <a:pt x="713019" y="37793"/>
                </a:lnTo>
                <a:cubicBezTo>
                  <a:pt x="725591" y="37793"/>
                  <a:pt x="725591" y="47042"/>
                  <a:pt x="725591" y="51055"/>
                </a:cubicBezTo>
                <a:lnTo>
                  <a:pt x="725591" y="102885"/>
                </a:lnTo>
                <a:lnTo>
                  <a:pt x="677219" y="35696"/>
                </a:lnTo>
                <a:close/>
              </a:path>
            </a:pathLst>
          </a:custGeom>
          <a:solidFill xmlns:a="http://schemas.openxmlformats.org/drawingml/2006/main">
            <a:srgbClr val="000000"/>
          </a:solidFill>
          <a:ln xmlns:a="http://schemas.openxmlformats.org/drawingml/2006/main" w="0" cap="flat">
            <a:noFill/>
            <a:miter/>
          </a:ln>
        </p:spPr>
      </p:sp>
      <p:sp>
        <p:nvSpPr>
          <p:cNvPr id="140" name="Vector element">
            <a:extLst xmlns:a="http://schemas.openxmlformats.org/drawingml/2006/main">
              <a:ext uri="{FF2B5EF4-FFF2-40B4-BE49-F238E27FC236}">
                <a16:creationId xmlns:a16="http://schemas.microsoft.com/office/drawing/2014/main" id="{C132E9C8-8AD0-406C-9D7B-C3864805552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594107" y="362200"/>
            <a:ext cx="350572" cy="122700"/>
          </a:xfrm>
          <a:custGeom xmlns:a="http://schemas.openxmlformats.org/drawingml/2006/main">
            <a:pathLst>
              <a:path w="350572" h="122700">
                <a:moveTo>
                  <a:pt x="0" y="122700"/>
                </a:moveTo>
                <a:lnTo>
                  <a:pt x="350572" y="122700"/>
                </a:lnTo>
                <a:lnTo>
                  <a:pt x="350572" y="0"/>
                </a:lnTo>
                <a:lnTo>
                  <a:pt x="0" y="0"/>
                </a:lnTo>
                <a:lnTo>
                  <a:pt x="0" y="122700"/>
                </a:lnTo>
                <a:close/>
              </a:path>
            </a:pathLst>
          </a:custGeom>
          <a:solidFill xmlns:a="http://schemas.openxmlformats.org/drawingml/2006/main">
            <a:srgbClr val="FF9896">
              <a:alpha val="40000"/>
            </a:srgbClr>
          </a:solidFill>
          <a:ln xmlns:a="http://schemas.openxmlformats.org/drawingml/2006/main" w="0" cap="flat">
            <a:noFill/>
            <a:miter/>
          </a:ln>
        </p:spPr>
      </p:sp>
      <p:sp>
        <p:nvSpPr>
          <p:cNvPr id="141" name="Vector element">
            <a:extLst xmlns:a="http://schemas.openxmlformats.org/drawingml/2006/main">
              <a:ext uri="{FF2B5EF4-FFF2-40B4-BE49-F238E27FC236}">
                <a16:creationId xmlns:a16="http://schemas.microsoft.com/office/drawing/2014/main" id="{CED8323C-8B47-425C-9A16-38A129F6313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594107" y="362200"/>
            <a:ext cx="350572" cy="122700"/>
          </a:xfrm>
          <a:custGeom xmlns:a="http://schemas.openxmlformats.org/drawingml/2006/main">
            <a:pathLst>
              <a:path w="350572" h="122700" fill="none">
                <a:moveTo>
                  <a:pt x="0" y="122700"/>
                </a:moveTo>
                <a:lnTo>
                  <a:pt x="350572" y="122700"/>
                </a:lnTo>
                <a:lnTo>
                  <a:pt x="350572" y="0"/>
                </a:lnTo>
                <a:lnTo>
                  <a:pt x="0" y="0"/>
                </a:lnTo>
                <a:lnTo>
                  <a:pt x="0" y="122700"/>
                </a:lnTo>
                <a:close/>
              </a:path>
            </a:pathLst>
          </a:custGeom>
          <a:noFill xmlns:a="http://schemas.openxmlformats.org/drawingml/2006/main"/>
          <a:ln xmlns:a="http://schemas.openxmlformats.org/drawingml/2006/main" w="10955" cap="flat">
            <a:solidFill>
              <a:srgbClr val="FF9896">
                <a:alpha val="70000"/>
              </a:srgbClr>
            </a:solidFill>
            <a:miter/>
          </a:ln>
        </p:spPr>
      </p:sp>
      <p:sp>
        <p:nvSpPr>
          <p:cNvPr id="142" name="Text NPETest">
            <a:extLst xmlns:a="http://schemas.openxmlformats.org/drawingml/2006/main">
              <a:ext uri="{FF2B5EF4-FFF2-40B4-BE49-F238E27FC236}">
                <a16:creationId xmlns:a16="http://schemas.microsoft.com/office/drawing/2014/main" id="{2645DD35-E749-450E-9A8F-B40AFD280F6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094511" y="365694"/>
            <a:ext cx="802430" cy="121594"/>
          </a:xfrm>
          <a:custGeom xmlns:a="http://schemas.openxmlformats.org/drawingml/2006/main">
            <a:pathLst>
              <a:path w="802430" h="121594">
                <a:moveTo>
                  <a:pt x="35102" y="2446"/>
                </a:moveTo>
                <a:cubicBezTo>
                  <a:pt x="33354" y="176"/>
                  <a:pt x="33180" y="0"/>
                  <a:pt x="29514" y="0"/>
                </a:cubicBezTo>
                <a:lnTo>
                  <a:pt x="0" y="0"/>
                </a:lnTo>
                <a:lnTo>
                  <a:pt x="0" y="5415"/>
                </a:lnTo>
                <a:cubicBezTo>
                  <a:pt x="4890" y="5415"/>
                  <a:pt x="17288" y="5415"/>
                  <a:pt x="17813" y="6987"/>
                </a:cubicBezTo>
                <a:cubicBezTo>
                  <a:pt x="17986" y="7336"/>
                  <a:pt x="17986" y="7509"/>
                  <a:pt x="17986" y="10128"/>
                </a:cubicBezTo>
                <a:lnTo>
                  <a:pt x="17986" y="100530"/>
                </a:lnTo>
                <a:cubicBezTo>
                  <a:pt x="17986" y="105766"/>
                  <a:pt x="17986" y="113794"/>
                  <a:pt x="0" y="113794"/>
                </a:cubicBezTo>
                <a:lnTo>
                  <a:pt x="0" y="119206"/>
                </a:lnTo>
                <a:cubicBezTo>
                  <a:pt x="6113" y="119033"/>
                  <a:pt x="14669" y="118684"/>
                  <a:pt x="20433" y="118684"/>
                </a:cubicBezTo>
                <a:cubicBezTo>
                  <a:pt x="26194" y="118684"/>
                  <a:pt x="34752" y="119033"/>
                  <a:pt x="40863" y="119206"/>
                </a:cubicBezTo>
                <a:lnTo>
                  <a:pt x="40863" y="113794"/>
                </a:lnTo>
                <a:cubicBezTo>
                  <a:pt x="22876" y="113794"/>
                  <a:pt x="22876" y="105766"/>
                  <a:pt x="22876" y="100530"/>
                </a:cubicBezTo>
                <a:lnTo>
                  <a:pt x="22876" y="9430"/>
                </a:lnTo>
                <a:lnTo>
                  <a:pt x="99192" y="117112"/>
                </a:lnTo>
                <a:cubicBezTo>
                  <a:pt x="100588" y="119206"/>
                  <a:pt x="101460" y="119206"/>
                  <a:pt x="102334" y="119206"/>
                </a:cubicBezTo>
                <a:cubicBezTo>
                  <a:pt x="104780" y="119206"/>
                  <a:pt x="104780" y="117986"/>
                  <a:pt x="104780" y="114317"/>
                </a:cubicBezTo>
                <a:lnTo>
                  <a:pt x="104780" y="18679"/>
                </a:lnTo>
                <a:cubicBezTo>
                  <a:pt x="104780" y="13443"/>
                  <a:pt x="104780" y="5415"/>
                  <a:pt x="122766" y="5415"/>
                </a:cubicBezTo>
                <a:lnTo>
                  <a:pt x="122766" y="0"/>
                </a:lnTo>
                <a:cubicBezTo>
                  <a:pt x="116653" y="176"/>
                  <a:pt x="108097" y="525"/>
                  <a:pt x="102334" y="525"/>
                </a:cubicBezTo>
                <a:cubicBezTo>
                  <a:pt x="96570" y="525"/>
                  <a:pt x="88014" y="176"/>
                  <a:pt x="81901" y="0"/>
                </a:cubicBezTo>
                <a:lnTo>
                  <a:pt x="81901" y="5415"/>
                </a:lnTo>
                <a:cubicBezTo>
                  <a:pt x="99890" y="5415"/>
                  <a:pt x="99890" y="13443"/>
                  <a:pt x="99890" y="18679"/>
                </a:cubicBezTo>
                <a:lnTo>
                  <a:pt x="99890" y="93548"/>
                </a:lnTo>
                <a:lnTo>
                  <a:pt x="35102" y="2446"/>
                </a:lnTo>
                <a:close/>
                <a:moveTo>
                  <a:pt x="207462" y="64058"/>
                </a:moveTo>
                <a:cubicBezTo>
                  <a:pt x="228766" y="64058"/>
                  <a:pt x="249198" y="50445"/>
                  <a:pt x="249198" y="32466"/>
                </a:cubicBezTo>
                <a:cubicBezTo>
                  <a:pt x="249198" y="15189"/>
                  <a:pt x="230687" y="0"/>
                  <a:pt x="206066" y="0"/>
                </a:cubicBezTo>
                <a:lnTo>
                  <a:pt x="142324" y="0"/>
                </a:lnTo>
                <a:lnTo>
                  <a:pt x="142324" y="5415"/>
                </a:lnTo>
                <a:lnTo>
                  <a:pt x="146516" y="5415"/>
                </a:lnTo>
                <a:cubicBezTo>
                  <a:pt x="159962" y="5415"/>
                  <a:pt x="160311" y="7336"/>
                  <a:pt x="160311" y="13619"/>
                </a:cubicBezTo>
                <a:lnTo>
                  <a:pt x="160311" y="105592"/>
                </a:lnTo>
                <a:cubicBezTo>
                  <a:pt x="160311" y="111873"/>
                  <a:pt x="159962" y="113794"/>
                  <a:pt x="146516" y="113794"/>
                </a:cubicBezTo>
                <a:lnTo>
                  <a:pt x="142324" y="113794"/>
                </a:lnTo>
                <a:lnTo>
                  <a:pt x="142324" y="119206"/>
                </a:lnTo>
                <a:cubicBezTo>
                  <a:pt x="148437" y="118684"/>
                  <a:pt x="161358" y="118684"/>
                  <a:pt x="167996" y="118684"/>
                </a:cubicBezTo>
                <a:cubicBezTo>
                  <a:pt x="174631" y="118684"/>
                  <a:pt x="187727" y="118684"/>
                  <a:pt x="193840" y="119206"/>
                </a:cubicBezTo>
                <a:lnTo>
                  <a:pt x="193840" y="113794"/>
                </a:lnTo>
                <a:lnTo>
                  <a:pt x="189649" y="113794"/>
                </a:lnTo>
                <a:cubicBezTo>
                  <a:pt x="176203" y="113794"/>
                  <a:pt x="175854" y="111873"/>
                  <a:pt x="175854" y="105592"/>
                </a:cubicBezTo>
                <a:lnTo>
                  <a:pt x="175854" y="64058"/>
                </a:lnTo>
                <a:lnTo>
                  <a:pt x="207462" y="64058"/>
                </a:lnTo>
                <a:moveTo>
                  <a:pt x="175329" y="12396"/>
                </a:moveTo>
                <a:cubicBezTo>
                  <a:pt x="175329" y="6638"/>
                  <a:pt x="175678" y="5415"/>
                  <a:pt x="183888" y="5415"/>
                </a:cubicBezTo>
                <a:lnTo>
                  <a:pt x="201525" y="5415"/>
                </a:lnTo>
                <a:cubicBezTo>
                  <a:pt x="231212" y="5415"/>
                  <a:pt x="231212" y="24613"/>
                  <a:pt x="231212" y="32466"/>
                </a:cubicBezTo>
                <a:cubicBezTo>
                  <a:pt x="231212" y="39973"/>
                  <a:pt x="231212" y="59518"/>
                  <a:pt x="201525" y="59518"/>
                </a:cubicBezTo>
                <a:lnTo>
                  <a:pt x="175329" y="59518"/>
                </a:lnTo>
                <a:lnTo>
                  <a:pt x="175329" y="12396"/>
                </a:lnTo>
                <a:close/>
                <a:moveTo>
                  <a:pt x="373710" y="525"/>
                </a:moveTo>
                <a:lnTo>
                  <a:pt x="271377" y="525"/>
                </a:lnTo>
                <a:lnTo>
                  <a:pt x="271377" y="5940"/>
                </a:lnTo>
                <a:lnTo>
                  <a:pt x="275568" y="5940"/>
                </a:lnTo>
                <a:cubicBezTo>
                  <a:pt x="289014" y="5940"/>
                  <a:pt x="289363" y="7858"/>
                  <a:pt x="289363" y="14139"/>
                </a:cubicBezTo>
                <a:lnTo>
                  <a:pt x="289363" y="105590"/>
                </a:lnTo>
                <a:cubicBezTo>
                  <a:pt x="289363" y="111873"/>
                  <a:pt x="289014" y="113794"/>
                  <a:pt x="275568" y="113794"/>
                </a:cubicBezTo>
                <a:lnTo>
                  <a:pt x="271377" y="113794"/>
                </a:lnTo>
                <a:lnTo>
                  <a:pt x="271377" y="119206"/>
                </a:lnTo>
                <a:lnTo>
                  <a:pt x="376330" y="119206"/>
                </a:lnTo>
                <a:lnTo>
                  <a:pt x="383665" y="74165"/>
                </a:lnTo>
                <a:lnTo>
                  <a:pt x="379298" y="74165"/>
                </a:lnTo>
                <a:cubicBezTo>
                  <a:pt x="374933" y="100876"/>
                  <a:pt x="370742" y="113794"/>
                  <a:pt x="339832" y="113794"/>
                </a:cubicBezTo>
                <a:lnTo>
                  <a:pt x="313462" y="113794"/>
                </a:lnTo>
                <a:cubicBezTo>
                  <a:pt x="305255" y="113794"/>
                  <a:pt x="304906" y="112571"/>
                  <a:pt x="304906" y="106810"/>
                </a:cubicBezTo>
                <a:lnTo>
                  <a:pt x="304906" y="60200"/>
                </a:lnTo>
                <a:lnTo>
                  <a:pt x="322019" y="60200"/>
                </a:lnTo>
                <a:cubicBezTo>
                  <a:pt x="339310" y="60200"/>
                  <a:pt x="341753" y="65439"/>
                  <a:pt x="341753" y="80625"/>
                </a:cubicBezTo>
                <a:lnTo>
                  <a:pt x="346118" y="80625"/>
                </a:lnTo>
                <a:lnTo>
                  <a:pt x="346118" y="34377"/>
                </a:lnTo>
                <a:lnTo>
                  <a:pt x="341753" y="34377"/>
                </a:lnTo>
                <a:cubicBezTo>
                  <a:pt x="341753" y="49555"/>
                  <a:pt x="339310" y="54788"/>
                  <a:pt x="322019" y="54788"/>
                </a:cubicBezTo>
                <a:lnTo>
                  <a:pt x="304906" y="54788"/>
                </a:lnTo>
                <a:lnTo>
                  <a:pt x="304906" y="12918"/>
                </a:lnTo>
                <a:cubicBezTo>
                  <a:pt x="304906" y="7160"/>
                  <a:pt x="305255" y="5940"/>
                  <a:pt x="313462" y="5940"/>
                </a:cubicBezTo>
                <a:lnTo>
                  <a:pt x="338436" y="5940"/>
                </a:lnTo>
                <a:cubicBezTo>
                  <a:pt x="365852" y="5940"/>
                  <a:pt x="371440" y="14837"/>
                  <a:pt x="374235" y="39783"/>
                </a:cubicBezTo>
                <a:lnTo>
                  <a:pt x="378600" y="39783"/>
                </a:lnTo>
                <a:lnTo>
                  <a:pt x="373710" y="525"/>
                </a:lnTo>
                <a:close/>
                <a:moveTo>
                  <a:pt x="515859" y="1050"/>
                </a:moveTo>
                <a:lnTo>
                  <a:pt x="403573" y="1050"/>
                </a:lnTo>
                <a:lnTo>
                  <a:pt x="400253" y="40319"/>
                </a:lnTo>
                <a:lnTo>
                  <a:pt x="404621" y="40319"/>
                </a:lnTo>
                <a:cubicBezTo>
                  <a:pt x="407064" y="11000"/>
                  <a:pt x="410557" y="6462"/>
                  <a:pt x="437974" y="6462"/>
                </a:cubicBezTo>
                <a:cubicBezTo>
                  <a:pt x="441292" y="6462"/>
                  <a:pt x="446357" y="6462"/>
                  <a:pt x="448102" y="6811"/>
                </a:cubicBezTo>
                <a:cubicBezTo>
                  <a:pt x="451945" y="7336"/>
                  <a:pt x="451945" y="9430"/>
                  <a:pt x="451945" y="13443"/>
                </a:cubicBezTo>
                <a:lnTo>
                  <a:pt x="451945" y="105417"/>
                </a:lnTo>
                <a:cubicBezTo>
                  <a:pt x="451945" y="111351"/>
                  <a:pt x="451945" y="113794"/>
                  <a:pt x="433609" y="113794"/>
                </a:cubicBezTo>
                <a:lnTo>
                  <a:pt x="426623" y="113794"/>
                </a:lnTo>
                <a:lnTo>
                  <a:pt x="426623" y="119206"/>
                </a:lnTo>
                <a:cubicBezTo>
                  <a:pt x="433783" y="118684"/>
                  <a:pt x="451596" y="118684"/>
                  <a:pt x="459630" y="118684"/>
                </a:cubicBezTo>
                <a:cubicBezTo>
                  <a:pt x="467661" y="118684"/>
                  <a:pt x="485650" y="118684"/>
                  <a:pt x="492810" y="119206"/>
                </a:cubicBezTo>
                <a:lnTo>
                  <a:pt x="492810" y="113794"/>
                </a:lnTo>
                <a:lnTo>
                  <a:pt x="485823" y="113794"/>
                </a:lnTo>
                <a:cubicBezTo>
                  <a:pt x="467488" y="113794"/>
                  <a:pt x="467488" y="111351"/>
                  <a:pt x="467488" y="105417"/>
                </a:cubicBezTo>
                <a:lnTo>
                  <a:pt x="467488" y="13443"/>
                </a:lnTo>
                <a:cubicBezTo>
                  <a:pt x="467488" y="9430"/>
                  <a:pt x="467488" y="7336"/>
                  <a:pt x="471330" y="6811"/>
                </a:cubicBezTo>
                <a:cubicBezTo>
                  <a:pt x="473076" y="6462"/>
                  <a:pt x="478138" y="6462"/>
                  <a:pt x="481459" y="6462"/>
                </a:cubicBezTo>
                <a:cubicBezTo>
                  <a:pt x="508699" y="6462"/>
                  <a:pt x="512369" y="11000"/>
                  <a:pt x="514812" y="40319"/>
                </a:cubicBezTo>
                <a:lnTo>
                  <a:pt x="519177" y="40319"/>
                </a:lnTo>
                <a:lnTo>
                  <a:pt x="515859" y="1050"/>
                </a:lnTo>
                <a:close/>
                <a:moveTo>
                  <a:pt x="613654" y="30028"/>
                </a:moveTo>
                <a:lnTo>
                  <a:pt x="535945" y="30028"/>
                </a:lnTo>
                <a:lnTo>
                  <a:pt x="535945" y="34395"/>
                </a:lnTo>
                <a:cubicBezTo>
                  <a:pt x="547642" y="34395"/>
                  <a:pt x="548516" y="35440"/>
                  <a:pt x="548516" y="42592"/>
                </a:cubicBezTo>
                <a:lnTo>
                  <a:pt x="548516" y="106637"/>
                </a:lnTo>
                <a:cubicBezTo>
                  <a:pt x="548516" y="113794"/>
                  <a:pt x="547642" y="114841"/>
                  <a:pt x="535945" y="114841"/>
                </a:cubicBezTo>
                <a:lnTo>
                  <a:pt x="535945" y="119206"/>
                </a:lnTo>
                <a:lnTo>
                  <a:pt x="615751" y="119206"/>
                </a:lnTo>
                <a:lnTo>
                  <a:pt x="620814" y="85338"/>
                </a:lnTo>
                <a:lnTo>
                  <a:pt x="616449" y="85338"/>
                </a:lnTo>
                <a:cubicBezTo>
                  <a:pt x="613481" y="106461"/>
                  <a:pt x="609289" y="114841"/>
                  <a:pt x="586935" y="114841"/>
                </a:cubicBezTo>
                <a:lnTo>
                  <a:pt x="568075" y="114841"/>
                </a:lnTo>
                <a:cubicBezTo>
                  <a:pt x="561962" y="114841"/>
                  <a:pt x="561091" y="114319"/>
                  <a:pt x="561091" y="107335"/>
                </a:cubicBezTo>
                <a:lnTo>
                  <a:pt x="561091" y="75037"/>
                </a:lnTo>
                <a:lnTo>
                  <a:pt x="573314" y="75037"/>
                </a:lnTo>
                <a:cubicBezTo>
                  <a:pt x="586237" y="75037"/>
                  <a:pt x="588332" y="78530"/>
                  <a:pt x="588332" y="90225"/>
                </a:cubicBezTo>
                <a:lnTo>
                  <a:pt x="592699" y="90225"/>
                </a:lnTo>
                <a:lnTo>
                  <a:pt x="592699" y="55500"/>
                </a:lnTo>
                <a:lnTo>
                  <a:pt x="588332" y="55500"/>
                </a:lnTo>
                <a:cubicBezTo>
                  <a:pt x="588332" y="67184"/>
                  <a:pt x="586237" y="70672"/>
                  <a:pt x="573314" y="70672"/>
                </a:cubicBezTo>
                <a:lnTo>
                  <a:pt x="561091" y="70672"/>
                </a:lnTo>
                <a:lnTo>
                  <a:pt x="561091" y="41894"/>
                </a:lnTo>
                <a:cubicBezTo>
                  <a:pt x="561091" y="34918"/>
                  <a:pt x="561962" y="34395"/>
                  <a:pt x="568075" y="34395"/>
                </a:cubicBezTo>
                <a:lnTo>
                  <a:pt x="585888" y="34395"/>
                </a:lnTo>
                <a:cubicBezTo>
                  <a:pt x="606145" y="34395"/>
                  <a:pt x="610686" y="40497"/>
                  <a:pt x="612607" y="59510"/>
                </a:cubicBezTo>
                <a:lnTo>
                  <a:pt x="616971" y="59510"/>
                </a:lnTo>
                <a:lnTo>
                  <a:pt x="613654" y="30028"/>
                </a:lnTo>
                <a:close/>
                <a:moveTo>
                  <a:pt x="692761" y="31137"/>
                </a:moveTo>
                <a:cubicBezTo>
                  <a:pt x="692761" y="28344"/>
                  <a:pt x="692761" y="26945"/>
                  <a:pt x="691015" y="26945"/>
                </a:cubicBezTo>
                <a:cubicBezTo>
                  <a:pt x="689968" y="26945"/>
                  <a:pt x="689792" y="27121"/>
                  <a:pt x="687173" y="30963"/>
                </a:cubicBezTo>
                <a:cubicBezTo>
                  <a:pt x="686302" y="31835"/>
                  <a:pt x="684554" y="34454"/>
                  <a:pt x="683855" y="35504"/>
                </a:cubicBezTo>
                <a:cubicBezTo>
                  <a:pt x="677220" y="29042"/>
                  <a:pt x="669186" y="26945"/>
                  <a:pt x="662027" y="26945"/>
                </a:cubicBezTo>
                <a:cubicBezTo>
                  <a:pt x="646134" y="26945"/>
                  <a:pt x="634610" y="38821"/>
                  <a:pt x="634610" y="52443"/>
                </a:cubicBezTo>
                <a:cubicBezTo>
                  <a:pt x="634610" y="62222"/>
                  <a:pt x="640198" y="67983"/>
                  <a:pt x="642292" y="70081"/>
                </a:cubicBezTo>
                <a:cubicBezTo>
                  <a:pt x="647533" y="75319"/>
                  <a:pt x="651024" y="76017"/>
                  <a:pt x="667092" y="79684"/>
                </a:cubicBezTo>
                <a:cubicBezTo>
                  <a:pt x="676522" y="81954"/>
                  <a:pt x="678268" y="82303"/>
                  <a:pt x="682283" y="85970"/>
                </a:cubicBezTo>
                <a:cubicBezTo>
                  <a:pt x="683157" y="86668"/>
                  <a:pt x="687871" y="91384"/>
                  <a:pt x="687871" y="99067"/>
                </a:cubicBezTo>
                <a:cubicBezTo>
                  <a:pt x="687871" y="107799"/>
                  <a:pt x="681060" y="117229"/>
                  <a:pt x="669011" y="117229"/>
                </a:cubicBezTo>
                <a:cubicBezTo>
                  <a:pt x="664473" y="117229"/>
                  <a:pt x="655042" y="116531"/>
                  <a:pt x="647533" y="110418"/>
                </a:cubicBezTo>
                <a:cubicBezTo>
                  <a:pt x="639673" y="104305"/>
                  <a:pt x="639150" y="95749"/>
                  <a:pt x="638975" y="91035"/>
                </a:cubicBezTo>
                <a:cubicBezTo>
                  <a:pt x="638801" y="89639"/>
                  <a:pt x="637402" y="89463"/>
                  <a:pt x="636880" y="89463"/>
                </a:cubicBezTo>
                <a:cubicBezTo>
                  <a:pt x="634610" y="89463"/>
                  <a:pt x="634610" y="90686"/>
                  <a:pt x="634610" y="93828"/>
                </a:cubicBezTo>
                <a:lnTo>
                  <a:pt x="634610" y="117405"/>
                </a:lnTo>
                <a:cubicBezTo>
                  <a:pt x="634610" y="120197"/>
                  <a:pt x="634610" y="121594"/>
                  <a:pt x="636355" y="121594"/>
                </a:cubicBezTo>
                <a:cubicBezTo>
                  <a:pt x="637402" y="121594"/>
                  <a:pt x="637578" y="121420"/>
                  <a:pt x="640198" y="117578"/>
                </a:cubicBezTo>
                <a:cubicBezTo>
                  <a:pt x="641072" y="116704"/>
                  <a:pt x="642817" y="114085"/>
                  <a:pt x="643515" y="113037"/>
                </a:cubicBezTo>
                <a:cubicBezTo>
                  <a:pt x="648581" y="117578"/>
                  <a:pt x="657662" y="121594"/>
                  <a:pt x="669011" y="121594"/>
                </a:cubicBezTo>
                <a:cubicBezTo>
                  <a:pt x="685950" y="121594"/>
                  <a:pt x="696779" y="108148"/>
                  <a:pt x="696779" y="94353"/>
                </a:cubicBezTo>
                <a:cubicBezTo>
                  <a:pt x="696779" y="83351"/>
                  <a:pt x="689968" y="76366"/>
                  <a:pt x="689968" y="76191"/>
                </a:cubicBezTo>
                <a:cubicBezTo>
                  <a:pt x="683506" y="69556"/>
                  <a:pt x="680711" y="69031"/>
                  <a:pt x="665869" y="65540"/>
                </a:cubicBezTo>
                <a:cubicBezTo>
                  <a:pt x="662202" y="64666"/>
                  <a:pt x="656090" y="63270"/>
                  <a:pt x="655042" y="62921"/>
                </a:cubicBezTo>
                <a:cubicBezTo>
                  <a:pt x="646310" y="59427"/>
                  <a:pt x="643515" y="52616"/>
                  <a:pt x="643515" y="47378"/>
                </a:cubicBezTo>
                <a:cubicBezTo>
                  <a:pt x="643515" y="39344"/>
                  <a:pt x="650502" y="30787"/>
                  <a:pt x="662202" y="30787"/>
                </a:cubicBezTo>
                <a:cubicBezTo>
                  <a:pt x="684380" y="30787"/>
                  <a:pt x="687522" y="51220"/>
                  <a:pt x="688220" y="56808"/>
                </a:cubicBezTo>
                <a:cubicBezTo>
                  <a:pt x="688572" y="58031"/>
                  <a:pt x="688572" y="59078"/>
                  <a:pt x="690490" y="59078"/>
                </a:cubicBezTo>
                <a:cubicBezTo>
                  <a:pt x="692761" y="59078"/>
                  <a:pt x="692761" y="58204"/>
                  <a:pt x="692761" y="54887"/>
                </a:cubicBezTo>
                <a:lnTo>
                  <a:pt x="692761" y="31137"/>
                </a:lnTo>
                <a:close/>
                <a:moveTo>
                  <a:pt x="799986" y="30553"/>
                </a:moveTo>
                <a:lnTo>
                  <a:pt x="714240" y="30553"/>
                </a:lnTo>
                <a:lnTo>
                  <a:pt x="711797" y="60045"/>
                </a:lnTo>
                <a:lnTo>
                  <a:pt x="716161" y="60045"/>
                </a:lnTo>
                <a:cubicBezTo>
                  <a:pt x="717734" y="38059"/>
                  <a:pt x="721227" y="34918"/>
                  <a:pt x="740610" y="34918"/>
                </a:cubicBezTo>
                <a:cubicBezTo>
                  <a:pt x="750389" y="34918"/>
                  <a:pt x="750914" y="34918"/>
                  <a:pt x="750914" y="42421"/>
                </a:cubicBezTo>
                <a:lnTo>
                  <a:pt x="750914" y="105941"/>
                </a:lnTo>
                <a:cubicBezTo>
                  <a:pt x="750914" y="112923"/>
                  <a:pt x="750216" y="114841"/>
                  <a:pt x="736767" y="114841"/>
                </a:cubicBezTo>
                <a:lnTo>
                  <a:pt x="733101" y="114841"/>
                </a:lnTo>
                <a:lnTo>
                  <a:pt x="733101" y="119206"/>
                </a:lnTo>
                <a:cubicBezTo>
                  <a:pt x="739912" y="118684"/>
                  <a:pt x="750216" y="118684"/>
                  <a:pt x="757200" y="118684"/>
                </a:cubicBezTo>
                <a:cubicBezTo>
                  <a:pt x="764187" y="118684"/>
                  <a:pt x="774488" y="118684"/>
                  <a:pt x="781299" y="119206"/>
                </a:cubicBezTo>
                <a:lnTo>
                  <a:pt x="781299" y="114841"/>
                </a:lnTo>
                <a:lnTo>
                  <a:pt x="777632" y="114841"/>
                </a:lnTo>
                <a:cubicBezTo>
                  <a:pt x="764187" y="114841"/>
                  <a:pt x="763486" y="112923"/>
                  <a:pt x="763486" y="105941"/>
                </a:cubicBezTo>
                <a:lnTo>
                  <a:pt x="763486" y="42421"/>
                </a:lnTo>
                <a:cubicBezTo>
                  <a:pt x="763486" y="34918"/>
                  <a:pt x="764011" y="34918"/>
                  <a:pt x="773790" y="34918"/>
                </a:cubicBezTo>
                <a:cubicBezTo>
                  <a:pt x="792650" y="34918"/>
                  <a:pt x="796493" y="37883"/>
                  <a:pt x="798065" y="60045"/>
                </a:cubicBezTo>
                <a:lnTo>
                  <a:pt x="802430" y="60045"/>
                </a:lnTo>
                <a:lnTo>
                  <a:pt x="799986" y="30553"/>
                </a:lnTo>
                <a:close/>
              </a:path>
            </a:pathLst>
          </a:custGeom>
          <a:solidFill xmlns:a="http://schemas.openxmlformats.org/drawingml/2006/main">
            <a:srgbClr val="000000"/>
          </a:solidFill>
          <a:ln xmlns:a="http://schemas.openxmlformats.org/drawingml/2006/main" w="0" cap="flat">
            <a:noFill/>
            <a:miter/>
          </a:ln>
        </p:spPr>
      </p:sp>
      <p:sp>
        <p:nvSpPr>
          <p:cNvPr id="143" name="Vector element">
            <a:extLst xmlns:a="http://schemas.openxmlformats.org/drawingml/2006/main">
              <a:ext uri="{FF2B5EF4-FFF2-40B4-BE49-F238E27FC236}">
                <a16:creationId xmlns:a16="http://schemas.microsoft.com/office/drawing/2014/main" id="{1BEF1D1B-CE07-4CEF-8B45-FF68E5F74D2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254493" y="117901"/>
            <a:ext cx="350572" cy="122700"/>
          </a:xfrm>
          <a:custGeom xmlns:a="http://schemas.openxmlformats.org/drawingml/2006/main">
            <a:pathLst>
              <a:path w="350572" h="122700">
                <a:moveTo>
                  <a:pt x="0" y="122700"/>
                </a:moveTo>
                <a:lnTo>
                  <a:pt x="350572" y="122700"/>
                </a:lnTo>
                <a:lnTo>
                  <a:pt x="350572" y="0"/>
                </a:lnTo>
                <a:lnTo>
                  <a:pt x="0" y="0"/>
                </a:lnTo>
                <a:lnTo>
                  <a:pt x="0" y="122700"/>
                </a:lnTo>
                <a:close/>
              </a:path>
            </a:pathLst>
          </a:custGeom>
          <a:solidFill xmlns:a="http://schemas.openxmlformats.org/drawingml/2006/main">
            <a:srgbClr val="FD8D3C">
              <a:alpha val="40000"/>
            </a:srgbClr>
          </a:solidFill>
          <a:ln xmlns:a="http://schemas.openxmlformats.org/drawingml/2006/main" w="0" cap="flat">
            <a:noFill/>
            <a:miter/>
          </a:ln>
        </p:spPr>
      </p:sp>
      <p:sp>
        <p:nvSpPr>
          <p:cNvPr id="144" name="Vector element">
            <a:extLst xmlns:a="http://schemas.openxmlformats.org/drawingml/2006/main">
              <a:ext uri="{FF2B5EF4-FFF2-40B4-BE49-F238E27FC236}">
                <a16:creationId xmlns:a16="http://schemas.microsoft.com/office/drawing/2014/main" id="{1B8073FD-1ED9-4DC9-9B27-05B61D2CAB3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254493" y="117901"/>
            <a:ext cx="350572" cy="122700"/>
          </a:xfrm>
          <a:custGeom xmlns:a="http://schemas.openxmlformats.org/drawingml/2006/main">
            <a:pathLst>
              <a:path w="350572" h="122700" fill="none">
                <a:moveTo>
                  <a:pt x="0" y="122700"/>
                </a:moveTo>
                <a:lnTo>
                  <a:pt x="350572" y="122700"/>
                </a:lnTo>
                <a:lnTo>
                  <a:pt x="350572" y="0"/>
                </a:lnTo>
                <a:lnTo>
                  <a:pt x="0" y="0"/>
                </a:lnTo>
                <a:lnTo>
                  <a:pt x="0" y="122700"/>
                </a:lnTo>
                <a:close/>
              </a:path>
            </a:pathLst>
          </a:custGeom>
          <a:noFill xmlns:a="http://schemas.openxmlformats.org/drawingml/2006/main"/>
          <a:ln xmlns:a="http://schemas.openxmlformats.org/drawingml/2006/main" w="10955" cap="flat">
            <a:solidFill>
              <a:srgbClr val="FD8D3C">
                <a:alpha val="70000"/>
              </a:srgbClr>
            </a:solidFill>
            <a:miter/>
          </a:ln>
        </p:spPr>
      </p:sp>
      <p:sp>
        <p:nvSpPr>
          <p:cNvPr id="145" name="Text EvoSuite">
            <a:extLst xmlns:a="http://schemas.openxmlformats.org/drawingml/2006/main">
              <a:ext uri="{FF2B5EF4-FFF2-40B4-BE49-F238E27FC236}">
                <a16:creationId xmlns:a16="http://schemas.microsoft.com/office/drawing/2014/main" id="{A882E743-0169-4C5C-8DAE-4DE769F18E8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754896" y="117473"/>
            <a:ext cx="795929" cy="127051"/>
          </a:xfrm>
          <a:custGeom xmlns:a="http://schemas.openxmlformats.org/drawingml/2006/main">
            <a:pathLst>
              <a:path w="795929" h="127051">
                <a:moveTo>
                  <a:pt x="102334" y="4447"/>
                </a:moveTo>
                <a:lnTo>
                  <a:pt x="0" y="4447"/>
                </a:lnTo>
                <a:lnTo>
                  <a:pt x="0" y="9862"/>
                </a:lnTo>
                <a:lnTo>
                  <a:pt x="4192" y="9862"/>
                </a:lnTo>
                <a:cubicBezTo>
                  <a:pt x="17637" y="9862"/>
                  <a:pt x="17986" y="11780"/>
                  <a:pt x="17986" y="18061"/>
                </a:cubicBezTo>
                <a:lnTo>
                  <a:pt x="17986" y="109512"/>
                </a:lnTo>
                <a:cubicBezTo>
                  <a:pt x="17986" y="115795"/>
                  <a:pt x="17637" y="117717"/>
                  <a:pt x="4192" y="117717"/>
                </a:cubicBezTo>
                <a:lnTo>
                  <a:pt x="0" y="117717"/>
                </a:lnTo>
                <a:lnTo>
                  <a:pt x="0" y="123129"/>
                </a:lnTo>
                <a:lnTo>
                  <a:pt x="104953" y="123129"/>
                </a:lnTo>
                <a:lnTo>
                  <a:pt x="112289" y="78088"/>
                </a:lnTo>
                <a:lnTo>
                  <a:pt x="107921" y="78088"/>
                </a:lnTo>
                <a:cubicBezTo>
                  <a:pt x="103557" y="104798"/>
                  <a:pt x="99365" y="117717"/>
                  <a:pt x="68455" y="117717"/>
                </a:cubicBezTo>
                <a:lnTo>
                  <a:pt x="42086" y="117717"/>
                </a:lnTo>
                <a:cubicBezTo>
                  <a:pt x="33878" y="117717"/>
                  <a:pt x="33529" y="116494"/>
                  <a:pt x="33529" y="110733"/>
                </a:cubicBezTo>
                <a:lnTo>
                  <a:pt x="33529" y="64122"/>
                </a:lnTo>
                <a:lnTo>
                  <a:pt x="50642" y="64122"/>
                </a:lnTo>
                <a:cubicBezTo>
                  <a:pt x="67933" y="64122"/>
                  <a:pt x="70376" y="69361"/>
                  <a:pt x="70376" y="84547"/>
                </a:cubicBezTo>
                <a:lnTo>
                  <a:pt x="74741" y="84547"/>
                </a:lnTo>
                <a:lnTo>
                  <a:pt x="74741" y="38299"/>
                </a:lnTo>
                <a:lnTo>
                  <a:pt x="70376" y="38299"/>
                </a:lnTo>
                <a:cubicBezTo>
                  <a:pt x="70376" y="53477"/>
                  <a:pt x="67933" y="58710"/>
                  <a:pt x="50642" y="58710"/>
                </a:cubicBezTo>
                <a:lnTo>
                  <a:pt x="33529" y="58710"/>
                </a:lnTo>
                <a:lnTo>
                  <a:pt x="33529" y="16841"/>
                </a:lnTo>
                <a:cubicBezTo>
                  <a:pt x="33529" y="11082"/>
                  <a:pt x="33878" y="9862"/>
                  <a:pt x="42086" y="9862"/>
                </a:cubicBezTo>
                <a:lnTo>
                  <a:pt x="67059" y="9862"/>
                </a:lnTo>
                <a:cubicBezTo>
                  <a:pt x="94475" y="9862"/>
                  <a:pt x="100063" y="18759"/>
                  <a:pt x="102858" y="43706"/>
                </a:cubicBezTo>
                <a:lnTo>
                  <a:pt x="107223" y="43706"/>
                </a:lnTo>
                <a:lnTo>
                  <a:pt x="102334" y="4447"/>
                </a:lnTo>
                <a:close/>
                <a:moveTo>
                  <a:pt x="151231" y="46687"/>
                </a:moveTo>
                <a:cubicBezTo>
                  <a:pt x="149834" y="43549"/>
                  <a:pt x="149834" y="43199"/>
                  <a:pt x="149834" y="42501"/>
                </a:cubicBezTo>
                <a:cubicBezTo>
                  <a:pt x="149834" y="37793"/>
                  <a:pt x="155771" y="37793"/>
                  <a:pt x="158740" y="37793"/>
                </a:cubicBezTo>
                <a:lnTo>
                  <a:pt x="158740" y="33425"/>
                </a:lnTo>
                <a:cubicBezTo>
                  <a:pt x="154199" y="33601"/>
                  <a:pt x="143722" y="33950"/>
                  <a:pt x="140404" y="33950"/>
                </a:cubicBezTo>
                <a:cubicBezTo>
                  <a:pt x="135864" y="33950"/>
                  <a:pt x="128704" y="33777"/>
                  <a:pt x="123987" y="33425"/>
                </a:cubicBezTo>
                <a:lnTo>
                  <a:pt x="123987" y="37793"/>
                </a:lnTo>
                <a:cubicBezTo>
                  <a:pt x="133593" y="37793"/>
                  <a:pt x="134641" y="39013"/>
                  <a:pt x="137087" y="44769"/>
                </a:cubicBezTo>
                <a:lnTo>
                  <a:pt x="169566" y="121514"/>
                </a:lnTo>
                <a:cubicBezTo>
                  <a:pt x="170616" y="123784"/>
                  <a:pt x="170965" y="125004"/>
                  <a:pt x="173236" y="125004"/>
                </a:cubicBezTo>
                <a:cubicBezTo>
                  <a:pt x="175679" y="125004"/>
                  <a:pt x="176028" y="123957"/>
                  <a:pt x="177075" y="121514"/>
                </a:cubicBezTo>
                <a:lnTo>
                  <a:pt x="207463" y="49304"/>
                </a:lnTo>
                <a:cubicBezTo>
                  <a:pt x="212177" y="38315"/>
                  <a:pt x="220035" y="37966"/>
                  <a:pt x="222654" y="37793"/>
                </a:cubicBezTo>
                <a:lnTo>
                  <a:pt x="222654" y="33425"/>
                </a:lnTo>
                <a:cubicBezTo>
                  <a:pt x="218988" y="33777"/>
                  <a:pt x="214274" y="33950"/>
                  <a:pt x="210605" y="33950"/>
                </a:cubicBezTo>
                <a:cubicBezTo>
                  <a:pt x="205891" y="33950"/>
                  <a:pt x="201001" y="33777"/>
                  <a:pt x="196285" y="33425"/>
                </a:cubicBezTo>
                <a:lnTo>
                  <a:pt x="196285" y="37793"/>
                </a:lnTo>
                <a:cubicBezTo>
                  <a:pt x="202398" y="38315"/>
                  <a:pt x="203621" y="41979"/>
                  <a:pt x="203621" y="45291"/>
                </a:cubicBezTo>
                <a:cubicBezTo>
                  <a:pt x="203621" y="47210"/>
                  <a:pt x="203096" y="48606"/>
                  <a:pt x="202224" y="50525"/>
                </a:cubicBezTo>
                <a:lnTo>
                  <a:pt x="177424" y="109477"/>
                </a:lnTo>
                <a:lnTo>
                  <a:pt x="151231" y="46687"/>
                </a:lnTo>
                <a:close/>
                <a:moveTo>
                  <a:pt x="325123" y="78543"/>
                </a:moveTo>
                <a:cubicBezTo>
                  <a:pt x="325123" y="52523"/>
                  <a:pt x="304342" y="30867"/>
                  <a:pt x="278497" y="30867"/>
                </a:cubicBezTo>
                <a:cubicBezTo>
                  <a:pt x="252477" y="30867"/>
                  <a:pt x="231871" y="52523"/>
                  <a:pt x="231871" y="78543"/>
                </a:cubicBezTo>
                <a:cubicBezTo>
                  <a:pt x="231871" y="104910"/>
                  <a:pt x="253002" y="125516"/>
                  <a:pt x="278497" y="125516"/>
                </a:cubicBezTo>
                <a:cubicBezTo>
                  <a:pt x="303993" y="125516"/>
                  <a:pt x="325123" y="104910"/>
                  <a:pt x="325123" y="78543"/>
                </a:cubicBezTo>
                <a:moveTo>
                  <a:pt x="278497" y="120978"/>
                </a:moveTo>
                <a:cubicBezTo>
                  <a:pt x="266098" y="120978"/>
                  <a:pt x="246889" y="111023"/>
                  <a:pt x="246889" y="76622"/>
                </a:cubicBezTo>
                <a:cubicBezTo>
                  <a:pt x="246889" y="43791"/>
                  <a:pt x="266797" y="35235"/>
                  <a:pt x="278497" y="35235"/>
                </a:cubicBezTo>
                <a:cubicBezTo>
                  <a:pt x="290371" y="35235"/>
                  <a:pt x="310105" y="43967"/>
                  <a:pt x="310105" y="76622"/>
                </a:cubicBezTo>
                <a:cubicBezTo>
                  <a:pt x="310105" y="111023"/>
                  <a:pt x="290896" y="120978"/>
                  <a:pt x="278497" y="120978"/>
                </a:cubicBezTo>
                <a:close/>
                <a:moveTo>
                  <a:pt x="376465" y="49808"/>
                </a:moveTo>
                <a:cubicBezTo>
                  <a:pt x="361274" y="46136"/>
                  <a:pt x="357605" y="34078"/>
                  <a:pt x="357605" y="27787"/>
                </a:cubicBezTo>
                <a:cubicBezTo>
                  <a:pt x="357605" y="15903"/>
                  <a:pt x="367560" y="4892"/>
                  <a:pt x="382405" y="4892"/>
                </a:cubicBezTo>
                <a:cubicBezTo>
                  <a:pt x="406504" y="4892"/>
                  <a:pt x="415758" y="22543"/>
                  <a:pt x="418202" y="40370"/>
                </a:cubicBezTo>
                <a:cubicBezTo>
                  <a:pt x="418554" y="42643"/>
                  <a:pt x="418554" y="43517"/>
                  <a:pt x="420472" y="43517"/>
                </a:cubicBezTo>
                <a:cubicBezTo>
                  <a:pt x="422742" y="43517"/>
                  <a:pt x="422742" y="42643"/>
                  <a:pt x="422742" y="39322"/>
                </a:cubicBezTo>
                <a:lnTo>
                  <a:pt x="422742" y="4191"/>
                </a:lnTo>
                <a:cubicBezTo>
                  <a:pt x="422742" y="1223"/>
                  <a:pt x="422742" y="0"/>
                  <a:pt x="420821" y="0"/>
                </a:cubicBezTo>
                <a:cubicBezTo>
                  <a:pt x="419601" y="0"/>
                  <a:pt x="419601" y="176"/>
                  <a:pt x="418202" y="2270"/>
                </a:cubicBezTo>
                <a:lnTo>
                  <a:pt x="411743" y="12580"/>
                </a:lnTo>
                <a:cubicBezTo>
                  <a:pt x="407026" y="7863"/>
                  <a:pt x="398992" y="0"/>
                  <a:pt x="382229" y="0"/>
                </a:cubicBezTo>
                <a:cubicBezTo>
                  <a:pt x="361972" y="0"/>
                  <a:pt x="346429" y="15378"/>
                  <a:pt x="346429" y="33902"/>
                </a:cubicBezTo>
                <a:cubicBezTo>
                  <a:pt x="346429" y="45089"/>
                  <a:pt x="352366" y="52952"/>
                  <a:pt x="354637" y="55574"/>
                </a:cubicBezTo>
                <a:cubicBezTo>
                  <a:pt x="362844" y="64138"/>
                  <a:pt x="368085" y="65361"/>
                  <a:pt x="382578" y="68857"/>
                </a:cubicBezTo>
                <a:cubicBezTo>
                  <a:pt x="385373" y="69556"/>
                  <a:pt x="388342" y="70081"/>
                  <a:pt x="391134" y="70781"/>
                </a:cubicBezTo>
                <a:cubicBezTo>
                  <a:pt x="401439" y="73227"/>
                  <a:pt x="404932" y="74101"/>
                  <a:pt x="410344" y="80044"/>
                </a:cubicBezTo>
                <a:cubicBezTo>
                  <a:pt x="411394" y="81267"/>
                  <a:pt x="416632" y="87209"/>
                  <a:pt x="416632" y="96647"/>
                </a:cubicBezTo>
                <a:cubicBezTo>
                  <a:pt x="416632" y="109054"/>
                  <a:pt x="407375" y="121639"/>
                  <a:pt x="391483" y="121639"/>
                </a:cubicBezTo>
                <a:cubicBezTo>
                  <a:pt x="384150" y="121639"/>
                  <a:pt x="372450" y="120240"/>
                  <a:pt x="362844" y="112726"/>
                </a:cubicBezTo>
                <a:cubicBezTo>
                  <a:pt x="351495" y="103812"/>
                  <a:pt x="350970" y="91054"/>
                  <a:pt x="350797" y="85112"/>
                </a:cubicBezTo>
                <a:cubicBezTo>
                  <a:pt x="350621" y="83889"/>
                  <a:pt x="349574" y="83540"/>
                  <a:pt x="348700" y="83540"/>
                </a:cubicBezTo>
                <a:cubicBezTo>
                  <a:pt x="346429" y="83540"/>
                  <a:pt x="346429" y="84763"/>
                  <a:pt x="346429" y="87907"/>
                </a:cubicBezTo>
                <a:lnTo>
                  <a:pt x="346429" y="122862"/>
                </a:lnTo>
                <a:cubicBezTo>
                  <a:pt x="346429" y="125830"/>
                  <a:pt x="346429" y="127051"/>
                  <a:pt x="348351" y="127051"/>
                </a:cubicBezTo>
                <a:cubicBezTo>
                  <a:pt x="349574" y="127051"/>
                  <a:pt x="349923" y="126529"/>
                  <a:pt x="350970" y="124956"/>
                </a:cubicBezTo>
                <a:lnTo>
                  <a:pt x="357432" y="114474"/>
                </a:lnTo>
                <a:cubicBezTo>
                  <a:pt x="362321" y="119542"/>
                  <a:pt x="373673" y="127051"/>
                  <a:pt x="391659" y="127051"/>
                </a:cubicBezTo>
                <a:cubicBezTo>
                  <a:pt x="413488" y="127051"/>
                  <a:pt x="427808" y="109406"/>
                  <a:pt x="427808" y="90878"/>
                </a:cubicBezTo>
                <a:cubicBezTo>
                  <a:pt x="427808" y="76897"/>
                  <a:pt x="419425" y="60293"/>
                  <a:pt x="400215" y="55574"/>
                </a:cubicBezTo>
                <a:lnTo>
                  <a:pt x="376465" y="49808"/>
                </a:lnTo>
                <a:close/>
                <a:moveTo>
                  <a:pt x="473212" y="45989"/>
                </a:moveTo>
                <a:cubicBezTo>
                  <a:pt x="473212" y="38837"/>
                  <a:pt x="474084" y="37793"/>
                  <a:pt x="485784" y="37793"/>
                </a:cubicBezTo>
                <a:lnTo>
                  <a:pt x="485784" y="33425"/>
                </a:lnTo>
                <a:cubicBezTo>
                  <a:pt x="480721" y="33601"/>
                  <a:pt x="470766" y="33950"/>
                  <a:pt x="466924" y="33950"/>
                </a:cubicBezTo>
                <a:cubicBezTo>
                  <a:pt x="463084" y="33950"/>
                  <a:pt x="453305" y="33601"/>
                  <a:pt x="448066" y="33425"/>
                </a:cubicBezTo>
                <a:lnTo>
                  <a:pt x="448066" y="37793"/>
                </a:lnTo>
                <a:cubicBezTo>
                  <a:pt x="459940" y="37793"/>
                  <a:pt x="460638" y="38837"/>
                  <a:pt x="460638" y="46338"/>
                </a:cubicBezTo>
                <a:lnTo>
                  <a:pt x="460638" y="84179"/>
                </a:lnTo>
                <a:cubicBezTo>
                  <a:pt x="460638" y="88541"/>
                  <a:pt x="460638" y="94992"/>
                  <a:pt x="460987" y="97260"/>
                </a:cubicBezTo>
                <a:cubicBezTo>
                  <a:pt x="462559" y="111385"/>
                  <a:pt x="476530" y="125516"/>
                  <a:pt x="495912" y="125516"/>
                </a:cubicBezTo>
                <a:cubicBezTo>
                  <a:pt x="516172" y="125516"/>
                  <a:pt x="527347" y="107724"/>
                  <a:pt x="527521" y="94992"/>
                </a:cubicBezTo>
                <a:lnTo>
                  <a:pt x="527521" y="48603"/>
                </a:lnTo>
                <a:cubicBezTo>
                  <a:pt x="527696" y="41630"/>
                  <a:pt x="532237" y="37793"/>
                  <a:pt x="540095" y="37793"/>
                </a:cubicBezTo>
                <a:lnTo>
                  <a:pt x="540095" y="33425"/>
                </a:lnTo>
                <a:cubicBezTo>
                  <a:pt x="535730" y="33777"/>
                  <a:pt x="526473" y="33950"/>
                  <a:pt x="525426" y="33950"/>
                </a:cubicBezTo>
                <a:cubicBezTo>
                  <a:pt x="520537" y="33950"/>
                  <a:pt x="515474" y="33777"/>
                  <a:pt x="510581" y="33425"/>
                </a:cubicBezTo>
                <a:lnTo>
                  <a:pt x="510581" y="37793"/>
                </a:lnTo>
                <a:cubicBezTo>
                  <a:pt x="523156" y="37793"/>
                  <a:pt x="523156" y="47034"/>
                  <a:pt x="523156" y="51047"/>
                </a:cubicBezTo>
                <a:lnTo>
                  <a:pt x="523156" y="92029"/>
                </a:lnTo>
                <a:cubicBezTo>
                  <a:pt x="523156" y="112257"/>
                  <a:pt x="508138" y="121151"/>
                  <a:pt x="496264" y="121151"/>
                </a:cubicBezTo>
                <a:cubicBezTo>
                  <a:pt x="491023" y="121151"/>
                  <a:pt x="473212" y="119060"/>
                  <a:pt x="473212" y="92901"/>
                </a:cubicBezTo>
                <a:lnTo>
                  <a:pt x="473212" y="45989"/>
                </a:lnTo>
                <a:close/>
                <a:moveTo>
                  <a:pt x="580261" y="46171"/>
                </a:moveTo>
                <a:cubicBezTo>
                  <a:pt x="580261" y="38667"/>
                  <a:pt x="581133" y="37793"/>
                  <a:pt x="593534" y="37793"/>
                </a:cubicBezTo>
                <a:lnTo>
                  <a:pt x="593534" y="33425"/>
                </a:lnTo>
                <a:cubicBezTo>
                  <a:pt x="587594" y="33601"/>
                  <a:pt x="578513" y="33950"/>
                  <a:pt x="573973" y="33950"/>
                </a:cubicBezTo>
                <a:cubicBezTo>
                  <a:pt x="569435" y="33950"/>
                  <a:pt x="560354" y="33601"/>
                  <a:pt x="554414" y="33425"/>
                </a:cubicBezTo>
                <a:lnTo>
                  <a:pt x="554414" y="37793"/>
                </a:lnTo>
                <a:cubicBezTo>
                  <a:pt x="566813" y="37793"/>
                  <a:pt x="567687" y="38667"/>
                  <a:pt x="567687" y="46171"/>
                </a:cubicBezTo>
                <a:lnTo>
                  <a:pt x="567687" y="110389"/>
                </a:lnTo>
                <a:cubicBezTo>
                  <a:pt x="567687" y="117892"/>
                  <a:pt x="566813" y="118764"/>
                  <a:pt x="554414" y="118764"/>
                </a:cubicBezTo>
                <a:lnTo>
                  <a:pt x="554414" y="123129"/>
                </a:lnTo>
                <a:cubicBezTo>
                  <a:pt x="560354" y="122955"/>
                  <a:pt x="569435" y="122606"/>
                  <a:pt x="573973" y="122606"/>
                </a:cubicBezTo>
                <a:cubicBezTo>
                  <a:pt x="578513" y="122606"/>
                  <a:pt x="587594" y="122955"/>
                  <a:pt x="593534" y="123129"/>
                </a:cubicBezTo>
                <a:lnTo>
                  <a:pt x="593534" y="118764"/>
                </a:lnTo>
                <a:cubicBezTo>
                  <a:pt x="581133" y="118764"/>
                  <a:pt x="580261" y="117892"/>
                  <a:pt x="580261" y="110389"/>
                </a:cubicBezTo>
                <a:lnTo>
                  <a:pt x="580261" y="46171"/>
                </a:lnTo>
                <a:close/>
                <a:moveTo>
                  <a:pt x="694820" y="34475"/>
                </a:moveTo>
                <a:lnTo>
                  <a:pt x="609074" y="34475"/>
                </a:lnTo>
                <a:lnTo>
                  <a:pt x="606630" y="63968"/>
                </a:lnTo>
                <a:lnTo>
                  <a:pt x="610995" y="63968"/>
                </a:lnTo>
                <a:cubicBezTo>
                  <a:pt x="612567" y="41982"/>
                  <a:pt x="616060" y="38840"/>
                  <a:pt x="635443" y="38840"/>
                </a:cubicBezTo>
                <a:cubicBezTo>
                  <a:pt x="645222" y="38840"/>
                  <a:pt x="645747" y="38840"/>
                  <a:pt x="645747" y="46344"/>
                </a:cubicBezTo>
                <a:lnTo>
                  <a:pt x="645747" y="109864"/>
                </a:lnTo>
                <a:cubicBezTo>
                  <a:pt x="645747" y="116845"/>
                  <a:pt x="645049" y="118764"/>
                  <a:pt x="631601" y="118764"/>
                </a:cubicBezTo>
                <a:lnTo>
                  <a:pt x="627934" y="118764"/>
                </a:lnTo>
                <a:lnTo>
                  <a:pt x="627934" y="123129"/>
                </a:lnTo>
                <a:cubicBezTo>
                  <a:pt x="634745" y="122606"/>
                  <a:pt x="645049" y="122606"/>
                  <a:pt x="652033" y="122606"/>
                </a:cubicBezTo>
                <a:cubicBezTo>
                  <a:pt x="659020" y="122606"/>
                  <a:pt x="669322" y="122606"/>
                  <a:pt x="676132" y="123129"/>
                </a:cubicBezTo>
                <a:lnTo>
                  <a:pt x="676132" y="118764"/>
                </a:lnTo>
                <a:lnTo>
                  <a:pt x="672466" y="118764"/>
                </a:lnTo>
                <a:cubicBezTo>
                  <a:pt x="659020" y="118764"/>
                  <a:pt x="658319" y="116845"/>
                  <a:pt x="658319" y="109864"/>
                </a:cubicBezTo>
                <a:lnTo>
                  <a:pt x="658319" y="46344"/>
                </a:lnTo>
                <a:cubicBezTo>
                  <a:pt x="658319" y="38840"/>
                  <a:pt x="658844" y="38840"/>
                  <a:pt x="668623" y="38840"/>
                </a:cubicBezTo>
                <a:cubicBezTo>
                  <a:pt x="687484" y="38840"/>
                  <a:pt x="691326" y="41806"/>
                  <a:pt x="692898" y="63968"/>
                </a:cubicBezTo>
                <a:lnTo>
                  <a:pt x="697263" y="63968"/>
                </a:lnTo>
                <a:lnTo>
                  <a:pt x="694820" y="34475"/>
                </a:lnTo>
                <a:close/>
                <a:moveTo>
                  <a:pt x="788769" y="33950"/>
                </a:moveTo>
                <a:lnTo>
                  <a:pt x="711060" y="33950"/>
                </a:lnTo>
                <a:lnTo>
                  <a:pt x="711060" y="38318"/>
                </a:lnTo>
                <a:cubicBezTo>
                  <a:pt x="722758" y="38318"/>
                  <a:pt x="723632" y="39362"/>
                  <a:pt x="723632" y="46514"/>
                </a:cubicBezTo>
                <a:lnTo>
                  <a:pt x="723632" y="110559"/>
                </a:lnTo>
                <a:cubicBezTo>
                  <a:pt x="723632" y="117717"/>
                  <a:pt x="722758" y="118764"/>
                  <a:pt x="711060" y="118764"/>
                </a:cubicBezTo>
                <a:lnTo>
                  <a:pt x="711060" y="123129"/>
                </a:lnTo>
                <a:lnTo>
                  <a:pt x="790866" y="123129"/>
                </a:lnTo>
                <a:lnTo>
                  <a:pt x="795929" y="89261"/>
                </a:lnTo>
                <a:lnTo>
                  <a:pt x="791565" y="89261"/>
                </a:lnTo>
                <a:cubicBezTo>
                  <a:pt x="788596" y="110383"/>
                  <a:pt x="784405" y="118764"/>
                  <a:pt x="762051" y="118764"/>
                </a:cubicBezTo>
                <a:lnTo>
                  <a:pt x="743190" y="118764"/>
                </a:lnTo>
                <a:cubicBezTo>
                  <a:pt x="737078" y="118764"/>
                  <a:pt x="736206" y="118242"/>
                  <a:pt x="736206" y="111257"/>
                </a:cubicBezTo>
                <a:lnTo>
                  <a:pt x="736206" y="78959"/>
                </a:lnTo>
                <a:lnTo>
                  <a:pt x="748429" y="78959"/>
                </a:lnTo>
                <a:cubicBezTo>
                  <a:pt x="761353" y="78959"/>
                  <a:pt x="763447" y="82453"/>
                  <a:pt x="763447" y="94148"/>
                </a:cubicBezTo>
                <a:lnTo>
                  <a:pt x="767814" y="94148"/>
                </a:lnTo>
                <a:lnTo>
                  <a:pt x="767814" y="59422"/>
                </a:lnTo>
                <a:lnTo>
                  <a:pt x="763447" y="59422"/>
                </a:lnTo>
                <a:cubicBezTo>
                  <a:pt x="763447" y="71106"/>
                  <a:pt x="761353" y="74594"/>
                  <a:pt x="748429" y="74594"/>
                </a:cubicBezTo>
                <a:lnTo>
                  <a:pt x="736206" y="74594"/>
                </a:lnTo>
                <a:lnTo>
                  <a:pt x="736206" y="45816"/>
                </a:lnTo>
                <a:cubicBezTo>
                  <a:pt x="736206" y="38840"/>
                  <a:pt x="737078" y="38318"/>
                  <a:pt x="743190" y="38318"/>
                </a:cubicBezTo>
                <a:lnTo>
                  <a:pt x="761004" y="38318"/>
                </a:lnTo>
                <a:cubicBezTo>
                  <a:pt x="781260" y="38318"/>
                  <a:pt x="785801" y="44420"/>
                  <a:pt x="787722" y="63432"/>
                </a:cubicBezTo>
                <a:lnTo>
                  <a:pt x="792087" y="63432"/>
                </a:lnTo>
                <a:lnTo>
                  <a:pt x="788769" y="33950"/>
                </a:lnTo>
                <a:close/>
              </a:path>
            </a:pathLst>
          </a:custGeom>
          <a:solidFill xmlns:a="http://schemas.openxmlformats.org/drawingml/2006/main">
            <a:srgbClr val="000000"/>
          </a:solidFill>
          <a:ln xmlns:a="http://schemas.openxmlformats.org/drawingml/2006/main" w="0" cap="flat">
            <a:noFill/>
            <a:miter/>
          </a:ln>
        </p:spPr>
      </p:sp>
      <p:sp>
        <p:nvSpPr>
          <p:cNvPr id="146" name="Vector element">
            <a:extLst xmlns:a="http://schemas.openxmlformats.org/drawingml/2006/main">
              <a:ext uri="{FF2B5EF4-FFF2-40B4-BE49-F238E27FC236}">
                <a16:creationId xmlns:a16="http://schemas.microsoft.com/office/drawing/2014/main" id="{FFDAC349-DC14-460F-B91A-D286919B1AF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254493" y="362200"/>
            <a:ext cx="350572" cy="122700"/>
          </a:xfrm>
          <a:custGeom xmlns:a="http://schemas.openxmlformats.org/drawingml/2006/main">
            <a:pathLst>
              <a:path w="350572" h="122700">
                <a:moveTo>
                  <a:pt x="0" y="122700"/>
                </a:moveTo>
                <a:lnTo>
                  <a:pt x="350572" y="122700"/>
                </a:lnTo>
                <a:lnTo>
                  <a:pt x="350572" y="0"/>
                </a:lnTo>
                <a:lnTo>
                  <a:pt x="0" y="0"/>
                </a:lnTo>
                <a:lnTo>
                  <a:pt x="0" y="122700"/>
                </a:lnTo>
                <a:close/>
              </a:path>
            </a:pathLst>
          </a:custGeom>
          <a:solidFill xmlns:a="http://schemas.openxmlformats.org/drawingml/2006/main">
            <a:srgbClr val="9E9AC8">
              <a:alpha val="40000"/>
            </a:srgbClr>
          </a:solidFill>
          <a:ln xmlns:a="http://schemas.openxmlformats.org/drawingml/2006/main" w="0" cap="flat">
            <a:noFill/>
            <a:miter/>
          </a:ln>
        </p:spPr>
      </p:sp>
      <p:sp>
        <p:nvSpPr>
          <p:cNvPr id="147" name="Vector element">
            <a:extLst xmlns:a="http://schemas.openxmlformats.org/drawingml/2006/main">
              <a:ext uri="{FF2B5EF4-FFF2-40B4-BE49-F238E27FC236}">
                <a16:creationId xmlns:a16="http://schemas.microsoft.com/office/drawing/2014/main" id="{87054706-F2E5-4A78-A8D9-6263507F8B6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254493" y="362200"/>
            <a:ext cx="350572" cy="122700"/>
          </a:xfrm>
          <a:custGeom xmlns:a="http://schemas.openxmlformats.org/drawingml/2006/main">
            <a:pathLst>
              <a:path w="350572" h="122700" fill="none">
                <a:moveTo>
                  <a:pt x="0" y="122700"/>
                </a:moveTo>
                <a:lnTo>
                  <a:pt x="350572" y="122700"/>
                </a:lnTo>
                <a:lnTo>
                  <a:pt x="350572" y="0"/>
                </a:lnTo>
                <a:lnTo>
                  <a:pt x="0" y="0"/>
                </a:lnTo>
                <a:lnTo>
                  <a:pt x="0" y="122700"/>
                </a:lnTo>
                <a:close/>
              </a:path>
            </a:pathLst>
          </a:custGeom>
          <a:noFill xmlns:a="http://schemas.openxmlformats.org/drawingml/2006/main"/>
          <a:ln xmlns:a="http://schemas.openxmlformats.org/drawingml/2006/main" w="10955" cap="flat">
            <a:solidFill>
              <a:srgbClr val="9E9AC8">
                <a:alpha val="70000"/>
              </a:srgbClr>
            </a:solidFill>
            <a:miter/>
          </a:ln>
        </p:spPr>
      </p:sp>
      <p:sp>
        <p:nvSpPr>
          <p:cNvPr id="148" name="Text UTBot">
            <a:extLst xmlns:a="http://schemas.openxmlformats.org/drawingml/2006/main">
              <a:ext uri="{FF2B5EF4-FFF2-40B4-BE49-F238E27FC236}">
                <a16:creationId xmlns:a16="http://schemas.microsoft.com/office/drawing/2014/main" id="{4B60D876-87C9-4680-9264-CC0EA6D0238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754896" y="365694"/>
            <a:ext cx="611908" cy="123129"/>
          </a:xfrm>
          <a:custGeom xmlns:a="http://schemas.openxmlformats.org/drawingml/2006/main">
            <a:pathLst>
              <a:path w="611908" h="123129">
                <a:moveTo>
                  <a:pt x="33529" y="13624"/>
                </a:moveTo>
                <a:cubicBezTo>
                  <a:pt x="33529" y="7336"/>
                  <a:pt x="33878" y="5415"/>
                  <a:pt x="47324" y="5415"/>
                </a:cubicBezTo>
                <a:lnTo>
                  <a:pt x="51516" y="5415"/>
                </a:lnTo>
                <a:lnTo>
                  <a:pt x="51516" y="0"/>
                </a:lnTo>
                <a:cubicBezTo>
                  <a:pt x="45403" y="525"/>
                  <a:pt x="32482" y="525"/>
                  <a:pt x="25845" y="525"/>
                </a:cubicBezTo>
                <a:cubicBezTo>
                  <a:pt x="19210" y="525"/>
                  <a:pt x="6113" y="525"/>
                  <a:pt x="0" y="0"/>
                </a:cubicBezTo>
                <a:lnTo>
                  <a:pt x="0" y="5415"/>
                </a:lnTo>
                <a:lnTo>
                  <a:pt x="4192" y="5415"/>
                </a:lnTo>
                <a:cubicBezTo>
                  <a:pt x="17637" y="5415"/>
                  <a:pt x="17986" y="7336"/>
                  <a:pt x="17986" y="13624"/>
                </a:cubicBezTo>
                <a:lnTo>
                  <a:pt x="17986" y="79292"/>
                </a:lnTo>
                <a:cubicBezTo>
                  <a:pt x="17986" y="104092"/>
                  <a:pt x="39117" y="123129"/>
                  <a:pt x="63741" y="123129"/>
                </a:cubicBezTo>
                <a:cubicBezTo>
                  <a:pt x="89935" y="123129"/>
                  <a:pt x="104780" y="99029"/>
                  <a:pt x="104780" y="81738"/>
                </a:cubicBezTo>
                <a:lnTo>
                  <a:pt x="104780" y="18863"/>
                </a:lnTo>
                <a:cubicBezTo>
                  <a:pt x="104780" y="13449"/>
                  <a:pt x="104780" y="5415"/>
                  <a:pt x="122766" y="5415"/>
                </a:cubicBezTo>
                <a:lnTo>
                  <a:pt x="122766" y="0"/>
                </a:lnTo>
                <a:cubicBezTo>
                  <a:pt x="116480" y="176"/>
                  <a:pt x="108097" y="525"/>
                  <a:pt x="102160" y="525"/>
                </a:cubicBezTo>
                <a:cubicBezTo>
                  <a:pt x="96048" y="525"/>
                  <a:pt x="87665" y="176"/>
                  <a:pt x="81379" y="0"/>
                </a:cubicBezTo>
                <a:lnTo>
                  <a:pt x="81379" y="5415"/>
                </a:lnTo>
                <a:cubicBezTo>
                  <a:pt x="99365" y="5415"/>
                  <a:pt x="99365" y="13624"/>
                  <a:pt x="99365" y="18338"/>
                </a:cubicBezTo>
                <a:lnTo>
                  <a:pt x="99365" y="78943"/>
                </a:lnTo>
                <a:cubicBezTo>
                  <a:pt x="99365" y="103570"/>
                  <a:pt x="81728" y="117717"/>
                  <a:pt x="64090" y="117717"/>
                </a:cubicBezTo>
                <a:cubicBezTo>
                  <a:pt x="54660" y="117717"/>
                  <a:pt x="33529" y="112651"/>
                  <a:pt x="33529" y="79817"/>
                </a:cubicBezTo>
                <a:lnTo>
                  <a:pt x="33529" y="13624"/>
                </a:lnTo>
                <a:close/>
                <a:moveTo>
                  <a:pt x="257056" y="1050"/>
                </a:moveTo>
                <a:lnTo>
                  <a:pt x="144770" y="1050"/>
                </a:lnTo>
                <a:lnTo>
                  <a:pt x="141450" y="40319"/>
                </a:lnTo>
                <a:lnTo>
                  <a:pt x="145817" y="40319"/>
                </a:lnTo>
                <a:cubicBezTo>
                  <a:pt x="148261" y="11000"/>
                  <a:pt x="151754" y="6462"/>
                  <a:pt x="179171" y="6462"/>
                </a:cubicBezTo>
                <a:cubicBezTo>
                  <a:pt x="182488" y="6462"/>
                  <a:pt x="187554" y="6462"/>
                  <a:pt x="189299" y="6811"/>
                </a:cubicBezTo>
                <a:cubicBezTo>
                  <a:pt x="193142" y="7336"/>
                  <a:pt x="193142" y="9430"/>
                  <a:pt x="193142" y="13443"/>
                </a:cubicBezTo>
                <a:lnTo>
                  <a:pt x="193142" y="105417"/>
                </a:lnTo>
                <a:cubicBezTo>
                  <a:pt x="193142" y="111351"/>
                  <a:pt x="193142" y="113794"/>
                  <a:pt x="174806" y="113794"/>
                </a:cubicBezTo>
                <a:lnTo>
                  <a:pt x="167819" y="113794"/>
                </a:lnTo>
                <a:lnTo>
                  <a:pt x="167819" y="119206"/>
                </a:lnTo>
                <a:cubicBezTo>
                  <a:pt x="174979" y="118684"/>
                  <a:pt x="192793" y="118684"/>
                  <a:pt x="200827" y="118684"/>
                </a:cubicBezTo>
                <a:cubicBezTo>
                  <a:pt x="208858" y="118684"/>
                  <a:pt x="226847" y="118684"/>
                  <a:pt x="234007" y="119206"/>
                </a:cubicBezTo>
                <a:lnTo>
                  <a:pt x="234007" y="113794"/>
                </a:lnTo>
                <a:lnTo>
                  <a:pt x="227020" y="113794"/>
                </a:lnTo>
                <a:cubicBezTo>
                  <a:pt x="208685" y="113794"/>
                  <a:pt x="208685" y="111351"/>
                  <a:pt x="208685" y="105417"/>
                </a:cubicBezTo>
                <a:lnTo>
                  <a:pt x="208685" y="13443"/>
                </a:lnTo>
                <a:cubicBezTo>
                  <a:pt x="208685" y="9430"/>
                  <a:pt x="208685" y="7336"/>
                  <a:pt x="212527" y="6811"/>
                </a:cubicBezTo>
                <a:cubicBezTo>
                  <a:pt x="214272" y="6462"/>
                  <a:pt x="219335" y="6462"/>
                  <a:pt x="222655" y="6462"/>
                </a:cubicBezTo>
                <a:cubicBezTo>
                  <a:pt x="249896" y="6462"/>
                  <a:pt x="253565" y="11000"/>
                  <a:pt x="256009" y="40319"/>
                </a:cubicBezTo>
                <a:lnTo>
                  <a:pt x="260374" y="40319"/>
                </a:lnTo>
                <a:lnTo>
                  <a:pt x="257056" y="1050"/>
                </a:lnTo>
                <a:close/>
                <a:moveTo>
                  <a:pt x="356422" y="56733"/>
                </a:moveTo>
                <a:cubicBezTo>
                  <a:pt x="372836" y="53765"/>
                  <a:pt x="386458" y="42944"/>
                  <a:pt x="386458" y="29503"/>
                </a:cubicBezTo>
                <a:cubicBezTo>
                  <a:pt x="386458" y="13968"/>
                  <a:pt x="369170" y="0"/>
                  <a:pt x="345769" y="0"/>
                </a:cubicBezTo>
                <a:lnTo>
                  <a:pt x="279760" y="0"/>
                </a:lnTo>
                <a:lnTo>
                  <a:pt x="279760" y="5415"/>
                </a:lnTo>
                <a:lnTo>
                  <a:pt x="283949" y="5415"/>
                </a:lnTo>
                <a:cubicBezTo>
                  <a:pt x="297397" y="5415"/>
                  <a:pt x="297746" y="7336"/>
                  <a:pt x="297746" y="13619"/>
                </a:cubicBezTo>
                <a:lnTo>
                  <a:pt x="297746" y="105592"/>
                </a:lnTo>
                <a:cubicBezTo>
                  <a:pt x="297746" y="111876"/>
                  <a:pt x="297397" y="113794"/>
                  <a:pt x="283949" y="113794"/>
                </a:cubicBezTo>
                <a:lnTo>
                  <a:pt x="279760" y="113794"/>
                </a:lnTo>
                <a:lnTo>
                  <a:pt x="279760" y="119206"/>
                </a:lnTo>
                <a:lnTo>
                  <a:pt x="350658" y="119206"/>
                </a:lnTo>
                <a:cubicBezTo>
                  <a:pt x="374758" y="119206"/>
                  <a:pt x="391524" y="103674"/>
                  <a:pt x="391524" y="87270"/>
                </a:cubicBezTo>
                <a:cubicBezTo>
                  <a:pt x="391524" y="72615"/>
                  <a:pt x="377377" y="59177"/>
                  <a:pt x="356422" y="56909"/>
                </a:cubicBezTo>
                <a:lnTo>
                  <a:pt x="356422" y="56733"/>
                </a:lnTo>
                <a:moveTo>
                  <a:pt x="312239" y="12396"/>
                </a:moveTo>
                <a:cubicBezTo>
                  <a:pt x="312239" y="6638"/>
                  <a:pt x="312588" y="5415"/>
                  <a:pt x="320798" y="5415"/>
                </a:cubicBezTo>
                <a:lnTo>
                  <a:pt x="344548" y="5415"/>
                </a:lnTo>
                <a:cubicBezTo>
                  <a:pt x="362359" y="5415"/>
                  <a:pt x="369519" y="19729"/>
                  <a:pt x="369519" y="29503"/>
                </a:cubicBezTo>
                <a:cubicBezTo>
                  <a:pt x="369519" y="41721"/>
                  <a:pt x="359217" y="55337"/>
                  <a:pt x="339483" y="55337"/>
                </a:cubicBezTo>
                <a:lnTo>
                  <a:pt x="312239" y="55337"/>
                </a:lnTo>
                <a:lnTo>
                  <a:pt x="312239" y="12396"/>
                </a:lnTo>
                <a:moveTo>
                  <a:pt x="347341" y="59177"/>
                </a:moveTo>
                <a:cubicBezTo>
                  <a:pt x="365327" y="59177"/>
                  <a:pt x="374059" y="74709"/>
                  <a:pt x="374059" y="87097"/>
                </a:cubicBezTo>
                <a:cubicBezTo>
                  <a:pt x="374059" y="100010"/>
                  <a:pt x="363582" y="113794"/>
                  <a:pt x="344897" y="113794"/>
                </a:cubicBezTo>
                <a:lnTo>
                  <a:pt x="320798" y="113794"/>
                </a:lnTo>
                <a:cubicBezTo>
                  <a:pt x="312588" y="113794"/>
                  <a:pt x="312239" y="112571"/>
                  <a:pt x="312239" y="106815"/>
                </a:cubicBezTo>
                <a:lnTo>
                  <a:pt x="312239" y="59177"/>
                </a:lnTo>
                <a:lnTo>
                  <a:pt x="347341" y="59177"/>
                </a:lnTo>
                <a:close/>
                <a:moveTo>
                  <a:pt x="506255" y="74621"/>
                </a:moveTo>
                <a:cubicBezTo>
                  <a:pt x="506255" y="48601"/>
                  <a:pt x="485474" y="26945"/>
                  <a:pt x="459629" y="26945"/>
                </a:cubicBezTo>
                <a:cubicBezTo>
                  <a:pt x="433609" y="26945"/>
                  <a:pt x="413003" y="48601"/>
                  <a:pt x="413003" y="74621"/>
                </a:cubicBezTo>
                <a:cubicBezTo>
                  <a:pt x="413003" y="100988"/>
                  <a:pt x="434134" y="121594"/>
                  <a:pt x="459629" y="121594"/>
                </a:cubicBezTo>
                <a:cubicBezTo>
                  <a:pt x="485125" y="121594"/>
                  <a:pt x="506255" y="100988"/>
                  <a:pt x="506255" y="74621"/>
                </a:cubicBezTo>
                <a:moveTo>
                  <a:pt x="459629" y="117056"/>
                </a:moveTo>
                <a:cubicBezTo>
                  <a:pt x="447231" y="117056"/>
                  <a:pt x="428021" y="107101"/>
                  <a:pt x="428021" y="72700"/>
                </a:cubicBezTo>
                <a:cubicBezTo>
                  <a:pt x="428021" y="39869"/>
                  <a:pt x="447929" y="31312"/>
                  <a:pt x="459629" y="31312"/>
                </a:cubicBezTo>
                <a:cubicBezTo>
                  <a:pt x="471503" y="31312"/>
                  <a:pt x="491237" y="40044"/>
                  <a:pt x="491237" y="72700"/>
                </a:cubicBezTo>
                <a:cubicBezTo>
                  <a:pt x="491237" y="107101"/>
                  <a:pt x="472028" y="117056"/>
                  <a:pt x="459629" y="117056"/>
                </a:cubicBezTo>
                <a:close/>
                <a:moveTo>
                  <a:pt x="609464" y="30553"/>
                </a:moveTo>
                <a:lnTo>
                  <a:pt x="523718" y="30553"/>
                </a:lnTo>
                <a:lnTo>
                  <a:pt x="521275" y="60045"/>
                </a:lnTo>
                <a:lnTo>
                  <a:pt x="525640" y="60045"/>
                </a:lnTo>
                <a:cubicBezTo>
                  <a:pt x="527212" y="38059"/>
                  <a:pt x="530705" y="34918"/>
                  <a:pt x="550088" y="34918"/>
                </a:cubicBezTo>
                <a:cubicBezTo>
                  <a:pt x="559867" y="34918"/>
                  <a:pt x="560392" y="34918"/>
                  <a:pt x="560392" y="42421"/>
                </a:cubicBezTo>
                <a:lnTo>
                  <a:pt x="560392" y="105941"/>
                </a:lnTo>
                <a:cubicBezTo>
                  <a:pt x="560392" y="112923"/>
                  <a:pt x="559694" y="114841"/>
                  <a:pt x="546245" y="114841"/>
                </a:cubicBezTo>
                <a:lnTo>
                  <a:pt x="542579" y="114841"/>
                </a:lnTo>
                <a:lnTo>
                  <a:pt x="542579" y="119206"/>
                </a:lnTo>
                <a:cubicBezTo>
                  <a:pt x="549390" y="118684"/>
                  <a:pt x="559694" y="118684"/>
                  <a:pt x="566678" y="118684"/>
                </a:cubicBezTo>
                <a:cubicBezTo>
                  <a:pt x="573665" y="118684"/>
                  <a:pt x="583966" y="118684"/>
                  <a:pt x="590777" y="119206"/>
                </a:cubicBezTo>
                <a:lnTo>
                  <a:pt x="590777" y="114841"/>
                </a:lnTo>
                <a:lnTo>
                  <a:pt x="587111" y="114841"/>
                </a:lnTo>
                <a:cubicBezTo>
                  <a:pt x="573665" y="114841"/>
                  <a:pt x="572964" y="112923"/>
                  <a:pt x="572964" y="105941"/>
                </a:cubicBezTo>
                <a:lnTo>
                  <a:pt x="572964" y="42421"/>
                </a:lnTo>
                <a:cubicBezTo>
                  <a:pt x="572964" y="34918"/>
                  <a:pt x="573489" y="34918"/>
                  <a:pt x="583268" y="34918"/>
                </a:cubicBezTo>
                <a:cubicBezTo>
                  <a:pt x="602129" y="34918"/>
                  <a:pt x="605971" y="37883"/>
                  <a:pt x="607543" y="60045"/>
                </a:cubicBezTo>
                <a:lnTo>
                  <a:pt x="611908" y="60045"/>
                </a:lnTo>
                <a:lnTo>
                  <a:pt x="609464" y="30553"/>
                </a:lnTo>
                <a:close/>
              </a:path>
            </a:pathLst>
          </a:custGeom>
          <a:solidFill xmlns:a="http://schemas.openxmlformats.org/drawingml/2006/main">
            <a:srgbClr val="000000"/>
          </a:solidFill>
          <a:ln xmlns:a="http://schemas.openxmlformats.org/drawingml/2006/main" w="0" cap="flat">
            <a:noFill/>
            <a:miter/>
          </a:ln>
        </p:spPr>
      </p:sp>
      <p:sp>
        <p:nvSpPr>
          <p:cNvPr id="149" name="Vector element">
            <a:extLst xmlns:a="http://schemas.openxmlformats.org/drawingml/2006/main">
              <a:ext uri="{FF2B5EF4-FFF2-40B4-BE49-F238E27FC236}">
                <a16:creationId xmlns:a16="http://schemas.microsoft.com/office/drawing/2014/main" id="{BE334370-A8C2-4CF8-9E2F-DBC481B5E4C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906828" y="117901"/>
            <a:ext cx="350572" cy="122700"/>
          </a:xfrm>
          <a:custGeom xmlns:a="http://schemas.openxmlformats.org/drawingml/2006/main">
            <a:pathLst>
              <a:path w="350572" h="122700">
                <a:moveTo>
                  <a:pt x="0" y="122700"/>
                </a:moveTo>
                <a:lnTo>
                  <a:pt x="350572" y="122700"/>
                </a:lnTo>
                <a:lnTo>
                  <a:pt x="350572" y="0"/>
                </a:lnTo>
                <a:lnTo>
                  <a:pt x="0" y="0"/>
                </a:lnTo>
                <a:lnTo>
                  <a:pt x="0" y="122700"/>
                </a:lnTo>
                <a:close/>
              </a:path>
            </a:pathLst>
          </a:custGeom>
          <a:solidFill xmlns:a="http://schemas.openxmlformats.org/drawingml/2006/main">
            <a:srgbClr val="74C476">
              <a:alpha val="40000"/>
            </a:srgbClr>
          </a:solidFill>
          <a:ln xmlns:a="http://schemas.openxmlformats.org/drawingml/2006/main" w="0" cap="flat">
            <a:noFill/>
            <a:miter/>
          </a:ln>
        </p:spPr>
      </p:sp>
      <p:sp>
        <p:nvSpPr>
          <p:cNvPr id="150" name="Vector element">
            <a:extLst xmlns:a="http://schemas.openxmlformats.org/drawingml/2006/main">
              <a:ext uri="{FF2B5EF4-FFF2-40B4-BE49-F238E27FC236}">
                <a16:creationId xmlns:a16="http://schemas.microsoft.com/office/drawing/2014/main" id="{CC3FC731-9C84-43B5-975D-E026C402FF9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906828" y="117901"/>
            <a:ext cx="350572" cy="122700"/>
          </a:xfrm>
          <a:custGeom xmlns:a="http://schemas.openxmlformats.org/drawingml/2006/main">
            <a:pathLst>
              <a:path w="350572" h="122700" fill="none">
                <a:moveTo>
                  <a:pt x="0" y="122700"/>
                </a:moveTo>
                <a:lnTo>
                  <a:pt x="350572" y="122700"/>
                </a:lnTo>
                <a:lnTo>
                  <a:pt x="350572" y="0"/>
                </a:lnTo>
                <a:lnTo>
                  <a:pt x="0" y="0"/>
                </a:lnTo>
                <a:lnTo>
                  <a:pt x="0" y="122700"/>
                </a:lnTo>
                <a:close/>
              </a:path>
            </a:pathLst>
          </a:custGeom>
          <a:noFill xmlns:a="http://schemas.openxmlformats.org/drawingml/2006/main"/>
          <a:ln xmlns:a="http://schemas.openxmlformats.org/drawingml/2006/main" w="10955" cap="flat">
            <a:solidFill>
              <a:srgbClr val="74C476">
                <a:alpha val="70000"/>
              </a:srgbClr>
            </a:solidFill>
            <a:miter/>
          </a:ln>
        </p:spPr>
      </p:sp>
      <p:sp>
        <p:nvSpPr>
          <p:cNvPr id="151" name="Text EvoFuzz">
            <a:extLst xmlns:a="http://schemas.openxmlformats.org/drawingml/2006/main">
              <a:ext uri="{FF2B5EF4-FFF2-40B4-BE49-F238E27FC236}">
                <a16:creationId xmlns:a16="http://schemas.microsoft.com/office/drawing/2014/main" id="{C50BF247-8DFF-4020-B0CC-BEA7DD8D087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407232" y="121920"/>
            <a:ext cx="732363" cy="121069"/>
          </a:xfrm>
          <a:custGeom xmlns:a="http://schemas.openxmlformats.org/drawingml/2006/main">
            <a:pathLst>
              <a:path w="732363" h="121069">
                <a:moveTo>
                  <a:pt x="102334" y="0"/>
                </a:moveTo>
                <a:lnTo>
                  <a:pt x="0" y="0"/>
                </a:lnTo>
                <a:lnTo>
                  <a:pt x="0" y="5415"/>
                </a:lnTo>
                <a:lnTo>
                  <a:pt x="4192" y="5415"/>
                </a:lnTo>
                <a:cubicBezTo>
                  <a:pt x="17637" y="5415"/>
                  <a:pt x="17986" y="7333"/>
                  <a:pt x="17986" y="13614"/>
                </a:cubicBezTo>
                <a:lnTo>
                  <a:pt x="17986" y="105065"/>
                </a:lnTo>
                <a:cubicBezTo>
                  <a:pt x="17986" y="111348"/>
                  <a:pt x="17637" y="113269"/>
                  <a:pt x="4192" y="113269"/>
                </a:cubicBezTo>
                <a:lnTo>
                  <a:pt x="0" y="113269"/>
                </a:lnTo>
                <a:lnTo>
                  <a:pt x="0" y="118681"/>
                </a:lnTo>
                <a:lnTo>
                  <a:pt x="104953" y="118681"/>
                </a:lnTo>
                <a:lnTo>
                  <a:pt x="112289" y="73640"/>
                </a:lnTo>
                <a:lnTo>
                  <a:pt x="107921" y="73640"/>
                </a:lnTo>
                <a:cubicBezTo>
                  <a:pt x="103557" y="100351"/>
                  <a:pt x="99365" y="113269"/>
                  <a:pt x="68455" y="113269"/>
                </a:cubicBezTo>
                <a:lnTo>
                  <a:pt x="42086" y="113269"/>
                </a:lnTo>
                <a:cubicBezTo>
                  <a:pt x="33878" y="113269"/>
                  <a:pt x="33529" y="112046"/>
                  <a:pt x="33529" y="106285"/>
                </a:cubicBezTo>
                <a:lnTo>
                  <a:pt x="33529" y="59675"/>
                </a:lnTo>
                <a:lnTo>
                  <a:pt x="50642" y="59675"/>
                </a:lnTo>
                <a:cubicBezTo>
                  <a:pt x="67933" y="59675"/>
                  <a:pt x="70376" y="64914"/>
                  <a:pt x="70376" y="80100"/>
                </a:cubicBezTo>
                <a:lnTo>
                  <a:pt x="74741" y="80100"/>
                </a:lnTo>
                <a:lnTo>
                  <a:pt x="74741" y="33852"/>
                </a:lnTo>
                <a:lnTo>
                  <a:pt x="70376" y="33852"/>
                </a:lnTo>
                <a:cubicBezTo>
                  <a:pt x="70376" y="49030"/>
                  <a:pt x="67933" y="54263"/>
                  <a:pt x="50642" y="54263"/>
                </a:cubicBezTo>
                <a:lnTo>
                  <a:pt x="33529" y="54263"/>
                </a:lnTo>
                <a:lnTo>
                  <a:pt x="33529" y="12393"/>
                </a:lnTo>
                <a:cubicBezTo>
                  <a:pt x="33529" y="6635"/>
                  <a:pt x="33878" y="5415"/>
                  <a:pt x="42086" y="5415"/>
                </a:cubicBezTo>
                <a:lnTo>
                  <a:pt x="67059" y="5415"/>
                </a:lnTo>
                <a:cubicBezTo>
                  <a:pt x="94475" y="5415"/>
                  <a:pt x="100063" y="14312"/>
                  <a:pt x="102858" y="39258"/>
                </a:cubicBezTo>
                <a:lnTo>
                  <a:pt x="107223" y="39258"/>
                </a:lnTo>
                <a:lnTo>
                  <a:pt x="102334" y="0"/>
                </a:lnTo>
                <a:close/>
                <a:moveTo>
                  <a:pt x="151230" y="42240"/>
                </a:moveTo>
                <a:cubicBezTo>
                  <a:pt x="149834" y="39101"/>
                  <a:pt x="149834" y="38752"/>
                  <a:pt x="149834" y="38054"/>
                </a:cubicBezTo>
                <a:cubicBezTo>
                  <a:pt x="149834" y="33346"/>
                  <a:pt x="155770" y="33346"/>
                  <a:pt x="158739" y="33346"/>
                </a:cubicBezTo>
                <a:lnTo>
                  <a:pt x="158739" y="28978"/>
                </a:lnTo>
                <a:cubicBezTo>
                  <a:pt x="154198" y="29154"/>
                  <a:pt x="143721" y="29503"/>
                  <a:pt x="140403" y="29503"/>
                </a:cubicBezTo>
                <a:cubicBezTo>
                  <a:pt x="135863" y="29503"/>
                  <a:pt x="128703" y="29330"/>
                  <a:pt x="123986" y="28978"/>
                </a:cubicBezTo>
                <a:lnTo>
                  <a:pt x="123986" y="33346"/>
                </a:lnTo>
                <a:cubicBezTo>
                  <a:pt x="133593" y="33346"/>
                  <a:pt x="134640" y="34566"/>
                  <a:pt x="137086" y="40322"/>
                </a:cubicBezTo>
                <a:lnTo>
                  <a:pt x="169565" y="117066"/>
                </a:lnTo>
                <a:cubicBezTo>
                  <a:pt x="170615" y="119337"/>
                  <a:pt x="170964" y="120557"/>
                  <a:pt x="173235" y="120557"/>
                </a:cubicBezTo>
                <a:cubicBezTo>
                  <a:pt x="175678" y="120557"/>
                  <a:pt x="176027" y="119510"/>
                  <a:pt x="177074" y="117066"/>
                </a:cubicBezTo>
                <a:lnTo>
                  <a:pt x="207462" y="44857"/>
                </a:lnTo>
                <a:cubicBezTo>
                  <a:pt x="212176" y="33868"/>
                  <a:pt x="220034" y="33519"/>
                  <a:pt x="222653" y="33346"/>
                </a:cubicBezTo>
                <a:lnTo>
                  <a:pt x="222653" y="28978"/>
                </a:lnTo>
                <a:cubicBezTo>
                  <a:pt x="218987" y="29330"/>
                  <a:pt x="214273" y="29503"/>
                  <a:pt x="210604" y="29503"/>
                </a:cubicBezTo>
                <a:cubicBezTo>
                  <a:pt x="205890" y="29503"/>
                  <a:pt x="201000" y="29330"/>
                  <a:pt x="196284" y="28978"/>
                </a:cubicBezTo>
                <a:lnTo>
                  <a:pt x="196284" y="33346"/>
                </a:lnTo>
                <a:cubicBezTo>
                  <a:pt x="202397" y="33868"/>
                  <a:pt x="203620" y="37532"/>
                  <a:pt x="203620" y="40844"/>
                </a:cubicBezTo>
                <a:cubicBezTo>
                  <a:pt x="203620" y="42762"/>
                  <a:pt x="203095" y="44159"/>
                  <a:pt x="202223" y="46077"/>
                </a:cubicBezTo>
                <a:lnTo>
                  <a:pt x="177424" y="105030"/>
                </a:lnTo>
                <a:lnTo>
                  <a:pt x="151230" y="42240"/>
                </a:lnTo>
                <a:close/>
                <a:moveTo>
                  <a:pt x="325124" y="74096"/>
                </a:moveTo>
                <a:cubicBezTo>
                  <a:pt x="325124" y="48076"/>
                  <a:pt x="304342" y="26420"/>
                  <a:pt x="278498" y="26420"/>
                </a:cubicBezTo>
                <a:cubicBezTo>
                  <a:pt x="252477" y="26420"/>
                  <a:pt x="231871" y="48076"/>
                  <a:pt x="231871" y="74096"/>
                </a:cubicBezTo>
                <a:cubicBezTo>
                  <a:pt x="231871" y="100463"/>
                  <a:pt x="253002" y="121069"/>
                  <a:pt x="278498" y="121069"/>
                </a:cubicBezTo>
                <a:cubicBezTo>
                  <a:pt x="303993" y="121069"/>
                  <a:pt x="325124" y="100463"/>
                  <a:pt x="325124" y="74096"/>
                </a:cubicBezTo>
                <a:moveTo>
                  <a:pt x="278498" y="116531"/>
                </a:moveTo>
                <a:cubicBezTo>
                  <a:pt x="266099" y="116531"/>
                  <a:pt x="246890" y="106576"/>
                  <a:pt x="246890" y="72175"/>
                </a:cubicBezTo>
                <a:cubicBezTo>
                  <a:pt x="246890" y="39344"/>
                  <a:pt x="266797" y="30787"/>
                  <a:pt x="278498" y="30787"/>
                </a:cubicBezTo>
                <a:cubicBezTo>
                  <a:pt x="290371" y="30787"/>
                  <a:pt x="310106" y="39520"/>
                  <a:pt x="310106" y="72175"/>
                </a:cubicBezTo>
                <a:cubicBezTo>
                  <a:pt x="310106" y="106576"/>
                  <a:pt x="290896" y="116531"/>
                  <a:pt x="278498" y="116531"/>
                </a:cubicBezTo>
                <a:close/>
                <a:moveTo>
                  <a:pt x="443000" y="0"/>
                </a:moveTo>
                <a:lnTo>
                  <a:pt x="343459" y="0"/>
                </a:lnTo>
                <a:lnTo>
                  <a:pt x="343459" y="5415"/>
                </a:lnTo>
                <a:lnTo>
                  <a:pt x="347651" y="5415"/>
                </a:lnTo>
                <a:cubicBezTo>
                  <a:pt x="361097" y="5415"/>
                  <a:pt x="361446" y="7336"/>
                  <a:pt x="361446" y="13624"/>
                </a:cubicBezTo>
                <a:lnTo>
                  <a:pt x="361446" y="105075"/>
                </a:lnTo>
                <a:cubicBezTo>
                  <a:pt x="361446" y="111351"/>
                  <a:pt x="361097" y="113269"/>
                  <a:pt x="347651" y="113269"/>
                </a:cubicBezTo>
                <a:lnTo>
                  <a:pt x="343459" y="113269"/>
                </a:lnTo>
                <a:lnTo>
                  <a:pt x="343459" y="118681"/>
                </a:lnTo>
                <a:cubicBezTo>
                  <a:pt x="349572" y="118159"/>
                  <a:pt x="363194" y="118159"/>
                  <a:pt x="370002" y="118159"/>
                </a:cubicBezTo>
                <a:cubicBezTo>
                  <a:pt x="377162" y="118159"/>
                  <a:pt x="393054" y="118159"/>
                  <a:pt x="399342" y="118681"/>
                </a:cubicBezTo>
                <a:lnTo>
                  <a:pt x="399342" y="113269"/>
                </a:lnTo>
                <a:lnTo>
                  <a:pt x="393579" y="113269"/>
                </a:lnTo>
                <a:cubicBezTo>
                  <a:pt x="376989" y="113269"/>
                  <a:pt x="376989" y="111002"/>
                  <a:pt x="376989" y="104902"/>
                </a:cubicBezTo>
                <a:lnTo>
                  <a:pt x="376989" y="62020"/>
                </a:lnTo>
                <a:lnTo>
                  <a:pt x="393403" y="62020"/>
                </a:lnTo>
                <a:cubicBezTo>
                  <a:pt x="410518" y="62020"/>
                  <a:pt x="412612" y="67424"/>
                  <a:pt x="412612" y="82415"/>
                </a:cubicBezTo>
                <a:lnTo>
                  <a:pt x="416980" y="82415"/>
                </a:lnTo>
                <a:lnTo>
                  <a:pt x="416980" y="36165"/>
                </a:lnTo>
                <a:lnTo>
                  <a:pt x="412612" y="36165"/>
                </a:lnTo>
                <a:cubicBezTo>
                  <a:pt x="412612" y="51191"/>
                  <a:pt x="410518" y="56605"/>
                  <a:pt x="393403" y="56605"/>
                </a:cubicBezTo>
                <a:lnTo>
                  <a:pt x="376989" y="56605"/>
                </a:lnTo>
                <a:lnTo>
                  <a:pt x="376989" y="12401"/>
                </a:lnTo>
                <a:cubicBezTo>
                  <a:pt x="376989" y="6638"/>
                  <a:pt x="377338" y="5415"/>
                  <a:pt x="385545" y="5415"/>
                </a:cubicBezTo>
                <a:lnTo>
                  <a:pt x="408773" y="5415"/>
                </a:lnTo>
                <a:cubicBezTo>
                  <a:pt x="435840" y="5415"/>
                  <a:pt x="440730" y="14847"/>
                  <a:pt x="443522" y="39309"/>
                </a:cubicBezTo>
                <a:lnTo>
                  <a:pt x="447890" y="39309"/>
                </a:lnTo>
                <a:lnTo>
                  <a:pt x="443000" y="0"/>
                </a:lnTo>
                <a:close/>
                <a:moveTo>
                  <a:pt x="490849" y="41542"/>
                </a:moveTo>
                <a:cubicBezTo>
                  <a:pt x="490849" y="34390"/>
                  <a:pt x="491720" y="33346"/>
                  <a:pt x="503421" y="33346"/>
                </a:cubicBezTo>
                <a:lnTo>
                  <a:pt x="503421" y="28978"/>
                </a:lnTo>
                <a:cubicBezTo>
                  <a:pt x="498358" y="29154"/>
                  <a:pt x="488403" y="29503"/>
                  <a:pt x="484560" y="29503"/>
                </a:cubicBezTo>
                <a:cubicBezTo>
                  <a:pt x="480721" y="29503"/>
                  <a:pt x="470941" y="29154"/>
                  <a:pt x="465703" y="28978"/>
                </a:cubicBezTo>
                <a:lnTo>
                  <a:pt x="465703" y="33346"/>
                </a:lnTo>
                <a:cubicBezTo>
                  <a:pt x="477576" y="33346"/>
                  <a:pt x="478274" y="34390"/>
                  <a:pt x="478274" y="41891"/>
                </a:cubicBezTo>
                <a:lnTo>
                  <a:pt x="478274" y="79732"/>
                </a:lnTo>
                <a:cubicBezTo>
                  <a:pt x="478274" y="84094"/>
                  <a:pt x="478274" y="90545"/>
                  <a:pt x="478624" y="92813"/>
                </a:cubicBezTo>
                <a:cubicBezTo>
                  <a:pt x="480196" y="106938"/>
                  <a:pt x="494166" y="121069"/>
                  <a:pt x="513549" y="121069"/>
                </a:cubicBezTo>
                <a:cubicBezTo>
                  <a:pt x="533809" y="121069"/>
                  <a:pt x="544984" y="103277"/>
                  <a:pt x="545157" y="90545"/>
                </a:cubicBezTo>
                <a:lnTo>
                  <a:pt x="545157" y="44156"/>
                </a:lnTo>
                <a:cubicBezTo>
                  <a:pt x="545333" y="37183"/>
                  <a:pt x="549874" y="33346"/>
                  <a:pt x="557732" y="33346"/>
                </a:cubicBezTo>
                <a:lnTo>
                  <a:pt x="557732" y="28978"/>
                </a:lnTo>
                <a:cubicBezTo>
                  <a:pt x="553367" y="29330"/>
                  <a:pt x="544110" y="29503"/>
                  <a:pt x="543063" y="29503"/>
                </a:cubicBezTo>
                <a:cubicBezTo>
                  <a:pt x="538173" y="29503"/>
                  <a:pt x="533110" y="29330"/>
                  <a:pt x="528218" y="28978"/>
                </a:cubicBezTo>
                <a:lnTo>
                  <a:pt x="528218" y="33346"/>
                </a:lnTo>
                <a:cubicBezTo>
                  <a:pt x="540793" y="33346"/>
                  <a:pt x="540793" y="42587"/>
                  <a:pt x="540793" y="46600"/>
                </a:cubicBezTo>
                <a:lnTo>
                  <a:pt x="540793" y="87582"/>
                </a:lnTo>
                <a:cubicBezTo>
                  <a:pt x="540793" y="107809"/>
                  <a:pt x="525775" y="116704"/>
                  <a:pt x="513901" y="116704"/>
                </a:cubicBezTo>
                <a:cubicBezTo>
                  <a:pt x="508660" y="116704"/>
                  <a:pt x="490849" y="114612"/>
                  <a:pt x="490849" y="88453"/>
                </a:cubicBezTo>
                <a:lnTo>
                  <a:pt x="490849" y="41542"/>
                </a:lnTo>
                <a:close/>
                <a:moveTo>
                  <a:pt x="642780" y="34393"/>
                </a:moveTo>
                <a:cubicBezTo>
                  <a:pt x="644000" y="32647"/>
                  <a:pt x="644000" y="32122"/>
                  <a:pt x="644000" y="31424"/>
                </a:cubicBezTo>
                <a:cubicBezTo>
                  <a:pt x="644000" y="28978"/>
                  <a:pt x="642780" y="28978"/>
                  <a:pt x="639460" y="28978"/>
                </a:cubicBezTo>
                <a:lnTo>
                  <a:pt x="577642" y="28978"/>
                </a:lnTo>
                <a:lnTo>
                  <a:pt x="576243" y="58473"/>
                </a:lnTo>
                <a:lnTo>
                  <a:pt x="580611" y="58473"/>
                </a:lnTo>
                <a:cubicBezTo>
                  <a:pt x="581658" y="39280"/>
                  <a:pt x="590390" y="33346"/>
                  <a:pt x="607851" y="33346"/>
                </a:cubicBezTo>
                <a:lnTo>
                  <a:pt x="629331" y="33346"/>
                </a:lnTo>
                <a:lnTo>
                  <a:pt x="575372" y="112920"/>
                </a:lnTo>
                <a:cubicBezTo>
                  <a:pt x="574149" y="114666"/>
                  <a:pt x="574149" y="115191"/>
                  <a:pt x="574149" y="116062"/>
                </a:cubicBezTo>
                <a:cubicBezTo>
                  <a:pt x="574149" y="118681"/>
                  <a:pt x="575196" y="118681"/>
                  <a:pt x="578689" y="118681"/>
                </a:cubicBezTo>
                <a:lnTo>
                  <a:pt x="642604" y="118681"/>
                </a:lnTo>
                <a:lnTo>
                  <a:pt x="644698" y="83604"/>
                </a:lnTo>
                <a:lnTo>
                  <a:pt x="640334" y="83604"/>
                </a:lnTo>
                <a:cubicBezTo>
                  <a:pt x="639286" y="102275"/>
                  <a:pt x="636318" y="113792"/>
                  <a:pt x="611694" y="113792"/>
                </a:cubicBezTo>
                <a:lnTo>
                  <a:pt x="588991" y="113792"/>
                </a:lnTo>
                <a:lnTo>
                  <a:pt x="642780" y="34393"/>
                </a:lnTo>
                <a:close/>
                <a:moveTo>
                  <a:pt x="730444" y="34393"/>
                </a:moveTo>
                <a:cubicBezTo>
                  <a:pt x="731665" y="32647"/>
                  <a:pt x="731665" y="32122"/>
                  <a:pt x="731665" y="31424"/>
                </a:cubicBezTo>
                <a:cubicBezTo>
                  <a:pt x="731665" y="28978"/>
                  <a:pt x="730444" y="28978"/>
                  <a:pt x="727124" y="28978"/>
                </a:cubicBezTo>
                <a:lnTo>
                  <a:pt x="665307" y="28978"/>
                </a:lnTo>
                <a:lnTo>
                  <a:pt x="663908" y="58473"/>
                </a:lnTo>
                <a:lnTo>
                  <a:pt x="668275" y="58473"/>
                </a:lnTo>
                <a:cubicBezTo>
                  <a:pt x="669322" y="39280"/>
                  <a:pt x="678054" y="33346"/>
                  <a:pt x="695516" y="33346"/>
                </a:cubicBezTo>
                <a:lnTo>
                  <a:pt x="716996" y="33346"/>
                </a:lnTo>
                <a:lnTo>
                  <a:pt x="663036" y="112920"/>
                </a:lnTo>
                <a:cubicBezTo>
                  <a:pt x="661813" y="114666"/>
                  <a:pt x="661813" y="115191"/>
                  <a:pt x="661813" y="116062"/>
                </a:cubicBezTo>
                <a:cubicBezTo>
                  <a:pt x="661813" y="118681"/>
                  <a:pt x="662860" y="118681"/>
                  <a:pt x="666354" y="118681"/>
                </a:cubicBezTo>
                <a:lnTo>
                  <a:pt x="730268" y="118681"/>
                </a:lnTo>
                <a:lnTo>
                  <a:pt x="732363" y="83604"/>
                </a:lnTo>
                <a:lnTo>
                  <a:pt x="727998" y="83604"/>
                </a:lnTo>
                <a:cubicBezTo>
                  <a:pt x="726951" y="102275"/>
                  <a:pt x="723982" y="113792"/>
                  <a:pt x="699358" y="113792"/>
                </a:cubicBezTo>
                <a:lnTo>
                  <a:pt x="676655" y="113792"/>
                </a:lnTo>
                <a:lnTo>
                  <a:pt x="730444" y="34393"/>
                </a:lnTo>
                <a:close/>
              </a:path>
            </a:pathLst>
          </a:custGeom>
          <a:solidFill xmlns:a="http://schemas.openxmlformats.org/drawingml/2006/main">
            <a:srgbClr val="000000"/>
          </a:solidFill>
          <a:ln xmlns:a="http://schemas.openxmlformats.org/drawingml/2006/main" w="0" cap="flat">
            <a:noFill/>
            <a:miter/>
          </a:ln>
        </p:spPr>
      </p:sp>
      <p:sp>
        <p:nvSpPr>
          <p:cNvPr id="152" name="Text (b)Therelationshipsamongthereproduced">
            <a:extLst xmlns:a="http://schemas.openxmlformats.org/drawingml/2006/main">
              <a:ext uri="{FF2B5EF4-FFF2-40B4-BE49-F238E27FC236}">
                <a16:creationId xmlns:a16="http://schemas.microsoft.com/office/drawing/2014/main" id="{540652ED-D8A3-45F9-B49A-35B1127B26C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508652" y="4799539"/>
            <a:ext cx="4710117" cy="242199"/>
          </a:xfrm>
          <a:custGeom xmlns:a="http://schemas.openxmlformats.org/drawingml/2006/main">
            <a:pathLst>
              <a:path w="4710117" h="242199">
                <a:moveTo>
                  <a:pt x="0" y="116832"/>
                </a:moveTo>
                <a:cubicBezTo>
                  <a:pt x="0" y="128365"/>
                  <a:pt x="1045" y="187548"/>
                  <a:pt x="55405" y="233669"/>
                </a:cubicBezTo>
                <a:lnTo>
                  <a:pt x="61415" y="229313"/>
                </a:lnTo>
                <a:cubicBezTo>
                  <a:pt x="52789" y="219575"/>
                  <a:pt x="21693" y="184217"/>
                  <a:pt x="21693" y="116832"/>
                </a:cubicBezTo>
                <a:cubicBezTo>
                  <a:pt x="21693" y="49448"/>
                  <a:pt x="53053" y="14090"/>
                  <a:pt x="61415" y="4867"/>
                </a:cubicBezTo>
                <a:lnTo>
                  <a:pt x="55405" y="254"/>
                </a:lnTo>
                <a:cubicBezTo>
                  <a:pt x="24305" y="26389"/>
                  <a:pt x="0" y="69179"/>
                  <a:pt x="0" y="116832"/>
                </a:cubicBezTo>
                <a:close/>
                <a:moveTo>
                  <a:pt x="112375" y="160580"/>
                </a:moveTo>
                <a:lnTo>
                  <a:pt x="112375" y="94181"/>
                </a:lnTo>
                <a:cubicBezTo>
                  <a:pt x="122567" y="83926"/>
                  <a:pt x="129103" y="79055"/>
                  <a:pt x="139818" y="79055"/>
                </a:cubicBezTo>
                <a:cubicBezTo>
                  <a:pt x="155757" y="79055"/>
                  <a:pt x="169870" y="91925"/>
                  <a:pt x="169870" y="123916"/>
                </a:cubicBezTo>
                <a:cubicBezTo>
                  <a:pt x="169870" y="155709"/>
                  <a:pt x="160199" y="173653"/>
                  <a:pt x="135376" y="173653"/>
                </a:cubicBezTo>
                <a:cubicBezTo>
                  <a:pt x="127273" y="173653"/>
                  <a:pt x="117603" y="166988"/>
                  <a:pt x="112375" y="160580"/>
                </a:cubicBezTo>
                <a:moveTo>
                  <a:pt x="112375" y="53189"/>
                </a:moveTo>
                <a:cubicBezTo>
                  <a:pt x="112375" y="34244"/>
                  <a:pt x="112690" y="20728"/>
                  <a:pt x="113946" y="5059"/>
                </a:cubicBezTo>
                <a:cubicBezTo>
                  <a:pt x="113946" y="3268"/>
                  <a:pt x="113212" y="2498"/>
                  <a:pt x="111593" y="2498"/>
                </a:cubicBezTo>
                <a:cubicBezTo>
                  <a:pt x="105057" y="5059"/>
                  <a:pt x="99466" y="6853"/>
                  <a:pt x="88855" y="7620"/>
                </a:cubicBezTo>
                <a:lnTo>
                  <a:pt x="88333" y="8390"/>
                </a:lnTo>
                <a:cubicBezTo>
                  <a:pt x="90370" y="19344"/>
                  <a:pt x="91467" y="38341"/>
                  <a:pt x="91467" y="57798"/>
                </a:cubicBezTo>
                <a:lnTo>
                  <a:pt x="91467" y="162629"/>
                </a:lnTo>
                <a:cubicBezTo>
                  <a:pt x="91467" y="172629"/>
                  <a:pt x="91260" y="176269"/>
                  <a:pt x="90163" y="181852"/>
                </a:cubicBezTo>
                <a:cubicBezTo>
                  <a:pt x="91730" y="183388"/>
                  <a:pt x="94761" y="183900"/>
                  <a:pt x="97481" y="183900"/>
                </a:cubicBezTo>
                <a:cubicBezTo>
                  <a:pt x="100356" y="180827"/>
                  <a:pt x="103386" y="176472"/>
                  <a:pt x="106102" y="171347"/>
                </a:cubicBezTo>
                <a:cubicBezTo>
                  <a:pt x="113683" y="177755"/>
                  <a:pt x="125706" y="183900"/>
                  <a:pt x="136943" y="183900"/>
                </a:cubicBezTo>
                <a:cubicBezTo>
                  <a:pt x="163597" y="183900"/>
                  <a:pt x="193130" y="165451"/>
                  <a:pt x="193130" y="121868"/>
                </a:cubicBezTo>
                <a:cubicBezTo>
                  <a:pt x="193130" y="90592"/>
                  <a:pt x="170392" y="68804"/>
                  <a:pt x="145042" y="68804"/>
                </a:cubicBezTo>
                <a:cubicBezTo>
                  <a:pt x="132501" y="68804"/>
                  <a:pt x="121263" y="72135"/>
                  <a:pt x="112375" y="81619"/>
                </a:cubicBezTo>
                <a:lnTo>
                  <a:pt x="112375" y="53189"/>
                </a:lnTo>
                <a:close/>
                <a:moveTo>
                  <a:pt x="268657" y="116832"/>
                </a:moveTo>
                <a:cubicBezTo>
                  <a:pt x="268657" y="105303"/>
                  <a:pt x="267613" y="46117"/>
                  <a:pt x="213252" y="0"/>
                </a:cubicBezTo>
                <a:lnTo>
                  <a:pt x="207243" y="4355"/>
                </a:lnTo>
                <a:cubicBezTo>
                  <a:pt x="215864" y="14090"/>
                  <a:pt x="246964" y="49448"/>
                  <a:pt x="246964" y="116832"/>
                </a:cubicBezTo>
                <a:cubicBezTo>
                  <a:pt x="246964" y="184217"/>
                  <a:pt x="215605" y="219575"/>
                  <a:pt x="207243" y="228801"/>
                </a:cubicBezTo>
                <a:lnTo>
                  <a:pt x="213252" y="233411"/>
                </a:lnTo>
                <a:cubicBezTo>
                  <a:pt x="244352" y="207279"/>
                  <a:pt x="268657" y="164490"/>
                  <a:pt x="268657" y="116832"/>
                </a:cubicBezTo>
                <a:close/>
                <a:moveTo>
                  <a:pt x="410301" y="67471"/>
                </a:moveTo>
                <a:lnTo>
                  <a:pt x="410301" y="130187"/>
                </a:lnTo>
                <a:cubicBezTo>
                  <a:pt x="410301" y="149383"/>
                  <a:pt x="409779" y="167559"/>
                  <a:pt x="407689" y="181383"/>
                </a:cubicBezTo>
                <a:lnTo>
                  <a:pt x="408212" y="182149"/>
                </a:lnTo>
                <a:cubicBezTo>
                  <a:pt x="411346" y="181641"/>
                  <a:pt x="418404" y="181383"/>
                  <a:pt x="421539" y="181383"/>
                </a:cubicBezTo>
                <a:cubicBezTo>
                  <a:pt x="424677" y="181383"/>
                  <a:pt x="431731" y="181641"/>
                  <a:pt x="434870" y="182149"/>
                </a:cubicBezTo>
                <a:lnTo>
                  <a:pt x="435392" y="181383"/>
                </a:lnTo>
                <a:cubicBezTo>
                  <a:pt x="433298" y="166792"/>
                  <a:pt x="432776" y="149383"/>
                  <a:pt x="432776" y="130187"/>
                </a:cubicBezTo>
                <a:lnTo>
                  <a:pt x="432776" y="67471"/>
                </a:lnTo>
                <a:cubicBezTo>
                  <a:pt x="432776" y="63119"/>
                  <a:pt x="433039" y="36753"/>
                  <a:pt x="434870" y="30612"/>
                </a:cubicBezTo>
                <a:cubicBezTo>
                  <a:pt x="469886" y="30612"/>
                  <a:pt x="487659" y="34193"/>
                  <a:pt x="487659" y="34193"/>
                </a:cubicBezTo>
                <a:lnTo>
                  <a:pt x="488181" y="33168"/>
                </a:lnTo>
                <a:cubicBezTo>
                  <a:pt x="487659" y="29329"/>
                  <a:pt x="487659" y="23438"/>
                  <a:pt x="488181" y="16260"/>
                </a:cubicBezTo>
                <a:lnTo>
                  <a:pt x="487659" y="15493"/>
                </a:lnTo>
                <a:cubicBezTo>
                  <a:pt x="483476" y="16006"/>
                  <a:pt x="477466" y="16260"/>
                  <a:pt x="471979" y="16260"/>
                </a:cubicBezTo>
                <a:lnTo>
                  <a:pt x="371102" y="16260"/>
                </a:lnTo>
                <a:cubicBezTo>
                  <a:pt x="365615" y="16260"/>
                  <a:pt x="359601" y="16006"/>
                  <a:pt x="355422" y="15493"/>
                </a:cubicBezTo>
                <a:lnTo>
                  <a:pt x="354900" y="16260"/>
                </a:lnTo>
                <a:cubicBezTo>
                  <a:pt x="355422" y="23438"/>
                  <a:pt x="355422" y="29329"/>
                  <a:pt x="354900" y="33168"/>
                </a:cubicBezTo>
                <a:lnTo>
                  <a:pt x="355422" y="34193"/>
                </a:lnTo>
                <a:cubicBezTo>
                  <a:pt x="355422" y="34193"/>
                  <a:pt x="373191" y="30612"/>
                  <a:pt x="408212" y="30612"/>
                </a:cubicBezTo>
                <a:cubicBezTo>
                  <a:pt x="410042" y="36753"/>
                  <a:pt x="410301" y="63119"/>
                  <a:pt x="410301" y="67471"/>
                </a:cubicBezTo>
                <a:close/>
                <a:moveTo>
                  <a:pt x="536530" y="91104"/>
                </a:moveTo>
                <a:lnTo>
                  <a:pt x="536530" y="52935"/>
                </a:lnTo>
                <a:cubicBezTo>
                  <a:pt x="536530" y="33989"/>
                  <a:pt x="537627" y="20779"/>
                  <a:pt x="538879" y="5059"/>
                </a:cubicBezTo>
                <a:cubicBezTo>
                  <a:pt x="538879" y="3268"/>
                  <a:pt x="538149" y="2498"/>
                  <a:pt x="536530" y="2498"/>
                </a:cubicBezTo>
                <a:cubicBezTo>
                  <a:pt x="529994" y="5059"/>
                  <a:pt x="524403" y="6853"/>
                  <a:pt x="513792" y="7620"/>
                </a:cubicBezTo>
                <a:lnTo>
                  <a:pt x="513270" y="8390"/>
                </a:lnTo>
                <a:cubicBezTo>
                  <a:pt x="515307" y="19344"/>
                  <a:pt x="515622" y="38599"/>
                  <a:pt x="515622" y="58053"/>
                </a:cubicBezTo>
                <a:lnTo>
                  <a:pt x="515622" y="135215"/>
                </a:lnTo>
                <a:cubicBezTo>
                  <a:pt x="515622" y="154297"/>
                  <a:pt x="515307" y="167019"/>
                  <a:pt x="513270" y="181383"/>
                </a:cubicBezTo>
                <a:lnTo>
                  <a:pt x="513792" y="182149"/>
                </a:lnTo>
                <a:cubicBezTo>
                  <a:pt x="516926" y="181637"/>
                  <a:pt x="522940" y="181383"/>
                  <a:pt x="526074" y="181383"/>
                </a:cubicBezTo>
                <a:cubicBezTo>
                  <a:pt x="529213" y="181383"/>
                  <a:pt x="535222" y="181637"/>
                  <a:pt x="538356" y="182149"/>
                </a:cubicBezTo>
                <a:lnTo>
                  <a:pt x="538879" y="181383"/>
                </a:lnTo>
                <a:cubicBezTo>
                  <a:pt x="536949" y="166710"/>
                  <a:pt x="536530" y="154708"/>
                  <a:pt x="536530" y="135215"/>
                </a:cubicBezTo>
                <a:lnTo>
                  <a:pt x="536530" y="105209"/>
                </a:lnTo>
                <a:cubicBezTo>
                  <a:pt x="549857" y="89821"/>
                  <a:pt x="565170" y="84180"/>
                  <a:pt x="574421" y="84180"/>
                </a:cubicBezTo>
                <a:cubicBezTo>
                  <a:pt x="587752" y="84180"/>
                  <a:pt x="593239" y="89309"/>
                  <a:pt x="593239" y="110081"/>
                </a:cubicBezTo>
                <a:lnTo>
                  <a:pt x="593239" y="135215"/>
                </a:lnTo>
                <a:cubicBezTo>
                  <a:pt x="593239" y="154454"/>
                  <a:pt x="592976" y="167582"/>
                  <a:pt x="590887" y="181383"/>
                </a:cubicBezTo>
                <a:lnTo>
                  <a:pt x="591409" y="182149"/>
                </a:lnTo>
                <a:cubicBezTo>
                  <a:pt x="594547" y="181637"/>
                  <a:pt x="600557" y="181383"/>
                  <a:pt x="603691" y="181383"/>
                </a:cubicBezTo>
                <a:cubicBezTo>
                  <a:pt x="606830" y="181383"/>
                  <a:pt x="612839" y="181637"/>
                  <a:pt x="615977" y="182149"/>
                </a:cubicBezTo>
                <a:lnTo>
                  <a:pt x="616500" y="181383"/>
                </a:lnTo>
                <a:cubicBezTo>
                  <a:pt x="614406" y="166710"/>
                  <a:pt x="614147" y="154708"/>
                  <a:pt x="614147" y="135215"/>
                </a:cubicBezTo>
                <a:cubicBezTo>
                  <a:pt x="614147" y="127009"/>
                  <a:pt x="614669" y="117520"/>
                  <a:pt x="614669" y="109314"/>
                </a:cubicBezTo>
                <a:cubicBezTo>
                  <a:pt x="614669" y="82640"/>
                  <a:pt x="605785" y="68804"/>
                  <a:pt x="582261" y="68804"/>
                </a:cubicBezTo>
                <a:cubicBezTo>
                  <a:pt x="572332" y="68804"/>
                  <a:pt x="553777" y="72651"/>
                  <a:pt x="537052" y="91874"/>
                </a:cubicBezTo>
                <a:lnTo>
                  <a:pt x="536530" y="91104"/>
                </a:lnTo>
                <a:close/>
                <a:moveTo>
                  <a:pt x="668245" y="111351"/>
                </a:moveTo>
                <a:cubicBezTo>
                  <a:pt x="672688" y="84692"/>
                  <a:pt x="689831" y="79055"/>
                  <a:pt x="698038" y="79055"/>
                </a:cubicBezTo>
                <a:cubicBezTo>
                  <a:pt x="708386" y="79055"/>
                  <a:pt x="719990" y="88539"/>
                  <a:pt x="719990" y="107762"/>
                </a:cubicBezTo>
                <a:cubicBezTo>
                  <a:pt x="719990" y="110069"/>
                  <a:pt x="718945" y="111351"/>
                  <a:pt x="716329" y="111351"/>
                </a:cubicBezTo>
                <a:lnTo>
                  <a:pt x="668245" y="111351"/>
                </a:lnTo>
                <a:moveTo>
                  <a:pt x="738023" y="154681"/>
                </a:moveTo>
                <a:cubicBezTo>
                  <a:pt x="728875" y="164427"/>
                  <a:pt x="716593" y="168786"/>
                  <a:pt x="702217" y="168786"/>
                </a:cubicBezTo>
                <a:cubicBezTo>
                  <a:pt x="693280" y="168786"/>
                  <a:pt x="680946" y="165451"/>
                  <a:pt x="673732" y="154168"/>
                </a:cubicBezTo>
                <a:cubicBezTo>
                  <a:pt x="669131" y="146987"/>
                  <a:pt x="667460" y="136525"/>
                  <a:pt x="667460" y="121598"/>
                </a:cubicBezTo>
                <a:lnTo>
                  <a:pt x="738545" y="121598"/>
                </a:lnTo>
                <a:cubicBezTo>
                  <a:pt x="741420" y="121598"/>
                  <a:pt x="743246" y="120062"/>
                  <a:pt x="743246" y="117243"/>
                </a:cubicBezTo>
                <a:cubicBezTo>
                  <a:pt x="743246" y="95717"/>
                  <a:pt x="732531" y="68804"/>
                  <a:pt x="698038" y="68804"/>
                </a:cubicBezTo>
                <a:cubicBezTo>
                  <a:pt x="671117" y="68804"/>
                  <a:pt x="644463" y="90076"/>
                  <a:pt x="644463" y="127756"/>
                </a:cubicBezTo>
                <a:cubicBezTo>
                  <a:pt x="644463" y="142319"/>
                  <a:pt x="647493" y="156682"/>
                  <a:pt x="656222" y="166992"/>
                </a:cubicBezTo>
                <a:cubicBezTo>
                  <a:pt x="665211" y="177598"/>
                  <a:pt x="680161" y="183900"/>
                  <a:pt x="697774" y="183900"/>
                </a:cubicBezTo>
                <a:cubicBezTo>
                  <a:pt x="716593" y="183900"/>
                  <a:pt x="733317" y="174424"/>
                  <a:pt x="743246" y="161092"/>
                </a:cubicBezTo>
                <a:lnTo>
                  <a:pt x="738023" y="154681"/>
                </a:lnTo>
                <a:close/>
                <a:moveTo>
                  <a:pt x="868168" y="95717"/>
                </a:moveTo>
                <a:lnTo>
                  <a:pt x="868168" y="72393"/>
                </a:lnTo>
                <a:cubicBezTo>
                  <a:pt x="868168" y="70395"/>
                  <a:pt x="867853" y="69832"/>
                  <a:pt x="866601" y="69832"/>
                </a:cubicBezTo>
                <a:cubicBezTo>
                  <a:pt x="860747" y="70958"/>
                  <a:pt x="851392" y="71161"/>
                  <a:pt x="845430" y="70598"/>
                </a:cubicBezTo>
                <a:lnTo>
                  <a:pt x="844908" y="71368"/>
                </a:lnTo>
                <a:cubicBezTo>
                  <a:pt x="846738" y="82436"/>
                  <a:pt x="847260" y="101875"/>
                  <a:pt x="847260" y="121109"/>
                </a:cubicBezTo>
                <a:lnTo>
                  <a:pt x="847260" y="135215"/>
                </a:lnTo>
                <a:cubicBezTo>
                  <a:pt x="847260" y="154450"/>
                  <a:pt x="846949" y="167582"/>
                  <a:pt x="844908" y="181383"/>
                </a:cubicBezTo>
                <a:lnTo>
                  <a:pt x="845430" y="182149"/>
                </a:lnTo>
                <a:cubicBezTo>
                  <a:pt x="848568" y="181637"/>
                  <a:pt x="854578" y="181383"/>
                  <a:pt x="857716" y="181383"/>
                </a:cubicBezTo>
                <a:cubicBezTo>
                  <a:pt x="860851" y="181383"/>
                  <a:pt x="866860" y="181637"/>
                  <a:pt x="869998" y="182149"/>
                </a:cubicBezTo>
                <a:lnTo>
                  <a:pt x="870521" y="181383"/>
                </a:lnTo>
                <a:cubicBezTo>
                  <a:pt x="868587" y="166761"/>
                  <a:pt x="868168" y="154708"/>
                  <a:pt x="868168" y="135215"/>
                </a:cubicBezTo>
                <a:lnTo>
                  <a:pt x="868168" y="121880"/>
                </a:lnTo>
                <a:cubicBezTo>
                  <a:pt x="868168" y="111105"/>
                  <a:pt x="871462" y="104951"/>
                  <a:pt x="877053" y="96487"/>
                </a:cubicBezTo>
                <a:cubicBezTo>
                  <a:pt x="880869" y="90795"/>
                  <a:pt x="886723" y="87511"/>
                  <a:pt x="891688" y="87511"/>
                </a:cubicBezTo>
                <a:cubicBezTo>
                  <a:pt x="896916" y="87511"/>
                  <a:pt x="901880" y="88023"/>
                  <a:pt x="905278" y="91100"/>
                </a:cubicBezTo>
                <a:lnTo>
                  <a:pt x="907367" y="90588"/>
                </a:lnTo>
                <a:lnTo>
                  <a:pt x="912595" y="71623"/>
                </a:lnTo>
                <a:lnTo>
                  <a:pt x="911550" y="70598"/>
                </a:lnTo>
                <a:cubicBezTo>
                  <a:pt x="907108" y="69320"/>
                  <a:pt x="906845" y="68804"/>
                  <a:pt x="902143" y="68804"/>
                </a:cubicBezTo>
                <a:cubicBezTo>
                  <a:pt x="888031" y="68804"/>
                  <a:pt x="880450" y="76748"/>
                  <a:pt x="868954" y="96229"/>
                </a:cubicBezTo>
                <a:lnTo>
                  <a:pt x="868168" y="95717"/>
                </a:lnTo>
                <a:close/>
                <a:moveTo>
                  <a:pt x="947879" y="111351"/>
                </a:moveTo>
                <a:cubicBezTo>
                  <a:pt x="952321" y="84692"/>
                  <a:pt x="969464" y="79055"/>
                  <a:pt x="977671" y="79055"/>
                </a:cubicBezTo>
                <a:cubicBezTo>
                  <a:pt x="988019" y="79055"/>
                  <a:pt x="999624" y="88539"/>
                  <a:pt x="999624" y="107762"/>
                </a:cubicBezTo>
                <a:cubicBezTo>
                  <a:pt x="999624" y="110069"/>
                  <a:pt x="998579" y="111351"/>
                  <a:pt x="995963" y="111351"/>
                </a:cubicBezTo>
                <a:lnTo>
                  <a:pt x="947879" y="111351"/>
                </a:lnTo>
                <a:moveTo>
                  <a:pt x="1017656" y="154681"/>
                </a:moveTo>
                <a:cubicBezTo>
                  <a:pt x="1008508" y="164427"/>
                  <a:pt x="996226" y="168786"/>
                  <a:pt x="981850" y="168786"/>
                </a:cubicBezTo>
                <a:cubicBezTo>
                  <a:pt x="972914" y="168786"/>
                  <a:pt x="960580" y="165451"/>
                  <a:pt x="953366" y="154168"/>
                </a:cubicBezTo>
                <a:cubicBezTo>
                  <a:pt x="948764" y="146987"/>
                  <a:pt x="947093" y="136525"/>
                  <a:pt x="947093" y="121598"/>
                </a:cubicBezTo>
                <a:lnTo>
                  <a:pt x="1018178" y="121598"/>
                </a:lnTo>
                <a:cubicBezTo>
                  <a:pt x="1021054" y="121598"/>
                  <a:pt x="1022880" y="120062"/>
                  <a:pt x="1022880" y="117243"/>
                </a:cubicBezTo>
                <a:cubicBezTo>
                  <a:pt x="1022880" y="95717"/>
                  <a:pt x="1012165" y="68804"/>
                  <a:pt x="977671" y="68804"/>
                </a:cubicBezTo>
                <a:cubicBezTo>
                  <a:pt x="950750" y="68804"/>
                  <a:pt x="924096" y="90076"/>
                  <a:pt x="924096" y="127756"/>
                </a:cubicBezTo>
                <a:cubicBezTo>
                  <a:pt x="924096" y="142319"/>
                  <a:pt x="927127" y="156682"/>
                  <a:pt x="935856" y="166992"/>
                </a:cubicBezTo>
                <a:cubicBezTo>
                  <a:pt x="944844" y="177598"/>
                  <a:pt x="959794" y="183900"/>
                  <a:pt x="977408" y="183900"/>
                </a:cubicBezTo>
                <a:cubicBezTo>
                  <a:pt x="996226" y="183900"/>
                  <a:pt x="1012951" y="174424"/>
                  <a:pt x="1022880" y="161092"/>
                </a:cubicBezTo>
                <a:lnTo>
                  <a:pt x="1017656" y="154681"/>
                </a:lnTo>
                <a:close/>
                <a:moveTo>
                  <a:pt x="1057118" y="130125"/>
                </a:moveTo>
                <a:cubicBezTo>
                  <a:pt x="1057118" y="149195"/>
                  <a:pt x="1056751" y="167645"/>
                  <a:pt x="1054765" y="181383"/>
                </a:cubicBezTo>
                <a:lnTo>
                  <a:pt x="1055287" y="182149"/>
                </a:lnTo>
                <a:cubicBezTo>
                  <a:pt x="1058422" y="181637"/>
                  <a:pt x="1064435" y="181383"/>
                  <a:pt x="1067569" y="181383"/>
                </a:cubicBezTo>
                <a:cubicBezTo>
                  <a:pt x="1070708" y="181383"/>
                  <a:pt x="1076717" y="181637"/>
                  <a:pt x="1079852" y="182149"/>
                </a:cubicBezTo>
                <a:lnTo>
                  <a:pt x="1080374" y="181383"/>
                </a:lnTo>
                <a:cubicBezTo>
                  <a:pt x="1078336" y="166773"/>
                  <a:pt x="1078025" y="149399"/>
                  <a:pt x="1078025" y="130125"/>
                </a:cubicBezTo>
                <a:lnTo>
                  <a:pt x="1078025" y="53244"/>
                </a:lnTo>
                <a:cubicBezTo>
                  <a:pt x="1078025" y="34025"/>
                  <a:pt x="1079122" y="21260"/>
                  <a:pt x="1080374" y="5063"/>
                </a:cubicBezTo>
                <a:cubicBezTo>
                  <a:pt x="1080374" y="3268"/>
                  <a:pt x="1079644" y="2498"/>
                  <a:pt x="1078025" y="2498"/>
                </a:cubicBezTo>
                <a:cubicBezTo>
                  <a:pt x="1071489" y="5063"/>
                  <a:pt x="1065899" y="6857"/>
                  <a:pt x="1055287" y="7627"/>
                </a:cubicBezTo>
                <a:lnTo>
                  <a:pt x="1054765" y="8394"/>
                </a:lnTo>
                <a:cubicBezTo>
                  <a:pt x="1056803" y="19364"/>
                  <a:pt x="1057118" y="38380"/>
                  <a:pt x="1057118" y="57857"/>
                </a:cubicBezTo>
                <a:lnTo>
                  <a:pt x="1057118" y="130125"/>
                </a:lnTo>
                <a:close/>
                <a:moveTo>
                  <a:pt x="1180470" y="123662"/>
                </a:moveTo>
                <a:lnTo>
                  <a:pt x="1179425" y="154172"/>
                </a:lnTo>
                <a:cubicBezTo>
                  <a:pt x="1179425" y="157503"/>
                  <a:pt x="1177854" y="159298"/>
                  <a:pt x="1175764" y="160838"/>
                </a:cubicBezTo>
                <a:cubicBezTo>
                  <a:pt x="1168447" y="166221"/>
                  <a:pt x="1159562" y="170835"/>
                  <a:pt x="1151722" y="170835"/>
                </a:cubicBezTo>
                <a:cubicBezTo>
                  <a:pt x="1139963" y="170835"/>
                  <a:pt x="1132382" y="163145"/>
                  <a:pt x="1132382" y="155197"/>
                </a:cubicBezTo>
                <a:cubicBezTo>
                  <a:pt x="1132382" y="143660"/>
                  <a:pt x="1137869" y="134941"/>
                  <a:pt x="1158254" y="129558"/>
                </a:cubicBezTo>
                <a:lnTo>
                  <a:pt x="1180470" y="123662"/>
                </a:lnTo>
                <a:moveTo>
                  <a:pt x="1180470" y="169040"/>
                </a:moveTo>
                <a:cubicBezTo>
                  <a:pt x="1183501" y="179033"/>
                  <a:pt x="1191289" y="183900"/>
                  <a:pt x="1200855" y="183900"/>
                </a:cubicBezTo>
                <a:cubicBezTo>
                  <a:pt x="1207439" y="183900"/>
                  <a:pt x="1215490" y="182364"/>
                  <a:pt x="1221655" y="175960"/>
                </a:cubicBezTo>
                <a:lnTo>
                  <a:pt x="1219721" y="169603"/>
                </a:lnTo>
                <a:cubicBezTo>
                  <a:pt x="1216846" y="170581"/>
                  <a:pt x="1214653" y="170936"/>
                  <a:pt x="1212667" y="170936"/>
                </a:cubicBezTo>
                <a:cubicBezTo>
                  <a:pt x="1210051" y="170936"/>
                  <a:pt x="1206601" y="170475"/>
                  <a:pt x="1204982" y="169040"/>
                </a:cubicBezTo>
                <a:cubicBezTo>
                  <a:pt x="1202319" y="166683"/>
                  <a:pt x="1200644" y="160428"/>
                  <a:pt x="1200644" y="149043"/>
                </a:cubicBezTo>
                <a:cubicBezTo>
                  <a:pt x="1200644" y="141607"/>
                  <a:pt x="1201378" y="113153"/>
                  <a:pt x="1201378" y="110331"/>
                </a:cubicBezTo>
                <a:cubicBezTo>
                  <a:pt x="1201378" y="75724"/>
                  <a:pt x="1178117" y="68804"/>
                  <a:pt x="1158254" y="68804"/>
                </a:cubicBezTo>
                <a:cubicBezTo>
                  <a:pt x="1138391" y="68804"/>
                  <a:pt x="1126373" y="78284"/>
                  <a:pt x="1119837" y="83668"/>
                </a:cubicBezTo>
                <a:lnTo>
                  <a:pt x="1119055" y="84696"/>
                </a:lnTo>
                <a:lnTo>
                  <a:pt x="1123497" y="101871"/>
                </a:lnTo>
                <a:lnTo>
                  <a:pt x="1126895" y="102129"/>
                </a:lnTo>
                <a:cubicBezTo>
                  <a:pt x="1134212" y="90592"/>
                  <a:pt x="1143097" y="80337"/>
                  <a:pt x="1155642" y="80337"/>
                </a:cubicBezTo>
                <a:cubicBezTo>
                  <a:pt x="1165049" y="80337"/>
                  <a:pt x="1180729" y="81619"/>
                  <a:pt x="1180729" y="110589"/>
                </a:cubicBezTo>
                <a:cubicBezTo>
                  <a:pt x="1180729" y="112383"/>
                  <a:pt x="1179684" y="113408"/>
                  <a:pt x="1178899" y="113666"/>
                </a:cubicBezTo>
                <a:lnTo>
                  <a:pt x="1154598" y="119049"/>
                </a:lnTo>
                <a:cubicBezTo>
                  <a:pt x="1127940" y="124945"/>
                  <a:pt x="1111215" y="138788"/>
                  <a:pt x="1111215" y="156221"/>
                </a:cubicBezTo>
                <a:cubicBezTo>
                  <a:pt x="1111215" y="175190"/>
                  <a:pt x="1124542" y="183900"/>
                  <a:pt x="1143883" y="183900"/>
                </a:cubicBezTo>
                <a:cubicBezTo>
                  <a:pt x="1158254" y="183900"/>
                  <a:pt x="1165572" y="180573"/>
                  <a:pt x="1179425" y="169040"/>
                </a:cubicBezTo>
                <a:lnTo>
                  <a:pt x="1180470" y="169040"/>
                </a:lnTo>
                <a:close/>
                <a:moveTo>
                  <a:pt x="1249984" y="71556"/>
                </a:moveTo>
                <a:cubicBezTo>
                  <a:pt x="1244652" y="71556"/>
                  <a:pt x="1239113" y="71454"/>
                  <a:pt x="1235871" y="71044"/>
                </a:cubicBezTo>
                <a:cubicBezTo>
                  <a:pt x="1234096" y="75247"/>
                  <a:pt x="1232685" y="77706"/>
                  <a:pt x="1230125" y="81549"/>
                </a:cubicBezTo>
                <a:lnTo>
                  <a:pt x="1231429" y="83343"/>
                </a:lnTo>
                <a:cubicBezTo>
                  <a:pt x="1235927" y="83034"/>
                  <a:pt x="1244026" y="82882"/>
                  <a:pt x="1249984" y="82831"/>
                </a:cubicBezTo>
                <a:lnTo>
                  <a:pt x="1249984" y="117884"/>
                </a:lnTo>
                <a:cubicBezTo>
                  <a:pt x="1249984" y="133237"/>
                  <a:pt x="1249202" y="151662"/>
                  <a:pt x="1249202" y="159337"/>
                </a:cubicBezTo>
                <a:cubicBezTo>
                  <a:pt x="1249202" y="175976"/>
                  <a:pt x="1260176" y="183900"/>
                  <a:pt x="1272199" y="183900"/>
                </a:cubicBezTo>
                <a:cubicBezTo>
                  <a:pt x="1283177" y="183900"/>
                  <a:pt x="1291540" y="181344"/>
                  <a:pt x="1302514" y="174443"/>
                </a:cubicBezTo>
                <a:lnTo>
                  <a:pt x="1299328" y="168137"/>
                </a:lnTo>
                <a:cubicBezTo>
                  <a:pt x="1291276" y="170854"/>
                  <a:pt x="1285267" y="171112"/>
                  <a:pt x="1278731" y="170088"/>
                </a:cubicBezTo>
                <a:cubicBezTo>
                  <a:pt x="1272514" y="169114"/>
                  <a:pt x="1270110" y="162969"/>
                  <a:pt x="1270110" y="149102"/>
                </a:cubicBezTo>
                <a:cubicBezTo>
                  <a:pt x="1270110" y="141427"/>
                  <a:pt x="1270891" y="130422"/>
                  <a:pt x="1270891" y="115073"/>
                </a:cubicBezTo>
                <a:lnTo>
                  <a:pt x="1270891" y="82831"/>
                </a:lnTo>
                <a:lnTo>
                  <a:pt x="1280825" y="82831"/>
                </a:lnTo>
                <a:cubicBezTo>
                  <a:pt x="1287097" y="82831"/>
                  <a:pt x="1296189" y="83034"/>
                  <a:pt x="1299639" y="83343"/>
                </a:cubicBezTo>
                <a:cubicBezTo>
                  <a:pt x="1300424" y="79246"/>
                  <a:pt x="1301210" y="76631"/>
                  <a:pt x="1302777" y="72838"/>
                </a:cubicBezTo>
                <a:lnTo>
                  <a:pt x="1301469" y="71044"/>
                </a:lnTo>
                <a:cubicBezTo>
                  <a:pt x="1296763" y="71251"/>
                  <a:pt x="1289187" y="71556"/>
                  <a:pt x="1283177" y="71556"/>
                </a:cubicBezTo>
                <a:lnTo>
                  <a:pt x="1270891" y="71556"/>
                </a:lnTo>
                <a:cubicBezTo>
                  <a:pt x="1270891" y="52392"/>
                  <a:pt x="1271051" y="49010"/>
                  <a:pt x="1272199" y="34150"/>
                </a:cubicBezTo>
                <a:cubicBezTo>
                  <a:pt x="1272199" y="32304"/>
                  <a:pt x="1271469" y="31589"/>
                  <a:pt x="1269846" y="31589"/>
                </a:cubicBezTo>
                <a:cubicBezTo>
                  <a:pt x="1263314" y="34150"/>
                  <a:pt x="1260072" y="36867"/>
                  <a:pt x="1251555" y="37993"/>
                </a:cubicBezTo>
                <a:lnTo>
                  <a:pt x="1251032" y="38763"/>
                </a:lnTo>
                <a:cubicBezTo>
                  <a:pt x="1250510" y="47681"/>
                  <a:pt x="1249984" y="56696"/>
                  <a:pt x="1249984" y="71556"/>
                </a:cubicBezTo>
                <a:close/>
                <a:moveTo>
                  <a:pt x="1334919" y="28328"/>
                </a:moveTo>
                <a:cubicBezTo>
                  <a:pt x="1334919" y="35244"/>
                  <a:pt x="1341192" y="41394"/>
                  <a:pt x="1348250" y="41394"/>
                </a:cubicBezTo>
                <a:cubicBezTo>
                  <a:pt x="1355304" y="41394"/>
                  <a:pt x="1361577" y="35244"/>
                  <a:pt x="1361577" y="28328"/>
                </a:cubicBezTo>
                <a:cubicBezTo>
                  <a:pt x="1361577" y="21409"/>
                  <a:pt x="1355304" y="15259"/>
                  <a:pt x="1348250" y="15259"/>
                </a:cubicBezTo>
                <a:cubicBezTo>
                  <a:pt x="1341192" y="15259"/>
                  <a:pt x="1334919" y="21409"/>
                  <a:pt x="1334919" y="28328"/>
                </a:cubicBezTo>
                <a:moveTo>
                  <a:pt x="1337535" y="121234"/>
                </a:moveTo>
                <a:lnTo>
                  <a:pt x="1337535" y="135313"/>
                </a:lnTo>
                <a:cubicBezTo>
                  <a:pt x="1337535" y="154508"/>
                  <a:pt x="1337065" y="167562"/>
                  <a:pt x="1335182" y="181383"/>
                </a:cubicBezTo>
                <a:lnTo>
                  <a:pt x="1335705" y="182149"/>
                </a:lnTo>
                <a:cubicBezTo>
                  <a:pt x="1338839" y="181641"/>
                  <a:pt x="1344853" y="181383"/>
                  <a:pt x="1347987" y="181383"/>
                </a:cubicBezTo>
                <a:cubicBezTo>
                  <a:pt x="1351125" y="181383"/>
                  <a:pt x="1357135" y="181641"/>
                  <a:pt x="1360269" y="182149"/>
                </a:cubicBezTo>
                <a:lnTo>
                  <a:pt x="1360792" y="181383"/>
                </a:lnTo>
                <a:cubicBezTo>
                  <a:pt x="1358913" y="166847"/>
                  <a:pt x="1358443" y="154763"/>
                  <a:pt x="1358443" y="135313"/>
                </a:cubicBezTo>
                <a:lnTo>
                  <a:pt x="1358443" y="117141"/>
                </a:lnTo>
                <a:cubicBezTo>
                  <a:pt x="1358443" y="97945"/>
                  <a:pt x="1359121" y="88731"/>
                  <a:pt x="1360792" y="73116"/>
                </a:cubicBezTo>
                <a:cubicBezTo>
                  <a:pt x="1360792" y="70813"/>
                  <a:pt x="1360481" y="70555"/>
                  <a:pt x="1358443" y="70555"/>
                </a:cubicBezTo>
                <a:cubicBezTo>
                  <a:pt x="1352481" y="71122"/>
                  <a:pt x="1341244" y="71275"/>
                  <a:pt x="1335705" y="70813"/>
                </a:cubicBezTo>
                <a:lnTo>
                  <a:pt x="1335182" y="71580"/>
                </a:lnTo>
                <a:cubicBezTo>
                  <a:pt x="1336801" y="82534"/>
                  <a:pt x="1337535" y="102039"/>
                  <a:pt x="1337535" y="121234"/>
                </a:cubicBezTo>
                <a:close/>
                <a:moveTo>
                  <a:pt x="1391893" y="128788"/>
                </a:moveTo>
                <a:cubicBezTo>
                  <a:pt x="1391893" y="159552"/>
                  <a:pt x="1412538" y="183900"/>
                  <a:pt x="1447299" y="183900"/>
                </a:cubicBezTo>
                <a:cubicBezTo>
                  <a:pt x="1481792" y="183900"/>
                  <a:pt x="1502700" y="160068"/>
                  <a:pt x="1502700" y="126481"/>
                </a:cubicBezTo>
                <a:cubicBezTo>
                  <a:pt x="1502700" y="91616"/>
                  <a:pt x="1483623" y="68804"/>
                  <a:pt x="1448343" y="68804"/>
                </a:cubicBezTo>
                <a:cubicBezTo>
                  <a:pt x="1414105" y="68804"/>
                  <a:pt x="1391893" y="92386"/>
                  <a:pt x="1391893" y="128788"/>
                </a:cubicBezTo>
                <a:moveTo>
                  <a:pt x="1446513" y="79055"/>
                </a:moveTo>
                <a:cubicBezTo>
                  <a:pt x="1474216" y="79055"/>
                  <a:pt x="1479703" y="100076"/>
                  <a:pt x="1479703" y="131098"/>
                </a:cubicBezTo>
                <a:cubicBezTo>
                  <a:pt x="1479703" y="155451"/>
                  <a:pt x="1467157" y="173653"/>
                  <a:pt x="1449647" y="173653"/>
                </a:cubicBezTo>
                <a:cubicBezTo>
                  <a:pt x="1421949" y="173653"/>
                  <a:pt x="1414890" y="144172"/>
                  <a:pt x="1414890" y="124432"/>
                </a:cubicBezTo>
                <a:cubicBezTo>
                  <a:pt x="1414890" y="102129"/>
                  <a:pt x="1421949" y="79055"/>
                  <a:pt x="1446513" y="79055"/>
                </a:cubicBezTo>
                <a:close/>
                <a:moveTo>
                  <a:pt x="1632847" y="135215"/>
                </a:moveTo>
                <a:cubicBezTo>
                  <a:pt x="1632847" y="127009"/>
                  <a:pt x="1633370" y="117520"/>
                  <a:pt x="1633370" y="109314"/>
                </a:cubicBezTo>
                <a:cubicBezTo>
                  <a:pt x="1633370" y="82640"/>
                  <a:pt x="1624485" y="68804"/>
                  <a:pt x="1600966" y="68804"/>
                </a:cubicBezTo>
                <a:cubicBezTo>
                  <a:pt x="1591032" y="68804"/>
                  <a:pt x="1572477" y="72651"/>
                  <a:pt x="1555753" y="91874"/>
                </a:cubicBezTo>
                <a:lnTo>
                  <a:pt x="1555230" y="91104"/>
                </a:lnTo>
                <a:lnTo>
                  <a:pt x="1555230" y="72393"/>
                </a:lnTo>
                <a:cubicBezTo>
                  <a:pt x="1555179" y="70395"/>
                  <a:pt x="1554915" y="69832"/>
                  <a:pt x="1553663" y="69832"/>
                </a:cubicBezTo>
                <a:cubicBezTo>
                  <a:pt x="1547809" y="70958"/>
                  <a:pt x="1538450" y="71161"/>
                  <a:pt x="1532492" y="70598"/>
                </a:cubicBezTo>
                <a:lnTo>
                  <a:pt x="1531970" y="71368"/>
                </a:lnTo>
                <a:cubicBezTo>
                  <a:pt x="1533800" y="82436"/>
                  <a:pt x="1534323" y="101875"/>
                  <a:pt x="1534323" y="121109"/>
                </a:cubicBezTo>
                <a:lnTo>
                  <a:pt x="1534323" y="135215"/>
                </a:lnTo>
                <a:cubicBezTo>
                  <a:pt x="1534323" y="154454"/>
                  <a:pt x="1534060" y="167531"/>
                  <a:pt x="1531970" y="181383"/>
                </a:cubicBezTo>
                <a:lnTo>
                  <a:pt x="1532492" y="182149"/>
                </a:lnTo>
                <a:cubicBezTo>
                  <a:pt x="1535631" y="181637"/>
                  <a:pt x="1541640" y="181383"/>
                  <a:pt x="1544775" y="181383"/>
                </a:cubicBezTo>
                <a:cubicBezTo>
                  <a:pt x="1547913" y="181383"/>
                  <a:pt x="1553922" y="181637"/>
                  <a:pt x="1557061" y="182149"/>
                </a:cubicBezTo>
                <a:lnTo>
                  <a:pt x="1557583" y="181383"/>
                </a:lnTo>
                <a:cubicBezTo>
                  <a:pt x="1555490" y="166761"/>
                  <a:pt x="1555230" y="154708"/>
                  <a:pt x="1555230" y="135215"/>
                </a:cubicBezTo>
                <a:lnTo>
                  <a:pt x="1555230" y="105209"/>
                </a:lnTo>
                <a:cubicBezTo>
                  <a:pt x="1568557" y="89821"/>
                  <a:pt x="1583715" y="84180"/>
                  <a:pt x="1593126" y="84180"/>
                </a:cubicBezTo>
                <a:cubicBezTo>
                  <a:pt x="1606453" y="84180"/>
                  <a:pt x="1611940" y="89309"/>
                  <a:pt x="1611940" y="110081"/>
                </a:cubicBezTo>
                <a:lnTo>
                  <a:pt x="1611940" y="135215"/>
                </a:lnTo>
                <a:cubicBezTo>
                  <a:pt x="1611940" y="154454"/>
                  <a:pt x="1611469" y="167582"/>
                  <a:pt x="1609587" y="181383"/>
                </a:cubicBezTo>
                <a:lnTo>
                  <a:pt x="1610109" y="182149"/>
                </a:lnTo>
                <a:cubicBezTo>
                  <a:pt x="1613248" y="181637"/>
                  <a:pt x="1619257" y="181383"/>
                  <a:pt x="1622396" y="181383"/>
                </a:cubicBezTo>
                <a:cubicBezTo>
                  <a:pt x="1625530" y="181383"/>
                  <a:pt x="1631539" y="181637"/>
                  <a:pt x="1634678" y="182149"/>
                </a:cubicBezTo>
                <a:lnTo>
                  <a:pt x="1635200" y="181383"/>
                </a:lnTo>
                <a:cubicBezTo>
                  <a:pt x="1633162" y="166761"/>
                  <a:pt x="1632847" y="154708"/>
                  <a:pt x="1632847" y="135215"/>
                </a:cubicBezTo>
                <a:close/>
                <a:moveTo>
                  <a:pt x="1666559" y="155451"/>
                </a:moveTo>
                <a:lnTo>
                  <a:pt x="1662117" y="176984"/>
                </a:lnTo>
                <a:cubicBezTo>
                  <a:pt x="1677015" y="182110"/>
                  <a:pt x="1691650" y="183900"/>
                  <a:pt x="1701579" y="183900"/>
                </a:cubicBezTo>
                <a:cubicBezTo>
                  <a:pt x="1737644" y="183900"/>
                  <a:pt x="1746007" y="162887"/>
                  <a:pt x="1746007" y="148785"/>
                </a:cubicBezTo>
                <a:cubicBezTo>
                  <a:pt x="1746007" y="127763"/>
                  <a:pt x="1729019" y="119561"/>
                  <a:pt x="1710464" y="115202"/>
                </a:cubicBezTo>
                <a:cubicBezTo>
                  <a:pt x="1700586" y="112895"/>
                  <a:pt x="1686163" y="108024"/>
                  <a:pt x="1686163" y="95205"/>
                </a:cubicBezTo>
                <a:cubicBezTo>
                  <a:pt x="1686163" y="84692"/>
                  <a:pt x="1694784" y="79055"/>
                  <a:pt x="1706022" y="79055"/>
                </a:cubicBezTo>
                <a:cubicBezTo>
                  <a:pt x="1719612" y="79055"/>
                  <a:pt x="1727974" y="89563"/>
                  <a:pt x="1733988" y="96487"/>
                </a:cubicBezTo>
                <a:lnTo>
                  <a:pt x="1737644" y="96229"/>
                </a:lnTo>
                <a:lnTo>
                  <a:pt x="1742872" y="77260"/>
                </a:lnTo>
                <a:lnTo>
                  <a:pt x="1742350" y="76494"/>
                </a:lnTo>
                <a:cubicBezTo>
                  <a:pt x="1734769" y="72651"/>
                  <a:pt x="1720397" y="68804"/>
                  <a:pt x="1707067" y="68804"/>
                </a:cubicBezTo>
                <a:cubicBezTo>
                  <a:pt x="1687730" y="68804"/>
                  <a:pt x="1667604" y="78797"/>
                  <a:pt x="1667604" y="100076"/>
                </a:cubicBezTo>
                <a:cubicBezTo>
                  <a:pt x="1667604" y="120586"/>
                  <a:pt x="1683236" y="127353"/>
                  <a:pt x="1698967" y="131610"/>
                </a:cubicBezTo>
                <a:cubicBezTo>
                  <a:pt x="1714125" y="135711"/>
                  <a:pt x="1725362" y="139813"/>
                  <a:pt x="1725362" y="152374"/>
                </a:cubicBezTo>
                <a:cubicBezTo>
                  <a:pt x="1725362" y="165963"/>
                  <a:pt x="1715170" y="173653"/>
                  <a:pt x="1701320" y="173653"/>
                </a:cubicBezTo>
                <a:cubicBezTo>
                  <a:pt x="1688775" y="173653"/>
                  <a:pt x="1677797" y="165193"/>
                  <a:pt x="1670479" y="155197"/>
                </a:cubicBezTo>
                <a:lnTo>
                  <a:pt x="1666559" y="155451"/>
                </a:lnTo>
                <a:close/>
                <a:moveTo>
                  <a:pt x="1801413" y="91104"/>
                </a:moveTo>
                <a:lnTo>
                  <a:pt x="1801413" y="52935"/>
                </a:lnTo>
                <a:cubicBezTo>
                  <a:pt x="1801413" y="33989"/>
                  <a:pt x="1802509" y="20779"/>
                  <a:pt x="1803762" y="5059"/>
                </a:cubicBezTo>
                <a:cubicBezTo>
                  <a:pt x="1803762" y="3268"/>
                  <a:pt x="1803032" y="2498"/>
                  <a:pt x="1801413" y="2498"/>
                </a:cubicBezTo>
                <a:cubicBezTo>
                  <a:pt x="1794877" y="5059"/>
                  <a:pt x="1789286" y="6853"/>
                  <a:pt x="1778675" y="7620"/>
                </a:cubicBezTo>
                <a:lnTo>
                  <a:pt x="1778152" y="8390"/>
                </a:lnTo>
                <a:cubicBezTo>
                  <a:pt x="1780190" y="19344"/>
                  <a:pt x="1780505" y="38599"/>
                  <a:pt x="1780505" y="58053"/>
                </a:cubicBezTo>
                <a:lnTo>
                  <a:pt x="1780505" y="135215"/>
                </a:lnTo>
                <a:cubicBezTo>
                  <a:pt x="1780505" y="154297"/>
                  <a:pt x="1780190" y="167019"/>
                  <a:pt x="1778152" y="181383"/>
                </a:cubicBezTo>
                <a:lnTo>
                  <a:pt x="1778675" y="182149"/>
                </a:lnTo>
                <a:cubicBezTo>
                  <a:pt x="1781809" y="181637"/>
                  <a:pt x="1787823" y="181383"/>
                  <a:pt x="1790957" y="181383"/>
                </a:cubicBezTo>
                <a:cubicBezTo>
                  <a:pt x="1794095" y="181383"/>
                  <a:pt x="1800105" y="181637"/>
                  <a:pt x="1803239" y="182149"/>
                </a:cubicBezTo>
                <a:lnTo>
                  <a:pt x="1803762" y="181383"/>
                </a:lnTo>
                <a:cubicBezTo>
                  <a:pt x="1801831" y="166710"/>
                  <a:pt x="1801413" y="154708"/>
                  <a:pt x="1801413" y="135215"/>
                </a:cubicBezTo>
                <a:lnTo>
                  <a:pt x="1801413" y="105209"/>
                </a:lnTo>
                <a:cubicBezTo>
                  <a:pt x="1814740" y="89821"/>
                  <a:pt x="1830053" y="84180"/>
                  <a:pt x="1839304" y="84180"/>
                </a:cubicBezTo>
                <a:cubicBezTo>
                  <a:pt x="1852635" y="84180"/>
                  <a:pt x="1858122" y="89309"/>
                  <a:pt x="1858122" y="110081"/>
                </a:cubicBezTo>
                <a:lnTo>
                  <a:pt x="1858122" y="135215"/>
                </a:lnTo>
                <a:cubicBezTo>
                  <a:pt x="1858122" y="154454"/>
                  <a:pt x="1857859" y="167582"/>
                  <a:pt x="1855769" y="181383"/>
                </a:cubicBezTo>
                <a:lnTo>
                  <a:pt x="1856292" y="182149"/>
                </a:lnTo>
                <a:cubicBezTo>
                  <a:pt x="1859430" y="181637"/>
                  <a:pt x="1865440" y="181383"/>
                  <a:pt x="1868574" y="181383"/>
                </a:cubicBezTo>
                <a:cubicBezTo>
                  <a:pt x="1871712" y="181383"/>
                  <a:pt x="1877722" y="181637"/>
                  <a:pt x="1880860" y="182149"/>
                </a:cubicBezTo>
                <a:lnTo>
                  <a:pt x="1881382" y="181383"/>
                </a:lnTo>
                <a:cubicBezTo>
                  <a:pt x="1879289" y="166710"/>
                  <a:pt x="1879030" y="154708"/>
                  <a:pt x="1879030" y="135215"/>
                </a:cubicBezTo>
                <a:cubicBezTo>
                  <a:pt x="1879030" y="127009"/>
                  <a:pt x="1879552" y="117520"/>
                  <a:pt x="1879552" y="109314"/>
                </a:cubicBezTo>
                <a:cubicBezTo>
                  <a:pt x="1879552" y="82640"/>
                  <a:pt x="1870667" y="68804"/>
                  <a:pt x="1847144" y="68804"/>
                </a:cubicBezTo>
                <a:cubicBezTo>
                  <a:pt x="1837215" y="68804"/>
                  <a:pt x="1818660" y="72651"/>
                  <a:pt x="1801935" y="91874"/>
                </a:cubicBezTo>
                <a:lnTo>
                  <a:pt x="1801413" y="91104"/>
                </a:lnTo>
                <a:close/>
                <a:moveTo>
                  <a:pt x="1921364" y="28328"/>
                </a:moveTo>
                <a:cubicBezTo>
                  <a:pt x="1921364" y="35244"/>
                  <a:pt x="1927637" y="41394"/>
                  <a:pt x="1934695" y="41394"/>
                </a:cubicBezTo>
                <a:cubicBezTo>
                  <a:pt x="1941750" y="41394"/>
                  <a:pt x="1948022" y="35244"/>
                  <a:pt x="1948022" y="28328"/>
                </a:cubicBezTo>
                <a:cubicBezTo>
                  <a:pt x="1948022" y="21409"/>
                  <a:pt x="1941750" y="15259"/>
                  <a:pt x="1934695" y="15259"/>
                </a:cubicBezTo>
                <a:cubicBezTo>
                  <a:pt x="1927637" y="15259"/>
                  <a:pt x="1921364" y="21409"/>
                  <a:pt x="1921364" y="28328"/>
                </a:cubicBezTo>
                <a:moveTo>
                  <a:pt x="1923980" y="121234"/>
                </a:moveTo>
                <a:lnTo>
                  <a:pt x="1923980" y="135313"/>
                </a:lnTo>
                <a:cubicBezTo>
                  <a:pt x="1923980" y="154508"/>
                  <a:pt x="1923510" y="167562"/>
                  <a:pt x="1921627" y="181383"/>
                </a:cubicBezTo>
                <a:lnTo>
                  <a:pt x="1922150" y="182149"/>
                </a:lnTo>
                <a:cubicBezTo>
                  <a:pt x="1925284" y="181641"/>
                  <a:pt x="1931298" y="181383"/>
                  <a:pt x="1934432" y="181383"/>
                </a:cubicBezTo>
                <a:cubicBezTo>
                  <a:pt x="1937570" y="181383"/>
                  <a:pt x="1943580" y="181641"/>
                  <a:pt x="1946714" y="182149"/>
                </a:cubicBezTo>
                <a:lnTo>
                  <a:pt x="1947237" y="181383"/>
                </a:lnTo>
                <a:cubicBezTo>
                  <a:pt x="1945358" y="166847"/>
                  <a:pt x="1944888" y="154763"/>
                  <a:pt x="1944888" y="135313"/>
                </a:cubicBezTo>
                <a:lnTo>
                  <a:pt x="1944888" y="117141"/>
                </a:lnTo>
                <a:cubicBezTo>
                  <a:pt x="1944888" y="97945"/>
                  <a:pt x="1945566" y="88731"/>
                  <a:pt x="1947237" y="73116"/>
                </a:cubicBezTo>
                <a:cubicBezTo>
                  <a:pt x="1947237" y="70813"/>
                  <a:pt x="1946926" y="70555"/>
                  <a:pt x="1944888" y="70555"/>
                </a:cubicBezTo>
                <a:cubicBezTo>
                  <a:pt x="1938926" y="71122"/>
                  <a:pt x="1927689" y="71275"/>
                  <a:pt x="1922150" y="70813"/>
                </a:cubicBezTo>
                <a:lnTo>
                  <a:pt x="1921627" y="71580"/>
                </a:lnTo>
                <a:cubicBezTo>
                  <a:pt x="1923246" y="82534"/>
                  <a:pt x="1923980" y="102039"/>
                  <a:pt x="1923980" y="121234"/>
                </a:cubicBezTo>
                <a:close/>
                <a:moveTo>
                  <a:pt x="2010742" y="105972"/>
                </a:moveTo>
                <a:cubicBezTo>
                  <a:pt x="2016493" y="92386"/>
                  <a:pt x="2031913" y="80591"/>
                  <a:pt x="2042106" y="80591"/>
                </a:cubicBezTo>
                <a:cubicBezTo>
                  <a:pt x="2059875" y="80591"/>
                  <a:pt x="2069023" y="96487"/>
                  <a:pt x="2069023" y="125457"/>
                </a:cubicBezTo>
                <a:cubicBezTo>
                  <a:pt x="2069023" y="146478"/>
                  <a:pt x="2063014" y="173653"/>
                  <a:pt x="2035048" y="173653"/>
                </a:cubicBezTo>
                <a:cubicBezTo>
                  <a:pt x="2030869" y="173653"/>
                  <a:pt x="2019890" y="172629"/>
                  <a:pt x="2010742" y="162116"/>
                </a:cubicBezTo>
                <a:lnTo>
                  <a:pt x="2010742" y="105972"/>
                </a:lnTo>
                <a:moveTo>
                  <a:pt x="2010742" y="91104"/>
                </a:moveTo>
                <a:lnTo>
                  <a:pt x="2010742" y="72393"/>
                </a:lnTo>
                <a:cubicBezTo>
                  <a:pt x="2010742" y="70395"/>
                  <a:pt x="2010431" y="69832"/>
                  <a:pt x="2009175" y="69832"/>
                </a:cubicBezTo>
                <a:cubicBezTo>
                  <a:pt x="2003321" y="70958"/>
                  <a:pt x="1993966" y="71161"/>
                  <a:pt x="1988009" y="70598"/>
                </a:cubicBezTo>
                <a:lnTo>
                  <a:pt x="1987486" y="71368"/>
                </a:lnTo>
                <a:cubicBezTo>
                  <a:pt x="1989312" y="82436"/>
                  <a:pt x="1989835" y="101871"/>
                  <a:pt x="1989835" y="121098"/>
                </a:cubicBezTo>
                <a:lnTo>
                  <a:pt x="1989835" y="189554"/>
                </a:lnTo>
                <a:cubicBezTo>
                  <a:pt x="1989835" y="208667"/>
                  <a:pt x="1989364" y="227108"/>
                  <a:pt x="1987486" y="240929"/>
                </a:cubicBezTo>
                <a:lnTo>
                  <a:pt x="1988009" y="241699"/>
                </a:lnTo>
                <a:cubicBezTo>
                  <a:pt x="1991143" y="241187"/>
                  <a:pt x="1997152" y="240929"/>
                  <a:pt x="2000291" y="240929"/>
                </a:cubicBezTo>
                <a:cubicBezTo>
                  <a:pt x="2003425" y="240929"/>
                  <a:pt x="2009439" y="241187"/>
                  <a:pt x="2012573" y="241699"/>
                </a:cubicBezTo>
                <a:lnTo>
                  <a:pt x="2013095" y="240929"/>
                </a:lnTo>
                <a:cubicBezTo>
                  <a:pt x="2011213" y="226287"/>
                  <a:pt x="2010742" y="208870"/>
                  <a:pt x="2010742" y="189554"/>
                </a:cubicBezTo>
                <a:lnTo>
                  <a:pt x="2010742" y="178267"/>
                </a:lnTo>
                <a:cubicBezTo>
                  <a:pt x="2017538" y="181852"/>
                  <a:pt x="2027208" y="183900"/>
                  <a:pt x="2036615" y="183900"/>
                </a:cubicBezTo>
                <a:cubicBezTo>
                  <a:pt x="2071113" y="183900"/>
                  <a:pt x="2092020" y="158273"/>
                  <a:pt x="2092020" y="122122"/>
                </a:cubicBezTo>
                <a:cubicBezTo>
                  <a:pt x="2092020" y="94947"/>
                  <a:pt x="2075818" y="68804"/>
                  <a:pt x="2046548" y="68804"/>
                </a:cubicBezTo>
                <a:cubicBezTo>
                  <a:pt x="2036356" y="68804"/>
                  <a:pt x="2023288" y="73929"/>
                  <a:pt x="2011265" y="91874"/>
                </a:cubicBezTo>
                <a:lnTo>
                  <a:pt x="2010742" y="91104"/>
                </a:lnTo>
                <a:close/>
                <a:moveTo>
                  <a:pt x="2118153" y="155451"/>
                </a:moveTo>
                <a:lnTo>
                  <a:pt x="2113711" y="176984"/>
                </a:lnTo>
                <a:cubicBezTo>
                  <a:pt x="2128609" y="182110"/>
                  <a:pt x="2143244" y="183900"/>
                  <a:pt x="2153173" y="183900"/>
                </a:cubicBezTo>
                <a:cubicBezTo>
                  <a:pt x="2189238" y="183900"/>
                  <a:pt x="2197600" y="162887"/>
                  <a:pt x="2197600" y="148785"/>
                </a:cubicBezTo>
                <a:cubicBezTo>
                  <a:pt x="2197600" y="127763"/>
                  <a:pt x="2180613" y="119561"/>
                  <a:pt x="2162058" y="115202"/>
                </a:cubicBezTo>
                <a:cubicBezTo>
                  <a:pt x="2152180" y="112895"/>
                  <a:pt x="2137756" y="108024"/>
                  <a:pt x="2137756" y="95205"/>
                </a:cubicBezTo>
                <a:cubicBezTo>
                  <a:pt x="2137756" y="84692"/>
                  <a:pt x="2146378" y="79055"/>
                  <a:pt x="2157615" y="79055"/>
                </a:cubicBezTo>
                <a:cubicBezTo>
                  <a:pt x="2171205" y="79055"/>
                  <a:pt x="2179568" y="89563"/>
                  <a:pt x="2185581" y="96487"/>
                </a:cubicBezTo>
                <a:lnTo>
                  <a:pt x="2189238" y="96229"/>
                </a:lnTo>
                <a:lnTo>
                  <a:pt x="2194466" y="77260"/>
                </a:lnTo>
                <a:lnTo>
                  <a:pt x="2193943" y="76494"/>
                </a:lnTo>
                <a:cubicBezTo>
                  <a:pt x="2186363" y="72651"/>
                  <a:pt x="2171991" y="68804"/>
                  <a:pt x="2158660" y="68804"/>
                </a:cubicBezTo>
                <a:cubicBezTo>
                  <a:pt x="2139324" y="68804"/>
                  <a:pt x="2119198" y="78797"/>
                  <a:pt x="2119198" y="100076"/>
                </a:cubicBezTo>
                <a:cubicBezTo>
                  <a:pt x="2119198" y="120586"/>
                  <a:pt x="2134829" y="127353"/>
                  <a:pt x="2150561" y="131610"/>
                </a:cubicBezTo>
                <a:cubicBezTo>
                  <a:pt x="2165718" y="135711"/>
                  <a:pt x="2176956" y="139813"/>
                  <a:pt x="2176956" y="152374"/>
                </a:cubicBezTo>
                <a:cubicBezTo>
                  <a:pt x="2176956" y="165963"/>
                  <a:pt x="2166763" y="173653"/>
                  <a:pt x="2152914" y="173653"/>
                </a:cubicBezTo>
                <a:cubicBezTo>
                  <a:pt x="2140368" y="173653"/>
                  <a:pt x="2129390" y="165193"/>
                  <a:pt x="2122073" y="155197"/>
                </a:cubicBezTo>
                <a:lnTo>
                  <a:pt x="2118153" y="155451"/>
                </a:lnTo>
                <a:close/>
                <a:moveTo>
                  <a:pt x="2360417" y="123662"/>
                </a:moveTo>
                <a:lnTo>
                  <a:pt x="2359372" y="154172"/>
                </a:lnTo>
                <a:cubicBezTo>
                  <a:pt x="2359372" y="157503"/>
                  <a:pt x="2357801" y="159298"/>
                  <a:pt x="2355711" y="160838"/>
                </a:cubicBezTo>
                <a:cubicBezTo>
                  <a:pt x="2348394" y="166221"/>
                  <a:pt x="2339509" y="170835"/>
                  <a:pt x="2331669" y="170835"/>
                </a:cubicBezTo>
                <a:cubicBezTo>
                  <a:pt x="2319909" y="170835"/>
                  <a:pt x="2312329" y="163145"/>
                  <a:pt x="2312329" y="155197"/>
                </a:cubicBezTo>
                <a:cubicBezTo>
                  <a:pt x="2312329" y="143660"/>
                  <a:pt x="2317816" y="134941"/>
                  <a:pt x="2338201" y="129558"/>
                </a:cubicBezTo>
                <a:lnTo>
                  <a:pt x="2360417" y="123662"/>
                </a:lnTo>
                <a:moveTo>
                  <a:pt x="2360417" y="169040"/>
                </a:moveTo>
                <a:cubicBezTo>
                  <a:pt x="2363447" y="179033"/>
                  <a:pt x="2371235" y="183900"/>
                  <a:pt x="2380802" y="183900"/>
                </a:cubicBezTo>
                <a:cubicBezTo>
                  <a:pt x="2387385" y="183900"/>
                  <a:pt x="2395437" y="182364"/>
                  <a:pt x="2401602" y="175960"/>
                </a:cubicBezTo>
                <a:lnTo>
                  <a:pt x="2399668" y="169603"/>
                </a:lnTo>
                <a:cubicBezTo>
                  <a:pt x="2396793" y="170581"/>
                  <a:pt x="2394599" y="170936"/>
                  <a:pt x="2392613" y="170936"/>
                </a:cubicBezTo>
                <a:cubicBezTo>
                  <a:pt x="2389997" y="170936"/>
                  <a:pt x="2386548" y="170475"/>
                  <a:pt x="2384929" y="169040"/>
                </a:cubicBezTo>
                <a:cubicBezTo>
                  <a:pt x="2382265" y="166683"/>
                  <a:pt x="2380590" y="160428"/>
                  <a:pt x="2380590" y="149043"/>
                </a:cubicBezTo>
                <a:cubicBezTo>
                  <a:pt x="2380590" y="141607"/>
                  <a:pt x="2381324" y="113153"/>
                  <a:pt x="2381324" y="110331"/>
                </a:cubicBezTo>
                <a:cubicBezTo>
                  <a:pt x="2381324" y="75724"/>
                  <a:pt x="2358064" y="68804"/>
                  <a:pt x="2338201" y="68804"/>
                </a:cubicBezTo>
                <a:cubicBezTo>
                  <a:pt x="2318338" y="68804"/>
                  <a:pt x="2306319" y="78284"/>
                  <a:pt x="2299783" y="83668"/>
                </a:cubicBezTo>
                <a:lnTo>
                  <a:pt x="2299002" y="84696"/>
                </a:lnTo>
                <a:lnTo>
                  <a:pt x="2303444" y="101871"/>
                </a:lnTo>
                <a:lnTo>
                  <a:pt x="2306842" y="102129"/>
                </a:lnTo>
                <a:cubicBezTo>
                  <a:pt x="2314159" y="90592"/>
                  <a:pt x="2323044" y="80337"/>
                  <a:pt x="2335589" y="80337"/>
                </a:cubicBezTo>
                <a:cubicBezTo>
                  <a:pt x="2344996" y="80337"/>
                  <a:pt x="2360676" y="81619"/>
                  <a:pt x="2360676" y="110589"/>
                </a:cubicBezTo>
                <a:cubicBezTo>
                  <a:pt x="2360676" y="112383"/>
                  <a:pt x="2359631" y="113408"/>
                  <a:pt x="2358845" y="113666"/>
                </a:cubicBezTo>
                <a:lnTo>
                  <a:pt x="2334544" y="119049"/>
                </a:lnTo>
                <a:cubicBezTo>
                  <a:pt x="2307886" y="124945"/>
                  <a:pt x="2291162" y="138788"/>
                  <a:pt x="2291162" y="156221"/>
                </a:cubicBezTo>
                <a:cubicBezTo>
                  <a:pt x="2291162" y="175190"/>
                  <a:pt x="2304489" y="183900"/>
                  <a:pt x="2323829" y="183900"/>
                </a:cubicBezTo>
                <a:cubicBezTo>
                  <a:pt x="2338201" y="183900"/>
                  <a:pt x="2345518" y="180573"/>
                  <a:pt x="2359372" y="169040"/>
                </a:cubicBezTo>
                <a:lnTo>
                  <a:pt x="2360417" y="169040"/>
                </a:lnTo>
                <a:close/>
                <a:moveTo>
                  <a:pt x="2447440" y="91104"/>
                </a:moveTo>
                <a:lnTo>
                  <a:pt x="2447440" y="72393"/>
                </a:lnTo>
                <a:cubicBezTo>
                  <a:pt x="2447440" y="70395"/>
                  <a:pt x="2447129" y="69832"/>
                  <a:pt x="2445873" y="69832"/>
                </a:cubicBezTo>
                <a:cubicBezTo>
                  <a:pt x="2440019" y="70958"/>
                  <a:pt x="2430664" y="71161"/>
                  <a:pt x="2424706" y="70598"/>
                </a:cubicBezTo>
                <a:lnTo>
                  <a:pt x="2424184" y="71368"/>
                </a:lnTo>
                <a:cubicBezTo>
                  <a:pt x="2426010" y="82436"/>
                  <a:pt x="2426533" y="101875"/>
                  <a:pt x="2426533" y="121109"/>
                </a:cubicBezTo>
                <a:lnTo>
                  <a:pt x="2426533" y="135215"/>
                </a:lnTo>
                <a:cubicBezTo>
                  <a:pt x="2426533" y="154454"/>
                  <a:pt x="2426273" y="167531"/>
                  <a:pt x="2424184" y="181383"/>
                </a:cubicBezTo>
                <a:lnTo>
                  <a:pt x="2424706" y="182149"/>
                </a:lnTo>
                <a:cubicBezTo>
                  <a:pt x="2427841" y="181637"/>
                  <a:pt x="2433850" y="181383"/>
                  <a:pt x="2436988" y="181383"/>
                </a:cubicBezTo>
                <a:cubicBezTo>
                  <a:pt x="2440123" y="181383"/>
                  <a:pt x="2446136" y="181637"/>
                  <a:pt x="2449271" y="182149"/>
                </a:cubicBezTo>
                <a:lnTo>
                  <a:pt x="2449793" y="181383"/>
                </a:lnTo>
                <a:cubicBezTo>
                  <a:pt x="2447703" y="166761"/>
                  <a:pt x="2447440" y="154708"/>
                  <a:pt x="2447440" y="135215"/>
                </a:cubicBezTo>
                <a:lnTo>
                  <a:pt x="2447440" y="104185"/>
                </a:lnTo>
                <a:cubicBezTo>
                  <a:pt x="2459726" y="91874"/>
                  <a:pt x="2474361" y="84180"/>
                  <a:pt x="2483505" y="84180"/>
                </a:cubicBezTo>
                <a:cubicBezTo>
                  <a:pt x="2493439" y="84180"/>
                  <a:pt x="2500756" y="89821"/>
                  <a:pt x="2500756" y="107004"/>
                </a:cubicBezTo>
                <a:lnTo>
                  <a:pt x="2500756" y="135215"/>
                </a:lnTo>
                <a:cubicBezTo>
                  <a:pt x="2500756" y="154454"/>
                  <a:pt x="2500493" y="167531"/>
                  <a:pt x="2498403" y="181383"/>
                </a:cubicBezTo>
                <a:lnTo>
                  <a:pt x="2498926" y="182149"/>
                </a:lnTo>
                <a:cubicBezTo>
                  <a:pt x="2502060" y="181637"/>
                  <a:pt x="2508073" y="181383"/>
                  <a:pt x="2511208" y="181383"/>
                </a:cubicBezTo>
                <a:cubicBezTo>
                  <a:pt x="2514346" y="181383"/>
                  <a:pt x="2520356" y="181637"/>
                  <a:pt x="2523490" y="182149"/>
                </a:cubicBezTo>
                <a:lnTo>
                  <a:pt x="2524012" y="181383"/>
                </a:lnTo>
                <a:cubicBezTo>
                  <a:pt x="2521923" y="166761"/>
                  <a:pt x="2521664" y="154708"/>
                  <a:pt x="2521664" y="135215"/>
                </a:cubicBezTo>
                <a:lnTo>
                  <a:pt x="2521664" y="109314"/>
                </a:lnTo>
                <a:cubicBezTo>
                  <a:pt x="2521664" y="105721"/>
                  <a:pt x="2521664" y="102645"/>
                  <a:pt x="2521400" y="99568"/>
                </a:cubicBezTo>
                <a:cubicBezTo>
                  <a:pt x="2533946" y="85974"/>
                  <a:pt x="2544398" y="84180"/>
                  <a:pt x="2554590" y="84180"/>
                </a:cubicBezTo>
                <a:cubicBezTo>
                  <a:pt x="2568703" y="84180"/>
                  <a:pt x="2575498" y="89821"/>
                  <a:pt x="2575498" y="107004"/>
                </a:cubicBezTo>
                <a:lnTo>
                  <a:pt x="2575498" y="135215"/>
                </a:lnTo>
                <a:cubicBezTo>
                  <a:pt x="2575498" y="154454"/>
                  <a:pt x="2575239" y="167531"/>
                  <a:pt x="2573145" y="181383"/>
                </a:cubicBezTo>
                <a:lnTo>
                  <a:pt x="2573667" y="182149"/>
                </a:lnTo>
                <a:cubicBezTo>
                  <a:pt x="2576806" y="181637"/>
                  <a:pt x="2582815" y="181383"/>
                  <a:pt x="2585954" y="181383"/>
                </a:cubicBezTo>
                <a:cubicBezTo>
                  <a:pt x="2589088" y="181383"/>
                  <a:pt x="2595097" y="181637"/>
                  <a:pt x="2598236" y="182149"/>
                </a:cubicBezTo>
                <a:lnTo>
                  <a:pt x="2598758" y="181383"/>
                </a:lnTo>
                <a:cubicBezTo>
                  <a:pt x="2596665" y="166761"/>
                  <a:pt x="2596405" y="154708"/>
                  <a:pt x="2596405" y="135215"/>
                </a:cubicBezTo>
                <a:lnTo>
                  <a:pt x="2596405" y="109568"/>
                </a:lnTo>
                <a:cubicBezTo>
                  <a:pt x="2596405" y="86745"/>
                  <a:pt x="2592222" y="68804"/>
                  <a:pt x="2563997" y="68804"/>
                </a:cubicBezTo>
                <a:cubicBezTo>
                  <a:pt x="2549889" y="68804"/>
                  <a:pt x="2534727" y="73675"/>
                  <a:pt x="2519833" y="89051"/>
                </a:cubicBezTo>
                <a:cubicBezTo>
                  <a:pt x="2517481" y="76748"/>
                  <a:pt x="2506766" y="68804"/>
                  <a:pt x="2492131" y="68804"/>
                </a:cubicBezTo>
                <a:cubicBezTo>
                  <a:pt x="2475928" y="68804"/>
                  <a:pt x="2460508" y="79055"/>
                  <a:pt x="2448226" y="91874"/>
                </a:cubicBezTo>
                <a:lnTo>
                  <a:pt x="2447440" y="91104"/>
                </a:lnTo>
                <a:close/>
                <a:moveTo>
                  <a:pt x="2625937" y="128788"/>
                </a:moveTo>
                <a:cubicBezTo>
                  <a:pt x="2625937" y="159552"/>
                  <a:pt x="2646581" y="183900"/>
                  <a:pt x="2681342" y="183900"/>
                </a:cubicBezTo>
                <a:cubicBezTo>
                  <a:pt x="2715836" y="183900"/>
                  <a:pt x="2736744" y="160068"/>
                  <a:pt x="2736744" y="126481"/>
                </a:cubicBezTo>
                <a:cubicBezTo>
                  <a:pt x="2736744" y="91616"/>
                  <a:pt x="2717666" y="68804"/>
                  <a:pt x="2682387" y="68804"/>
                </a:cubicBezTo>
                <a:cubicBezTo>
                  <a:pt x="2648149" y="68804"/>
                  <a:pt x="2625937" y="92386"/>
                  <a:pt x="2625937" y="128788"/>
                </a:cubicBezTo>
                <a:moveTo>
                  <a:pt x="2680557" y="79055"/>
                </a:moveTo>
                <a:cubicBezTo>
                  <a:pt x="2708259" y="79055"/>
                  <a:pt x="2713747" y="100076"/>
                  <a:pt x="2713747" y="131098"/>
                </a:cubicBezTo>
                <a:cubicBezTo>
                  <a:pt x="2713747" y="155451"/>
                  <a:pt x="2701201" y="173653"/>
                  <a:pt x="2683691" y="173653"/>
                </a:cubicBezTo>
                <a:cubicBezTo>
                  <a:pt x="2655992" y="173653"/>
                  <a:pt x="2648934" y="144172"/>
                  <a:pt x="2648934" y="124432"/>
                </a:cubicBezTo>
                <a:cubicBezTo>
                  <a:pt x="2648934" y="102129"/>
                  <a:pt x="2655992" y="79055"/>
                  <a:pt x="2680557" y="79055"/>
                </a:cubicBezTo>
                <a:close/>
                <a:moveTo>
                  <a:pt x="2866891" y="135215"/>
                </a:moveTo>
                <a:cubicBezTo>
                  <a:pt x="2866891" y="127009"/>
                  <a:pt x="2867414" y="117520"/>
                  <a:pt x="2867414" y="109314"/>
                </a:cubicBezTo>
                <a:cubicBezTo>
                  <a:pt x="2867414" y="82640"/>
                  <a:pt x="2858529" y="68804"/>
                  <a:pt x="2835010" y="68804"/>
                </a:cubicBezTo>
                <a:cubicBezTo>
                  <a:pt x="2825076" y="68804"/>
                  <a:pt x="2806521" y="72651"/>
                  <a:pt x="2789797" y="91874"/>
                </a:cubicBezTo>
                <a:lnTo>
                  <a:pt x="2789274" y="91104"/>
                </a:lnTo>
                <a:lnTo>
                  <a:pt x="2789274" y="72393"/>
                </a:lnTo>
                <a:cubicBezTo>
                  <a:pt x="2789223" y="70395"/>
                  <a:pt x="2788959" y="69832"/>
                  <a:pt x="2787707" y="69832"/>
                </a:cubicBezTo>
                <a:cubicBezTo>
                  <a:pt x="2781853" y="70958"/>
                  <a:pt x="2772494" y="71161"/>
                  <a:pt x="2766536" y="70598"/>
                </a:cubicBezTo>
                <a:lnTo>
                  <a:pt x="2766014" y="71368"/>
                </a:lnTo>
                <a:cubicBezTo>
                  <a:pt x="2767844" y="82436"/>
                  <a:pt x="2768367" y="101875"/>
                  <a:pt x="2768367" y="121109"/>
                </a:cubicBezTo>
                <a:lnTo>
                  <a:pt x="2768367" y="135215"/>
                </a:lnTo>
                <a:cubicBezTo>
                  <a:pt x="2768367" y="154454"/>
                  <a:pt x="2768104" y="167531"/>
                  <a:pt x="2766014" y="181383"/>
                </a:cubicBezTo>
                <a:lnTo>
                  <a:pt x="2766536" y="182149"/>
                </a:lnTo>
                <a:cubicBezTo>
                  <a:pt x="2769675" y="181637"/>
                  <a:pt x="2775684" y="181383"/>
                  <a:pt x="2778819" y="181383"/>
                </a:cubicBezTo>
                <a:cubicBezTo>
                  <a:pt x="2781957" y="181383"/>
                  <a:pt x="2787966" y="181637"/>
                  <a:pt x="2791105" y="182149"/>
                </a:cubicBezTo>
                <a:lnTo>
                  <a:pt x="2791627" y="181383"/>
                </a:lnTo>
                <a:cubicBezTo>
                  <a:pt x="2789534" y="166761"/>
                  <a:pt x="2789274" y="154708"/>
                  <a:pt x="2789274" y="135215"/>
                </a:cubicBezTo>
                <a:lnTo>
                  <a:pt x="2789274" y="105209"/>
                </a:lnTo>
                <a:cubicBezTo>
                  <a:pt x="2802601" y="89821"/>
                  <a:pt x="2817759" y="84180"/>
                  <a:pt x="2827170" y="84180"/>
                </a:cubicBezTo>
                <a:cubicBezTo>
                  <a:pt x="2840497" y="84180"/>
                  <a:pt x="2845984" y="89309"/>
                  <a:pt x="2845984" y="110081"/>
                </a:cubicBezTo>
                <a:lnTo>
                  <a:pt x="2845984" y="135215"/>
                </a:lnTo>
                <a:cubicBezTo>
                  <a:pt x="2845984" y="154454"/>
                  <a:pt x="2845513" y="167582"/>
                  <a:pt x="2843631" y="181383"/>
                </a:cubicBezTo>
                <a:lnTo>
                  <a:pt x="2844153" y="182149"/>
                </a:lnTo>
                <a:cubicBezTo>
                  <a:pt x="2847292" y="181637"/>
                  <a:pt x="2853301" y="181383"/>
                  <a:pt x="2856440" y="181383"/>
                </a:cubicBezTo>
                <a:cubicBezTo>
                  <a:pt x="2859574" y="181383"/>
                  <a:pt x="2865583" y="181637"/>
                  <a:pt x="2868722" y="182149"/>
                </a:cubicBezTo>
                <a:lnTo>
                  <a:pt x="2869244" y="181383"/>
                </a:lnTo>
                <a:cubicBezTo>
                  <a:pt x="2867206" y="166761"/>
                  <a:pt x="2866891" y="154708"/>
                  <a:pt x="2866891" y="135215"/>
                </a:cubicBezTo>
                <a:close/>
                <a:moveTo>
                  <a:pt x="2913934" y="208042"/>
                </a:moveTo>
                <a:cubicBezTo>
                  <a:pt x="2913934" y="199554"/>
                  <a:pt x="2921773" y="190038"/>
                  <a:pt x="2930917" y="185151"/>
                </a:cubicBezTo>
                <a:cubicBezTo>
                  <a:pt x="2938653" y="185175"/>
                  <a:pt x="2950573" y="184401"/>
                  <a:pt x="2954178" y="184401"/>
                </a:cubicBezTo>
                <a:cubicBezTo>
                  <a:pt x="2966723" y="184401"/>
                  <a:pt x="2974718" y="184659"/>
                  <a:pt x="2981880" y="188772"/>
                </a:cubicBezTo>
                <a:cubicBezTo>
                  <a:pt x="2989461" y="193142"/>
                  <a:pt x="2992073" y="200598"/>
                  <a:pt x="2992073" y="207279"/>
                </a:cubicBezTo>
                <a:cubicBezTo>
                  <a:pt x="2992073" y="222960"/>
                  <a:pt x="2970643" y="231182"/>
                  <a:pt x="2948168" y="231182"/>
                </a:cubicBezTo>
                <a:cubicBezTo>
                  <a:pt x="2931180" y="231182"/>
                  <a:pt x="2913934" y="225529"/>
                  <a:pt x="2913934" y="208049"/>
                </a:cubicBezTo>
                <a:lnTo>
                  <a:pt x="2913934" y="208042"/>
                </a:lnTo>
                <a:moveTo>
                  <a:pt x="2989461" y="108227"/>
                </a:moveTo>
                <a:cubicBezTo>
                  <a:pt x="2989461" y="90568"/>
                  <a:pt x="2982403" y="82382"/>
                  <a:pt x="2976290" y="78441"/>
                </a:cubicBezTo>
                <a:cubicBezTo>
                  <a:pt x="2984129" y="79055"/>
                  <a:pt x="2992803" y="80024"/>
                  <a:pt x="3003574" y="81099"/>
                </a:cubicBezTo>
                <a:lnTo>
                  <a:pt x="3004355" y="80333"/>
                </a:lnTo>
                <a:cubicBezTo>
                  <a:pt x="3003833" y="78030"/>
                  <a:pt x="3003574" y="75982"/>
                  <a:pt x="3003574" y="73675"/>
                </a:cubicBezTo>
                <a:cubicBezTo>
                  <a:pt x="3003574" y="71368"/>
                  <a:pt x="3003833" y="69320"/>
                  <a:pt x="3004355" y="67013"/>
                </a:cubicBezTo>
                <a:lnTo>
                  <a:pt x="3003574" y="66243"/>
                </a:lnTo>
                <a:cubicBezTo>
                  <a:pt x="2991080" y="67267"/>
                  <a:pt x="2981829" y="69984"/>
                  <a:pt x="2962333" y="71009"/>
                </a:cubicBezTo>
                <a:cubicBezTo>
                  <a:pt x="2957679" y="69574"/>
                  <a:pt x="2951933" y="68804"/>
                  <a:pt x="2946338" y="68804"/>
                </a:cubicBezTo>
                <a:cubicBezTo>
                  <a:pt x="2925693" y="68804"/>
                  <a:pt x="2901911" y="82382"/>
                  <a:pt x="2901911" y="107715"/>
                </a:cubicBezTo>
                <a:cubicBezTo>
                  <a:pt x="2901911" y="126911"/>
                  <a:pt x="2913148" y="135610"/>
                  <a:pt x="2920465" y="139711"/>
                </a:cubicBezTo>
                <a:cubicBezTo>
                  <a:pt x="2912889" y="144832"/>
                  <a:pt x="2903741" y="152296"/>
                  <a:pt x="2903741" y="161053"/>
                </a:cubicBezTo>
                <a:cubicBezTo>
                  <a:pt x="2903741" y="171593"/>
                  <a:pt x="2910014" y="180816"/>
                  <a:pt x="2924070" y="183173"/>
                </a:cubicBezTo>
                <a:cubicBezTo>
                  <a:pt x="2916809" y="186152"/>
                  <a:pt x="2908654" y="191086"/>
                  <a:pt x="2901911" y="196227"/>
                </a:cubicBezTo>
                <a:cubicBezTo>
                  <a:pt x="2898617" y="201110"/>
                  <a:pt x="2895901" y="208358"/>
                  <a:pt x="2895901" y="213191"/>
                </a:cubicBezTo>
                <a:cubicBezTo>
                  <a:pt x="2895901" y="233438"/>
                  <a:pt x="2918376" y="242199"/>
                  <a:pt x="2946079" y="242199"/>
                </a:cubicBezTo>
                <a:cubicBezTo>
                  <a:pt x="2986845" y="242199"/>
                  <a:pt x="3011150" y="225478"/>
                  <a:pt x="3011150" y="201368"/>
                </a:cubicBezTo>
                <a:cubicBezTo>
                  <a:pt x="3011150" y="190058"/>
                  <a:pt x="3007493" y="182098"/>
                  <a:pt x="3000176" y="175948"/>
                </a:cubicBezTo>
                <a:cubicBezTo>
                  <a:pt x="2990346" y="167750"/>
                  <a:pt x="2972473" y="167492"/>
                  <a:pt x="2963325" y="167492"/>
                </a:cubicBezTo>
                <a:cubicBezTo>
                  <a:pt x="2958883" y="167492"/>
                  <a:pt x="2948427" y="168004"/>
                  <a:pt x="2942418" y="168774"/>
                </a:cubicBezTo>
                <a:cubicBezTo>
                  <a:pt x="2938761" y="169009"/>
                  <a:pt x="2936145" y="169267"/>
                  <a:pt x="2934841" y="169267"/>
                </a:cubicBezTo>
                <a:cubicBezTo>
                  <a:pt x="2927524" y="169267"/>
                  <a:pt x="2919680" y="168239"/>
                  <a:pt x="2919680" y="157175"/>
                </a:cubicBezTo>
                <a:cubicBezTo>
                  <a:pt x="2919680" y="152030"/>
                  <a:pt x="2920988" y="147659"/>
                  <a:pt x="2926738" y="142784"/>
                </a:cubicBezTo>
                <a:cubicBezTo>
                  <a:pt x="2930136" y="144578"/>
                  <a:pt x="2938183" y="146369"/>
                  <a:pt x="2946079" y="146369"/>
                </a:cubicBezTo>
                <a:cubicBezTo>
                  <a:pt x="2973255" y="146369"/>
                  <a:pt x="2989461" y="128393"/>
                  <a:pt x="2989461" y="108227"/>
                </a:cubicBezTo>
                <a:moveTo>
                  <a:pt x="2969076" y="108482"/>
                </a:moveTo>
                <a:cubicBezTo>
                  <a:pt x="2969076" y="124042"/>
                  <a:pt x="2962540" y="136122"/>
                  <a:pt x="2946860" y="136122"/>
                </a:cubicBezTo>
                <a:cubicBezTo>
                  <a:pt x="2928046" y="136122"/>
                  <a:pt x="2922296" y="124092"/>
                  <a:pt x="2922296" y="106437"/>
                </a:cubicBezTo>
                <a:cubicBezTo>
                  <a:pt x="2922296" y="89548"/>
                  <a:pt x="2930136" y="78542"/>
                  <a:pt x="2945293" y="78542"/>
                </a:cubicBezTo>
                <a:cubicBezTo>
                  <a:pt x="2962281" y="78542"/>
                  <a:pt x="2969076" y="90314"/>
                  <a:pt x="2969076" y="108482"/>
                </a:cubicBezTo>
                <a:close/>
                <a:moveTo>
                  <a:pt x="3113594" y="71556"/>
                </a:moveTo>
                <a:cubicBezTo>
                  <a:pt x="3108262" y="71556"/>
                  <a:pt x="3102723" y="71454"/>
                  <a:pt x="3099481" y="71044"/>
                </a:cubicBezTo>
                <a:cubicBezTo>
                  <a:pt x="3097707" y="75247"/>
                  <a:pt x="3096295" y="77706"/>
                  <a:pt x="3093735" y="81549"/>
                </a:cubicBezTo>
                <a:lnTo>
                  <a:pt x="3095039" y="83343"/>
                </a:lnTo>
                <a:cubicBezTo>
                  <a:pt x="3099537" y="83034"/>
                  <a:pt x="3107636" y="82882"/>
                  <a:pt x="3113594" y="82831"/>
                </a:cubicBezTo>
                <a:lnTo>
                  <a:pt x="3113594" y="117884"/>
                </a:lnTo>
                <a:cubicBezTo>
                  <a:pt x="3113594" y="133237"/>
                  <a:pt x="3112812" y="151662"/>
                  <a:pt x="3112812" y="159337"/>
                </a:cubicBezTo>
                <a:cubicBezTo>
                  <a:pt x="3112812" y="175976"/>
                  <a:pt x="3123786" y="183900"/>
                  <a:pt x="3135809" y="183900"/>
                </a:cubicBezTo>
                <a:cubicBezTo>
                  <a:pt x="3146787" y="183900"/>
                  <a:pt x="3155150" y="181344"/>
                  <a:pt x="3166124" y="174443"/>
                </a:cubicBezTo>
                <a:lnTo>
                  <a:pt x="3162938" y="168137"/>
                </a:lnTo>
                <a:cubicBezTo>
                  <a:pt x="3154886" y="170854"/>
                  <a:pt x="3148877" y="171112"/>
                  <a:pt x="3142341" y="170088"/>
                </a:cubicBezTo>
                <a:cubicBezTo>
                  <a:pt x="3136124" y="169114"/>
                  <a:pt x="3133720" y="162969"/>
                  <a:pt x="3133720" y="149102"/>
                </a:cubicBezTo>
                <a:cubicBezTo>
                  <a:pt x="3133720" y="141427"/>
                  <a:pt x="3134501" y="130422"/>
                  <a:pt x="3134501" y="115073"/>
                </a:cubicBezTo>
                <a:lnTo>
                  <a:pt x="3134501" y="82831"/>
                </a:lnTo>
                <a:lnTo>
                  <a:pt x="3144435" y="82831"/>
                </a:lnTo>
                <a:cubicBezTo>
                  <a:pt x="3150707" y="82831"/>
                  <a:pt x="3159799" y="83034"/>
                  <a:pt x="3163249" y="83343"/>
                </a:cubicBezTo>
                <a:cubicBezTo>
                  <a:pt x="3164034" y="79246"/>
                  <a:pt x="3164820" y="76631"/>
                  <a:pt x="3166387" y="72838"/>
                </a:cubicBezTo>
                <a:lnTo>
                  <a:pt x="3165079" y="71044"/>
                </a:lnTo>
                <a:cubicBezTo>
                  <a:pt x="3160374" y="71251"/>
                  <a:pt x="3152797" y="71556"/>
                  <a:pt x="3146787" y="71556"/>
                </a:cubicBezTo>
                <a:lnTo>
                  <a:pt x="3134501" y="71556"/>
                </a:lnTo>
                <a:cubicBezTo>
                  <a:pt x="3134501" y="52392"/>
                  <a:pt x="3134661" y="49010"/>
                  <a:pt x="3135809" y="34150"/>
                </a:cubicBezTo>
                <a:cubicBezTo>
                  <a:pt x="3135809" y="32304"/>
                  <a:pt x="3135079" y="31589"/>
                  <a:pt x="3133456" y="31589"/>
                </a:cubicBezTo>
                <a:cubicBezTo>
                  <a:pt x="3126925" y="34150"/>
                  <a:pt x="3123683" y="36867"/>
                  <a:pt x="3115165" y="37993"/>
                </a:cubicBezTo>
                <a:lnTo>
                  <a:pt x="3114642" y="38763"/>
                </a:lnTo>
                <a:cubicBezTo>
                  <a:pt x="3114120" y="47681"/>
                  <a:pt x="3113594" y="56696"/>
                  <a:pt x="3113594" y="71556"/>
                </a:cubicBezTo>
                <a:close/>
                <a:moveTo>
                  <a:pt x="3222053" y="91104"/>
                </a:moveTo>
                <a:lnTo>
                  <a:pt x="3222053" y="52935"/>
                </a:lnTo>
                <a:cubicBezTo>
                  <a:pt x="3222053" y="33989"/>
                  <a:pt x="3223150" y="20779"/>
                  <a:pt x="3224402" y="5059"/>
                </a:cubicBezTo>
                <a:cubicBezTo>
                  <a:pt x="3224402" y="3268"/>
                  <a:pt x="3223672" y="2498"/>
                  <a:pt x="3222053" y="2498"/>
                </a:cubicBezTo>
                <a:cubicBezTo>
                  <a:pt x="3215517" y="5059"/>
                  <a:pt x="3209926" y="6853"/>
                  <a:pt x="3199315" y="7620"/>
                </a:cubicBezTo>
                <a:lnTo>
                  <a:pt x="3198793" y="8390"/>
                </a:lnTo>
                <a:cubicBezTo>
                  <a:pt x="3200830" y="19344"/>
                  <a:pt x="3201145" y="38599"/>
                  <a:pt x="3201145" y="58053"/>
                </a:cubicBezTo>
                <a:lnTo>
                  <a:pt x="3201145" y="135215"/>
                </a:lnTo>
                <a:cubicBezTo>
                  <a:pt x="3201145" y="154297"/>
                  <a:pt x="3200830" y="167019"/>
                  <a:pt x="3198793" y="181383"/>
                </a:cubicBezTo>
                <a:lnTo>
                  <a:pt x="3199315" y="182149"/>
                </a:lnTo>
                <a:cubicBezTo>
                  <a:pt x="3202449" y="181637"/>
                  <a:pt x="3208463" y="181383"/>
                  <a:pt x="3211597" y="181383"/>
                </a:cubicBezTo>
                <a:cubicBezTo>
                  <a:pt x="3214735" y="181383"/>
                  <a:pt x="3220745" y="181637"/>
                  <a:pt x="3223879" y="182149"/>
                </a:cubicBezTo>
                <a:lnTo>
                  <a:pt x="3224402" y="181383"/>
                </a:lnTo>
                <a:cubicBezTo>
                  <a:pt x="3222472" y="166710"/>
                  <a:pt x="3222053" y="154708"/>
                  <a:pt x="3222053" y="135215"/>
                </a:cubicBezTo>
                <a:lnTo>
                  <a:pt x="3222053" y="105209"/>
                </a:lnTo>
                <a:cubicBezTo>
                  <a:pt x="3235380" y="89821"/>
                  <a:pt x="3250693" y="84180"/>
                  <a:pt x="3259944" y="84180"/>
                </a:cubicBezTo>
                <a:cubicBezTo>
                  <a:pt x="3273275" y="84180"/>
                  <a:pt x="3278762" y="89309"/>
                  <a:pt x="3278762" y="110081"/>
                </a:cubicBezTo>
                <a:lnTo>
                  <a:pt x="3278762" y="135215"/>
                </a:lnTo>
                <a:cubicBezTo>
                  <a:pt x="3278762" y="154454"/>
                  <a:pt x="3278499" y="167582"/>
                  <a:pt x="3276409" y="181383"/>
                </a:cubicBezTo>
                <a:lnTo>
                  <a:pt x="3276932" y="182149"/>
                </a:lnTo>
                <a:cubicBezTo>
                  <a:pt x="3280070" y="181637"/>
                  <a:pt x="3286080" y="181383"/>
                  <a:pt x="3289214" y="181383"/>
                </a:cubicBezTo>
                <a:cubicBezTo>
                  <a:pt x="3292352" y="181383"/>
                  <a:pt x="3298362" y="181637"/>
                  <a:pt x="3301500" y="182149"/>
                </a:cubicBezTo>
                <a:lnTo>
                  <a:pt x="3302023" y="181383"/>
                </a:lnTo>
                <a:cubicBezTo>
                  <a:pt x="3299929" y="166710"/>
                  <a:pt x="3299670" y="154708"/>
                  <a:pt x="3299670" y="135215"/>
                </a:cubicBezTo>
                <a:cubicBezTo>
                  <a:pt x="3299670" y="127009"/>
                  <a:pt x="3300192" y="117520"/>
                  <a:pt x="3300192" y="109314"/>
                </a:cubicBezTo>
                <a:cubicBezTo>
                  <a:pt x="3300192" y="82640"/>
                  <a:pt x="3291308" y="68804"/>
                  <a:pt x="3267784" y="68804"/>
                </a:cubicBezTo>
                <a:cubicBezTo>
                  <a:pt x="3257855" y="68804"/>
                  <a:pt x="3239300" y="72651"/>
                  <a:pt x="3222575" y="91874"/>
                </a:cubicBezTo>
                <a:lnTo>
                  <a:pt x="3222053" y="91104"/>
                </a:lnTo>
                <a:close/>
                <a:moveTo>
                  <a:pt x="3353768" y="111351"/>
                </a:moveTo>
                <a:cubicBezTo>
                  <a:pt x="3358210" y="84692"/>
                  <a:pt x="3375353" y="79055"/>
                  <a:pt x="3383560" y="79055"/>
                </a:cubicBezTo>
                <a:cubicBezTo>
                  <a:pt x="3393908" y="79055"/>
                  <a:pt x="3405513" y="88539"/>
                  <a:pt x="3405513" y="107762"/>
                </a:cubicBezTo>
                <a:cubicBezTo>
                  <a:pt x="3405513" y="110069"/>
                  <a:pt x="3404468" y="111351"/>
                  <a:pt x="3401852" y="111351"/>
                </a:cubicBezTo>
                <a:lnTo>
                  <a:pt x="3353768" y="111351"/>
                </a:lnTo>
                <a:moveTo>
                  <a:pt x="3423545" y="154681"/>
                </a:moveTo>
                <a:cubicBezTo>
                  <a:pt x="3414397" y="164427"/>
                  <a:pt x="3402115" y="168786"/>
                  <a:pt x="3387739" y="168786"/>
                </a:cubicBezTo>
                <a:cubicBezTo>
                  <a:pt x="3378803" y="168786"/>
                  <a:pt x="3366469" y="165451"/>
                  <a:pt x="3359255" y="154168"/>
                </a:cubicBezTo>
                <a:cubicBezTo>
                  <a:pt x="3354653" y="146987"/>
                  <a:pt x="3352982" y="136525"/>
                  <a:pt x="3352982" y="121598"/>
                </a:cubicBezTo>
                <a:lnTo>
                  <a:pt x="3424067" y="121598"/>
                </a:lnTo>
                <a:cubicBezTo>
                  <a:pt x="3426943" y="121598"/>
                  <a:pt x="3428769" y="120062"/>
                  <a:pt x="3428769" y="117243"/>
                </a:cubicBezTo>
                <a:cubicBezTo>
                  <a:pt x="3428769" y="95717"/>
                  <a:pt x="3418054" y="68804"/>
                  <a:pt x="3383560" y="68804"/>
                </a:cubicBezTo>
                <a:cubicBezTo>
                  <a:pt x="3356639" y="68804"/>
                  <a:pt x="3329985" y="90076"/>
                  <a:pt x="3329985" y="127756"/>
                </a:cubicBezTo>
                <a:cubicBezTo>
                  <a:pt x="3329985" y="142319"/>
                  <a:pt x="3333016" y="156682"/>
                  <a:pt x="3341745" y="166992"/>
                </a:cubicBezTo>
                <a:cubicBezTo>
                  <a:pt x="3350733" y="177598"/>
                  <a:pt x="3365683" y="183900"/>
                  <a:pt x="3383297" y="183900"/>
                </a:cubicBezTo>
                <a:cubicBezTo>
                  <a:pt x="3402115" y="183900"/>
                  <a:pt x="3418840" y="174424"/>
                  <a:pt x="3428769" y="161092"/>
                </a:cubicBezTo>
                <a:lnTo>
                  <a:pt x="3423545" y="154681"/>
                </a:lnTo>
                <a:close/>
                <a:moveTo>
                  <a:pt x="3553951" y="95717"/>
                </a:moveTo>
                <a:lnTo>
                  <a:pt x="3553951" y="72393"/>
                </a:lnTo>
                <a:cubicBezTo>
                  <a:pt x="3553951" y="70395"/>
                  <a:pt x="3553636" y="69832"/>
                  <a:pt x="3552383" y="69832"/>
                </a:cubicBezTo>
                <a:cubicBezTo>
                  <a:pt x="3546529" y="70958"/>
                  <a:pt x="3537174" y="71161"/>
                  <a:pt x="3531213" y="70598"/>
                </a:cubicBezTo>
                <a:lnTo>
                  <a:pt x="3530690" y="71368"/>
                </a:lnTo>
                <a:cubicBezTo>
                  <a:pt x="3532521" y="82436"/>
                  <a:pt x="3533043" y="101875"/>
                  <a:pt x="3533043" y="121109"/>
                </a:cubicBezTo>
                <a:lnTo>
                  <a:pt x="3533043" y="135215"/>
                </a:lnTo>
                <a:cubicBezTo>
                  <a:pt x="3533043" y="154450"/>
                  <a:pt x="3532732" y="167582"/>
                  <a:pt x="3530690" y="181383"/>
                </a:cubicBezTo>
                <a:lnTo>
                  <a:pt x="3531213" y="182149"/>
                </a:lnTo>
                <a:cubicBezTo>
                  <a:pt x="3534351" y="181637"/>
                  <a:pt x="3540360" y="181383"/>
                  <a:pt x="3543499" y="181383"/>
                </a:cubicBezTo>
                <a:cubicBezTo>
                  <a:pt x="3546633" y="181383"/>
                  <a:pt x="3552643" y="181637"/>
                  <a:pt x="3555781" y="182149"/>
                </a:cubicBezTo>
                <a:lnTo>
                  <a:pt x="3556303" y="181383"/>
                </a:lnTo>
                <a:cubicBezTo>
                  <a:pt x="3554369" y="166761"/>
                  <a:pt x="3553951" y="154708"/>
                  <a:pt x="3553951" y="135215"/>
                </a:cubicBezTo>
                <a:lnTo>
                  <a:pt x="3553951" y="121880"/>
                </a:lnTo>
                <a:cubicBezTo>
                  <a:pt x="3553951" y="111105"/>
                  <a:pt x="3557244" y="104951"/>
                  <a:pt x="3562835" y="96487"/>
                </a:cubicBezTo>
                <a:cubicBezTo>
                  <a:pt x="3566651" y="90795"/>
                  <a:pt x="3572505" y="87511"/>
                  <a:pt x="3577470" y="87511"/>
                </a:cubicBezTo>
                <a:cubicBezTo>
                  <a:pt x="3582698" y="87511"/>
                  <a:pt x="3587663" y="88023"/>
                  <a:pt x="3591060" y="91100"/>
                </a:cubicBezTo>
                <a:lnTo>
                  <a:pt x="3593150" y="90588"/>
                </a:lnTo>
                <a:lnTo>
                  <a:pt x="3598378" y="71623"/>
                </a:lnTo>
                <a:lnTo>
                  <a:pt x="3597333" y="70598"/>
                </a:lnTo>
                <a:cubicBezTo>
                  <a:pt x="3592891" y="69320"/>
                  <a:pt x="3592627" y="68804"/>
                  <a:pt x="3587926" y="68804"/>
                </a:cubicBezTo>
                <a:cubicBezTo>
                  <a:pt x="3573813" y="68804"/>
                  <a:pt x="3566233" y="76748"/>
                  <a:pt x="3554736" y="96229"/>
                </a:cubicBezTo>
                <a:lnTo>
                  <a:pt x="3553951" y="95717"/>
                </a:lnTo>
                <a:close/>
                <a:moveTo>
                  <a:pt x="3633662" y="111351"/>
                </a:moveTo>
                <a:cubicBezTo>
                  <a:pt x="3638104" y="84692"/>
                  <a:pt x="3655248" y="79055"/>
                  <a:pt x="3663454" y="79055"/>
                </a:cubicBezTo>
                <a:cubicBezTo>
                  <a:pt x="3673802" y="79055"/>
                  <a:pt x="3685407" y="88539"/>
                  <a:pt x="3685407" y="107762"/>
                </a:cubicBezTo>
                <a:cubicBezTo>
                  <a:pt x="3685407" y="110069"/>
                  <a:pt x="3684362" y="111351"/>
                  <a:pt x="3681746" y="111351"/>
                </a:cubicBezTo>
                <a:lnTo>
                  <a:pt x="3633662" y="111351"/>
                </a:lnTo>
                <a:moveTo>
                  <a:pt x="3703439" y="154681"/>
                </a:moveTo>
                <a:cubicBezTo>
                  <a:pt x="3694291" y="164427"/>
                  <a:pt x="3682009" y="168786"/>
                  <a:pt x="3667633" y="168786"/>
                </a:cubicBezTo>
                <a:cubicBezTo>
                  <a:pt x="3658697" y="168786"/>
                  <a:pt x="3646363" y="165451"/>
                  <a:pt x="3639149" y="154168"/>
                </a:cubicBezTo>
                <a:cubicBezTo>
                  <a:pt x="3634547" y="146987"/>
                  <a:pt x="3632876" y="136525"/>
                  <a:pt x="3632876" y="121598"/>
                </a:cubicBezTo>
                <a:lnTo>
                  <a:pt x="3703962" y="121598"/>
                </a:lnTo>
                <a:cubicBezTo>
                  <a:pt x="3706837" y="121598"/>
                  <a:pt x="3708663" y="120062"/>
                  <a:pt x="3708663" y="117243"/>
                </a:cubicBezTo>
                <a:cubicBezTo>
                  <a:pt x="3708663" y="95717"/>
                  <a:pt x="3697948" y="68804"/>
                  <a:pt x="3663454" y="68804"/>
                </a:cubicBezTo>
                <a:cubicBezTo>
                  <a:pt x="3636533" y="68804"/>
                  <a:pt x="3609879" y="90076"/>
                  <a:pt x="3609879" y="127756"/>
                </a:cubicBezTo>
                <a:cubicBezTo>
                  <a:pt x="3609879" y="142319"/>
                  <a:pt x="3612910" y="156682"/>
                  <a:pt x="3621639" y="166992"/>
                </a:cubicBezTo>
                <a:cubicBezTo>
                  <a:pt x="3630627" y="177598"/>
                  <a:pt x="3645577" y="183900"/>
                  <a:pt x="3663191" y="183900"/>
                </a:cubicBezTo>
                <a:cubicBezTo>
                  <a:pt x="3682009" y="183900"/>
                  <a:pt x="3698734" y="174424"/>
                  <a:pt x="3708663" y="161092"/>
                </a:cubicBezTo>
                <a:lnTo>
                  <a:pt x="3703439" y="154681"/>
                </a:lnTo>
                <a:close/>
                <a:moveTo>
                  <a:pt x="3761714" y="105972"/>
                </a:moveTo>
                <a:cubicBezTo>
                  <a:pt x="3767465" y="92386"/>
                  <a:pt x="3782885" y="80591"/>
                  <a:pt x="3793078" y="80591"/>
                </a:cubicBezTo>
                <a:cubicBezTo>
                  <a:pt x="3810847" y="80591"/>
                  <a:pt x="3819995" y="96487"/>
                  <a:pt x="3819995" y="125457"/>
                </a:cubicBezTo>
                <a:cubicBezTo>
                  <a:pt x="3819995" y="146478"/>
                  <a:pt x="3813986" y="173653"/>
                  <a:pt x="3786020" y="173653"/>
                </a:cubicBezTo>
                <a:cubicBezTo>
                  <a:pt x="3781840" y="173653"/>
                  <a:pt x="3770862" y="172629"/>
                  <a:pt x="3761714" y="162116"/>
                </a:cubicBezTo>
                <a:lnTo>
                  <a:pt x="3761714" y="105972"/>
                </a:lnTo>
                <a:moveTo>
                  <a:pt x="3761714" y="91104"/>
                </a:moveTo>
                <a:lnTo>
                  <a:pt x="3761714" y="72393"/>
                </a:lnTo>
                <a:cubicBezTo>
                  <a:pt x="3761714" y="70395"/>
                  <a:pt x="3761403" y="69832"/>
                  <a:pt x="3760147" y="69832"/>
                </a:cubicBezTo>
                <a:cubicBezTo>
                  <a:pt x="3754293" y="70958"/>
                  <a:pt x="3744938" y="71161"/>
                  <a:pt x="3738980" y="70598"/>
                </a:cubicBezTo>
                <a:lnTo>
                  <a:pt x="3738458" y="71368"/>
                </a:lnTo>
                <a:cubicBezTo>
                  <a:pt x="3740284" y="82436"/>
                  <a:pt x="3740807" y="101871"/>
                  <a:pt x="3740807" y="121098"/>
                </a:cubicBezTo>
                <a:lnTo>
                  <a:pt x="3740807" y="189554"/>
                </a:lnTo>
                <a:cubicBezTo>
                  <a:pt x="3740807" y="208667"/>
                  <a:pt x="3740336" y="227108"/>
                  <a:pt x="3738458" y="240929"/>
                </a:cubicBezTo>
                <a:lnTo>
                  <a:pt x="3738980" y="241699"/>
                </a:lnTo>
                <a:cubicBezTo>
                  <a:pt x="3742115" y="241187"/>
                  <a:pt x="3748124" y="240929"/>
                  <a:pt x="3751263" y="240929"/>
                </a:cubicBezTo>
                <a:cubicBezTo>
                  <a:pt x="3754397" y="240929"/>
                  <a:pt x="3760410" y="241187"/>
                  <a:pt x="3763545" y="241699"/>
                </a:cubicBezTo>
                <a:lnTo>
                  <a:pt x="3764067" y="240929"/>
                </a:lnTo>
                <a:cubicBezTo>
                  <a:pt x="3762185" y="226287"/>
                  <a:pt x="3761714" y="208870"/>
                  <a:pt x="3761714" y="189554"/>
                </a:cubicBezTo>
                <a:lnTo>
                  <a:pt x="3761714" y="178267"/>
                </a:lnTo>
                <a:cubicBezTo>
                  <a:pt x="3768510" y="181852"/>
                  <a:pt x="3778180" y="183900"/>
                  <a:pt x="3787587" y="183900"/>
                </a:cubicBezTo>
                <a:cubicBezTo>
                  <a:pt x="3822085" y="183900"/>
                  <a:pt x="3842992" y="158273"/>
                  <a:pt x="3842992" y="122122"/>
                </a:cubicBezTo>
                <a:cubicBezTo>
                  <a:pt x="3842992" y="94947"/>
                  <a:pt x="3826790" y="68804"/>
                  <a:pt x="3797520" y="68804"/>
                </a:cubicBezTo>
                <a:cubicBezTo>
                  <a:pt x="3787328" y="68804"/>
                  <a:pt x="3774260" y="73929"/>
                  <a:pt x="3762237" y="91874"/>
                </a:cubicBezTo>
                <a:lnTo>
                  <a:pt x="3761714" y="91104"/>
                </a:lnTo>
                <a:close/>
                <a:moveTo>
                  <a:pt x="3899702" y="95717"/>
                </a:moveTo>
                <a:lnTo>
                  <a:pt x="3899702" y="72393"/>
                </a:lnTo>
                <a:cubicBezTo>
                  <a:pt x="3899702" y="70395"/>
                  <a:pt x="3899387" y="69832"/>
                  <a:pt x="3898135" y="69832"/>
                </a:cubicBezTo>
                <a:cubicBezTo>
                  <a:pt x="3892281" y="70958"/>
                  <a:pt x="3882926" y="71161"/>
                  <a:pt x="3876964" y="70598"/>
                </a:cubicBezTo>
                <a:lnTo>
                  <a:pt x="3876442" y="71368"/>
                </a:lnTo>
                <a:cubicBezTo>
                  <a:pt x="3878272" y="82436"/>
                  <a:pt x="3878795" y="101875"/>
                  <a:pt x="3878795" y="121109"/>
                </a:cubicBezTo>
                <a:lnTo>
                  <a:pt x="3878795" y="135215"/>
                </a:lnTo>
                <a:cubicBezTo>
                  <a:pt x="3878795" y="154450"/>
                  <a:pt x="3878484" y="167582"/>
                  <a:pt x="3876442" y="181383"/>
                </a:cubicBezTo>
                <a:lnTo>
                  <a:pt x="3876964" y="182149"/>
                </a:lnTo>
                <a:cubicBezTo>
                  <a:pt x="3880103" y="181637"/>
                  <a:pt x="3886112" y="181383"/>
                  <a:pt x="3889251" y="181383"/>
                </a:cubicBezTo>
                <a:cubicBezTo>
                  <a:pt x="3892385" y="181383"/>
                  <a:pt x="3898394" y="181637"/>
                  <a:pt x="3901533" y="182149"/>
                </a:cubicBezTo>
                <a:lnTo>
                  <a:pt x="3902055" y="181383"/>
                </a:lnTo>
                <a:cubicBezTo>
                  <a:pt x="3900121" y="166761"/>
                  <a:pt x="3899702" y="154708"/>
                  <a:pt x="3899702" y="135215"/>
                </a:cubicBezTo>
                <a:lnTo>
                  <a:pt x="3899702" y="121880"/>
                </a:lnTo>
                <a:cubicBezTo>
                  <a:pt x="3899702" y="111105"/>
                  <a:pt x="3902996" y="104951"/>
                  <a:pt x="3908587" y="96487"/>
                </a:cubicBezTo>
                <a:cubicBezTo>
                  <a:pt x="3912403" y="90795"/>
                  <a:pt x="3918257" y="87511"/>
                  <a:pt x="3923222" y="87511"/>
                </a:cubicBezTo>
                <a:cubicBezTo>
                  <a:pt x="3928450" y="87511"/>
                  <a:pt x="3933415" y="88023"/>
                  <a:pt x="3936812" y="91100"/>
                </a:cubicBezTo>
                <a:lnTo>
                  <a:pt x="3938902" y="90588"/>
                </a:lnTo>
                <a:lnTo>
                  <a:pt x="3944130" y="71623"/>
                </a:lnTo>
                <a:lnTo>
                  <a:pt x="3943085" y="70598"/>
                </a:lnTo>
                <a:cubicBezTo>
                  <a:pt x="3938642" y="69320"/>
                  <a:pt x="3938379" y="68804"/>
                  <a:pt x="3933678" y="68804"/>
                </a:cubicBezTo>
                <a:cubicBezTo>
                  <a:pt x="3919565" y="68804"/>
                  <a:pt x="3911985" y="76748"/>
                  <a:pt x="3900488" y="96229"/>
                </a:cubicBezTo>
                <a:lnTo>
                  <a:pt x="3899702" y="95717"/>
                </a:lnTo>
                <a:close/>
                <a:moveTo>
                  <a:pt x="3956676" y="128788"/>
                </a:moveTo>
                <a:cubicBezTo>
                  <a:pt x="3956676" y="159552"/>
                  <a:pt x="3977320" y="183900"/>
                  <a:pt x="4012081" y="183900"/>
                </a:cubicBezTo>
                <a:cubicBezTo>
                  <a:pt x="4046575" y="183900"/>
                  <a:pt x="4067483" y="160068"/>
                  <a:pt x="4067483" y="126481"/>
                </a:cubicBezTo>
                <a:cubicBezTo>
                  <a:pt x="4067483" y="91616"/>
                  <a:pt x="4048405" y="68804"/>
                  <a:pt x="4013126" y="68804"/>
                </a:cubicBezTo>
                <a:cubicBezTo>
                  <a:pt x="3978887" y="68804"/>
                  <a:pt x="3956676" y="92386"/>
                  <a:pt x="3956676" y="128788"/>
                </a:cubicBezTo>
                <a:moveTo>
                  <a:pt x="4011296" y="79055"/>
                </a:moveTo>
                <a:cubicBezTo>
                  <a:pt x="4038998" y="79055"/>
                  <a:pt x="4044485" y="100076"/>
                  <a:pt x="4044485" y="131098"/>
                </a:cubicBezTo>
                <a:cubicBezTo>
                  <a:pt x="4044485" y="155451"/>
                  <a:pt x="4031940" y="173653"/>
                  <a:pt x="4014430" y="173653"/>
                </a:cubicBezTo>
                <a:cubicBezTo>
                  <a:pt x="3986731" y="173653"/>
                  <a:pt x="3979673" y="144172"/>
                  <a:pt x="3979673" y="124432"/>
                </a:cubicBezTo>
                <a:cubicBezTo>
                  <a:pt x="3979673" y="102129"/>
                  <a:pt x="3986731" y="79055"/>
                  <a:pt x="4011296" y="79055"/>
                </a:cubicBezTo>
                <a:close/>
                <a:moveTo>
                  <a:pt x="4173587" y="152378"/>
                </a:moveTo>
                <a:cubicBezTo>
                  <a:pt x="4164077" y="164271"/>
                  <a:pt x="4152054" y="170581"/>
                  <a:pt x="4141442" y="170581"/>
                </a:cubicBezTo>
                <a:cubicBezTo>
                  <a:pt x="4127330" y="170581"/>
                  <a:pt x="4115307" y="156737"/>
                  <a:pt x="4115307" y="124687"/>
                </a:cubicBezTo>
                <a:cubicBezTo>
                  <a:pt x="4115307" y="86232"/>
                  <a:pt x="4136111" y="79055"/>
                  <a:pt x="4148760" y="79055"/>
                </a:cubicBezTo>
                <a:cubicBezTo>
                  <a:pt x="4161042" y="79055"/>
                  <a:pt x="4167315" y="84180"/>
                  <a:pt x="4173587" y="93923"/>
                </a:cubicBezTo>
                <a:lnTo>
                  <a:pt x="4173587" y="152378"/>
                </a:lnTo>
                <a:moveTo>
                  <a:pt x="4173587" y="166476"/>
                </a:moveTo>
                <a:lnTo>
                  <a:pt x="4174110" y="166476"/>
                </a:lnTo>
                <a:lnTo>
                  <a:pt x="4175418" y="181340"/>
                </a:lnTo>
                <a:cubicBezTo>
                  <a:pt x="4175418" y="181895"/>
                  <a:pt x="4176199" y="182149"/>
                  <a:pt x="4177770" y="182149"/>
                </a:cubicBezTo>
                <a:cubicBezTo>
                  <a:pt x="4181220" y="181688"/>
                  <a:pt x="4182994" y="181383"/>
                  <a:pt x="4186811" y="181383"/>
                </a:cubicBezTo>
                <a:cubicBezTo>
                  <a:pt x="4190053" y="181383"/>
                  <a:pt x="4195017" y="181637"/>
                  <a:pt x="4198415" y="182149"/>
                </a:cubicBezTo>
                <a:lnTo>
                  <a:pt x="4198937" y="181383"/>
                </a:lnTo>
                <a:cubicBezTo>
                  <a:pt x="4196848" y="170354"/>
                  <a:pt x="4194495" y="151377"/>
                  <a:pt x="4194495" y="132142"/>
                </a:cubicBezTo>
                <a:lnTo>
                  <a:pt x="4194495" y="53189"/>
                </a:lnTo>
                <a:cubicBezTo>
                  <a:pt x="4194495" y="34244"/>
                  <a:pt x="4195540" y="20881"/>
                  <a:pt x="4196848" y="5059"/>
                </a:cubicBezTo>
                <a:cubicBezTo>
                  <a:pt x="4196848" y="3268"/>
                  <a:pt x="4196114" y="2498"/>
                  <a:pt x="4194495" y="2498"/>
                </a:cubicBezTo>
                <a:cubicBezTo>
                  <a:pt x="4187963" y="5059"/>
                  <a:pt x="4182368" y="6853"/>
                  <a:pt x="4171757" y="7620"/>
                </a:cubicBezTo>
                <a:lnTo>
                  <a:pt x="4171235" y="8390"/>
                </a:lnTo>
                <a:cubicBezTo>
                  <a:pt x="4173272" y="19344"/>
                  <a:pt x="4173587" y="38341"/>
                  <a:pt x="4173587" y="57798"/>
                </a:cubicBezTo>
                <a:lnTo>
                  <a:pt x="4173587" y="74441"/>
                </a:lnTo>
                <a:cubicBezTo>
                  <a:pt x="4167578" y="71110"/>
                  <a:pt x="4156863" y="68804"/>
                  <a:pt x="4151635" y="68804"/>
                </a:cubicBezTo>
                <a:cubicBezTo>
                  <a:pt x="4117608" y="68804"/>
                  <a:pt x="4092573" y="91878"/>
                  <a:pt x="4092573" y="126755"/>
                </a:cubicBezTo>
                <a:cubicBezTo>
                  <a:pt x="4092573" y="158273"/>
                  <a:pt x="4111650" y="183900"/>
                  <a:pt x="4139875" y="183900"/>
                </a:cubicBezTo>
                <a:cubicBezTo>
                  <a:pt x="4152420" y="183900"/>
                  <a:pt x="4164180" y="178368"/>
                  <a:pt x="4173587" y="166476"/>
                </a:cubicBezTo>
                <a:close/>
                <a:moveTo>
                  <a:pt x="4313142" y="157836"/>
                </a:moveTo>
                <a:lnTo>
                  <a:pt x="4314186" y="158602"/>
                </a:lnTo>
                <a:lnTo>
                  <a:pt x="4315494" y="181383"/>
                </a:lnTo>
                <a:cubicBezTo>
                  <a:pt x="4315494" y="181895"/>
                  <a:pt x="4315809" y="182149"/>
                  <a:pt x="4316539" y="182149"/>
                </a:cubicBezTo>
                <a:cubicBezTo>
                  <a:pt x="4319989" y="181691"/>
                  <a:pt x="4323075" y="181383"/>
                  <a:pt x="4326887" y="181383"/>
                </a:cubicBezTo>
                <a:cubicBezTo>
                  <a:pt x="4330129" y="181383"/>
                  <a:pt x="4335094" y="181641"/>
                  <a:pt x="4338492" y="182149"/>
                </a:cubicBezTo>
                <a:lnTo>
                  <a:pt x="4339014" y="181383"/>
                </a:lnTo>
                <a:cubicBezTo>
                  <a:pt x="4336924" y="170377"/>
                  <a:pt x="4334572" y="151436"/>
                  <a:pt x="4334572" y="132240"/>
                </a:cubicBezTo>
                <a:lnTo>
                  <a:pt x="4334572" y="117649"/>
                </a:lnTo>
                <a:cubicBezTo>
                  <a:pt x="4334572" y="98450"/>
                  <a:pt x="4334835" y="85142"/>
                  <a:pt x="4336924" y="71576"/>
                </a:cubicBezTo>
                <a:lnTo>
                  <a:pt x="4336402" y="70805"/>
                </a:lnTo>
                <a:cubicBezTo>
                  <a:pt x="4333264" y="71318"/>
                  <a:pt x="4327254" y="71576"/>
                  <a:pt x="4324120" y="71576"/>
                </a:cubicBezTo>
                <a:cubicBezTo>
                  <a:pt x="4320982" y="71576"/>
                  <a:pt x="4314972" y="71318"/>
                  <a:pt x="4311838" y="70805"/>
                </a:cubicBezTo>
                <a:lnTo>
                  <a:pt x="4311311" y="71576"/>
                </a:lnTo>
                <a:cubicBezTo>
                  <a:pt x="4313353" y="86217"/>
                  <a:pt x="4313664" y="98196"/>
                  <a:pt x="4313664" y="117649"/>
                </a:cubicBezTo>
                <a:lnTo>
                  <a:pt x="4313664" y="142733"/>
                </a:lnTo>
                <a:cubicBezTo>
                  <a:pt x="4305721" y="155842"/>
                  <a:pt x="4290667" y="169552"/>
                  <a:pt x="4277862" y="169552"/>
                </a:cubicBezTo>
                <a:cubicBezTo>
                  <a:pt x="4268870" y="169552"/>
                  <a:pt x="4260352" y="166741"/>
                  <a:pt x="4260352" y="142948"/>
                </a:cubicBezTo>
                <a:lnTo>
                  <a:pt x="4260352" y="117622"/>
                </a:lnTo>
                <a:cubicBezTo>
                  <a:pt x="4260352" y="98434"/>
                  <a:pt x="4260611" y="85134"/>
                  <a:pt x="4262705" y="71576"/>
                </a:cubicBezTo>
                <a:lnTo>
                  <a:pt x="4262183" y="70805"/>
                </a:lnTo>
                <a:cubicBezTo>
                  <a:pt x="4259044" y="71318"/>
                  <a:pt x="4253035" y="71576"/>
                  <a:pt x="4249896" y="71576"/>
                </a:cubicBezTo>
                <a:cubicBezTo>
                  <a:pt x="4246762" y="71576"/>
                  <a:pt x="4240753" y="71318"/>
                  <a:pt x="4237614" y="70805"/>
                </a:cubicBezTo>
                <a:lnTo>
                  <a:pt x="4237092" y="71576"/>
                </a:lnTo>
                <a:cubicBezTo>
                  <a:pt x="4239181" y="86154"/>
                  <a:pt x="4239445" y="98180"/>
                  <a:pt x="4239445" y="117622"/>
                </a:cubicBezTo>
                <a:lnTo>
                  <a:pt x="4239445" y="148320"/>
                </a:lnTo>
                <a:cubicBezTo>
                  <a:pt x="4239445" y="165971"/>
                  <a:pt x="4247807" y="183900"/>
                  <a:pt x="4273679" y="183900"/>
                </a:cubicBezTo>
                <a:cubicBezTo>
                  <a:pt x="4289881" y="183900"/>
                  <a:pt x="4304516" y="170835"/>
                  <a:pt x="4313142" y="157785"/>
                </a:cubicBezTo>
                <a:lnTo>
                  <a:pt x="4313142" y="157836"/>
                </a:lnTo>
                <a:close/>
                <a:moveTo>
                  <a:pt x="4423429" y="79055"/>
                </a:moveTo>
                <a:cubicBezTo>
                  <a:pt x="4433514" y="79055"/>
                  <a:pt x="4442662" y="86334"/>
                  <a:pt x="4449561" y="98024"/>
                </a:cubicBezTo>
                <a:lnTo>
                  <a:pt x="4452958" y="97769"/>
                </a:lnTo>
                <a:lnTo>
                  <a:pt x="4458968" y="76748"/>
                </a:lnTo>
                <a:lnTo>
                  <a:pt x="4458445" y="75982"/>
                </a:lnTo>
                <a:cubicBezTo>
                  <a:pt x="4450346" y="71881"/>
                  <a:pt x="4436756" y="68804"/>
                  <a:pt x="4423688" y="68804"/>
                </a:cubicBezTo>
                <a:cubicBezTo>
                  <a:pt x="4396508" y="68804"/>
                  <a:pt x="4368024" y="90592"/>
                  <a:pt x="4368024" y="125457"/>
                </a:cubicBezTo>
                <a:cubicBezTo>
                  <a:pt x="4368024" y="161092"/>
                  <a:pt x="4388668" y="183900"/>
                  <a:pt x="4420554" y="183900"/>
                </a:cubicBezTo>
                <a:cubicBezTo>
                  <a:pt x="4436234" y="183900"/>
                  <a:pt x="4448516" y="178779"/>
                  <a:pt x="4458968" y="165709"/>
                </a:cubicBezTo>
                <a:lnTo>
                  <a:pt x="4454003" y="160322"/>
                </a:lnTo>
                <a:lnTo>
                  <a:pt x="4452958" y="160322"/>
                </a:lnTo>
                <a:cubicBezTo>
                  <a:pt x="4443029" y="169040"/>
                  <a:pt x="4434718" y="171093"/>
                  <a:pt x="4424996" y="171093"/>
                </a:cubicBezTo>
                <a:cubicBezTo>
                  <a:pt x="4405919" y="171093"/>
                  <a:pt x="4391021" y="154172"/>
                  <a:pt x="4391021" y="124174"/>
                </a:cubicBezTo>
                <a:cubicBezTo>
                  <a:pt x="4391021" y="95975"/>
                  <a:pt x="4406178" y="79055"/>
                  <a:pt x="4423429" y="79055"/>
                </a:cubicBezTo>
                <a:close/>
                <a:moveTo>
                  <a:pt x="4502876" y="111351"/>
                </a:moveTo>
                <a:cubicBezTo>
                  <a:pt x="4507319" y="84692"/>
                  <a:pt x="4524462" y="79055"/>
                  <a:pt x="4532669" y="79055"/>
                </a:cubicBezTo>
                <a:cubicBezTo>
                  <a:pt x="4543017" y="79055"/>
                  <a:pt x="4554621" y="88539"/>
                  <a:pt x="4554621" y="107762"/>
                </a:cubicBezTo>
                <a:cubicBezTo>
                  <a:pt x="4554621" y="110069"/>
                  <a:pt x="4553576" y="111351"/>
                  <a:pt x="4550960" y="111351"/>
                </a:cubicBezTo>
                <a:lnTo>
                  <a:pt x="4502876" y="111351"/>
                </a:lnTo>
                <a:moveTo>
                  <a:pt x="4572653" y="154681"/>
                </a:moveTo>
                <a:cubicBezTo>
                  <a:pt x="4563506" y="164427"/>
                  <a:pt x="4551223" y="168786"/>
                  <a:pt x="4536848" y="168786"/>
                </a:cubicBezTo>
                <a:cubicBezTo>
                  <a:pt x="4527911" y="168786"/>
                  <a:pt x="4515577" y="165451"/>
                  <a:pt x="4508363" y="154168"/>
                </a:cubicBezTo>
                <a:cubicBezTo>
                  <a:pt x="4503762" y="146987"/>
                  <a:pt x="4502091" y="136525"/>
                  <a:pt x="4502091" y="121598"/>
                </a:cubicBezTo>
                <a:lnTo>
                  <a:pt x="4573176" y="121598"/>
                </a:lnTo>
                <a:cubicBezTo>
                  <a:pt x="4576051" y="121598"/>
                  <a:pt x="4577877" y="120062"/>
                  <a:pt x="4577877" y="117243"/>
                </a:cubicBezTo>
                <a:cubicBezTo>
                  <a:pt x="4577877" y="95717"/>
                  <a:pt x="4567162" y="68804"/>
                  <a:pt x="4532669" y="68804"/>
                </a:cubicBezTo>
                <a:cubicBezTo>
                  <a:pt x="4505748" y="68804"/>
                  <a:pt x="4479094" y="90076"/>
                  <a:pt x="4479094" y="127756"/>
                </a:cubicBezTo>
                <a:cubicBezTo>
                  <a:pt x="4479094" y="142319"/>
                  <a:pt x="4482124" y="156682"/>
                  <a:pt x="4490853" y="166992"/>
                </a:cubicBezTo>
                <a:cubicBezTo>
                  <a:pt x="4499842" y="177598"/>
                  <a:pt x="4514792" y="183900"/>
                  <a:pt x="4532405" y="183900"/>
                </a:cubicBezTo>
                <a:cubicBezTo>
                  <a:pt x="4551223" y="183900"/>
                  <a:pt x="4567948" y="174424"/>
                  <a:pt x="4577877" y="161092"/>
                </a:cubicBezTo>
                <a:lnTo>
                  <a:pt x="4572653" y="154681"/>
                </a:lnTo>
                <a:close/>
                <a:moveTo>
                  <a:pt x="4684767" y="152378"/>
                </a:moveTo>
                <a:cubicBezTo>
                  <a:pt x="4675256" y="164271"/>
                  <a:pt x="4663233" y="170581"/>
                  <a:pt x="4652622" y="170581"/>
                </a:cubicBezTo>
                <a:cubicBezTo>
                  <a:pt x="4638509" y="170581"/>
                  <a:pt x="4626486" y="156737"/>
                  <a:pt x="4626486" y="124687"/>
                </a:cubicBezTo>
                <a:cubicBezTo>
                  <a:pt x="4626486" y="86232"/>
                  <a:pt x="4647290" y="79055"/>
                  <a:pt x="4659939" y="79055"/>
                </a:cubicBezTo>
                <a:cubicBezTo>
                  <a:pt x="4672221" y="79055"/>
                  <a:pt x="4678494" y="84180"/>
                  <a:pt x="4684767" y="93923"/>
                </a:cubicBezTo>
                <a:lnTo>
                  <a:pt x="4684767" y="152378"/>
                </a:lnTo>
                <a:moveTo>
                  <a:pt x="4684767" y="166476"/>
                </a:moveTo>
                <a:lnTo>
                  <a:pt x="4685289" y="166476"/>
                </a:lnTo>
                <a:lnTo>
                  <a:pt x="4686597" y="181340"/>
                </a:lnTo>
                <a:cubicBezTo>
                  <a:pt x="4686597" y="181895"/>
                  <a:pt x="4687379" y="182149"/>
                  <a:pt x="4688950" y="182149"/>
                </a:cubicBezTo>
                <a:cubicBezTo>
                  <a:pt x="4692399" y="181688"/>
                  <a:pt x="4694174" y="181383"/>
                  <a:pt x="4697990" y="181383"/>
                </a:cubicBezTo>
                <a:cubicBezTo>
                  <a:pt x="4701232" y="181383"/>
                  <a:pt x="4706197" y="181637"/>
                  <a:pt x="4709594" y="182149"/>
                </a:cubicBezTo>
                <a:lnTo>
                  <a:pt x="4710117" y="181383"/>
                </a:lnTo>
                <a:cubicBezTo>
                  <a:pt x="4708027" y="170354"/>
                  <a:pt x="4705674" y="151377"/>
                  <a:pt x="4705674" y="132142"/>
                </a:cubicBezTo>
                <a:lnTo>
                  <a:pt x="4705674" y="53189"/>
                </a:lnTo>
                <a:cubicBezTo>
                  <a:pt x="4705674" y="34244"/>
                  <a:pt x="4706719" y="20881"/>
                  <a:pt x="4708027" y="5059"/>
                </a:cubicBezTo>
                <a:cubicBezTo>
                  <a:pt x="4708027" y="3268"/>
                  <a:pt x="4707293" y="2498"/>
                  <a:pt x="4705674" y="2498"/>
                </a:cubicBezTo>
                <a:cubicBezTo>
                  <a:pt x="4699142" y="5059"/>
                  <a:pt x="4693548" y="6853"/>
                  <a:pt x="4682936" y="7620"/>
                </a:cubicBezTo>
                <a:lnTo>
                  <a:pt x="4682414" y="8390"/>
                </a:lnTo>
                <a:cubicBezTo>
                  <a:pt x="4684452" y="19344"/>
                  <a:pt x="4684767" y="38341"/>
                  <a:pt x="4684767" y="57798"/>
                </a:cubicBezTo>
                <a:lnTo>
                  <a:pt x="4684767" y="74441"/>
                </a:lnTo>
                <a:cubicBezTo>
                  <a:pt x="4678757" y="71110"/>
                  <a:pt x="4668042" y="68804"/>
                  <a:pt x="4662814" y="68804"/>
                </a:cubicBezTo>
                <a:cubicBezTo>
                  <a:pt x="4628787" y="68804"/>
                  <a:pt x="4603752" y="91878"/>
                  <a:pt x="4603752" y="126755"/>
                </a:cubicBezTo>
                <a:cubicBezTo>
                  <a:pt x="4603752" y="158273"/>
                  <a:pt x="4622829" y="183900"/>
                  <a:pt x="4651054" y="183900"/>
                </a:cubicBezTo>
                <a:cubicBezTo>
                  <a:pt x="4663600" y="183900"/>
                  <a:pt x="4675360" y="178368"/>
                  <a:pt x="4684767" y="166476"/>
                </a:cubicBezTo>
                <a:close/>
              </a:path>
            </a:pathLst>
          </a:custGeom>
          <a:solidFill xmlns:a="http://schemas.openxmlformats.org/drawingml/2006/main">
            <a:srgbClr val="000000"/>
          </a:solidFill>
          <a:ln xmlns:a="http://schemas.openxmlformats.org/drawingml/2006/main" w="0" cap="flat">
            <a:noFill/>
            <a:miter/>
          </a:ln>
        </p:spPr>
      </p:sp>
      <p:sp>
        <p:nvSpPr>
          <p:cNvPr id="153" name="Text errorsbyeachtool.Forthebaselines,were-">
            <a:extLst xmlns:a="http://schemas.openxmlformats.org/drawingml/2006/main">
              <a:ext uri="{FF2B5EF4-FFF2-40B4-BE49-F238E27FC236}">
                <a16:creationId xmlns:a16="http://schemas.microsoft.com/office/drawing/2014/main" id="{85659E4D-BEFA-423F-8A02-1A161B8164E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513726" y="5115190"/>
            <a:ext cx="4757940" cy="239701"/>
          </a:xfrm>
          <a:custGeom xmlns:a="http://schemas.openxmlformats.org/drawingml/2006/main">
            <a:pathLst>
              <a:path w="4757940" h="239701">
                <a:moveTo>
                  <a:pt x="23783" y="108853"/>
                </a:moveTo>
                <a:cubicBezTo>
                  <a:pt x="28225" y="82194"/>
                  <a:pt x="45368" y="76556"/>
                  <a:pt x="53575" y="76556"/>
                </a:cubicBezTo>
                <a:cubicBezTo>
                  <a:pt x="63923" y="76556"/>
                  <a:pt x="75527" y="86041"/>
                  <a:pt x="75527" y="105264"/>
                </a:cubicBezTo>
                <a:cubicBezTo>
                  <a:pt x="75527" y="107571"/>
                  <a:pt x="74483" y="108853"/>
                  <a:pt x="71867" y="108853"/>
                </a:cubicBezTo>
                <a:lnTo>
                  <a:pt x="23783" y="108853"/>
                </a:lnTo>
                <a:moveTo>
                  <a:pt x="93560" y="152182"/>
                </a:moveTo>
                <a:cubicBezTo>
                  <a:pt x="84412" y="161929"/>
                  <a:pt x="72130" y="166288"/>
                  <a:pt x="57754" y="166288"/>
                </a:cubicBezTo>
                <a:cubicBezTo>
                  <a:pt x="48818" y="166288"/>
                  <a:pt x="36484" y="162953"/>
                  <a:pt x="29270" y="151670"/>
                </a:cubicBezTo>
                <a:cubicBezTo>
                  <a:pt x="24668" y="144488"/>
                  <a:pt x="22997" y="134026"/>
                  <a:pt x="22997" y="119100"/>
                </a:cubicBezTo>
                <a:lnTo>
                  <a:pt x="94082" y="119100"/>
                </a:lnTo>
                <a:cubicBezTo>
                  <a:pt x="96957" y="119100"/>
                  <a:pt x="98784" y="117563"/>
                  <a:pt x="98784" y="114745"/>
                </a:cubicBezTo>
                <a:cubicBezTo>
                  <a:pt x="98784" y="93219"/>
                  <a:pt x="88069" y="66306"/>
                  <a:pt x="53575" y="66306"/>
                </a:cubicBezTo>
                <a:cubicBezTo>
                  <a:pt x="26654" y="66306"/>
                  <a:pt x="0" y="87577"/>
                  <a:pt x="0" y="125257"/>
                </a:cubicBezTo>
                <a:cubicBezTo>
                  <a:pt x="0" y="139820"/>
                  <a:pt x="3031" y="154184"/>
                  <a:pt x="11760" y="164493"/>
                </a:cubicBezTo>
                <a:cubicBezTo>
                  <a:pt x="20748" y="175100"/>
                  <a:pt x="35698" y="181402"/>
                  <a:pt x="53312" y="181402"/>
                </a:cubicBezTo>
                <a:cubicBezTo>
                  <a:pt x="72130" y="181402"/>
                  <a:pt x="88854" y="171925"/>
                  <a:pt x="98784" y="158594"/>
                </a:cubicBezTo>
                <a:lnTo>
                  <a:pt x="93560" y="152182"/>
                </a:lnTo>
                <a:close/>
                <a:moveTo>
                  <a:pt x="153143" y="93219"/>
                </a:moveTo>
                <a:lnTo>
                  <a:pt x="153143" y="69895"/>
                </a:lnTo>
                <a:cubicBezTo>
                  <a:pt x="153143" y="67897"/>
                  <a:pt x="152828" y="67334"/>
                  <a:pt x="151576" y="67334"/>
                </a:cubicBezTo>
                <a:cubicBezTo>
                  <a:pt x="145722" y="68460"/>
                  <a:pt x="136367" y="68663"/>
                  <a:pt x="130405" y="68100"/>
                </a:cubicBezTo>
                <a:lnTo>
                  <a:pt x="129883" y="68870"/>
                </a:lnTo>
                <a:cubicBezTo>
                  <a:pt x="131713" y="79938"/>
                  <a:pt x="132236" y="99376"/>
                  <a:pt x="132236" y="118611"/>
                </a:cubicBezTo>
                <a:lnTo>
                  <a:pt x="132236" y="132717"/>
                </a:lnTo>
                <a:cubicBezTo>
                  <a:pt x="132236" y="151952"/>
                  <a:pt x="131925" y="165084"/>
                  <a:pt x="129883" y="178884"/>
                </a:cubicBezTo>
                <a:lnTo>
                  <a:pt x="130405" y="179651"/>
                </a:lnTo>
                <a:cubicBezTo>
                  <a:pt x="133544" y="179139"/>
                  <a:pt x="139553" y="178884"/>
                  <a:pt x="142692" y="178884"/>
                </a:cubicBezTo>
                <a:cubicBezTo>
                  <a:pt x="145826" y="178884"/>
                  <a:pt x="151835" y="179139"/>
                  <a:pt x="154974" y="179651"/>
                </a:cubicBezTo>
                <a:lnTo>
                  <a:pt x="155496" y="178884"/>
                </a:lnTo>
                <a:cubicBezTo>
                  <a:pt x="153562" y="164263"/>
                  <a:pt x="153143" y="152210"/>
                  <a:pt x="153143" y="132717"/>
                </a:cubicBezTo>
                <a:lnTo>
                  <a:pt x="153143" y="119381"/>
                </a:lnTo>
                <a:cubicBezTo>
                  <a:pt x="153143" y="108607"/>
                  <a:pt x="156437" y="102453"/>
                  <a:pt x="162028" y="93989"/>
                </a:cubicBezTo>
                <a:cubicBezTo>
                  <a:pt x="165844" y="88297"/>
                  <a:pt x="171698" y="85013"/>
                  <a:pt x="176663" y="85013"/>
                </a:cubicBezTo>
                <a:cubicBezTo>
                  <a:pt x="181891" y="85013"/>
                  <a:pt x="186856" y="85525"/>
                  <a:pt x="190253" y="88602"/>
                </a:cubicBezTo>
                <a:lnTo>
                  <a:pt x="192343" y="88090"/>
                </a:lnTo>
                <a:lnTo>
                  <a:pt x="197571" y="69124"/>
                </a:lnTo>
                <a:lnTo>
                  <a:pt x="196526" y="68100"/>
                </a:lnTo>
                <a:cubicBezTo>
                  <a:pt x="192084" y="66822"/>
                  <a:pt x="191820" y="66306"/>
                  <a:pt x="187119" y="66306"/>
                </a:cubicBezTo>
                <a:cubicBezTo>
                  <a:pt x="173006" y="66306"/>
                  <a:pt x="165426" y="74250"/>
                  <a:pt x="153929" y="93731"/>
                </a:cubicBezTo>
                <a:lnTo>
                  <a:pt x="153143" y="93219"/>
                </a:lnTo>
                <a:close/>
                <a:moveTo>
                  <a:pt x="245919" y="93219"/>
                </a:moveTo>
                <a:lnTo>
                  <a:pt x="245919" y="69895"/>
                </a:lnTo>
                <a:cubicBezTo>
                  <a:pt x="245919" y="67897"/>
                  <a:pt x="245604" y="67334"/>
                  <a:pt x="244352" y="67334"/>
                </a:cubicBezTo>
                <a:cubicBezTo>
                  <a:pt x="238498" y="68460"/>
                  <a:pt x="229142" y="68663"/>
                  <a:pt x="223181" y="68100"/>
                </a:cubicBezTo>
                <a:lnTo>
                  <a:pt x="222658" y="68870"/>
                </a:lnTo>
                <a:cubicBezTo>
                  <a:pt x="224489" y="79938"/>
                  <a:pt x="225011" y="99376"/>
                  <a:pt x="225011" y="118611"/>
                </a:cubicBezTo>
                <a:lnTo>
                  <a:pt x="225011" y="132717"/>
                </a:lnTo>
                <a:cubicBezTo>
                  <a:pt x="225011" y="151952"/>
                  <a:pt x="224700" y="165084"/>
                  <a:pt x="222658" y="178884"/>
                </a:cubicBezTo>
                <a:lnTo>
                  <a:pt x="223181" y="179651"/>
                </a:lnTo>
                <a:cubicBezTo>
                  <a:pt x="226319" y="179139"/>
                  <a:pt x="232329" y="178884"/>
                  <a:pt x="235467" y="178884"/>
                </a:cubicBezTo>
                <a:cubicBezTo>
                  <a:pt x="238601" y="178884"/>
                  <a:pt x="244611" y="179139"/>
                  <a:pt x="247749" y="179651"/>
                </a:cubicBezTo>
                <a:lnTo>
                  <a:pt x="248272" y="178884"/>
                </a:lnTo>
                <a:cubicBezTo>
                  <a:pt x="246337" y="164263"/>
                  <a:pt x="245919" y="152210"/>
                  <a:pt x="245919" y="132717"/>
                </a:cubicBezTo>
                <a:lnTo>
                  <a:pt x="245919" y="119381"/>
                </a:lnTo>
                <a:cubicBezTo>
                  <a:pt x="245919" y="108607"/>
                  <a:pt x="249213" y="102453"/>
                  <a:pt x="254803" y="93989"/>
                </a:cubicBezTo>
                <a:cubicBezTo>
                  <a:pt x="258620" y="88297"/>
                  <a:pt x="264474" y="85013"/>
                  <a:pt x="269438" y="85013"/>
                </a:cubicBezTo>
                <a:cubicBezTo>
                  <a:pt x="274666" y="85013"/>
                  <a:pt x="279631" y="85525"/>
                  <a:pt x="283029" y="88602"/>
                </a:cubicBezTo>
                <a:lnTo>
                  <a:pt x="285118" y="88090"/>
                </a:lnTo>
                <a:lnTo>
                  <a:pt x="290346" y="69124"/>
                </a:lnTo>
                <a:lnTo>
                  <a:pt x="289301" y="68100"/>
                </a:lnTo>
                <a:cubicBezTo>
                  <a:pt x="284859" y="66822"/>
                  <a:pt x="284596" y="66306"/>
                  <a:pt x="279894" y="66306"/>
                </a:cubicBezTo>
                <a:cubicBezTo>
                  <a:pt x="265782" y="66306"/>
                  <a:pt x="258201" y="74250"/>
                  <a:pt x="246704" y="93731"/>
                </a:cubicBezTo>
                <a:lnTo>
                  <a:pt x="245919" y="93219"/>
                </a:lnTo>
                <a:close/>
                <a:moveTo>
                  <a:pt x="302892" y="126290"/>
                </a:moveTo>
                <a:cubicBezTo>
                  <a:pt x="302892" y="157054"/>
                  <a:pt x="323536" y="181402"/>
                  <a:pt x="358297" y="181402"/>
                </a:cubicBezTo>
                <a:cubicBezTo>
                  <a:pt x="392791" y="181402"/>
                  <a:pt x="413699" y="157570"/>
                  <a:pt x="413699" y="123983"/>
                </a:cubicBezTo>
                <a:cubicBezTo>
                  <a:pt x="413699" y="89118"/>
                  <a:pt x="394621" y="66306"/>
                  <a:pt x="359342" y="66306"/>
                </a:cubicBezTo>
                <a:cubicBezTo>
                  <a:pt x="325104" y="66306"/>
                  <a:pt x="302892" y="89888"/>
                  <a:pt x="302892" y="126290"/>
                </a:cubicBezTo>
                <a:moveTo>
                  <a:pt x="357512" y="76556"/>
                </a:moveTo>
                <a:cubicBezTo>
                  <a:pt x="385214" y="76556"/>
                  <a:pt x="390702" y="97578"/>
                  <a:pt x="390702" y="128600"/>
                </a:cubicBezTo>
                <a:cubicBezTo>
                  <a:pt x="390702" y="152952"/>
                  <a:pt x="378156" y="171155"/>
                  <a:pt x="360646" y="171155"/>
                </a:cubicBezTo>
                <a:cubicBezTo>
                  <a:pt x="332947" y="171155"/>
                  <a:pt x="325889" y="141674"/>
                  <a:pt x="325889" y="121934"/>
                </a:cubicBezTo>
                <a:cubicBezTo>
                  <a:pt x="325889" y="99630"/>
                  <a:pt x="332947" y="76556"/>
                  <a:pt x="357512" y="76556"/>
                </a:cubicBezTo>
                <a:close/>
                <a:moveTo>
                  <a:pt x="467274" y="93219"/>
                </a:moveTo>
                <a:lnTo>
                  <a:pt x="467274" y="69895"/>
                </a:lnTo>
                <a:cubicBezTo>
                  <a:pt x="467274" y="67897"/>
                  <a:pt x="466959" y="67334"/>
                  <a:pt x="465707" y="67334"/>
                </a:cubicBezTo>
                <a:cubicBezTo>
                  <a:pt x="459853" y="68460"/>
                  <a:pt x="450498" y="68663"/>
                  <a:pt x="444536" y="68100"/>
                </a:cubicBezTo>
                <a:lnTo>
                  <a:pt x="444014" y="68870"/>
                </a:lnTo>
                <a:cubicBezTo>
                  <a:pt x="445844" y="79938"/>
                  <a:pt x="446366" y="99376"/>
                  <a:pt x="446366" y="118611"/>
                </a:cubicBezTo>
                <a:lnTo>
                  <a:pt x="446366" y="132717"/>
                </a:lnTo>
                <a:cubicBezTo>
                  <a:pt x="446366" y="151952"/>
                  <a:pt x="446055" y="165084"/>
                  <a:pt x="444014" y="178884"/>
                </a:cubicBezTo>
                <a:lnTo>
                  <a:pt x="444536" y="179651"/>
                </a:lnTo>
                <a:cubicBezTo>
                  <a:pt x="447674" y="179139"/>
                  <a:pt x="453684" y="178884"/>
                  <a:pt x="456822" y="178884"/>
                </a:cubicBezTo>
                <a:cubicBezTo>
                  <a:pt x="459956" y="178884"/>
                  <a:pt x="465966" y="179139"/>
                  <a:pt x="469104" y="179651"/>
                </a:cubicBezTo>
                <a:lnTo>
                  <a:pt x="469627" y="178884"/>
                </a:lnTo>
                <a:cubicBezTo>
                  <a:pt x="467693" y="164263"/>
                  <a:pt x="467274" y="152210"/>
                  <a:pt x="467274" y="132717"/>
                </a:cubicBezTo>
                <a:lnTo>
                  <a:pt x="467274" y="119381"/>
                </a:lnTo>
                <a:cubicBezTo>
                  <a:pt x="467274" y="108607"/>
                  <a:pt x="470568" y="102453"/>
                  <a:pt x="476159" y="93989"/>
                </a:cubicBezTo>
                <a:cubicBezTo>
                  <a:pt x="479975" y="88297"/>
                  <a:pt x="485829" y="85013"/>
                  <a:pt x="490793" y="85013"/>
                </a:cubicBezTo>
                <a:cubicBezTo>
                  <a:pt x="496021" y="85013"/>
                  <a:pt x="500986" y="85525"/>
                  <a:pt x="504384" y="88602"/>
                </a:cubicBezTo>
                <a:lnTo>
                  <a:pt x="506473" y="88090"/>
                </a:lnTo>
                <a:lnTo>
                  <a:pt x="511701" y="69124"/>
                </a:lnTo>
                <a:lnTo>
                  <a:pt x="510656" y="68100"/>
                </a:lnTo>
                <a:cubicBezTo>
                  <a:pt x="506214" y="66822"/>
                  <a:pt x="505951" y="66306"/>
                  <a:pt x="501249" y="66306"/>
                </a:cubicBezTo>
                <a:cubicBezTo>
                  <a:pt x="487137" y="66306"/>
                  <a:pt x="479556" y="74250"/>
                  <a:pt x="468059" y="93731"/>
                </a:cubicBezTo>
                <a:lnTo>
                  <a:pt x="467274" y="93219"/>
                </a:lnTo>
                <a:close/>
                <a:moveTo>
                  <a:pt x="529472" y="152952"/>
                </a:moveTo>
                <a:lnTo>
                  <a:pt x="525029" y="174486"/>
                </a:lnTo>
                <a:cubicBezTo>
                  <a:pt x="539927" y="179612"/>
                  <a:pt x="554562" y="181402"/>
                  <a:pt x="564492" y="181402"/>
                </a:cubicBezTo>
                <a:cubicBezTo>
                  <a:pt x="600557" y="181402"/>
                  <a:pt x="608919" y="160388"/>
                  <a:pt x="608919" y="146287"/>
                </a:cubicBezTo>
                <a:cubicBezTo>
                  <a:pt x="608919" y="125265"/>
                  <a:pt x="591931" y="117063"/>
                  <a:pt x="573376" y="112704"/>
                </a:cubicBezTo>
                <a:cubicBezTo>
                  <a:pt x="563499" y="110397"/>
                  <a:pt x="549075" y="105526"/>
                  <a:pt x="549075" y="92707"/>
                </a:cubicBezTo>
                <a:cubicBezTo>
                  <a:pt x="549075" y="82194"/>
                  <a:pt x="557697" y="76556"/>
                  <a:pt x="568934" y="76556"/>
                </a:cubicBezTo>
                <a:cubicBezTo>
                  <a:pt x="582524" y="76556"/>
                  <a:pt x="590887" y="87065"/>
                  <a:pt x="596900" y="93989"/>
                </a:cubicBezTo>
                <a:lnTo>
                  <a:pt x="600557" y="93731"/>
                </a:lnTo>
                <a:lnTo>
                  <a:pt x="605785" y="74762"/>
                </a:lnTo>
                <a:lnTo>
                  <a:pt x="605262" y="73996"/>
                </a:lnTo>
                <a:cubicBezTo>
                  <a:pt x="597682" y="70153"/>
                  <a:pt x="583310" y="66306"/>
                  <a:pt x="569979" y="66306"/>
                </a:cubicBezTo>
                <a:cubicBezTo>
                  <a:pt x="550642" y="66306"/>
                  <a:pt x="530516" y="76298"/>
                  <a:pt x="530516" y="97578"/>
                </a:cubicBezTo>
                <a:cubicBezTo>
                  <a:pt x="530516" y="118087"/>
                  <a:pt x="546148" y="124855"/>
                  <a:pt x="561880" y="129112"/>
                </a:cubicBezTo>
                <a:cubicBezTo>
                  <a:pt x="577037" y="133213"/>
                  <a:pt x="588275" y="137314"/>
                  <a:pt x="588275" y="149876"/>
                </a:cubicBezTo>
                <a:cubicBezTo>
                  <a:pt x="588275" y="163465"/>
                  <a:pt x="578082" y="171155"/>
                  <a:pt x="564233" y="171155"/>
                </a:cubicBezTo>
                <a:cubicBezTo>
                  <a:pt x="551687" y="171155"/>
                  <a:pt x="540709" y="162695"/>
                  <a:pt x="533392" y="152698"/>
                </a:cubicBezTo>
                <a:lnTo>
                  <a:pt x="529472" y="152952"/>
                </a:lnTo>
                <a:close/>
                <a:moveTo>
                  <a:pt x="733054" y="158082"/>
                </a:moveTo>
                <a:lnTo>
                  <a:pt x="733054" y="91682"/>
                </a:lnTo>
                <a:cubicBezTo>
                  <a:pt x="743247" y="81428"/>
                  <a:pt x="749783" y="76556"/>
                  <a:pt x="760498" y="76556"/>
                </a:cubicBezTo>
                <a:cubicBezTo>
                  <a:pt x="776437" y="76556"/>
                  <a:pt x="790549" y="89427"/>
                  <a:pt x="790549" y="121418"/>
                </a:cubicBezTo>
                <a:cubicBezTo>
                  <a:pt x="790549" y="153211"/>
                  <a:pt x="780879" y="171155"/>
                  <a:pt x="756056" y="171155"/>
                </a:cubicBezTo>
                <a:cubicBezTo>
                  <a:pt x="747953" y="171155"/>
                  <a:pt x="738282" y="164490"/>
                  <a:pt x="733054" y="158082"/>
                </a:cubicBezTo>
                <a:moveTo>
                  <a:pt x="733054" y="50691"/>
                </a:moveTo>
                <a:cubicBezTo>
                  <a:pt x="733054" y="31745"/>
                  <a:pt x="733369" y="18230"/>
                  <a:pt x="734626" y="2561"/>
                </a:cubicBezTo>
                <a:cubicBezTo>
                  <a:pt x="734626" y="770"/>
                  <a:pt x="733892" y="0"/>
                  <a:pt x="732273" y="0"/>
                </a:cubicBezTo>
                <a:cubicBezTo>
                  <a:pt x="725737" y="2561"/>
                  <a:pt x="720146" y="4355"/>
                  <a:pt x="709535" y="5121"/>
                </a:cubicBezTo>
                <a:lnTo>
                  <a:pt x="709012" y="5892"/>
                </a:lnTo>
                <a:cubicBezTo>
                  <a:pt x="711050" y="16846"/>
                  <a:pt x="712147" y="35843"/>
                  <a:pt x="712147" y="55300"/>
                </a:cubicBezTo>
                <a:lnTo>
                  <a:pt x="712147" y="160130"/>
                </a:lnTo>
                <a:cubicBezTo>
                  <a:pt x="712147" y="170131"/>
                  <a:pt x="711939" y="173771"/>
                  <a:pt x="710843" y="179354"/>
                </a:cubicBezTo>
                <a:cubicBezTo>
                  <a:pt x="712410" y="180890"/>
                  <a:pt x="715441" y="181402"/>
                  <a:pt x="718160" y="181402"/>
                </a:cubicBezTo>
                <a:cubicBezTo>
                  <a:pt x="721035" y="178329"/>
                  <a:pt x="724066" y="173974"/>
                  <a:pt x="726782" y="168849"/>
                </a:cubicBezTo>
                <a:cubicBezTo>
                  <a:pt x="734362" y="175256"/>
                  <a:pt x="746385" y="181402"/>
                  <a:pt x="757623" y="181402"/>
                </a:cubicBezTo>
                <a:cubicBezTo>
                  <a:pt x="784277" y="181402"/>
                  <a:pt x="813810" y="162953"/>
                  <a:pt x="813810" y="119370"/>
                </a:cubicBezTo>
                <a:cubicBezTo>
                  <a:pt x="813810" y="88093"/>
                  <a:pt x="791072" y="66306"/>
                  <a:pt x="765722" y="66306"/>
                </a:cubicBezTo>
                <a:cubicBezTo>
                  <a:pt x="753180" y="66306"/>
                  <a:pt x="741943" y="69637"/>
                  <a:pt x="733054" y="79121"/>
                </a:cubicBezTo>
                <a:lnTo>
                  <a:pt x="733054" y="50691"/>
                </a:lnTo>
                <a:close/>
                <a:moveTo>
                  <a:pt x="829753" y="68307"/>
                </a:moveTo>
                <a:cubicBezTo>
                  <a:pt x="840153" y="91061"/>
                  <a:pt x="871201" y="157159"/>
                  <a:pt x="880453" y="181547"/>
                </a:cubicBezTo>
                <a:cubicBezTo>
                  <a:pt x="872087" y="200660"/>
                  <a:pt x="861423" y="220388"/>
                  <a:pt x="849612" y="239701"/>
                </a:cubicBezTo>
                <a:cubicBezTo>
                  <a:pt x="852228" y="238935"/>
                  <a:pt x="856148" y="238423"/>
                  <a:pt x="858760" y="238423"/>
                </a:cubicBezTo>
                <a:cubicBezTo>
                  <a:pt x="861372" y="238423"/>
                  <a:pt x="868952" y="238935"/>
                  <a:pt x="871564" y="239701"/>
                </a:cubicBezTo>
                <a:cubicBezTo>
                  <a:pt x="881498" y="207678"/>
                  <a:pt x="938729" y="85474"/>
                  <a:pt x="947355" y="68307"/>
                </a:cubicBezTo>
                <a:cubicBezTo>
                  <a:pt x="944739" y="69077"/>
                  <a:pt x="938729" y="69077"/>
                  <a:pt x="936117" y="69077"/>
                </a:cubicBezTo>
                <a:cubicBezTo>
                  <a:pt x="933502" y="69077"/>
                  <a:pt x="928537" y="69077"/>
                  <a:pt x="925925" y="68307"/>
                </a:cubicBezTo>
                <a:cubicBezTo>
                  <a:pt x="916518" y="97261"/>
                  <a:pt x="904283" y="130000"/>
                  <a:pt x="891634" y="156541"/>
                </a:cubicBezTo>
                <a:lnTo>
                  <a:pt x="891112" y="156541"/>
                </a:lnTo>
                <a:cubicBezTo>
                  <a:pt x="878256" y="126055"/>
                  <a:pt x="865922" y="97566"/>
                  <a:pt x="856148" y="68311"/>
                </a:cubicBezTo>
                <a:cubicBezTo>
                  <a:pt x="852750" y="69077"/>
                  <a:pt x="847000" y="69077"/>
                  <a:pt x="843339" y="69077"/>
                </a:cubicBezTo>
                <a:cubicBezTo>
                  <a:pt x="839942" y="69077"/>
                  <a:pt x="833410" y="69077"/>
                  <a:pt x="829753" y="68311"/>
                </a:cubicBezTo>
                <a:lnTo>
                  <a:pt x="829753" y="68307"/>
                </a:lnTo>
                <a:close/>
                <a:moveTo>
                  <a:pt x="1058425" y="108853"/>
                </a:moveTo>
                <a:cubicBezTo>
                  <a:pt x="1062868" y="82194"/>
                  <a:pt x="1080011" y="76556"/>
                  <a:pt x="1088217" y="76556"/>
                </a:cubicBezTo>
                <a:cubicBezTo>
                  <a:pt x="1098566" y="76556"/>
                  <a:pt x="1110170" y="86041"/>
                  <a:pt x="1110170" y="105264"/>
                </a:cubicBezTo>
                <a:cubicBezTo>
                  <a:pt x="1110170" y="107571"/>
                  <a:pt x="1109125" y="108853"/>
                  <a:pt x="1106509" y="108853"/>
                </a:cubicBezTo>
                <a:lnTo>
                  <a:pt x="1058425" y="108853"/>
                </a:lnTo>
                <a:moveTo>
                  <a:pt x="1128202" y="152182"/>
                </a:moveTo>
                <a:cubicBezTo>
                  <a:pt x="1119055" y="161929"/>
                  <a:pt x="1106772" y="166288"/>
                  <a:pt x="1092397" y="166288"/>
                </a:cubicBezTo>
                <a:cubicBezTo>
                  <a:pt x="1083460" y="166288"/>
                  <a:pt x="1071126" y="162953"/>
                  <a:pt x="1063912" y="151670"/>
                </a:cubicBezTo>
                <a:cubicBezTo>
                  <a:pt x="1059310" y="144488"/>
                  <a:pt x="1057640" y="134026"/>
                  <a:pt x="1057640" y="119100"/>
                </a:cubicBezTo>
                <a:lnTo>
                  <a:pt x="1128725" y="119100"/>
                </a:lnTo>
                <a:cubicBezTo>
                  <a:pt x="1131600" y="119100"/>
                  <a:pt x="1133426" y="117563"/>
                  <a:pt x="1133426" y="114745"/>
                </a:cubicBezTo>
                <a:cubicBezTo>
                  <a:pt x="1133426" y="93219"/>
                  <a:pt x="1122711" y="66306"/>
                  <a:pt x="1088217" y="66306"/>
                </a:cubicBezTo>
                <a:cubicBezTo>
                  <a:pt x="1061296" y="66306"/>
                  <a:pt x="1034642" y="87577"/>
                  <a:pt x="1034642" y="125257"/>
                </a:cubicBezTo>
                <a:cubicBezTo>
                  <a:pt x="1034642" y="139820"/>
                  <a:pt x="1037673" y="154184"/>
                  <a:pt x="1046402" y="164493"/>
                </a:cubicBezTo>
                <a:cubicBezTo>
                  <a:pt x="1055391" y="175100"/>
                  <a:pt x="1070341" y="181402"/>
                  <a:pt x="1087954" y="181402"/>
                </a:cubicBezTo>
                <a:cubicBezTo>
                  <a:pt x="1106772" y="181402"/>
                  <a:pt x="1123497" y="171925"/>
                  <a:pt x="1133426" y="158594"/>
                </a:cubicBezTo>
                <a:lnTo>
                  <a:pt x="1128202" y="152182"/>
                </a:lnTo>
                <a:close/>
                <a:moveTo>
                  <a:pt x="1225159" y="121164"/>
                </a:moveTo>
                <a:lnTo>
                  <a:pt x="1224114" y="151674"/>
                </a:lnTo>
                <a:cubicBezTo>
                  <a:pt x="1224114" y="155005"/>
                  <a:pt x="1222543" y="156799"/>
                  <a:pt x="1220453" y="158340"/>
                </a:cubicBezTo>
                <a:cubicBezTo>
                  <a:pt x="1213136" y="163723"/>
                  <a:pt x="1204251" y="168336"/>
                  <a:pt x="1196411" y="168336"/>
                </a:cubicBezTo>
                <a:cubicBezTo>
                  <a:pt x="1184651" y="168336"/>
                  <a:pt x="1177071" y="160646"/>
                  <a:pt x="1177071" y="152698"/>
                </a:cubicBezTo>
                <a:cubicBezTo>
                  <a:pt x="1177071" y="141161"/>
                  <a:pt x="1182558" y="132443"/>
                  <a:pt x="1202943" y="127060"/>
                </a:cubicBezTo>
                <a:lnTo>
                  <a:pt x="1225159" y="121164"/>
                </a:lnTo>
                <a:moveTo>
                  <a:pt x="1225159" y="166542"/>
                </a:moveTo>
                <a:cubicBezTo>
                  <a:pt x="1228189" y="176535"/>
                  <a:pt x="1235977" y="181402"/>
                  <a:pt x="1245544" y="181402"/>
                </a:cubicBezTo>
                <a:cubicBezTo>
                  <a:pt x="1252127" y="181402"/>
                  <a:pt x="1260179" y="179866"/>
                  <a:pt x="1266344" y="173462"/>
                </a:cubicBezTo>
                <a:lnTo>
                  <a:pt x="1264410" y="167105"/>
                </a:lnTo>
                <a:cubicBezTo>
                  <a:pt x="1261535" y="168082"/>
                  <a:pt x="1259341" y="168438"/>
                  <a:pt x="1257355" y="168438"/>
                </a:cubicBezTo>
                <a:cubicBezTo>
                  <a:pt x="1254739" y="168438"/>
                  <a:pt x="1251290" y="167977"/>
                  <a:pt x="1249671" y="166542"/>
                </a:cubicBezTo>
                <a:cubicBezTo>
                  <a:pt x="1247007" y="164185"/>
                  <a:pt x="1245332" y="157929"/>
                  <a:pt x="1245332" y="146545"/>
                </a:cubicBezTo>
                <a:cubicBezTo>
                  <a:pt x="1245332" y="139109"/>
                  <a:pt x="1246066" y="110655"/>
                  <a:pt x="1246066" y="107833"/>
                </a:cubicBezTo>
                <a:cubicBezTo>
                  <a:pt x="1246066" y="73225"/>
                  <a:pt x="1222806" y="66306"/>
                  <a:pt x="1202943" y="66306"/>
                </a:cubicBezTo>
                <a:cubicBezTo>
                  <a:pt x="1183080" y="66306"/>
                  <a:pt x="1171061" y="75786"/>
                  <a:pt x="1164525" y="81170"/>
                </a:cubicBezTo>
                <a:lnTo>
                  <a:pt x="1163744" y="82198"/>
                </a:lnTo>
                <a:lnTo>
                  <a:pt x="1168186" y="99372"/>
                </a:lnTo>
                <a:lnTo>
                  <a:pt x="1171584" y="99630"/>
                </a:lnTo>
                <a:cubicBezTo>
                  <a:pt x="1178901" y="88093"/>
                  <a:pt x="1187786" y="77839"/>
                  <a:pt x="1200331" y="77839"/>
                </a:cubicBezTo>
                <a:cubicBezTo>
                  <a:pt x="1209738" y="77839"/>
                  <a:pt x="1225418" y="79121"/>
                  <a:pt x="1225418" y="108091"/>
                </a:cubicBezTo>
                <a:cubicBezTo>
                  <a:pt x="1225418" y="109885"/>
                  <a:pt x="1224373" y="110909"/>
                  <a:pt x="1223587" y="111167"/>
                </a:cubicBezTo>
                <a:lnTo>
                  <a:pt x="1199286" y="116551"/>
                </a:lnTo>
                <a:cubicBezTo>
                  <a:pt x="1172628" y="122446"/>
                  <a:pt x="1155904" y="136290"/>
                  <a:pt x="1155904" y="153723"/>
                </a:cubicBezTo>
                <a:cubicBezTo>
                  <a:pt x="1155904" y="172692"/>
                  <a:pt x="1169231" y="181402"/>
                  <a:pt x="1188571" y="181402"/>
                </a:cubicBezTo>
                <a:cubicBezTo>
                  <a:pt x="1202943" y="181402"/>
                  <a:pt x="1210260" y="178075"/>
                  <a:pt x="1224114" y="166542"/>
                </a:cubicBezTo>
                <a:lnTo>
                  <a:pt x="1225159" y="166542"/>
                </a:lnTo>
                <a:close/>
                <a:moveTo>
                  <a:pt x="1335183" y="76556"/>
                </a:moveTo>
                <a:cubicBezTo>
                  <a:pt x="1345268" y="76556"/>
                  <a:pt x="1354416" y="83836"/>
                  <a:pt x="1361315" y="95525"/>
                </a:cubicBezTo>
                <a:lnTo>
                  <a:pt x="1364712" y="95271"/>
                </a:lnTo>
                <a:lnTo>
                  <a:pt x="1370722" y="74250"/>
                </a:lnTo>
                <a:lnTo>
                  <a:pt x="1370200" y="73484"/>
                </a:lnTo>
                <a:cubicBezTo>
                  <a:pt x="1362101" y="69382"/>
                  <a:pt x="1348510" y="66306"/>
                  <a:pt x="1335443" y="66306"/>
                </a:cubicBezTo>
                <a:cubicBezTo>
                  <a:pt x="1308262" y="66306"/>
                  <a:pt x="1279778" y="88093"/>
                  <a:pt x="1279778" y="122959"/>
                </a:cubicBezTo>
                <a:cubicBezTo>
                  <a:pt x="1279778" y="158594"/>
                  <a:pt x="1300422" y="181402"/>
                  <a:pt x="1332308" y="181402"/>
                </a:cubicBezTo>
                <a:cubicBezTo>
                  <a:pt x="1347988" y="181402"/>
                  <a:pt x="1360270" y="176281"/>
                  <a:pt x="1370722" y="163211"/>
                </a:cubicBezTo>
                <a:lnTo>
                  <a:pt x="1365757" y="157824"/>
                </a:lnTo>
                <a:lnTo>
                  <a:pt x="1364712" y="157824"/>
                </a:lnTo>
                <a:cubicBezTo>
                  <a:pt x="1354783" y="166542"/>
                  <a:pt x="1346473" y="168595"/>
                  <a:pt x="1336751" y="168595"/>
                </a:cubicBezTo>
                <a:cubicBezTo>
                  <a:pt x="1317673" y="168595"/>
                  <a:pt x="1302775" y="151674"/>
                  <a:pt x="1302775" y="121676"/>
                </a:cubicBezTo>
                <a:cubicBezTo>
                  <a:pt x="1302775" y="93477"/>
                  <a:pt x="1317933" y="76556"/>
                  <a:pt x="1335183" y="76556"/>
                </a:cubicBezTo>
                <a:close/>
                <a:moveTo>
                  <a:pt x="1426391" y="88606"/>
                </a:moveTo>
                <a:lnTo>
                  <a:pt x="1426391" y="50437"/>
                </a:lnTo>
                <a:cubicBezTo>
                  <a:pt x="1426391" y="31491"/>
                  <a:pt x="1427487" y="18281"/>
                  <a:pt x="1428739" y="2561"/>
                </a:cubicBezTo>
                <a:cubicBezTo>
                  <a:pt x="1428739" y="770"/>
                  <a:pt x="1428010" y="0"/>
                  <a:pt x="1426391" y="0"/>
                </a:cubicBezTo>
                <a:cubicBezTo>
                  <a:pt x="1419855" y="2561"/>
                  <a:pt x="1414264" y="4355"/>
                  <a:pt x="1403653" y="5121"/>
                </a:cubicBezTo>
                <a:lnTo>
                  <a:pt x="1403130" y="5892"/>
                </a:lnTo>
                <a:cubicBezTo>
                  <a:pt x="1405168" y="16846"/>
                  <a:pt x="1405483" y="36101"/>
                  <a:pt x="1405483" y="55554"/>
                </a:cubicBezTo>
                <a:lnTo>
                  <a:pt x="1405483" y="132717"/>
                </a:lnTo>
                <a:cubicBezTo>
                  <a:pt x="1405483" y="151799"/>
                  <a:pt x="1405168" y="164521"/>
                  <a:pt x="1403130" y="178884"/>
                </a:cubicBezTo>
                <a:lnTo>
                  <a:pt x="1403653" y="179651"/>
                </a:lnTo>
                <a:cubicBezTo>
                  <a:pt x="1406787" y="179139"/>
                  <a:pt x="1412801" y="178884"/>
                  <a:pt x="1415935" y="178884"/>
                </a:cubicBezTo>
                <a:cubicBezTo>
                  <a:pt x="1419073" y="178884"/>
                  <a:pt x="1425083" y="179139"/>
                  <a:pt x="1428217" y="179651"/>
                </a:cubicBezTo>
                <a:lnTo>
                  <a:pt x="1428739" y="178884"/>
                </a:lnTo>
                <a:cubicBezTo>
                  <a:pt x="1426809" y="164212"/>
                  <a:pt x="1426391" y="152210"/>
                  <a:pt x="1426391" y="132717"/>
                </a:cubicBezTo>
                <a:lnTo>
                  <a:pt x="1426391" y="102711"/>
                </a:lnTo>
                <a:cubicBezTo>
                  <a:pt x="1439718" y="87323"/>
                  <a:pt x="1455030" y="81682"/>
                  <a:pt x="1464282" y="81682"/>
                </a:cubicBezTo>
                <a:cubicBezTo>
                  <a:pt x="1477613" y="81682"/>
                  <a:pt x="1483100" y="86811"/>
                  <a:pt x="1483100" y="107582"/>
                </a:cubicBezTo>
                <a:lnTo>
                  <a:pt x="1483100" y="132717"/>
                </a:lnTo>
                <a:cubicBezTo>
                  <a:pt x="1483100" y="151956"/>
                  <a:pt x="1482837" y="165084"/>
                  <a:pt x="1480747" y="178884"/>
                </a:cubicBezTo>
                <a:lnTo>
                  <a:pt x="1481270" y="179651"/>
                </a:lnTo>
                <a:cubicBezTo>
                  <a:pt x="1484408" y="179139"/>
                  <a:pt x="1490417" y="178884"/>
                  <a:pt x="1493552" y="178884"/>
                </a:cubicBezTo>
                <a:cubicBezTo>
                  <a:pt x="1496690" y="178884"/>
                  <a:pt x="1502700" y="179139"/>
                  <a:pt x="1505838" y="179651"/>
                </a:cubicBezTo>
                <a:lnTo>
                  <a:pt x="1506360" y="178884"/>
                </a:lnTo>
                <a:cubicBezTo>
                  <a:pt x="1504267" y="164212"/>
                  <a:pt x="1504008" y="152210"/>
                  <a:pt x="1504008" y="132717"/>
                </a:cubicBezTo>
                <a:cubicBezTo>
                  <a:pt x="1504008" y="124511"/>
                  <a:pt x="1504530" y="115022"/>
                  <a:pt x="1504530" y="106816"/>
                </a:cubicBezTo>
                <a:cubicBezTo>
                  <a:pt x="1504530" y="80141"/>
                  <a:pt x="1495645" y="66306"/>
                  <a:pt x="1472122" y="66306"/>
                </a:cubicBezTo>
                <a:cubicBezTo>
                  <a:pt x="1462192" y="66306"/>
                  <a:pt x="1443638" y="70153"/>
                  <a:pt x="1426913" y="89376"/>
                </a:cubicBezTo>
                <a:lnTo>
                  <a:pt x="1426391" y="88606"/>
                </a:lnTo>
                <a:close/>
                <a:moveTo>
                  <a:pt x="1621085" y="69058"/>
                </a:moveTo>
                <a:cubicBezTo>
                  <a:pt x="1615753" y="69058"/>
                  <a:pt x="1610214" y="68956"/>
                  <a:pt x="1606972" y="68546"/>
                </a:cubicBezTo>
                <a:cubicBezTo>
                  <a:pt x="1605198" y="72749"/>
                  <a:pt x="1603786" y="75208"/>
                  <a:pt x="1601226" y="79051"/>
                </a:cubicBezTo>
                <a:lnTo>
                  <a:pt x="1602530" y="80845"/>
                </a:lnTo>
                <a:cubicBezTo>
                  <a:pt x="1607028" y="80536"/>
                  <a:pt x="1615127" y="80384"/>
                  <a:pt x="1621085" y="80333"/>
                </a:cubicBezTo>
                <a:lnTo>
                  <a:pt x="1621085" y="115386"/>
                </a:lnTo>
                <a:cubicBezTo>
                  <a:pt x="1621085" y="130739"/>
                  <a:pt x="1620303" y="149164"/>
                  <a:pt x="1620303" y="156839"/>
                </a:cubicBezTo>
                <a:cubicBezTo>
                  <a:pt x="1620303" y="173478"/>
                  <a:pt x="1631277" y="181402"/>
                  <a:pt x="1643300" y="181402"/>
                </a:cubicBezTo>
                <a:cubicBezTo>
                  <a:pt x="1654278" y="181402"/>
                  <a:pt x="1662641" y="178845"/>
                  <a:pt x="1673615" y="171945"/>
                </a:cubicBezTo>
                <a:lnTo>
                  <a:pt x="1670429" y="165639"/>
                </a:lnTo>
                <a:cubicBezTo>
                  <a:pt x="1662378" y="168356"/>
                  <a:pt x="1656368" y="168614"/>
                  <a:pt x="1649832" y="167590"/>
                </a:cubicBezTo>
                <a:cubicBezTo>
                  <a:pt x="1643615" y="166616"/>
                  <a:pt x="1641211" y="160471"/>
                  <a:pt x="1641211" y="146603"/>
                </a:cubicBezTo>
                <a:cubicBezTo>
                  <a:pt x="1641211" y="138929"/>
                  <a:pt x="1641992" y="127924"/>
                  <a:pt x="1641992" y="112575"/>
                </a:cubicBezTo>
                <a:lnTo>
                  <a:pt x="1641992" y="80333"/>
                </a:lnTo>
                <a:lnTo>
                  <a:pt x="1651926" y="80333"/>
                </a:lnTo>
                <a:cubicBezTo>
                  <a:pt x="1658198" y="80333"/>
                  <a:pt x="1667290" y="80536"/>
                  <a:pt x="1670740" y="80845"/>
                </a:cubicBezTo>
                <a:cubicBezTo>
                  <a:pt x="1671525" y="76748"/>
                  <a:pt x="1672311" y="74132"/>
                  <a:pt x="1673878" y="70340"/>
                </a:cubicBezTo>
                <a:lnTo>
                  <a:pt x="1672570" y="68546"/>
                </a:lnTo>
                <a:cubicBezTo>
                  <a:pt x="1667865" y="68753"/>
                  <a:pt x="1660288" y="69058"/>
                  <a:pt x="1654278" y="69058"/>
                </a:cubicBezTo>
                <a:lnTo>
                  <a:pt x="1641992" y="69058"/>
                </a:lnTo>
                <a:cubicBezTo>
                  <a:pt x="1641992" y="49893"/>
                  <a:pt x="1642152" y="46512"/>
                  <a:pt x="1643300" y="31652"/>
                </a:cubicBezTo>
                <a:cubicBezTo>
                  <a:pt x="1643300" y="29806"/>
                  <a:pt x="1642571" y="29091"/>
                  <a:pt x="1640948" y="29091"/>
                </a:cubicBezTo>
                <a:cubicBezTo>
                  <a:pt x="1634416" y="31652"/>
                  <a:pt x="1631174" y="34369"/>
                  <a:pt x="1622656" y="35495"/>
                </a:cubicBezTo>
                <a:lnTo>
                  <a:pt x="1622133" y="36265"/>
                </a:lnTo>
                <a:cubicBezTo>
                  <a:pt x="1621611" y="45182"/>
                  <a:pt x="1621085" y="54198"/>
                  <a:pt x="1621085" y="69058"/>
                </a:cubicBezTo>
                <a:close/>
                <a:moveTo>
                  <a:pt x="1695045" y="126290"/>
                </a:moveTo>
                <a:cubicBezTo>
                  <a:pt x="1695045" y="157054"/>
                  <a:pt x="1715690" y="181402"/>
                  <a:pt x="1750451" y="181402"/>
                </a:cubicBezTo>
                <a:cubicBezTo>
                  <a:pt x="1784945" y="181402"/>
                  <a:pt x="1805852" y="157570"/>
                  <a:pt x="1805852" y="123983"/>
                </a:cubicBezTo>
                <a:cubicBezTo>
                  <a:pt x="1805852" y="89118"/>
                  <a:pt x="1786775" y="66306"/>
                  <a:pt x="1751496" y="66306"/>
                </a:cubicBezTo>
                <a:cubicBezTo>
                  <a:pt x="1717257" y="66306"/>
                  <a:pt x="1695045" y="89888"/>
                  <a:pt x="1695045" y="126290"/>
                </a:cubicBezTo>
                <a:moveTo>
                  <a:pt x="1749665" y="76556"/>
                </a:moveTo>
                <a:cubicBezTo>
                  <a:pt x="1777368" y="76556"/>
                  <a:pt x="1782855" y="97578"/>
                  <a:pt x="1782855" y="128600"/>
                </a:cubicBezTo>
                <a:cubicBezTo>
                  <a:pt x="1782855" y="152952"/>
                  <a:pt x="1770310" y="171155"/>
                  <a:pt x="1752800" y="171155"/>
                </a:cubicBezTo>
                <a:cubicBezTo>
                  <a:pt x="1725101" y="171155"/>
                  <a:pt x="1718043" y="141674"/>
                  <a:pt x="1718043" y="121934"/>
                </a:cubicBezTo>
                <a:cubicBezTo>
                  <a:pt x="1718043" y="99630"/>
                  <a:pt x="1725101" y="76556"/>
                  <a:pt x="1749665" y="76556"/>
                </a:cubicBezTo>
                <a:close/>
                <a:moveTo>
                  <a:pt x="1827546" y="126290"/>
                </a:moveTo>
                <a:cubicBezTo>
                  <a:pt x="1827546" y="157054"/>
                  <a:pt x="1848190" y="181402"/>
                  <a:pt x="1882951" y="181402"/>
                </a:cubicBezTo>
                <a:cubicBezTo>
                  <a:pt x="1917445" y="181402"/>
                  <a:pt x="1938352" y="157570"/>
                  <a:pt x="1938352" y="123983"/>
                </a:cubicBezTo>
                <a:cubicBezTo>
                  <a:pt x="1938352" y="89118"/>
                  <a:pt x="1919275" y="66306"/>
                  <a:pt x="1883996" y="66306"/>
                </a:cubicBezTo>
                <a:cubicBezTo>
                  <a:pt x="1849757" y="66306"/>
                  <a:pt x="1827546" y="89888"/>
                  <a:pt x="1827546" y="126290"/>
                </a:cubicBezTo>
                <a:moveTo>
                  <a:pt x="1882165" y="76556"/>
                </a:moveTo>
                <a:cubicBezTo>
                  <a:pt x="1909868" y="76556"/>
                  <a:pt x="1915355" y="97578"/>
                  <a:pt x="1915355" y="128600"/>
                </a:cubicBezTo>
                <a:cubicBezTo>
                  <a:pt x="1915355" y="152952"/>
                  <a:pt x="1902810" y="171155"/>
                  <a:pt x="1885300" y="171155"/>
                </a:cubicBezTo>
                <a:cubicBezTo>
                  <a:pt x="1857601" y="171155"/>
                  <a:pt x="1850543" y="141674"/>
                  <a:pt x="1850543" y="121934"/>
                </a:cubicBezTo>
                <a:cubicBezTo>
                  <a:pt x="1850543" y="99630"/>
                  <a:pt x="1857601" y="76556"/>
                  <a:pt x="1882165" y="76556"/>
                </a:cubicBezTo>
                <a:close/>
                <a:moveTo>
                  <a:pt x="1971806" y="127627"/>
                </a:moveTo>
                <a:cubicBezTo>
                  <a:pt x="1971806" y="146697"/>
                  <a:pt x="1971439" y="165146"/>
                  <a:pt x="1969453" y="178884"/>
                </a:cubicBezTo>
                <a:lnTo>
                  <a:pt x="1969975" y="179651"/>
                </a:lnTo>
                <a:cubicBezTo>
                  <a:pt x="1973110" y="179139"/>
                  <a:pt x="1979123" y="178884"/>
                  <a:pt x="1982257" y="178884"/>
                </a:cubicBezTo>
                <a:cubicBezTo>
                  <a:pt x="1985396" y="178884"/>
                  <a:pt x="1991405" y="179139"/>
                  <a:pt x="1994540" y="179651"/>
                </a:cubicBezTo>
                <a:lnTo>
                  <a:pt x="1995062" y="178884"/>
                </a:lnTo>
                <a:cubicBezTo>
                  <a:pt x="1993024" y="164274"/>
                  <a:pt x="1992713" y="146901"/>
                  <a:pt x="1992713" y="127627"/>
                </a:cubicBezTo>
                <a:lnTo>
                  <a:pt x="1992713" y="50746"/>
                </a:lnTo>
                <a:cubicBezTo>
                  <a:pt x="1992713" y="31526"/>
                  <a:pt x="1993810" y="18762"/>
                  <a:pt x="1995062" y="2565"/>
                </a:cubicBezTo>
                <a:cubicBezTo>
                  <a:pt x="1995062" y="770"/>
                  <a:pt x="1994332" y="0"/>
                  <a:pt x="1992713" y="0"/>
                </a:cubicBezTo>
                <a:cubicBezTo>
                  <a:pt x="1986177" y="2565"/>
                  <a:pt x="1980587" y="4359"/>
                  <a:pt x="1969975" y="5129"/>
                </a:cubicBezTo>
                <a:lnTo>
                  <a:pt x="1969453" y="5896"/>
                </a:lnTo>
                <a:cubicBezTo>
                  <a:pt x="1971491" y="16866"/>
                  <a:pt x="1971806" y="35882"/>
                  <a:pt x="1971806" y="55359"/>
                </a:cubicBezTo>
                <a:lnTo>
                  <a:pt x="1971806" y="127627"/>
                </a:lnTo>
                <a:close/>
                <a:moveTo>
                  <a:pt x="2028251" y="167570"/>
                </a:moveTo>
                <a:cubicBezTo>
                  <a:pt x="2030552" y="176124"/>
                  <a:pt x="2034213" y="179612"/>
                  <a:pt x="2042364" y="181402"/>
                </a:cubicBezTo>
                <a:lnTo>
                  <a:pt x="2043413" y="181402"/>
                </a:lnTo>
                <a:cubicBezTo>
                  <a:pt x="2050782" y="179612"/>
                  <a:pt x="2054857" y="175819"/>
                  <a:pt x="2057521" y="167570"/>
                </a:cubicBezTo>
                <a:lnTo>
                  <a:pt x="2057521" y="166542"/>
                </a:lnTo>
                <a:cubicBezTo>
                  <a:pt x="2055121" y="159317"/>
                  <a:pt x="2050989" y="155372"/>
                  <a:pt x="2043413" y="152706"/>
                </a:cubicBezTo>
                <a:lnTo>
                  <a:pt x="2042364" y="152706"/>
                </a:lnTo>
                <a:cubicBezTo>
                  <a:pt x="2034472" y="155834"/>
                  <a:pt x="2030656" y="159728"/>
                  <a:pt x="2028251" y="166542"/>
                </a:cubicBezTo>
                <a:lnTo>
                  <a:pt x="2028251" y="167570"/>
                </a:lnTo>
                <a:close/>
                <a:moveTo>
                  <a:pt x="2248825" y="13762"/>
                </a:moveTo>
                <a:lnTo>
                  <a:pt x="2180874" y="13762"/>
                </a:lnTo>
                <a:cubicBezTo>
                  <a:pt x="2171990" y="13762"/>
                  <a:pt x="2167547" y="12995"/>
                  <a:pt x="2167547" y="12995"/>
                </a:cubicBezTo>
                <a:lnTo>
                  <a:pt x="2167025" y="13762"/>
                </a:lnTo>
                <a:cubicBezTo>
                  <a:pt x="2169114" y="28368"/>
                  <a:pt x="2169637" y="45800"/>
                  <a:pt x="2169637" y="65027"/>
                </a:cubicBezTo>
                <a:lnTo>
                  <a:pt x="2169637" y="127748"/>
                </a:lnTo>
                <a:cubicBezTo>
                  <a:pt x="2169637" y="146924"/>
                  <a:pt x="2169114" y="165080"/>
                  <a:pt x="2167025" y="178884"/>
                </a:cubicBezTo>
                <a:lnTo>
                  <a:pt x="2167284" y="179651"/>
                </a:lnTo>
                <a:cubicBezTo>
                  <a:pt x="2167284" y="179651"/>
                  <a:pt x="2171730" y="178884"/>
                  <a:pt x="2180874" y="178884"/>
                </a:cubicBezTo>
                <a:cubicBezTo>
                  <a:pt x="2189763" y="178884"/>
                  <a:pt x="2194205" y="179651"/>
                  <a:pt x="2194205" y="179651"/>
                </a:cubicBezTo>
                <a:lnTo>
                  <a:pt x="2194728" y="178884"/>
                </a:lnTo>
                <a:cubicBezTo>
                  <a:pt x="2192634" y="164310"/>
                  <a:pt x="2192112" y="146924"/>
                  <a:pt x="2192112" y="127748"/>
                </a:cubicBezTo>
                <a:lnTo>
                  <a:pt x="2192112" y="97832"/>
                </a:lnTo>
                <a:cubicBezTo>
                  <a:pt x="2204657" y="97832"/>
                  <a:pt x="2232360" y="98602"/>
                  <a:pt x="2250392" y="100389"/>
                </a:cubicBezTo>
                <a:lnTo>
                  <a:pt x="2251178" y="99623"/>
                </a:lnTo>
                <a:cubicBezTo>
                  <a:pt x="2250651" y="97320"/>
                  <a:pt x="2250392" y="93735"/>
                  <a:pt x="2250392" y="91428"/>
                </a:cubicBezTo>
                <a:cubicBezTo>
                  <a:pt x="2250392" y="89122"/>
                  <a:pt x="2250651" y="85537"/>
                  <a:pt x="2251178" y="83230"/>
                </a:cubicBezTo>
                <a:lnTo>
                  <a:pt x="2250392" y="82460"/>
                </a:lnTo>
                <a:cubicBezTo>
                  <a:pt x="2234972" y="83742"/>
                  <a:pt x="2222953" y="85024"/>
                  <a:pt x="2192112" y="85024"/>
                </a:cubicBezTo>
                <a:lnTo>
                  <a:pt x="2192112" y="65027"/>
                </a:lnTo>
                <a:cubicBezTo>
                  <a:pt x="2192112" y="60668"/>
                  <a:pt x="2192375" y="34263"/>
                  <a:pt x="2194205" y="28113"/>
                </a:cubicBezTo>
                <a:cubicBezTo>
                  <a:pt x="2229221" y="28113"/>
                  <a:pt x="2265286" y="31186"/>
                  <a:pt x="2265286" y="31186"/>
                </a:cubicBezTo>
                <a:lnTo>
                  <a:pt x="2265813" y="30162"/>
                </a:lnTo>
                <a:cubicBezTo>
                  <a:pt x="2265549" y="28113"/>
                  <a:pt x="2265286" y="24783"/>
                  <a:pt x="2265286" y="22476"/>
                </a:cubicBezTo>
                <a:cubicBezTo>
                  <a:pt x="2265286" y="20423"/>
                  <a:pt x="2265549" y="17350"/>
                  <a:pt x="2265813" y="13762"/>
                </a:cubicBezTo>
                <a:lnTo>
                  <a:pt x="2265286" y="12995"/>
                </a:lnTo>
                <a:cubicBezTo>
                  <a:pt x="2261107" y="13507"/>
                  <a:pt x="2255098" y="13762"/>
                  <a:pt x="2248825" y="13762"/>
                </a:cubicBezTo>
                <a:close/>
                <a:moveTo>
                  <a:pt x="2284105" y="126290"/>
                </a:moveTo>
                <a:cubicBezTo>
                  <a:pt x="2284105" y="157054"/>
                  <a:pt x="2304749" y="181402"/>
                  <a:pt x="2339510" y="181402"/>
                </a:cubicBezTo>
                <a:cubicBezTo>
                  <a:pt x="2374004" y="181402"/>
                  <a:pt x="2394911" y="157570"/>
                  <a:pt x="2394911" y="123983"/>
                </a:cubicBezTo>
                <a:cubicBezTo>
                  <a:pt x="2394911" y="89118"/>
                  <a:pt x="2375834" y="66306"/>
                  <a:pt x="2340555" y="66306"/>
                </a:cubicBezTo>
                <a:cubicBezTo>
                  <a:pt x="2306316" y="66306"/>
                  <a:pt x="2284105" y="89888"/>
                  <a:pt x="2284105" y="126290"/>
                </a:cubicBezTo>
                <a:moveTo>
                  <a:pt x="2338724" y="76556"/>
                </a:moveTo>
                <a:cubicBezTo>
                  <a:pt x="2366427" y="76556"/>
                  <a:pt x="2371914" y="97578"/>
                  <a:pt x="2371914" y="128600"/>
                </a:cubicBezTo>
                <a:cubicBezTo>
                  <a:pt x="2371914" y="152952"/>
                  <a:pt x="2359369" y="171155"/>
                  <a:pt x="2341859" y="171155"/>
                </a:cubicBezTo>
                <a:cubicBezTo>
                  <a:pt x="2314160" y="171155"/>
                  <a:pt x="2307102" y="141674"/>
                  <a:pt x="2307102" y="121934"/>
                </a:cubicBezTo>
                <a:cubicBezTo>
                  <a:pt x="2307102" y="99630"/>
                  <a:pt x="2314160" y="76556"/>
                  <a:pt x="2338724" y="76556"/>
                </a:cubicBezTo>
                <a:close/>
                <a:moveTo>
                  <a:pt x="2448487" y="93219"/>
                </a:moveTo>
                <a:lnTo>
                  <a:pt x="2448487" y="69895"/>
                </a:lnTo>
                <a:cubicBezTo>
                  <a:pt x="2448487" y="67897"/>
                  <a:pt x="2448172" y="67334"/>
                  <a:pt x="2446919" y="67334"/>
                </a:cubicBezTo>
                <a:cubicBezTo>
                  <a:pt x="2441065" y="68460"/>
                  <a:pt x="2431710" y="68663"/>
                  <a:pt x="2425749" y="68100"/>
                </a:cubicBezTo>
                <a:lnTo>
                  <a:pt x="2425226" y="68870"/>
                </a:lnTo>
                <a:cubicBezTo>
                  <a:pt x="2427057" y="79938"/>
                  <a:pt x="2427579" y="99376"/>
                  <a:pt x="2427579" y="118611"/>
                </a:cubicBezTo>
                <a:lnTo>
                  <a:pt x="2427579" y="132717"/>
                </a:lnTo>
                <a:cubicBezTo>
                  <a:pt x="2427579" y="151952"/>
                  <a:pt x="2427268" y="165084"/>
                  <a:pt x="2425226" y="178884"/>
                </a:cubicBezTo>
                <a:lnTo>
                  <a:pt x="2425749" y="179651"/>
                </a:lnTo>
                <a:cubicBezTo>
                  <a:pt x="2428887" y="179139"/>
                  <a:pt x="2434896" y="178884"/>
                  <a:pt x="2438035" y="178884"/>
                </a:cubicBezTo>
                <a:cubicBezTo>
                  <a:pt x="2441169" y="178884"/>
                  <a:pt x="2447179" y="179139"/>
                  <a:pt x="2450317" y="179651"/>
                </a:cubicBezTo>
                <a:lnTo>
                  <a:pt x="2450839" y="178884"/>
                </a:lnTo>
                <a:cubicBezTo>
                  <a:pt x="2448905" y="164263"/>
                  <a:pt x="2448487" y="152210"/>
                  <a:pt x="2448487" y="132717"/>
                </a:cubicBezTo>
                <a:lnTo>
                  <a:pt x="2448487" y="119381"/>
                </a:lnTo>
                <a:cubicBezTo>
                  <a:pt x="2448487" y="108607"/>
                  <a:pt x="2451780" y="102453"/>
                  <a:pt x="2457371" y="93989"/>
                </a:cubicBezTo>
                <a:cubicBezTo>
                  <a:pt x="2461188" y="88297"/>
                  <a:pt x="2467042" y="85013"/>
                  <a:pt x="2472006" y="85013"/>
                </a:cubicBezTo>
                <a:cubicBezTo>
                  <a:pt x="2477234" y="85013"/>
                  <a:pt x="2482199" y="85525"/>
                  <a:pt x="2485596" y="88602"/>
                </a:cubicBezTo>
                <a:lnTo>
                  <a:pt x="2487686" y="88090"/>
                </a:lnTo>
                <a:lnTo>
                  <a:pt x="2492914" y="69124"/>
                </a:lnTo>
                <a:lnTo>
                  <a:pt x="2491869" y="68100"/>
                </a:lnTo>
                <a:cubicBezTo>
                  <a:pt x="2487427" y="66822"/>
                  <a:pt x="2487164" y="66306"/>
                  <a:pt x="2482462" y="66306"/>
                </a:cubicBezTo>
                <a:cubicBezTo>
                  <a:pt x="2468349" y="66306"/>
                  <a:pt x="2460769" y="74250"/>
                  <a:pt x="2449272" y="93731"/>
                </a:cubicBezTo>
                <a:lnTo>
                  <a:pt x="2448487" y="93219"/>
                </a:lnTo>
                <a:close/>
                <a:moveTo>
                  <a:pt x="2593267" y="69058"/>
                </a:moveTo>
                <a:cubicBezTo>
                  <a:pt x="2587935" y="69058"/>
                  <a:pt x="2582396" y="68956"/>
                  <a:pt x="2579154" y="68546"/>
                </a:cubicBezTo>
                <a:cubicBezTo>
                  <a:pt x="2577380" y="72749"/>
                  <a:pt x="2575968" y="75208"/>
                  <a:pt x="2573408" y="79051"/>
                </a:cubicBezTo>
                <a:lnTo>
                  <a:pt x="2574712" y="80845"/>
                </a:lnTo>
                <a:cubicBezTo>
                  <a:pt x="2579210" y="80536"/>
                  <a:pt x="2587309" y="80384"/>
                  <a:pt x="2593267" y="80333"/>
                </a:cubicBezTo>
                <a:lnTo>
                  <a:pt x="2593267" y="115386"/>
                </a:lnTo>
                <a:cubicBezTo>
                  <a:pt x="2593267" y="130739"/>
                  <a:pt x="2592485" y="149164"/>
                  <a:pt x="2592485" y="156839"/>
                </a:cubicBezTo>
                <a:cubicBezTo>
                  <a:pt x="2592485" y="173478"/>
                  <a:pt x="2603459" y="181402"/>
                  <a:pt x="2615482" y="181402"/>
                </a:cubicBezTo>
                <a:cubicBezTo>
                  <a:pt x="2626461" y="181402"/>
                  <a:pt x="2634823" y="178845"/>
                  <a:pt x="2645797" y="171945"/>
                </a:cubicBezTo>
                <a:lnTo>
                  <a:pt x="2642611" y="165639"/>
                </a:lnTo>
                <a:cubicBezTo>
                  <a:pt x="2634560" y="168356"/>
                  <a:pt x="2628550" y="168614"/>
                  <a:pt x="2622014" y="167590"/>
                </a:cubicBezTo>
                <a:cubicBezTo>
                  <a:pt x="2615797" y="166616"/>
                  <a:pt x="2613393" y="160471"/>
                  <a:pt x="2613393" y="146603"/>
                </a:cubicBezTo>
                <a:cubicBezTo>
                  <a:pt x="2613393" y="138929"/>
                  <a:pt x="2614174" y="127924"/>
                  <a:pt x="2614174" y="112575"/>
                </a:cubicBezTo>
                <a:lnTo>
                  <a:pt x="2614174" y="80333"/>
                </a:lnTo>
                <a:lnTo>
                  <a:pt x="2624108" y="80333"/>
                </a:lnTo>
                <a:cubicBezTo>
                  <a:pt x="2630380" y="80333"/>
                  <a:pt x="2639472" y="80536"/>
                  <a:pt x="2642922" y="80845"/>
                </a:cubicBezTo>
                <a:cubicBezTo>
                  <a:pt x="2643707" y="76748"/>
                  <a:pt x="2644493" y="74132"/>
                  <a:pt x="2646060" y="70340"/>
                </a:cubicBezTo>
                <a:lnTo>
                  <a:pt x="2644752" y="68546"/>
                </a:lnTo>
                <a:cubicBezTo>
                  <a:pt x="2640047" y="68753"/>
                  <a:pt x="2632470" y="69058"/>
                  <a:pt x="2626461" y="69058"/>
                </a:cubicBezTo>
                <a:lnTo>
                  <a:pt x="2614174" y="69058"/>
                </a:lnTo>
                <a:cubicBezTo>
                  <a:pt x="2614174" y="49893"/>
                  <a:pt x="2614334" y="46512"/>
                  <a:pt x="2615482" y="31652"/>
                </a:cubicBezTo>
                <a:cubicBezTo>
                  <a:pt x="2615482" y="29806"/>
                  <a:pt x="2614753" y="29091"/>
                  <a:pt x="2613130" y="29091"/>
                </a:cubicBezTo>
                <a:cubicBezTo>
                  <a:pt x="2606598" y="31652"/>
                  <a:pt x="2603356" y="34369"/>
                  <a:pt x="2594838" y="35495"/>
                </a:cubicBezTo>
                <a:lnTo>
                  <a:pt x="2594316" y="36265"/>
                </a:lnTo>
                <a:cubicBezTo>
                  <a:pt x="2593793" y="45182"/>
                  <a:pt x="2593267" y="54198"/>
                  <a:pt x="2593267" y="69058"/>
                </a:cubicBezTo>
                <a:close/>
                <a:moveTo>
                  <a:pt x="2701726" y="88606"/>
                </a:moveTo>
                <a:lnTo>
                  <a:pt x="2701726" y="50437"/>
                </a:lnTo>
                <a:cubicBezTo>
                  <a:pt x="2701726" y="31491"/>
                  <a:pt x="2702823" y="18281"/>
                  <a:pt x="2704075" y="2561"/>
                </a:cubicBezTo>
                <a:cubicBezTo>
                  <a:pt x="2704075" y="770"/>
                  <a:pt x="2703345" y="0"/>
                  <a:pt x="2701726" y="0"/>
                </a:cubicBezTo>
                <a:cubicBezTo>
                  <a:pt x="2695190" y="2561"/>
                  <a:pt x="2689599" y="4355"/>
                  <a:pt x="2678988" y="5121"/>
                </a:cubicBezTo>
                <a:lnTo>
                  <a:pt x="2678466" y="5892"/>
                </a:lnTo>
                <a:cubicBezTo>
                  <a:pt x="2680503" y="16846"/>
                  <a:pt x="2680818" y="36101"/>
                  <a:pt x="2680818" y="55554"/>
                </a:cubicBezTo>
                <a:lnTo>
                  <a:pt x="2680818" y="132717"/>
                </a:lnTo>
                <a:cubicBezTo>
                  <a:pt x="2680818" y="151799"/>
                  <a:pt x="2680503" y="164521"/>
                  <a:pt x="2678466" y="178884"/>
                </a:cubicBezTo>
                <a:lnTo>
                  <a:pt x="2678988" y="179651"/>
                </a:lnTo>
                <a:cubicBezTo>
                  <a:pt x="2682122" y="179139"/>
                  <a:pt x="2688136" y="178884"/>
                  <a:pt x="2691270" y="178884"/>
                </a:cubicBezTo>
                <a:cubicBezTo>
                  <a:pt x="2694409" y="178884"/>
                  <a:pt x="2700418" y="179139"/>
                  <a:pt x="2703552" y="179651"/>
                </a:cubicBezTo>
                <a:lnTo>
                  <a:pt x="2704075" y="178884"/>
                </a:lnTo>
                <a:cubicBezTo>
                  <a:pt x="2702145" y="164212"/>
                  <a:pt x="2701726" y="152210"/>
                  <a:pt x="2701726" y="132717"/>
                </a:cubicBezTo>
                <a:lnTo>
                  <a:pt x="2701726" y="102711"/>
                </a:lnTo>
                <a:cubicBezTo>
                  <a:pt x="2715053" y="87323"/>
                  <a:pt x="2730366" y="81682"/>
                  <a:pt x="2739617" y="81682"/>
                </a:cubicBezTo>
                <a:cubicBezTo>
                  <a:pt x="2752948" y="81682"/>
                  <a:pt x="2758435" y="86811"/>
                  <a:pt x="2758435" y="107582"/>
                </a:cubicBezTo>
                <a:lnTo>
                  <a:pt x="2758435" y="132717"/>
                </a:lnTo>
                <a:cubicBezTo>
                  <a:pt x="2758435" y="151956"/>
                  <a:pt x="2758172" y="165084"/>
                  <a:pt x="2756083" y="178884"/>
                </a:cubicBezTo>
                <a:lnTo>
                  <a:pt x="2756605" y="179651"/>
                </a:lnTo>
                <a:cubicBezTo>
                  <a:pt x="2759743" y="179139"/>
                  <a:pt x="2765753" y="178884"/>
                  <a:pt x="2768887" y="178884"/>
                </a:cubicBezTo>
                <a:cubicBezTo>
                  <a:pt x="2772026" y="178884"/>
                  <a:pt x="2778035" y="179139"/>
                  <a:pt x="2781173" y="179651"/>
                </a:cubicBezTo>
                <a:lnTo>
                  <a:pt x="2781696" y="178884"/>
                </a:lnTo>
                <a:cubicBezTo>
                  <a:pt x="2779602" y="164212"/>
                  <a:pt x="2779343" y="152210"/>
                  <a:pt x="2779343" y="132717"/>
                </a:cubicBezTo>
                <a:cubicBezTo>
                  <a:pt x="2779343" y="124511"/>
                  <a:pt x="2779865" y="115022"/>
                  <a:pt x="2779865" y="106816"/>
                </a:cubicBezTo>
                <a:cubicBezTo>
                  <a:pt x="2779865" y="80141"/>
                  <a:pt x="2770981" y="66306"/>
                  <a:pt x="2747457" y="66306"/>
                </a:cubicBezTo>
                <a:cubicBezTo>
                  <a:pt x="2737528" y="66306"/>
                  <a:pt x="2718973" y="70153"/>
                  <a:pt x="2702248" y="89376"/>
                </a:cubicBezTo>
                <a:lnTo>
                  <a:pt x="2701726" y="88606"/>
                </a:lnTo>
                <a:close/>
                <a:moveTo>
                  <a:pt x="2833441" y="108853"/>
                </a:moveTo>
                <a:cubicBezTo>
                  <a:pt x="2837884" y="82194"/>
                  <a:pt x="2855027" y="76556"/>
                  <a:pt x="2863234" y="76556"/>
                </a:cubicBezTo>
                <a:cubicBezTo>
                  <a:pt x="2873582" y="76556"/>
                  <a:pt x="2885186" y="86041"/>
                  <a:pt x="2885186" y="105264"/>
                </a:cubicBezTo>
                <a:cubicBezTo>
                  <a:pt x="2885186" y="107571"/>
                  <a:pt x="2884141" y="108853"/>
                  <a:pt x="2881525" y="108853"/>
                </a:cubicBezTo>
                <a:lnTo>
                  <a:pt x="2833441" y="108853"/>
                </a:lnTo>
                <a:moveTo>
                  <a:pt x="2903218" y="152182"/>
                </a:moveTo>
                <a:cubicBezTo>
                  <a:pt x="2894071" y="161929"/>
                  <a:pt x="2881788" y="166288"/>
                  <a:pt x="2867413" y="166288"/>
                </a:cubicBezTo>
                <a:cubicBezTo>
                  <a:pt x="2858476" y="166288"/>
                  <a:pt x="2846142" y="162953"/>
                  <a:pt x="2838928" y="151670"/>
                </a:cubicBezTo>
                <a:cubicBezTo>
                  <a:pt x="2834327" y="144488"/>
                  <a:pt x="2832656" y="134026"/>
                  <a:pt x="2832656" y="119100"/>
                </a:cubicBezTo>
                <a:lnTo>
                  <a:pt x="2903741" y="119100"/>
                </a:lnTo>
                <a:cubicBezTo>
                  <a:pt x="2906616" y="119100"/>
                  <a:pt x="2908442" y="117563"/>
                  <a:pt x="2908442" y="114745"/>
                </a:cubicBezTo>
                <a:cubicBezTo>
                  <a:pt x="2908442" y="93219"/>
                  <a:pt x="2897727" y="66306"/>
                  <a:pt x="2863234" y="66306"/>
                </a:cubicBezTo>
                <a:cubicBezTo>
                  <a:pt x="2836313" y="66306"/>
                  <a:pt x="2809659" y="87577"/>
                  <a:pt x="2809659" y="125257"/>
                </a:cubicBezTo>
                <a:cubicBezTo>
                  <a:pt x="2809659" y="139820"/>
                  <a:pt x="2812689" y="154184"/>
                  <a:pt x="2821418" y="164493"/>
                </a:cubicBezTo>
                <a:cubicBezTo>
                  <a:pt x="2830407" y="175100"/>
                  <a:pt x="2845357" y="181402"/>
                  <a:pt x="2862970" y="181402"/>
                </a:cubicBezTo>
                <a:cubicBezTo>
                  <a:pt x="2881788" y="181402"/>
                  <a:pt x="2898513" y="171925"/>
                  <a:pt x="2908442" y="158594"/>
                </a:cubicBezTo>
                <a:lnTo>
                  <a:pt x="2903218" y="152182"/>
                </a:lnTo>
                <a:close/>
                <a:moveTo>
                  <a:pt x="3032317" y="158082"/>
                </a:moveTo>
                <a:lnTo>
                  <a:pt x="3032317" y="91682"/>
                </a:lnTo>
                <a:cubicBezTo>
                  <a:pt x="3042509" y="81428"/>
                  <a:pt x="3049045" y="76556"/>
                  <a:pt x="3059760" y="76556"/>
                </a:cubicBezTo>
                <a:cubicBezTo>
                  <a:pt x="3075699" y="76556"/>
                  <a:pt x="3089812" y="89427"/>
                  <a:pt x="3089812" y="121418"/>
                </a:cubicBezTo>
                <a:cubicBezTo>
                  <a:pt x="3089812" y="153211"/>
                  <a:pt x="3080141" y="171155"/>
                  <a:pt x="3055318" y="171155"/>
                </a:cubicBezTo>
                <a:cubicBezTo>
                  <a:pt x="3047215" y="171155"/>
                  <a:pt x="3037545" y="164490"/>
                  <a:pt x="3032317" y="158082"/>
                </a:cubicBezTo>
                <a:moveTo>
                  <a:pt x="3032317" y="50691"/>
                </a:moveTo>
                <a:cubicBezTo>
                  <a:pt x="3032317" y="31745"/>
                  <a:pt x="3032632" y="18230"/>
                  <a:pt x="3033888" y="2561"/>
                </a:cubicBezTo>
                <a:cubicBezTo>
                  <a:pt x="3033888" y="770"/>
                  <a:pt x="3033154" y="0"/>
                  <a:pt x="3031535" y="0"/>
                </a:cubicBezTo>
                <a:cubicBezTo>
                  <a:pt x="3024999" y="2561"/>
                  <a:pt x="3019408" y="4355"/>
                  <a:pt x="3008797" y="5121"/>
                </a:cubicBezTo>
                <a:lnTo>
                  <a:pt x="3008275" y="5892"/>
                </a:lnTo>
                <a:cubicBezTo>
                  <a:pt x="3010312" y="16846"/>
                  <a:pt x="3011409" y="35843"/>
                  <a:pt x="3011409" y="55300"/>
                </a:cubicBezTo>
                <a:lnTo>
                  <a:pt x="3011409" y="160130"/>
                </a:lnTo>
                <a:cubicBezTo>
                  <a:pt x="3011409" y="170131"/>
                  <a:pt x="3011202" y="173771"/>
                  <a:pt x="3010105" y="179354"/>
                </a:cubicBezTo>
                <a:cubicBezTo>
                  <a:pt x="3011672" y="180890"/>
                  <a:pt x="3014703" y="181402"/>
                  <a:pt x="3017423" y="181402"/>
                </a:cubicBezTo>
                <a:cubicBezTo>
                  <a:pt x="3020298" y="178329"/>
                  <a:pt x="3023328" y="173974"/>
                  <a:pt x="3026044" y="168849"/>
                </a:cubicBezTo>
                <a:cubicBezTo>
                  <a:pt x="3033625" y="175256"/>
                  <a:pt x="3045648" y="181402"/>
                  <a:pt x="3056885" y="181402"/>
                </a:cubicBezTo>
                <a:cubicBezTo>
                  <a:pt x="3083539" y="181402"/>
                  <a:pt x="3113072" y="162953"/>
                  <a:pt x="3113072" y="119370"/>
                </a:cubicBezTo>
                <a:cubicBezTo>
                  <a:pt x="3113072" y="88093"/>
                  <a:pt x="3090334" y="66306"/>
                  <a:pt x="3064984" y="66306"/>
                </a:cubicBezTo>
                <a:cubicBezTo>
                  <a:pt x="3052443" y="66306"/>
                  <a:pt x="3041205" y="69637"/>
                  <a:pt x="3032317" y="79121"/>
                </a:cubicBezTo>
                <a:lnTo>
                  <a:pt x="3032317" y="50691"/>
                </a:lnTo>
                <a:close/>
                <a:moveTo>
                  <a:pt x="3202712" y="121164"/>
                </a:moveTo>
                <a:lnTo>
                  <a:pt x="3201667" y="151674"/>
                </a:lnTo>
                <a:cubicBezTo>
                  <a:pt x="3201667" y="155005"/>
                  <a:pt x="3200096" y="156799"/>
                  <a:pt x="3198006" y="158340"/>
                </a:cubicBezTo>
                <a:cubicBezTo>
                  <a:pt x="3190689" y="163723"/>
                  <a:pt x="3181804" y="168336"/>
                  <a:pt x="3173965" y="168336"/>
                </a:cubicBezTo>
                <a:cubicBezTo>
                  <a:pt x="3162205" y="168336"/>
                  <a:pt x="3154624" y="160646"/>
                  <a:pt x="3154624" y="152698"/>
                </a:cubicBezTo>
                <a:cubicBezTo>
                  <a:pt x="3154624" y="141161"/>
                  <a:pt x="3160111" y="132443"/>
                  <a:pt x="3180496" y="127060"/>
                </a:cubicBezTo>
                <a:lnTo>
                  <a:pt x="3202712" y="121164"/>
                </a:lnTo>
                <a:moveTo>
                  <a:pt x="3202712" y="166542"/>
                </a:moveTo>
                <a:cubicBezTo>
                  <a:pt x="3205743" y="176535"/>
                  <a:pt x="3213531" y="181402"/>
                  <a:pt x="3223097" y="181402"/>
                </a:cubicBezTo>
                <a:cubicBezTo>
                  <a:pt x="3229681" y="181402"/>
                  <a:pt x="3237732" y="179866"/>
                  <a:pt x="3243897" y="173462"/>
                </a:cubicBezTo>
                <a:lnTo>
                  <a:pt x="3241963" y="167105"/>
                </a:lnTo>
                <a:cubicBezTo>
                  <a:pt x="3239088" y="168082"/>
                  <a:pt x="3236895" y="168438"/>
                  <a:pt x="3234909" y="168438"/>
                </a:cubicBezTo>
                <a:cubicBezTo>
                  <a:pt x="3232293" y="168438"/>
                  <a:pt x="3228844" y="167977"/>
                  <a:pt x="3227225" y="166542"/>
                </a:cubicBezTo>
                <a:cubicBezTo>
                  <a:pt x="3224561" y="164185"/>
                  <a:pt x="3222886" y="157929"/>
                  <a:pt x="3222886" y="146545"/>
                </a:cubicBezTo>
                <a:cubicBezTo>
                  <a:pt x="3222886" y="139109"/>
                  <a:pt x="3223620" y="110655"/>
                  <a:pt x="3223620" y="107833"/>
                </a:cubicBezTo>
                <a:cubicBezTo>
                  <a:pt x="3223620" y="73225"/>
                  <a:pt x="3200359" y="66306"/>
                  <a:pt x="3180496" y="66306"/>
                </a:cubicBezTo>
                <a:cubicBezTo>
                  <a:pt x="3160634" y="66306"/>
                  <a:pt x="3148615" y="75786"/>
                  <a:pt x="3142079" y="81170"/>
                </a:cubicBezTo>
                <a:lnTo>
                  <a:pt x="3141297" y="82198"/>
                </a:lnTo>
                <a:lnTo>
                  <a:pt x="3145739" y="99372"/>
                </a:lnTo>
                <a:lnTo>
                  <a:pt x="3149137" y="99630"/>
                </a:lnTo>
                <a:cubicBezTo>
                  <a:pt x="3156454" y="88093"/>
                  <a:pt x="3165339" y="77839"/>
                  <a:pt x="3177884" y="77839"/>
                </a:cubicBezTo>
                <a:cubicBezTo>
                  <a:pt x="3187291" y="77839"/>
                  <a:pt x="3202971" y="79121"/>
                  <a:pt x="3202971" y="108091"/>
                </a:cubicBezTo>
                <a:cubicBezTo>
                  <a:pt x="3202971" y="109885"/>
                  <a:pt x="3201926" y="110909"/>
                  <a:pt x="3201141" y="111167"/>
                </a:cubicBezTo>
                <a:lnTo>
                  <a:pt x="3176840" y="116551"/>
                </a:lnTo>
                <a:cubicBezTo>
                  <a:pt x="3150182" y="122446"/>
                  <a:pt x="3133457" y="136290"/>
                  <a:pt x="3133457" y="153723"/>
                </a:cubicBezTo>
                <a:cubicBezTo>
                  <a:pt x="3133457" y="172692"/>
                  <a:pt x="3146784" y="181402"/>
                  <a:pt x="3166125" y="181402"/>
                </a:cubicBezTo>
                <a:cubicBezTo>
                  <a:pt x="3180496" y="181402"/>
                  <a:pt x="3187814" y="178075"/>
                  <a:pt x="3201667" y="166542"/>
                </a:cubicBezTo>
                <a:lnTo>
                  <a:pt x="3202712" y="166542"/>
                </a:lnTo>
                <a:close/>
                <a:moveTo>
                  <a:pt x="3260466" y="152952"/>
                </a:moveTo>
                <a:lnTo>
                  <a:pt x="3256024" y="174486"/>
                </a:lnTo>
                <a:cubicBezTo>
                  <a:pt x="3270922" y="179612"/>
                  <a:pt x="3285557" y="181402"/>
                  <a:pt x="3295486" y="181402"/>
                </a:cubicBezTo>
                <a:cubicBezTo>
                  <a:pt x="3331551" y="181402"/>
                  <a:pt x="3339913" y="160388"/>
                  <a:pt x="3339913" y="146287"/>
                </a:cubicBezTo>
                <a:cubicBezTo>
                  <a:pt x="3339913" y="125265"/>
                  <a:pt x="3322925" y="117063"/>
                  <a:pt x="3304371" y="112704"/>
                </a:cubicBezTo>
                <a:cubicBezTo>
                  <a:pt x="3294493" y="110397"/>
                  <a:pt x="3280069" y="105526"/>
                  <a:pt x="3280069" y="92707"/>
                </a:cubicBezTo>
                <a:cubicBezTo>
                  <a:pt x="3280069" y="82194"/>
                  <a:pt x="3288691" y="76556"/>
                  <a:pt x="3299928" y="76556"/>
                </a:cubicBezTo>
                <a:cubicBezTo>
                  <a:pt x="3313518" y="76556"/>
                  <a:pt x="3321881" y="87065"/>
                  <a:pt x="3327894" y="93989"/>
                </a:cubicBezTo>
                <a:lnTo>
                  <a:pt x="3331551" y="93731"/>
                </a:lnTo>
                <a:lnTo>
                  <a:pt x="3336779" y="74762"/>
                </a:lnTo>
                <a:lnTo>
                  <a:pt x="3336256" y="73996"/>
                </a:lnTo>
                <a:cubicBezTo>
                  <a:pt x="3328676" y="70153"/>
                  <a:pt x="3314304" y="66306"/>
                  <a:pt x="3300973" y="66306"/>
                </a:cubicBezTo>
                <a:cubicBezTo>
                  <a:pt x="3281637" y="66306"/>
                  <a:pt x="3261511" y="76298"/>
                  <a:pt x="3261511" y="97578"/>
                </a:cubicBezTo>
                <a:cubicBezTo>
                  <a:pt x="3261511" y="118087"/>
                  <a:pt x="3277142" y="124855"/>
                  <a:pt x="3292874" y="129112"/>
                </a:cubicBezTo>
                <a:cubicBezTo>
                  <a:pt x="3308031" y="133213"/>
                  <a:pt x="3319269" y="137314"/>
                  <a:pt x="3319269" y="149876"/>
                </a:cubicBezTo>
                <a:cubicBezTo>
                  <a:pt x="3319269" y="163465"/>
                  <a:pt x="3309076" y="171155"/>
                  <a:pt x="3295227" y="171155"/>
                </a:cubicBezTo>
                <a:cubicBezTo>
                  <a:pt x="3282681" y="171155"/>
                  <a:pt x="3271703" y="162695"/>
                  <a:pt x="3264386" y="152698"/>
                </a:cubicBezTo>
                <a:lnTo>
                  <a:pt x="3260466" y="152952"/>
                </a:lnTo>
                <a:close/>
                <a:moveTo>
                  <a:pt x="3383560" y="108853"/>
                </a:moveTo>
                <a:cubicBezTo>
                  <a:pt x="3388002" y="82194"/>
                  <a:pt x="3405145" y="76556"/>
                  <a:pt x="3413352" y="76556"/>
                </a:cubicBezTo>
                <a:cubicBezTo>
                  <a:pt x="3423700" y="76556"/>
                  <a:pt x="3435304" y="86041"/>
                  <a:pt x="3435304" y="105264"/>
                </a:cubicBezTo>
                <a:cubicBezTo>
                  <a:pt x="3435304" y="107571"/>
                  <a:pt x="3434260" y="108853"/>
                  <a:pt x="3431644" y="108853"/>
                </a:cubicBezTo>
                <a:lnTo>
                  <a:pt x="3383560" y="108853"/>
                </a:lnTo>
                <a:moveTo>
                  <a:pt x="3453337" y="152182"/>
                </a:moveTo>
                <a:cubicBezTo>
                  <a:pt x="3444189" y="161929"/>
                  <a:pt x="3431907" y="166288"/>
                  <a:pt x="3417531" y="166288"/>
                </a:cubicBezTo>
                <a:cubicBezTo>
                  <a:pt x="3408595" y="166288"/>
                  <a:pt x="3396261" y="162953"/>
                  <a:pt x="3389047" y="151670"/>
                </a:cubicBezTo>
                <a:cubicBezTo>
                  <a:pt x="3384445" y="144488"/>
                  <a:pt x="3382774" y="134026"/>
                  <a:pt x="3382774" y="119100"/>
                </a:cubicBezTo>
                <a:lnTo>
                  <a:pt x="3453859" y="119100"/>
                </a:lnTo>
                <a:cubicBezTo>
                  <a:pt x="3456734" y="119100"/>
                  <a:pt x="3458561" y="117563"/>
                  <a:pt x="3458561" y="114745"/>
                </a:cubicBezTo>
                <a:cubicBezTo>
                  <a:pt x="3458561" y="93219"/>
                  <a:pt x="3447846" y="66306"/>
                  <a:pt x="3413352" y="66306"/>
                </a:cubicBezTo>
                <a:cubicBezTo>
                  <a:pt x="3386431" y="66306"/>
                  <a:pt x="3359777" y="87577"/>
                  <a:pt x="3359777" y="125257"/>
                </a:cubicBezTo>
                <a:cubicBezTo>
                  <a:pt x="3359777" y="139820"/>
                  <a:pt x="3362808" y="154184"/>
                  <a:pt x="3371537" y="164493"/>
                </a:cubicBezTo>
                <a:cubicBezTo>
                  <a:pt x="3380525" y="175100"/>
                  <a:pt x="3395475" y="181402"/>
                  <a:pt x="3413089" y="181402"/>
                </a:cubicBezTo>
                <a:cubicBezTo>
                  <a:pt x="3431907" y="181402"/>
                  <a:pt x="3448631" y="171925"/>
                  <a:pt x="3458561" y="158594"/>
                </a:cubicBezTo>
                <a:lnTo>
                  <a:pt x="3453337" y="152182"/>
                </a:lnTo>
                <a:close/>
                <a:moveTo>
                  <a:pt x="3492798" y="127627"/>
                </a:moveTo>
                <a:cubicBezTo>
                  <a:pt x="3492798" y="146697"/>
                  <a:pt x="3492431" y="165146"/>
                  <a:pt x="3490445" y="178884"/>
                </a:cubicBezTo>
                <a:lnTo>
                  <a:pt x="3490968" y="179651"/>
                </a:lnTo>
                <a:cubicBezTo>
                  <a:pt x="3494102" y="179139"/>
                  <a:pt x="3500116" y="178884"/>
                  <a:pt x="3503250" y="178884"/>
                </a:cubicBezTo>
                <a:cubicBezTo>
                  <a:pt x="3506388" y="178884"/>
                  <a:pt x="3512398" y="179139"/>
                  <a:pt x="3515532" y="179651"/>
                </a:cubicBezTo>
                <a:lnTo>
                  <a:pt x="3516055" y="178884"/>
                </a:lnTo>
                <a:cubicBezTo>
                  <a:pt x="3514017" y="164274"/>
                  <a:pt x="3513706" y="146901"/>
                  <a:pt x="3513706" y="127627"/>
                </a:cubicBezTo>
                <a:lnTo>
                  <a:pt x="3513706" y="50746"/>
                </a:lnTo>
                <a:cubicBezTo>
                  <a:pt x="3513706" y="31526"/>
                  <a:pt x="3514802" y="18762"/>
                  <a:pt x="3516055" y="2565"/>
                </a:cubicBezTo>
                <a:cubicBezTo>
                  <a:pt x="3516055" y="770"/>
                  <a:pt x="3515325" y="0"/>
                  <a:pt x="3513706" y="0"/>
                </a:cubicBezTo>
                <a:cubicBezTo>
                  <a:pt x="3507170" y="2565"/>
                  <a:pt x="3501579" y="4359"/>
                  <a:pt x="3490968" y="5129"/>
                </a:cubicBezTo>
                <a:lnTo>
                  <a:pt x="3490445" y="5896"/>
                </a:lnTo>
                <a:cubicBezTo>
                  <a:pt x="3492483" y="16866"/>
                  <a:pt x="3492798" y="35882"/>
                  <a:pt x="3492798" y="55359"/>
                </a:cubicBezTo>
                <a:lnTo>
                  <a:pt x="3492798" y="127627"/>
                </a:lnTo>
                <a:close/>
                <a:moveTo>
                  <a:pt x="3556039" y="25830"/>
                </a:moveTo>
                <a:cubicBezTo>
                  <a:pt x="3556039" y="32746"/>
                  <a:pt x="3562312" y="38896"/>
                  <a:pt x="3569370" y="38896"/>
                </a:cubicBezTo>
                <a:cubicBezTo>
                  <a:pt x="3576425" y="38896"/>
                  <a:pt x="3582697" y="32746"/>
                  <a:pt x="3582697" y="25830"/>
                </a:cubicBezTo>
                <a:cubicBezTo>
                  <a:pt x="3582697" y="18910"/>
                  <a:pt x="3576425" y="12761"/>
                  <a:pt x="3569370" y="12761"/>
                </a:cubicBezTo>
                <a:cubicBezTo>
                  <a:pt x="3562312" y="12761"/>
                  <a:pt x="3556039" y="18910"/>
                  <a:pt x="3556039" y="25830"/>
                </a:cubicBezTo>
                <a:moveTo>
                  <a:pt x="3558655" y="118736"/>
                </a:moveTo>
                <a:lnTo>
                  <a:pt x="3558655" y="132815"/>
                </a:lnTo>
                <a:cubicBezTo>
                  <a:pt x="3558655" y="152010"/>
                  <a:pt x="3558185" y="165064"/>
                  <a:pt x="3556303" y="178884"/>
                </a:cubicBezTo>
                <a:lnTo>
                  <a:pt x="3556825" y="179651"/>
                </a:lnTo>
                <a:cubicBezTo>
                  <a:pt x="3559959" y="179142"/>
                  <a:pt x="3565973" y="178884"/>
                  <a:pt x="3569107" y="178884"/>
                </a:cubicBezTo>
                <a:cubicBezTo>
                  <a:pt x="3572245" y="178884"/>
                  <a:pt x="3578255" y="179142"/>
                  <a:pt x="3581389" y="179651"/>
                </a:cubicBezTo>
                <a:lnTo>
                  <a:pt x="3581912" y="178884"/>
                </a:lnTo>
                <a:cubicBezTo>
                  <a:pt x="3580033" y="164349"/>
                  <a:pt x="3579563" y="152264"/>
                  <a:pt x="3579563" y="132815"/>
                </a:cubicBezTo>
                <a:lnTo>
                  <a:pt x="3579563" y="114643"/>
                </a:lnTo>
                <a:cubicBezTo>
                  <a:pt x="3579563" y="95447"/>
                  <a:pt x="3580241" y="86232"/>
                  <a:pt x="3581912" y="70618"/>
                </a:cubicBezTo>
                <a:cubicBezTo>
                  <a:pt x="3581912" y="68315"/>
                  <a:pt x="3581601" y="68057"/>
                  <a:pt x="3579563" y="68057"/>
                </a:cubicBezTo>
                <a:cubicBezTo>
                  <a:pt x="3573601" y="68624"/>
                  <a:pt x="3562364" y="68776"/>
                  <a:pt x="3556825" y="68315"/>
                </a:cubicBezTo>
                <a:lnTo>
                  <a:pt x="3556303" y="69081"/>
                </a:lnTo>
                <a:cubicBezTo>
                  <a:pt x="3557922" y="80036"/>
                  <a:pt x="3558655" y="99541"/>
                  <a:pt x="3558655" y="118736"/>
                </a:cubicBezTo>
                <a:close/>
                <a:moveTo>
                  <a:pt x="3723298" y="132717"/>
                </a:moveTo>
                <a:cubicBezTo>
                  <a:pt x="3723298" y="124511"/>
                  <a:pt x="3723820" y="115022"/>
                  <a:pt x="3723820" y="106816"/>
                </a:cubicBezTo>
                <a:cubicBezTo>
                  <a:pt x="3723820" y="80141"/>
                  <a:pt x="3714936" y="66306"/>
                  <a:pt x="3691416" y="66306"/>
                </a:cubicBezTo>
                <a:cubicBezTo>
                  <a:pt x="3681483" y="66306"/>
                  <a:pt x="3662928" y="70153"/>
                  <a:pt x="3646203" y="89376"/>
                </a:cubicBezTo>
                <a:lnTo>
                  <a:pt x="3645681" y="88606"/>
                </a:lnTo>
                <a:lnTo>
                  <a:pt x="3645681" y="69895"/>
                </a:lnTo>
                <a:cubicBezTo>
                  <a:pt x="3645629" y="67897"/>
                  <a:pt x="3645366" y="67334"/>
                  <a:pt x="3644114" y="67334"/>
                </a:cubicBezTo>
                <a:cubicBezTo>
                  <a:pt x="3638260" y="68460"/>
                  <a:pt x="3628901" y="68663"/>
                  <a:pt x="3622943" y="68100"/>
                </a:cubicBezTo>
                <a:lnTo>
                  <a:pt x="3622421" y="68870"/>
                </a:lnTo>
                <a:cubicBezTo>
                  <a:pt x="3624251" y="79938"/>
                  <a:pt x="3624773" y="99376"/>
                  <a:pt x="3624773" y="118611"/>
                </a:cubicBezTo>
                <a:lnTo>
                  <a:pt x="3624773" y="132717"/>
                </a:lnTo>
                <a:cubicBezTo>
                  <a:pt x="3624773" y="151956"/>
                  <a:pt x="3624510" y="165033"/>
                  <a:pt x="3622421" y="178884"/>
                </a:cubicBezTo>
                <a:lnTo>
                  <a:pt x="3622943" y="179651"/>
                </a:lnTo>
                <a:cubicBezTo>
                  <a:pt x="3626081" y="179139"/>
                  <a:pt x="3632091" y="178884"/>
                  <a:pt x="3635225" y="178884"/>
                </a:cubicBezTo>
                <a:cubicBezTo>
                  <a:pt x="3638364" y="178884"/>
                  <a:pt x="3644373" y="179139"/>
                  <a:pt x="3647511" y="179651"/>
                </a:cubicBezTo>
                <a:lnTo>
                  <a:pt x="3648034" y="178884"/>
                </a:lnTo>
                <a:cubicBezTo>
                  <a:pt x="3645940" y="164263"/>
                  <a:pt x="3645681" y="152210"/>
                  <a:pt x="3645681" y="132717"/>
                </a:cubicBezTo>
                <a:lnTo>
                  <a:pt x="3645681" y="102711"/>
                </a:lnTo>
                <a:cubicBezTo>
                  <a:pt x="3659008" y="87323"/>
                  <a:pt x="3674165" y="81682"/>
                  <a:pt x="3683576" y="81682"/>
                </a:cubicBezTo>
                <a:cubicBezTo>
                  <a:pt x="3696903" y="81682"/>
                  <a:pt x="3702390" y="86811"/>
                  <a:pt x="3702390" y="107582"/>
                </a:cubicBezTo>
                <a:lnTo>
                  <a:pt x="3702390" y="132717"/>
                </a:lnTo>
                <a:cubicBezTo>
                  <a:pt x="3702390" y="151956"/>
                  <a:pt x="3701920" y="165084"/>
                  <a:pt x="3700038" y="178884"/>
                </a:cubicBezTo>
                <a:lnTo>
                  <a:pt x="3700560" y="179651"/>
                </a:lnTo>
                <a:cubicBezTo>
                  <a:pt x="3703698" y="179139"/>
                  <a:pt x="3709708" y="178884"/>
                  <a:pt x="3712846" y="178884"/>
                </a:cubicBezTo>
                <a:cubicBezTo>
                  <a:pt x="3715981" y="178884"/>
                  <a:pt x="3721990" y="179139"/>
                  <a:pt x="3725128" y="179651"/>
                </a:cubicBezTo>
                <a:lnTo>
                  <a:pt x="3725651" y="178884"/>
                </a:lnTo>
                <a:cubicBezTo>
                  <a:pt x="3723613" y="164263"/>
                  <a:pt x="3723298" y="152210"/>
                  <a:pt x="3723298" y="132717"/>
                </a:cubicBezTo>
                <a:close/>
                <a:moveTo>
                  <a:pt x="3776613" y="108853"/>
                </a:moveTo>
                <a:cubicBezTo>
                  <a:pt x="3781056" y="82194"/>
                  <a:pt x="3798199" y="76556"/>
                  <a:pt x="3806405" y="76556"/>
                </a:cubicBezTo>
                <a:cubicBezTo>
                  <a:pt x="3816754" y="76556"/>
                  <a:pt x="3828358" y="86041"/>
                  <a:pt x="3828358" y="105264"/>
                </a:cubicBezTo>
                <a:cubicBezTo>
                  <a:pt x="3828358" y="107571"/>
                  <a:pt x="3827313" y="108853"/>
                  <a:pt x="3824697" y="108853"/>
                </a:cubicBezTo>
                <a:lnTo>
                  <a:pt x="3776613" y="108853"/>
                </a:lnTo>
                <a:moveTo>
                  <a:pt x="3846390" y="152182"/>
                </a:moveTo>
                <a:cubicBezTo>
                  <a:pt x="3837243" y="161929"/>
                  <a:pt x="3824960" y="166288"/>
                  <a:pt x="3810585" y="166288"/>
                </a:cubicBezTo>
                <a:cubicBezTo>
                  <a:pt x="3801648" y="166288"/>
                  <a:pt x="3789314" y="162953"/>
                  <a:pt x="3782100" y="151670"/>
                </a:cubicBezTo>
                <a:cubicBezTo>
                  <a:pt x="3777499" y="144488"/>
                  <a:pt x="3775828" y="134026"/>
                  <a:pt x="3775828" y="119100"/>
                </a:cubicBezTo>
                <a:lnTo>
                  <a:pt x="3846913" y="119100"/>
                </a:lnTo>
                <a:cubicBezTo>
                  <a:pt x="3849788" y="119100"/>
                  <a:pt x="3851614" y="117563"/>
                  <a:pt x="3851614" y="114745"/>
                </a:cubicBezTo>
                <a:cubicBezTo>
                  <a:pt x="3851614" y="93219"/>
                  <a:pt x="3840899" y="66306"/>
                  <a:pt x="3806405" y="66306"/>
                </a:cubicBezTo>
                <a:cubicBezTo>
                  <a:pt x="3779484" y="66306"/>
                  <a:pt x="3752830" y="87577"/>
                  <a:pt x="3752830" y="125257"/>
                </a:cubicBezTo>
                <a:cubicBezTo>
                  <a:pt x="3752830" y="139820"/>
                  <a:pt x="3755861" y="154184"/>
                  <a:pt x="3764590" y="164493"/>
                </a:cubicBezTo>
                <a:cubicBezTo>
                  <a:pt x="3773579" y="175100"/>
                  <a:pt x="3788529" y="181402"/>
                  <a:pt x="3806142" y="181402"/>
                </a:cubicBezTo>
                <a:cubicBezTo>
                  <a:pt x="3824960" y="181402"/>
                  <a:pt x="3841685" y="171925"/>
                  <a:pt x="3851614" y="158594"/>
                </a:cubicBezTo>
                <a:lnTo>
                  <a:pt x="3846390" y="152182"/>
                </a:lnTo>
                <a:close/>
                <a:moveTo>
                  <a:pt x="3875396" y="152952"/>
                </a:moveTo>
                <a:lnTo>
                  <a:pt x="3870954" y="174486"/>
                </a:lnTo>
                <a:cubicBezTo>
                  <a:pt x="3885852" y="179612"/>
                  <a:pt x="3900487" y="181402"/>
                  <a:pt x="3910416" y="181402"/>
                </a:cubicBezTo>
                <a:cubicBezTo>
                  <a:pt x="3946481" y="181402"/>
                  <a:pt x="3954843" y="160388"/>
                  <a:pt x="3954843" y="146287"/>
                </a:cubicBezTo>
                <a:cubicBezTo>
                  <a:pt x="3954843" y="125265"/>
                  <a:pt x="3937856" y="117063"/>
                  <a:pt x="3919301" y="112704"/>
                </a:cubicBezTo>
                <a:cubicBezTo>
                  <a:pt x="3909423" y="110397"/>
                  <a:pt x="3895000" y="105526"/>
                  <a:pt x="3895000" y="92707"/>
                </a:cubicBezTo>
                <a:cubicBezTo>
                  <a:pt x="3895000" y="82194"/>
                  <a:pt x="3903621" y="76556"/>
                  <a:pt x="3914859" y="76556"/>
                </a:cubicBezTo>
                <a:cubicBezTo>
                  <a:pt x="3928449" y="76556"/>
                  <a:pt x="3936811" y="87065"/>
                  <a:pt x="3942824" y="93989"/>
                </a:cubicBezTo>
                <a:lnTo>
                  <a:pt x="3946481" y="93731"/>
                </a:lnTo>
                <a:lnTo>
                  <a:pt x="3951709" y="74762"/>
                </a:lnTo>
                <a:lnTo>
                  <a:pt x="3951187" y="73996"/>
                </a:lnTo>
                <a:cubicBezTo>
                  <a:pt x="3943606" y="70153"/>
                  <a:pt x="3929234" y="66306"/>
                  <a:pt x="3915903" y="66306"/>
                </a:cubicBezTo>
                <a:cubicBezTo>
                  <a:pt x="3896567" y="66306"/>
                  <a:pt x="3876441" y="76298"/>
                  <a:pt x="3876441" y="97578"/>
                </a:cubicBezTo>
                <a:cubicBezTo>
                  <a:pt x="3876441" y="118087"/>
                  <a:pt x="3892073" y="124855"/>
                  <a:pt x="3907804" y="129112"/>
                </a:cubicBezTo>
                <a:cubicBezTo>
                  <a:pt x="3922962" y="133213"/>
                  <a:pt x="3934199" y="137314"/>
                  <a:pt x="3934199" y="149876"/>
                </a:cubicBezTo>
                <a:cubicBezTo>
                  <a:pt x="3934199" y="163465"/>
                  <a:pt x="3924006" y="171155"/>
                  <a:pt x="3910157" y="171155"/>
                </a:cubicBezTo>
                <a:cubicBezTo>
                  <a:pt x="3897612" y="171155"/>
                  <a:pt x="3886634" y="162695"/>
                  <a:pt x="3879316" y="152698"/>
                </a:cubicBezTo>
                <a:lnTo>
                  <a:pt x="3875396" y="152952"/>
                </a:lnTo>
                <a:close/>
                <a:moveTo>
                  <a:pt x="3978364" y="167609"/>
                </a:moveTo>
                <a:cubicBezTo>
                  <a:pt x="3980665" y="176167"/>
                  <a:pt x="3984321" y="177860"/>
                  <a:pt x="3992476" y="179651"/>
                </a:cubicBezTo>
                <a:cubicBezTo>
                  <a:pt x="3995770" y="179651"/>
                  <a:pt x="4000057" y="180010"/>
                  <a:pt x="4000057" y="186313"/>
                </a:cubicBezTo>
                <a:cubicBezTo>
                  <a:pt x="4000057" y="194769"/>
                  <a:pt x="3992476" y="201943"/>
                  <a:pt x="3979672" y="210399"/>
                </a:cubicBezTo>
                <a:cubicBezTo>
                  <a:pt x="3979672" y="212960"/>
                  <a:pt x="3981291" y="214242"/>
                  <a:pt x="3983069" y="215779"/>
                </a:cubicBezTo>
                <a:cubicBezTo>
                  <a:pt x="3997182" y="207631"/>
                  <a:pt x="4010250" y="200660"/>
                  <a:pt x="4010250" y="179651"/>
                </a:cubicBezTo>
                <a:cubicBezTo>
                  <a:pt x="4010250" y="163051"/>
                  <a:pt x="4002984" y="156131"/>
                  <a:pt x="3993521" y="152749"/>
                </a:cubicBezTo>
                <a:lnTo>
                  <a:pt x="3992476" y="152749"/>
                </a:lnTo>
                <a:cubicBezTo>
                  <a:pt x="3984585" y="155877"/>
                  <a:pt x="3980768" y="159822"/>
                  <a:pt x="3978364" y="166585"/>
                </a:cubicBezTo>
                <a:lnTo>
                  <a:pt x="3978364" y="167609"/>
                </a:lnTo>
                <a:close/>
                <a:moveTo>
                  <a:pt x="4147972" y="179928"/>
                </a:moveTo>
                <a:cubicBezTo>
                  <a:pt x="4150588" y="179158"/>
                  <a:pt x="4153986" y="179158"/>
                  <a:pt x="4156598" y="179158"/>
                </a:cubicBezTo>
                <a:cubicBezTo>
                  <a:pt x="4159210" y="179158"/>
                  <a:pt x="4163656" y="179158"/>
                  <a:pt x="4166005" y="179928"/>
                </a:cubicBezTo>
                <a:cubicBezTo>
                  <a:pt x="4173167" y="160197"/>
                  <a:pt x="4180747" y="139156"/>
                  <a:pt x="4189162" y="119037"/>
                </a:cubicBezTo>
                <a:cubicBezTo>
                  <a:pt x="4197001" y="139054"/>
                  <a:pt x="4205364" y="159790"/>
                  <a:pt x="4212785" y="179670"/>
                </a:cubicBezTo>
                <a:cubicBezTo>
                  <a:pt x="4215401" y="178900"/>
                  <a:pt x="4216968" y="178900"/>
                  <a:pt x="4219580" y="178900"/>
                </a:cubicBezTo>
                <a:cubicBezTo>
                  <a:pt x="4222196" y="178900"/>
                  <a:pt x="4226897" y="178900"/>
                  <a:pt x="4229250" y="179670"/>
                </a:cubicBezTo>
                <a:cubicBezTo>
                  <a:pt x="4242055" y="149446"/>
                  <a:pt x="4262962" y="100303"/>
                  <a:pt x="4277860" y="68307"/>
                </a:cubicBezTo>
                <a:cubicBezTo>
                  <a:pt x="4275508" y="69077"/>
                  <a:pt x="4269235" y="69077"/>
                  <a:pt x="4266623" y="69077"/>
                </a:cubicBezTo>
                <a:cubicBezTo>
                  <a:pt x="4264007" y="69077"/>
                  <a:pt x="4260087" y="69077"/>
                  <a:pt x="4257738" y="68307"/>
                </a:cubicBezTo>
                <a:cubicBezTo>
                  <a:pt x="4248068" y="98512"/>
                  <a:pt x="4236308" y="131270"/>
                  <a:pt x="4225541" y="155791"/>
                </a:cubicBezTo>
                <a:lnTo>
                  <a:pt x="4223448" y="155791"/>
                </a:lnTo>
                <a:cubicBezTo>
                  <a:pt x="4212526" y="127689"/>
                  <a:pt x="4204423" y="95439"/>
                  <a:pt x="4198413" y="68307"/>
                </a:cubicBezTo>
                <a:cubicBezTo>
                  <a:pt x="4195015" y="69077"/>
                  <a:pt x="4189006" y="69077"/>
                  <a:pt x="4185345" y="69077"/>
                </a:cubicBezTo>
                <a:cubicBezTo>
                  <a:pt x="4181162" y="69077"/>
                  <a:pt x="4174371" y="69077"/>
                  <a:pt x="4170188" y="68307"/>
                </a:cubicBezTo>
                <a:cubicBezTo>
                  <a:pt x="4173793" y="78804"/>
                  <a:pt x="4177924" y="90064"/>
                  <a:pt x="4182418" y="101738"/>
                </a:cubicBezTo>
                <a:cubicBezTo>
                  <a:pt x="4175416" y="121035"/>
                  <a:pt x="4168306" y="140231"/>
                  <a:pt x="4160729" y="156049"/>
                </a:cubicBezTo>
                <a:lnTo>
                  <a:pt x="4159158" y="156049"/>
                </a:lnTo>
                <a:cubicBezTo>
                  <a:pt x="4146094" y="126766"/>
                  <a:pt x="4137365" y="97899"/>
                  <a:pt x="4127850" y="68565"/>
                </a:cubicBezTo>
                <a:cubicBezTo>
                  <a:pt x="4124453" y="69332"/>
                  <a:pt x="4118443" y="69332"/>
                  <a:pt x="4114783" y="69332"/>
                </a:cubicBezTo>
                <a:cubicBezTo>
                  <a:pt x="4110603" y="69332"/>
                  <a:pt x="4103808" y="69332"/>
                  <a:pt x="4099625" y="68565"/>
                </a:cubicBezTo>
                <a:cubicBezTo>
                  <a:pt x="4117135" y="106191"/>
                  <a:pt x="4133337" y="142534"/>
                  <a:pt x="4147972" y="179928"/>
                </a:cubicBezTo>
                <a:close/>
                <a:moveTo>
                  <a:pt x="4313665" y="108853"/>
                </a:moveTo>
                <a:cubicBezTo>
                  <a:pt x="4318107" y="82194"/>
                  <a:pt x="4335250" y="76556"/>
                  <a:pt x="4343457" y="76556"/>
                </a:cubicBezTo>
                <a:cubicBezTo>
                  <a:pt x="4353805" y="76556"/>
                  <a:pt x="4365410" y="86041"/>
                  <a:pt x="4365410" y="105264"/>
                </a:cubicBezTo>
                <a:cubicBezTo>
                  <a:pt x="4365410" y="107571"/>
                  <a:pt x="4364365" y="108853"/>
                  <a:pt x="4361749" y="108853"/>
                </a:cubicBezTo>
                <a:lnTo>
                  <a:pt x="4313665" y="108853"/>
                </a:lnTo>
                <a:moveTo>
                  <a:pt x="4383442" y="152182"/>
                </a:moveTo>
                <a:cubicBezTo>
                  <a:pt x="4374294" y="161929"/>
                  <a:pt x="4362012" y="166288"/>
                  <a:pt x="4347636" y="166288"/>
                </a:cubicBezTo>
                <a:cubicBezTo>
                  <a:pt x="4338700" y="166288"/>
                  <a:pt x="4326366" y="162953"/>
                  <a:pt x="4319152" y="151670"/>
                </a:cubicBezTo>
                <a:cubicBezTo>
                  <a:pt x="4314550" y="144488"/>
                  <a:pt x="4312879" y="134026"/>
                  <a:pt x="4312879" y="119100"/>
                </a:cubicBezTo>
                <a:lnTo>
                  <a:pt x="4383964" y="119100"/>
                </a:lnTo>
                <a:cubicBezTo>
                  <a:pt x="4386840" y="119100"/>
                  <a:pt x="4388666" y="117563"/>
                  <a:pt x="4388666" y="114745"/>
                </a:cubicBezTo>
                <a:cubicBezTo>
                  <a:pt x="4388666" y="93219"/>
                  <a:pt x="4377951" y="66306"/>
                  <a:pt x="4343457" y="66306"/>
                </a:cubicBezTo>
                <a:cubicBezTo>
                  <a:pt x="4316536" y="66306"/>
                  <a:pt x="4289882" y="87577"/>
                  <a:pt x="4289882" y="125257"/>
                </a:cubicBezTo>
                <a:cubicBezTo>
                  <a:pt x="4289882" y="139820"/>
                  <a:pt x="4292913" y="154184"/>
                  <a:pt x="4301642" y="164493"/>
                </a:cubicBezTo>
                <a:cubicBezTo>
                  <a:pt x="4310630" y="175100"/>
                  <a:pt x="4325580" y="181402"/>
                  <a:pt x="4343194" y="181402"/>
                </a:cubicBezTo>
                <a:cubicBezTo>
                  <a:pt x="4362012" y="181402"/>
                  <a:pt x="4378737" y="171925"/>
                  <a:pt x="4388666" y="158594"/>
                </a:cubicBezTo>
                <a:lnTo>
                  <a:pt x="4383442" y="152182"/>
                </a:lnTo>
                <a:close/>
                <a:moveTo>
                  <a:pt x="4513848" y="93219"/>
                </a:moveTo>
                <a:lnTo>
                  <a:pt x="4513848" y="69895"/>
                </a:lnTo>
                <a:cubicBezTo>
                  <a:pt x="4513848" y="67897"/>
                  <a:pt x="4513533" y="67334"/>
                  <a:pt x="4512281" y="67334"/>
                </a:cubicBezTo>
                <a:cubicBezTo>
                  <a:pt x="4506427" y="68460"/>
                  <a:pt x="4497072" y="68663"/>
                  <a:pt x="4491111" y="68100"/>
                </a:cubicBezTo>
                <a:lnTo>
                  <a:pt x="4490588" y="68870"/>
                </a:lnTo>
                <a:cubicBezTo>
                  <a:pt x="4492418" y="79938"/>
                  <a:pt x="4492941" y="99376"/>
                  <a:pt x="4492941" y="118611"/>
                </a:cubicBezTo>
                <a:lnTo>
                  <a:pt x="4492941" y="132717"/>
                </a:lnTo>
                <a:cubicBezTo>
                  <a:pt x="4492941" y="151952"/>
                  <a:pt x="4492630" y="165084"/>
                  <a:pt x="4490588" y="178884"/>
                </a:cubicBezTo>
                <a:lnTo>
                  <a:pt x="4491111" y="179651"/>
                </a:lnTo>
                <a:cubicBezTo>
                  <a:pt x="4494249" y="179139"/>
                  <a:pt x="4500258" y="178884"/>
                  <a:pt x="4503397" y="178884"/>
                </a:cubicBezTo>
                <a:cubicBezTo>
                  <a:pt x="4506531" y="178884"/>
                  <a:pt x="4512541" y="179139"/>
                  <a:pt x="4515679" y="179651"/>
                </a:cubicBezTo>
                <a:lnTo>
                  <a:pt x="4516201" y="178884"/>
                </a:lnTo>
                <a:cubicBezTo>
                  <a:pt x="4514267" y="164263"/>
                  <a:pt x="4513848" y="152210"/>
                  <a:pt x="4513848" y="132717"/>
                </a:cubicBezTo>
                <a:lnTo>
                  <a:pt x="4513848" y="119381"/>
                </a:lnTo>
                <a:cubicBezTo>
                  <a:pt x="4513848" y="108607"/>
                  <a:pt x="4517142" y="102453"/>
                  <a:pt x="4522733" y="93989"/>
                </a:cubicBezTo>
                <a:cubicBezTo>
                  <a:pt x="4526549" y="88297"/>
                  <a:pt x="4532403" y="85013"/>
                  <a:pt x="4537368" y="85013"/>
                </a:cubicBezTo>
                <a:cubicBezTo>
                  <a:pt x="4542596" y="85013"/>
                  <a:pt x="4547561" y="85525"/>
                  <a:pt x="4550958" y="88602"/>
                </a:cubicBezTo>
                <a:lnTo>
                  <a:pt x="4553048" y="88090"/>
                </a:lnTo>
                <a:lnTo>
                  <a:pt x="4558276" y="69124"/>
                </a:lnTo>
                <a:lnTo>
                  <a:pt x="4557231" y="68100"/>
                </a:lnTo>
                <a:cubicBezTo>
                  <a:pt x="4552789" y="66822"/>
                  <a:pt x="4552525" y="66306"/>
                  <a:pt x="4547824" y="66306"/>
                </a:cubicBezTo>
                <a:cubicBezTo>
                  <a:pt x="4533711" y="66306"/>
                  <a:pt x="4526131" y="74250"/>
                  <a:pt x="4514634" y="93731"/>
                </a:cubicBezTo>
                <a:lnTo>
                  <a:pt x="4513848" y="93219"/>
                </a:lnTo>
                <a:close/>
                <a:moveTo>
                  <a:pt x="4593559" y="108853"/>
                </a:moveTo>
                <a:cubicBezTo>
                  <a:pt x="4598002" y="82194"/>
                  <a:pt x="4615145" y="76556"/>
                  <a:pt x="4623352" y="76556"/>
                </a:cubicBezTo>
                <a:cubicBezTo>
                  <a:pt x="4633700" y="76556"/>
                  <a:pt x="4645304" y="86041"/>
                  <a:pt x="4645304" y="105264"/>
                </a:cubicBezTo>
                <a:cubicBezTo>
                  <a:pt x="4645304" y="107571"/>
                  <a:pt x="4644259" y="108853"/>
                  <a:pt x="4641643" y="108853"/>
                </a:cubicBezTo>
                <a:lnTo>
                  <a:pt x="4593559" y="108853"/>
                </a:lnTo>
                <a:moveTo>
                  <a:pt x="4663336" y="152182"/>
                </a:moveTo>
                <a:cubicBezTo>
                  <a:pt x="4654189" y="161929"/>
                  <a:pt x="4641906" y="166288"/>
                  <a:pt x="4627531" y="166288"/>
                </a:cubicBezTo>
                <a:cubicBezTo>
                  <a:pt x="4618594" y="166288"/>
                  <a:pt x="4606260" y="162953"/>
                  <a:pt x="4599046" y="151670"/>
                </a:cubicBezTo>
                <a:cubicBezTo>
                  <a:pt x="4594445" y="144488"/>
                  <a:pt x="4592774" y="134026"/>
                  <a:pt x="4592774" y="119100"/>
                </a:cubicBezTo>
                <a:lnTo>
                  <a:pt x="4663859" y="119100"/>
                </a:lnTo>
                <a:cubicBezTo>
                  <a:pt x="4666734" y="119100"/>
                  <a:pt x="4668560" y="117563"/>
                  <a:pt x="4668560" y="114745"/>
                </a:cubicBezTo>
                <a:cubicBezTo>
                  <a:pt x="4668560" y="93219"/>
                  <a:pt x="4657845" y="66306"/>
                  <a:pt x="4623352" y="66306"/>
                </a:cubicBezTo>
                <a:cubicBezTo>
                  <a:pt x="4596430" y="66306"/>
                  <a:pt x="4569777" y="87577"/>
                  <a:pt x="4569777" y="125257"/>
                </a:cubicBezTo>
                <a:cubicBezTo>
                  <a:pt x="4569777" y="139820"/>
                  <a:pt x="4572807" y="154184"/>
                  <a:pt x="4581536" y="164493"/>
                </a:cubicBezTo>
                <a:cubicBezTo>
                  <a:pt x="4590525" y="175100"/>
                  <a:pt x="4605475" y="181402"/>
                  <a:pt x="4623088" y="181402"/>
                </a:cubicBezTo>
                <a:cubicBezTo>
                  <a:pt x="4641906" y="181402"/>
                  <a:pt x="4658631" y="171925"/>
                  <a:pt x="4668560" y="158594"/>
                </a:cubicBezTo>
                <a:lnTo>
                  <a:pt x="4663336" y="152182"/>
                </a:lnTo>
                <a:close/>
                <a:moveTo>
                  <a:pt x="4750882" y="118424"/>
                </a:moveTo>
                <a:cubicBezTo>
                  <a:pt x="4754279" y="118424"/>
                  <a:pt x="4757940" y="112020"/>
                  <a:pt x="4757940" y="109201"/>
                </a:cubicBezTo>
                <a:cubicBezTo>
                  <a:pt x="4757940" y="106894"/>
                  <a:pt x="4756895" y="104588"/>
                  <a:pt x="4754279" y="104588"/>
                </a:cubicBezTo>
                <a:lnTo>
                  <a:pt x="4694436" y="104588"/>
                </a:lnTo>
                <a:cubicBezTo>
                  <a:pt x="4691297" y="104588"/>
                  <a:pt x="4687900" y="109971"/>
                  <a:pt x="4687900" y="114068"/>
                </a:cubicBezTo>
                <a:cubicBezTo>
                  <a:pt x="4687900" y="116375"/>
                  <a:pt x="4689467" y="118424"/>
                  <a:pt x="4691820" y="118424"/>
                </a:cubicBezTo>
                <a:lnTo>
                  <a:pt x="4750882" y="118424"/>
                </a:lnTo>
                <a:close/>
              </a:path>
            </a:pathLst>
          </a:custGeom>
          <a:solidFill xmlns:a="http://schemas.openxmlformats.org/drawingml/2006/main">
            <a:srgbClr val="000000"/>
          </a:solidFill>
          <a:ln xmlns:a="http://schemas.openxmlformats.org/drawingml/2006/main" w="0" cap="flat">
            <a:noFill/>
            <a:miter/>
          </a:ln>
        </p:spPr>
      </p:sp>
      <p:sp>
        <p:nvSpPr>
          <p:cNvPr id="154" name="Text portthenumberoferrorsreproducedatleast">
            <a:extLst xmlns:a="http://schemas.openxmlformats.org/drawingml/2006/main">
              <a:ext uri="{FF2B5EF4-FFF2-40B4-BE49-F238E27FC236}">
                <a16:creationId xmlns:a16="http://schemas.microsoft.com/office/drawing/2014/main" id="{CA8F3FB5-5BC7-44D6-9AB6-4810859362C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523357" y="5428344"/>
            <a:ext cx="4703228" cy="239201"/>
          </a:xfrm>
          <a:custGeom xmlns:a="http://schemas.openxmlformats.org/drawingml/2006/main">
            <a:pathLst>
              <a:path w="4703228" h="239201">
                <a:moveTo>
                  <a:pt x="22572" y="103473"/>
                </a:moveTo>
                <a:cubicBezTo>
                  <a:pt x="28154" y="89888"/>
                  <a:pt x="43121" y="78093"/>
                  <a:pt x="53013" y="78093"/>
                </a:cubicBezTo>
                <a:cubicBezTo>
                  <a:pt x="70260" y="78093"/>
                  <a:pt x="79139" y="93989"/>
                  <a:pt x="79139" y="122959"/>
                </a:cubicBezTo>
                <a:cubicBezTo>
                  <a:pt x="79139" y="143980"/>
                  <a:pt x="73306" y="171155"/>
                  <a:pt x="46163" y="171155"/>
                </a:cubicBezTo>
                <a:cubicBezTo>
                  <a:pt x="42106" y="171155"/>
                  <a:pt x="31451" y="170131"/>
                  <a:pt x="22572" y="159618"/>
                </a:cubicBezTo>
                <a:lnTo>
                  <a:pt x="22572" y="103473"/>
                </a:lnTo>
                <a:moveTo>
                  <a:pt x="22572" y="88606"/>
                </a:moveTo>
                <a:lnTo>
                  <a:pt x="22572" y="69895"/>
                </a:lnTo>
                <a:cubicBezTo>
                  <a:pt x="22572" y="67897"/>
                  <a:pt x="22270" y="67334"/>
                  <a:pt x="21051" y="67334"/>
                </a:cubicBezTo>
                <a:cubicBezTo>
                  <a:pt x="15369" y="68460"/>
                  <a:pt x="6289" y="68663"/>
                  <a:pt x="507" y="68100"/>
                </a:cubicBezTo>
                <a:lnTo>
                  <a:pt x="0" y="68870"/>
                </a:lnTo>
                <a:cubicBezTo>
                  <a:pt x="1773" y="79938"/>
                  <a:pt x="2280" y="99372"/>
                  <a:pt x="2280" y="118599"/>
                </a:cubicBezTo>
                <a:lnTo>
                  <a:pt x="2280" y="187055"/>
                </a:lnTo>
                <a:cubicBezTo>
                  <a:pt x="2280" y="206169"/>
                  <a:pt x="1823" y="224610"/>
                  <a:pt x="0" y="238430"/>
                </a:cubicBezTo>
                <a:lnTo>
                  <a:pt x="507" y="239201"/>
                </a:lnTo>
                <a:cubicBezTo>
                  <a:pt x="3549" y="238688"/>
                  <a:pt x="9382" y="238430"/>
                  <a:pt x="12428" y="238430"/>
                </a:cubicBezTo>
                <a:cubicBezTo>
                  <a:pt x="15470" y="238430"/>
                  <a:pt x="21307" y="238688"/>
                  <a:pt x="24349" y="239201"/>
                </a:cubicBezTo>
                <a:lnTo>
                  <a:pt x="24856" y="238430"/>
                </a:lnTo>
                <a:cubicBezTo>
                  <a:pt x="23029" y="223789"/>
                  <a:pt x="22572" y="206372"/>
                  <a:pt x="22572" y="187055"/>
                </a:cubicBezTo>
                <a:lnTo>
                  <a:pt x="22572" y="175769"/>
                </a:lnTo>
                <a:cubicBezTo>
                  <a:pt x="29168" y="179354"/>
                  <a:pt x="38553" y="181402"/>
                  <a:pt x="47684" y="181402"/>
                </a:cubicBezTo>
                <a:cubicBezTo>
                  <a:pt x="81167" y="181402"/>
                  <a:pt x="101460" y="155775"/>
                  <a:pt x="101460" y="119624"/>
                </a:cubicBezTo>
                <a:cubicBezTo>
                  <a:pt x="101460" y="92449"/>
                  <a:pt x="85734" y="66306"/>
                  <a:pt x="57325" y="66306"/>
                </a:cubicBezTo>
                <a:cubicBezTo>
                  <a:pt x="47432" y="66306"/>
                  <a:pt x="34749" y="71431"/>
                  <a:pt x="23079" y="89376"/>
                </a:cubicBezTo>
                <a:lnTo>
                  <a:pt x="22572" y="88606"/>
                </a:lnTo>
                <a:close/>
                <a:moveTo>
                  <a:pt x="125558" y="126290"/>
                </a:moveTo>
                <a:cubicBezTo>
                  <a:pt x="125558" y="157054"/>
                  <a:pt x="145595" y="181402"/>
                  <a:pt x="179334" y="181402"/>
                </a:cubicBezTo>
                <a:cubicBezTo>
                  <a:pt x="212813" y="181402"/>
                  <a:pt x="233105" y="157570"/>
                  <a:pt x="233105" y="123983"/>
                </a:cubicBezTo>
                <a:cubicBezTo>
                  <a:pt x="233105" y="89118"/>
                  <a:pt x="214589" y="66306"/>
                  <a:pt x="180348" y="66306"/>
                </a:cubicBezTo>
                <a:cubicBezTo>
                  <a:pt x="147116" y="66306"/>
                  <a:pt x="125558" y="89888"/>
                  <a:pt x="125558" y="126290"/>
                </a:cubicBezTo>
                <a:moveTo>
                  <a:pt x="178571" y="76556"/>
                </a:moveTo>
                <a:cubicBezTo>
                  <a:pt x="205459" y="76556"/>
                  <a:pt x="210785" y="97578"/>
                  <a:pt x="210785" y="128600"/>
                </a:cubicBezTo>
                <a:cubicBezTo>
                  <a:pt x="210785" y="152952"/>
                  <a:pt x="198608" y="171155"/>
                  <a:pt x="181613" y="171155"/>
                </a:cubicBezTo>
                <a:cubicBezTo>
                  <a:pt x="154729" y="171155"/>
                  <a:pt x="147879" y="141674"/>
                  <a:pt x="147879" y="121934"/>
                </a:cubicBezTo>
                <a:cubicBezTo>
                  <a:pt x="147879" y="99630"/>
                  <a:pt x="154729" y="76556"/>
                  <a:pt x="178571" y="76556"/>
                </a:cubicBezTo>
                <a:close/>
                <a:moveTo>
                  <a:pt x="285104" y="93219"/>
                </a:moveTo>
                <a:lnTo>
                  <a:pt x="285104" y="69895"/>
                </a:lnTo>
                <a:cubicBezTo>
                  <a:pt x="285104" y="67897"/>
                  <a:pt x="284798" y="67334"/>
                  <a:pt x="283583" y="67334"/>
                </a:cubicBezTo>
                <a:cubicBezTo>
                  <a:pt x="277901" y="68460"/>
                  <a:pt x="268821" y="68663"/>
                  <a:pt x="263035" y="68100"/>
                </a:cubicBezTo>
                <a:lnTo>
                  <a:pt x="262528" y="68870"/>
                </a:lnTo>
                <a:cubicBezTo>
                  <a:pt x="264305" y="79938"/>
                  <a:pt x="264812" y="99376"/>
                  <a:pt x="264812" y="118611"/>
                </a:cubicBezTo>
                <a:lnTo>
                  <a:pt x="264812" y="132717"/>
                </a:lnTo>
                <a:cubicBezTo>
                  <a:pt x="264812" y="151952"/>
                  <a:pt x="264510" y="165084"/>
                  <a:pt x="262528" y="178884"/>
                </a:cubicBezTo>
                <a:lnTo>
                  <a:pt x="263035" y="179651"/>
                </a:lnTo>
                <a:cubicBezTo>
                  <a:pt x="266081" y="179139"/>
                  <a:pt x="271914" y="178884"/>
                  <a:pt x="274960" y="178884"/>
                </a:cubicBezTo>
                <a:cubicBezTo>
                  <a:pt x="278002" y="178884"/>
                  <a:pt x="283835" y="179139"/>
                  <a:pt x="286881" y="179651"/>
                </a:cubicBezTo>
                <a:lnTo>
                  <a:pt x="287388" y="178884"/>
                </a:lnTo>
                <a:cubicBezTo>
                  <a:pt x="285511" y="164263"/>
                  <a:pt x="285104" y="152210"/>
                  <a:pt x="285104" y="132717"/>
                </a:cubicBezTo>
                <a:lnTo>
                  <a:pt x="285104" y="119381"/>
                </a:lnTo>
                <a:cubicBezTo>
                  <a:pt x="285104" y="108607"/>
                  <a:pt x="288301" y="102453"/>
                  <a:pt x="293728" y="93989"/>
                </a:cubicBezTo>
                <a:cubicBezTo>
                  <a:pt x="297432" y="88297"/>
                  <a:pt x="303113" y="85013"/>
                  <a:pt x="307932" y="85013"/>
                </a:cubicBezTo>
                <a:cubicBezTo>
                  <a:pt x="313006" y="85013"/>
                  <a:pt x="317825" y="85525"/>
                  <a:pt x="321123" y="88602"/>
                </a:cubicBezTo>
                <a:lnTo>
                  <a:pt x="323151" y="88090"/>
                </a:lnTo>
                <a:lnTo>
                  <a:pt x="328225" y="69124"/>
                </a:lnTo>
                <a:lnTo>
                  <a:pt x="327211" y="68100"/>
                </a:lnTo>
                <a:cubicBezTo>
                  <a:pt x="322899" y="66822"/>
                  <a:pt x="322644" y="66306"/>
                  <a:pt x="318080" y="66306"/>
                </a:cubicBezTo>
                <a:cubicBezTo>
                  <a:pt x="304383" y="66306"/>
                  <a:pt x="297025" y="74250"/>
                  <a:pt x="285867" y="93731"/>
                </a:cubicBezTo>
                <a:lnTo>
                  <a:pt x="285104" y="93219"/>
                </a:lnTo>
                <a:close/>
                <a:moveTo>
                  <a:pt x="356886" y="69058"/>
                </a:moveTo>
                <a:cubicBezTo>
                  <a:pt x="351712" y="69058"/>
                  <a:pt x="346336" y="68956"/>
                  <a:pt x="343189" y="68546"/>
                </a:cubicBezTo>
                <a:cubicBezTo>
                  <a:pt x="341467" y="72749"/>
                  <a:pt x="340096" y="75208"/>
                  <a:pt x="337612" y="79051"/>
                </a:cubicBezTo>
                <a:lnTo>
                  <a:pt x="338877" y="80845"/>
                </a:lnTo>
                <a:cubicBezTo>
                  <a:pt x="343243" y="80536"/>
                  <a:pt x="351104" y="80384"/>
                  <a:pt x="356886" y="80333"/>
                </a:cubicBezTo>
                <a:lnTo>
                  <a:pt x="356886" y="115386"/>
                </a:lnTo>
                <a:cubicBezTo>
                  <a:pt x="356886" y="130739"/>
                  <a:pt x="356128" y="149164"/>
                  <a:pt x="356128" y="156839"/>
                </a:cubicBezTo>
                <a:cubicBezTo>
                  <a:pt x="356128" y="173478"/>
                  <a:pt x="366779" y="181402"/>
                  <a:pt x="378449" y="181402"/>
                </a:cubicBezTo>
                <a:cubicBezTo>
                  <a:pt x="389104" y="181402"/>
                  <a:pt x="397220" y="178845"/>
                  <a:pt x="407872" y="171945"/>
                </a:cubicBezTo>
                <a:lnTo>
                  <a:pt x="404779" y="165639"/>
                </a:lnTo>
                <a:cubicBezTo>
                  <a:pt x="396965" y="168356"/>
                  <a:pt x="391132" y="168614"/>
                  <a:pt x="384788" y="167590"/>
                </a:cubicBezTo>
                <a:cubicBezTo>
                  <a:pt x="378754" y="166616"/>
                  <a:pt x="376420" y="160471"/>
                  <a:pt x="376420" y="146603"/>
                </a:cubicBezTo>
                <a:cubicBezTo>
                  <a:pt x="376420" y="138929"/>
                  <a:pt x="377179" y="127924"/>
                  <a:pt x="377179" y="112575"/>
                </a:cubicBezTo>
                <a:lnTo>
                  <a:pt x="377179" y="80333"/>
                </a:lnTo>
                <a:lnTo>
                  <a:pt x="386820" y="80333"/>
                </a:lnTo>
                <a:cubicBezTo>
                  <a:pt x="392908" y="80333"/>
                  <a:pt x="401733" y="80536"/>
                  <a:pt x="405081" y="80845"/>
                </a:cubicBezTo>
                <a:cubicBezTo>
                  <a:pt x="405843" y="76748"/>
                  <a:pt x="406606" y="74132"/>
                  <a:pt x="408127" y="70340"/>
                </a:cubicBezTo>
                <a:lnTo>
                  <a:pt x="406858" y="68546"/>
                </a:lnTo>
                <a:cubicBezTo>
                  <a:pt x="402290" y="68753"/>
                  <a:pt x="394937" y="69058"/>
                  <a:pt x="389104" y="69058"/>
                </a:cubicBezTo>
                <a:lnTo>
                  <a:pt x="377179" y="69058"/>
                </a:lnTo>
                <a:cubicBezTo>
                  <a:pt x="377179" y="49893"/>
                  <a:pt x="377334" y="46512"/>
                  <a:pt x="378449" y="31652"/>
                </a:cubicBezTo>
                <a:cubicBezTo>
                  <a:pt x="378449" y="29806"/>
                  <a:pt x="377740" y="29091"/>
                  <a:pt x="376165" y="29091"/>
                </a:cubicBezTo>
                <a:cubicBezTo>
                  <a:pt x="369825" y="31652"/>
                  <a:pt x="366679" y="34369"/>
                  <a:pt x="358411" y="35495"/>
                </a:cubicBezTo>
                <a:lnTo>
                  <a:pt x="357904" y="36265"/>
                </a:lnTo>
                <a:cubicBezTo>
                  <a:pt x="357397" y="45182"/>
                  <a:pt x="356886" y="54198"/>
                  <a:pt x="356886" y="69058"/>
                </a:cubicBezTo>
                <a:close/>
                <a:moveTo>
                  <a:pt x="507049" y="69058"/>
                </a:moveTo>
                <a:cubicBezTo>
                  <a:pt x="501874" y="69058"/>
                  <a:pt x="496498" y="68956"/>
                  <a:pt x="493351" y="68546"/>
                </a:cubicBezTo>
                <a:cubicBezTo>
                  <a:pt x="491629" y="72749"/>
                  <a:pt x="490259" y="75208"/>
                  <a:pt x="487774" y="79051"/>
                </a:cubicBezTo>
                <a:lnTo>
                  <a:pt x="489040" y="80845"/>
                </a:lnTo>
                <a:cubicBezTo>
                  <a:pt x="493406" y="80536"/>
                  <a:pt x="501266" y="80384"/>
                  <a:pt x="507049" y="80333"/>
                </a:cubicBezTo>
                <a:lnTo>
                  <a:pt x="507049" y="115386"/>
                </a:lnTo>
                <a:cubicBezTo>
                  <a:pt x="507049" y="130739"/>
                  <a:pt x="506290" y="149164"/>
                  <a:pt x="506290" y="156839"/>
                </a:cubicBezTo>
                <a:cubicBezTo>
                  <a:pt x="506290" y="173478"/>
                  <a:pt x="516942" y="181402"/>
                  <a:pt x="528611" y="181402"/>
                </a:cubicBezTo>
                <a:cubicBezTo>
                  <a:pt x="539266" y="181402"/>
                  <a:pt x="547383" y="178845"/>
                  <a:pt x="558034" y="171945"/>
                </a:cubicBezTo>
                <a:lnTo>
                  <a:pt x="554942" y="165639"/>
                </a:lnTo>
                <a:cubicBezTo>
                  <a:pt x="547127" y="168356"/>
                  <a:pt x="541294" y="168614"/>
                  <a:pt x="534951" y="167590"/>
                </a:cubicBezTo>
                <a:cubicBezTo>
                  <a:pt x="528917" y="166616"/>
                  <a:pt x="526583" y="160471"/>
                  <a:pt x="526583" y="146603"/>
                </a:cubicBezTo>
                <a:cubicBezTo>
                  <a:pt x="526583" y="138929"/>
                  <a:pt x="527342" y="127924"/>
                  <a:pt x="527342" y="112575"/>
                </a:cubicBezTo>
                <a:lnTo>
                  <a:pt x="527342" y="80333"/>
                </a:lnTo>
                <a:lnTo>
                  <a:pt x="536983" y="80333"/>
                </a:lnTo>
                <a:cubicBezTo>
                  <a:pt x="543071" y="80333"/>
                  <a:pt x="551896" y="80536"/>
                  <a:pt x="555243" y="80845"/>
                </a:cubicBezTo>
                <a:cubicBezTo>
                  <a:pt x="556006" y="76748"/>
                  <a:pt x="556768" y="74132"/>
                  <a:pt x="558290" y="70340"/>
                </a:cubicBezTo>
                <a:lnTo>
                  <a:pt x="557020" y="68546"/>
                </a:lnTo>
                <a:cubicBezTo>
                  <a:pt x="552453" y="68753"/>
                  <a:pt x="545099" y="69058"/>
                  <a:pt x="539266" y="69058"/>
                </a:cubicBezTo>
                <a:lnTo>
                  <a:pt x="527342" y="69058"/>
                </a:lnTo>
                <a:cubicBezTo>
                  <a:pt x="527342" y="49893"/>
                  <a:pt x="527496" y="46512"/>
                  <a:pt x="528611" y="31652"/>
                </a:cubicBezTo>
                <a:cubicBezTo>
                  <a:pt x="528611" y="29806"/>
                  <a:pt x="527903" y="29091"/>
                  <a:pt x="526327" y="29091"/>
                </a:cubicBezTo>
                <a:cubicBezTo>
                  <a:pt x="519988" y="31652"/>
                  <a:pt x="516841" y="34369"/>
                  <a:pt x="508574" y="35495"/>
                </a:cubicBezTo>
                <a:lnTo>
                  <a:pt x="508067" y="36265"/>
                </a:lnTo>
                <a:cubicBezTo>
                  <a:pt x="507560" y="45182"/>
                  <a:pt x="507049" y="54198"/>
                  <a:pt x="507049" y="69058"/>
                </a:cubicBezTo>
                <a:close/>
                <a:moveTo>
                  <a:pt x="612318" y="88606"/>
                </a:moveTo>
                <a:lnTo>
                  <a:pt x="612318" y="50437"/>
                </a:lnTo>
                <a:cubicBezTo>
                  <a:pt x="612318" y="31491"/>
                  <a:pt x="613382" y="18281"/>
                  <a:pt x="614598" y="2561"/>
                </a:cubicBezTo>
                <a:cubicBezTo>
                  <a:pt x="614598" y="770"/>
                  <a:pt x="613889" y="0"/>
                  <a:pt x="612318" y="0"/>
                </a:cubicBezTo>
                <a:cubicBezTo>
                  <a:pt x="605974" y="2561"/>
                  <a:pt x="600548" y="4355"/>
                  <a:pt x="590249" y="5121"/>
                </a:cubicBezTo>
                <a:lnTo>
                  <a:pt x="589742" y="5892"/>
                </a:lnTo>
                <a:cubicBezTo>
                  <a:pt x="591720" y="16846"/>
                  <a:pt x="592025" y="36101"/>
                  <a:pt x="592025" y="55554"/>
                </a:cubicBezTo>
                <a:lnTo>
                  <a:pt x="592025" y="132717"/>
                </a:lnTo>
                <a:cubicBezTo>
                  <a:pt x="592025" y="151799"/>
                  <a:pt x="591720" y="164521"/>
                  <a:pt x="589742" y="178884"/>
                </a:cubicBezTo>
                <a:lnTo>
                  <a:pt x="590249" y="179651"/>
                </a:lnTo>
                <a:cubicBezTo>
                  <a:pt x="593291" y="179139"/>
                  <a:pt x="599128" y="178884"/>
                  <a:pt x="602170" y="178884"/>
                </a:cubicBezTo>
                <a:cubicBezTo>
                  <a:pt x="605216" y="178884"/>
                  <a:pt x="611049" y="179139"/>
                  <a:pt x="614091" y="179651"/>
                </a:cubicBezTo>
                <a:lnTo>
                  <a:pt x="614598" y="178884"/>
                </a:lnTo>
                <a:cubicBezTo>
                  <a:pt x="612724" y="164212"/>
                  <a:pt x="612318" y="152210"/>
                  <a:pt x="612318" y="132717"/>
                </a:cubicBezTo>
                <a:lnTo>
                  <a:pt x="612318" y="102711"/>
                </a:lnTo>
                <a:cubicBezTo>
                  <a:pt x="625253" y="87323"/>
                  <a:pt x="640116" y="81682"/>
                  <a:pt x="649095" y="81682"/>
                </a:cubicBezTo>
                <a:cubicBezTo>
                  <a:pt x="662034" y="81682"/>
                  <a:pt x="667360" y="86811"/>
                  <a:pt x="667360" y="107582"/>
                </a:cubicBezTo>
                <a:lnTo>
                  <a:pt x="667360" y="132717"/>
                </a:lnTo>
                <a:cubicBezTo>
                  <a:pt x="667360" y="151956"/>
                  <a:pt x="667104" y="165084"/>
                  <a:pt x="665076" y="178884"/>
                </a:cubicBezTo>
                <a:lnTo>
                  <a:pt x="665583" y="179651"/>
                </a:lnTo>
                <a:cubicBezTo>
                  <a:pt x="668629" y="179139"/>
                  <a:pt x="674462" y="178884"/>
                  <a:pt x="677504" y="178884"/>
                </a:cubicBezTo>
                <a:cubicBezTo>
                  <a:pt x="680550" y="178884"/>
                  <a:pt x="686383" y="179139"/>
                  <a:pt x="689429" y="179651"/>
                </a:cubicBezTo>
                <a:lnTo>
                  <a:pt x="689936" y="178884"/>
                </a:lnTo>
                <a:cubicBezTo>
                  <a:pt x="687904" y="164212"/>
                  <a:pt x="687652" y="152210"/>
                  <a:pt x="687652" y="132717"/>
                </a:cubicBezTo>
                <a:cubicBezTo>
                  <a:pt x="687652" y="124511"/>
                  <a:pt x="688159" y="115022"/>
                  <a:pt x="688159" y="106816"/>
                </a:cubicBezTo>
                <a:cubicBezTo>
                  <a:pt x="688159" y="80141"/>
                  <a:pt x="679536" y="66306"/>
                  <a:pt x="656704" y="66306"/>
                </a:cubicBezTo>
                <a:cubicBezTo>
                  <a:pt x="647067" y="66306"/>
                  <a:pt x="629058" y="70153"/>
                  <a:pt x="612825" y="89376"/>
                </a:cubicBezTo>
                <a:lnTo>
                  <a:pt x="612318" y="88606"/>
                </a:lnTo>
                <a:close/>
                <a:moveTo>
                  <a:pt x="740160" y="108853"/>
                </a:moveTo>
                <a:cubicBezTo>
                  <a:pt x="744471" y="82194"/>
                  <a:pt x="761110" y="76556"/>
                  <a:pt x="769076" y="76556"/>
                </a:cubicBezTo>
                <a:cubicBezTo>
                  <a:pt x="779119" y="76556"/>
                  <a:pt x="790382" y="86041"/>
                  <a:pt x="790382" y="105264"/>
                </a:cubicBezTo>
                <a:cubicBezTo>
                  <a:pt x="790382" y="107571"/>
                  <a:pt x="789368" y="108853"/>
                  <a:pt x="786829" y="108853"/>
                </a:cubicBezTo>
                <a:lnTo>
                  <a:pt x="740160" y="108853"/>
                </a:lnTo>
                <a:moveTo>
                  <a:pt x="807884" y="152182"/>
                </a:moveTo>
                <a:cubicBezTo>
                  <a:pt x="799006" y="161929"/>
                  <a:pt x="787085" y="166288"/>
                  <a:pt x="773132" y="166288"/>
                </a:cubicBezTo>
                <a:cubicBezTo>
                  <a:pt x="764458" y="166288"/>
                  <a:pt x="752487" y="162953"/>
                  <a:pt x="745485" y="151670"/>
                </a:cubicBezTo>
                <a:cubicBezTo>
                  <a:pt x="741019" y="144488"/>
                  <a:pt x="739397" y="134026"/>
                  <a:pt x="739397" y="119100"/>
                </a:cubicBezTo>
                <a:lnTo>
                  <a:pt x="808391" y="119100"/>
                </a:lnTo>
                <a:cubicBezTo>
                  <a:pt x="811182" y="119100"/>
                  <a:pt x="812955" y="117563"/>
                  <a:pt x="812955" y="114745"/>
                </a:cubicBezTo>
                <a:cubicBezTo>
                  <a:pt x="812955" y="93219"/>
                  <a:pt x="802555" y="66306"/>
                  <a:pt x="769076" y="66306"/>
                </a:cubicBezTo>
                <a:cubicBezTo>
                  <a:pt x="742946" y="66306"/>
                  <a:pt x="717076" y="87577"/>
                  <a:pt x="717076" y="125257"/>
                </a:cubicBezTo>
                <a:cubicBezTo>
                  <a:pt x="717076" y="139820"/>
                  <a:pt x="720018" y="154184"/>
                  <a:pt x="728490" y="164493"/>
                </a:cubicBezTo>
                <a:cubicBezTo>
                  <a:pt x="737214" y="175100"/>
                  <a:pt x="751724" y="181402"/>
                  <a:pt x="768820" y="181402"/>
                </a:cubicBezTo>
                <a:cubicBezTo>
                  <a:pt x="787085" y="181402"/>
                  <a:pt x="803317" y="171925"/>
                  <a:pt x="812955" y="158594"/>
                </a:cubicBezTo>
                <a:lnTo>
                  <a:pt x="807884" y="152182"/>
                </a:lnTo>
                <a:close/>
                <a:moveTo>
                  <a:pt x="1003702" y="132717"/>
                </a:moveTo>
                <a:cubicBezTo>
                  <a:pt x="1003702" y="124511"/>
                  <a:pt x="1004209" y="115022"/>
                  <a:pt x="1004209" y="106816"/>
                </a:cubicBezTo>
                <a:cubicBezTo>
                  <a:pt x="1004209" y="80141"/>
                  <a:pt x="995586" y="66306"/>
                  <a:pt x="972758" y="66306"/>
                </a:cubicBezTo>
                <a:cubicBezTo>
                  <a:pt x="963117" y="66306"/>
                  <a:pt x="945108" y="70153"/>
                  <a:pt x="928875" y="89376"/>
                </a:cubicBezTo>
                <a:lnTo>
                  <a:pt x="928368" y="88606"/>
                </a:lnTo>
                <a:lnTo>
                  <a:pt x="928368" y="69895"/>
                </a:lnTo>
                <a:cubicBezTo>
                  <a:pt x="928318" y="67897"/>
                  <a:pt x="928062" y="67334"/>
                  <a:pt x="926847" y="67334"/>
                </a:cubicBezTo>
                <a:cubicBezTo>
                  <a:pt x="921165" y="68460"/>
                  <a:pt x="912081" y="68663"/>
                  <a:pt x="906299" y="68100"/>
                </a:cubicBezTo>
                <a:lnTo>
                  <a:pt x="905792" y="68870"/>
                </a:lnTo>
                <a:cubicBezTo>
                  <a:pt x="907568" y="79938"/>
                  <a:pt x="908075" y="99376"/>
                  <a:pt x="908075" y="118611"/>
                </a:cubicBezTo>
                <a:lnTo>
                  <a:pt x="908075" y="132717"/>
                </a:lnTo>
                <a:cubicBezTo>
                  <a:pt x="908075" y="151956"/>
                  <a:pt x="907820" y="165033"/>
                  <a:pt x="905792" y="178884"/>
                </a:cubicBezTo>
                <a:lnTo>
                  <a:pt x="906299" y="179651"/>
                </a:lnTo>
                <a:cubicBezTo>
                  <a:pt x="909345" y="179139"/>
                  <a:pt x="915178" y="178884"/>
                  <a:pt x="918220" y="178884"/>
                </a:cubicBezTo>
                <a:cubicBezTo>
                  <a:pt x="921266" y="178884"/>
                  <a:pt x="927099" y="179139"/>
                  <a:pt x="930145" y="179651"/>
                </a:cubicBezTo>
                <a:lnTo>
                  <a:pt x="930652" y="178884"/>
                </a:lnTo>
                <a:cubicBezTo>
                  <a:pt x="928620" y="164263"/>
                  <a:pt x="928368" y="152210"/>
                  <a:pt x="928368" y="132717"/>
                </a:cubicBezTo>
                <a:lnTo>
                  <a:pt x="928368" y="102711"/>
                </a:lnTo>
                <a:cubicBezTo>
                  <a:pt x="941303" y="87323"/>
                  <a:pt x="956015" y="81682"/>
                  <a:pt x="965149" y="81682"/>
                </a:cubicBezTo>
                <a:cubicBezTo>
                  <a:pt x="978084" y="81682"/>
                  <a:pt x="983410" y="86811"/>
                  <a:pt x="983410" y="107582"/>
                </a:cubicBezTo>
                <a:lnTo>
                  <a:pt x="983410" y="132717"/>
                </a:lnTo>
                <a:cubicBezTo>
                  <a:pt x="983410" y="151956"/>
                  <a:pt x="982953" y="165084"/>
                  <a:pt x="981126" y="178884"/>
                </a:cubicBezTo>
                <a:lnTo>
                  <a:pt x="981633" y="179651"/>
                </a:lnTo>
                <a:cubicBezTo>
                  <a:pt x="984679" y="179139"/>
                  <a:pt x="990512" y="178884"/>
                  <a:pt x="993558" y="178884"/>
                </a:cubicBezTo>
                <a:cubicBezTo>
                  <a:pt x="996600" y="178884"/>
                  <a:pt x="1002433" y="179139"/>
                  <a:pt x="1005479" y="179651"/>
                </a:cubicBezTo>
                <a:lnTo>
                  <a:pt x="1005986" y="178884"/>
                </a:lnTo>
                <a:cubicBezTo>
                  <a:pt x="1004008" y="164263"/>
                  <a:pt x="1003702" y="152210"/>
                  <a:pt x="1003702" y="132717"/>
                </a:cubicBezTo>
                <a:close/>
                <a:moveTo>
                  <a:pt x="1116323" y="155337"/>
                </a:moveTo>
                <a:lnTo>
                  <a:pt x="1117338" y="156104"/>
                </a:lnTo>
                <a:lnTo>
                  <a:pt x="1118607" y="178884"/>
                </a:lnTo>
                <a:cubicBezTo>
                  <a:pt x="1118607" y="179397"/>
                  <a:pt x="1118913" y="179651"/>
                  <a:pt x="1119621" y="179651"/>
                </a:cubicBezTo>
                <a:cubicBezTo>
                  <a:pt x="1122969" y="179193"/>
                  <a:pt x="1125965" y="178884"/>
                  <a:pt x="1129665" y="178884"/>
                </a:cubicBezTo>
                <a:cubicBezTo>
                  <a:pt x="1132812" y="178884"/>
                  <a:pt x="1137630" y="179142"/>
                  <a:pt x="1140928" y="179651"/>
                </a:cubicBezTo>
                <a:lnTo>
                  <a:pt x="1141435" y="178884"/>
                </a:lnTo>
                <a:cubicBezTo>
                  <a:pt x="1139407" y="167879"/>
                  <a:pt x="1137123" y="148937"/>
                  <a:pt x="1137123" y="129742"/>
                </a:cubicBezTo>
                <a:lnTo>
                  <a:pt x="1137123" y="115151"/>
                </a:lnTo>
                <a:cubicBezTo>
                  <a:pt x="1137123" y="95952"/>
                  <a:pt x="1137379" y="82644"/>
                  <a:pt x="1139407" y="69077"/>
                </a:cubicBezTo>
                <a:lnTo>
                  <a:pt x="1138900" y="68307"/>
                </a:lnTo>
                <a:cubicBezTo>
                  <a:pt x="1135854" y="68819"/>
                  <a:pt x="1130021" y="69077"/>
                  <a:pt x="1126979" y="69077"/>
                </a:cubicBezTo>
                <a:cubicBezTo>
                  <a:pt x="1123933" y="69077"/>
                  <a:pt x="1118100" y="68819"/>
                  <a:pt x="1115058" y="68307"/>
                </a:cubicBezTo>
                <a:lnTo>
                  <a:pt x="1114547" y="69077"/>
                </a:lnTo>
                <a:cubicBezTo>
                  <a:pt x="1116529" y="83719"/>
                  <a:pt x="1116830" y="95697"/>
                  <a:pt x="1116830" y="115151"/>
                </a:cubicBezTo>
                <a:lnTo>
                  <a:pt x="1116830" y="140235"/>
                </a:lnTo>
                <a:cubicBezTo>
                  <a:pt x="1109121" y="153343"/>
                  <a:pt x="1094510" y="167054"/>
                  <a:pt x="1082082" y="167054"/>
                </a:cubicBezTo>
                <a:cubicBezTo>
                  <a:pt x="1073354" y="167054"/>
                  <a:pt x="1065087" y="164243"/>
                  <a:pt x="1065087" y="140450"/>
                </a:cubicBezTo>
                <a:lnTo>
                  <a:pt x="1065087" y="115124"/>
                </a:lnTo>
                <a:cubicBezTo>
                  <a:pt x="1065087" y="95936"/>
                  <a:pt x="1065338" y="82636"/>
                  <a:pt x="1067370" y="69077"/>
                </a:cubicBezTo>
                <a:lnTo>
                  <a:pt x="1066863" y="68307"/>
                </a:lnTo>
                <a:cubicBezTo>
                  <a:pt x="1063817" y="68819"/>
                  <a:pt x="1057984" y="69077"/>
                  <a:pt x="1054938" y="69077"/>
                </a:cubicBezTo>
                <a:cubicBezTo>
                  <a:pt x="1051896" y="69077"/>
                  <a:pt x="1046063" y="68819"/>
                  <a:pt x="1043017" y="68307"/>
                </a:cubicBezTo>
                <a:lnTo>
                  <a:pt x="1042510" y="69077"/>
                </a:lnTo>
                <a:cubicBezTo>
                  <a:pt x="1044539" y="83656"/>
                  <a:pt x="1044794" y="95682"/>
                  <a:pt x="1044794" y="115124"/>
                </a:cubicBezTo>
                <a:lnTo>
                  <a:pt x="1044794" y="145822"/>
                </a:lnTo>
                <a:cubicBezTo>
                  <a:pt x="1044794" y="163473"/>
                  <a:pt x="1052910" y="181402"/>
                  <a:pt x="1078022" y="181402"/>
                </a:cubicBezTo>
                <a:cubicBezTo>
                  <a:pt x="1093747" y="181402"/>
                  <a:pt x="1107952" y="168336"/>
                  <a:pt x="1116323" y="155286"/>
                </a:cubicBezTo>
                <a:lnTo>
                  <a:pt x="1116323" y="155337"/>
                </a:lnTo>
                <a:close/>
                <a:moveTo>
                  <a:pt x="1201043" y="88606"/>
                </a:moveTo>
                <a:lnTo>
                  <a:pt x="1201043" y="69895"/>
                </a:lnTo>
                <a:cubicBezTo>
                  <a:pt x="1201043" y="67897"/>
                  <a:pt x="1200741" y="67334"/>
                  <a:pt x="1199522" y="67334"/>
                </a:cubicBezTo>
                <a:cubicBezTo>
                  <a:pt x="1193840" y="68460"/>
                  <a:pt x="1184760" y="68663"/>
                  <a:pt x="1178977" y="68100"/>
                </a:cubicBezTo>
                <a:lnTo>
                  <a:pt x="1178470" y="68870"/>
                </a:lnTo>
                <a:cubicBezTo>
                  <a:pt x="1180243" y="79938"/>
                  <a:pt x="1180750" y="99376"/>
                  <a:pt x="1180750" y="118611"/>
                </a:cubicBezTo>
                <a:lnTo>
                  <a:pt x="1180750" y="132717"/>
                </a:lnTo>
                <a:cubicBezTo>
                  <a:pt x="1180750" y="151956"/>
                  <a:pt x="1180499" y="165033"/>
                  <a:pt x="1178470" y="178884"/>
                </a:cubicBezTo>
                <a:lnTo>
                  <a:pt x="1178977" y="179651"/>
                </a:lnTo>
                <a:cubicBezTo>
                  <a:pt x="1182020" y="179139"/>
                  <a:pt x="1187852" y="178884"/>
                  <a:pt x="1190898" y="178884"/>
                </a:cubicBezTo>
                <a:cubicBezTo>
                  <a:pt x="1193941" y="178884"/>
                  <a:pt x="1199777" y="179139"/>
                  <a:pt x="1202819" y="179651"/>
                </a:cubicBezTo>
                <a:lnTo>
                  <a:pt x="1203326" y="178884"/>
                </a:lnTo>
                <a:cubicBezTo>
                  <a:pt x="1201298" y="164263"/>
                  <a:pt x="1201043" y="152210"/>
                  <a:pt x="1201043" y="132717"/>
                </a:cubicBezTo>
                <a:lnTo>
                  <a:pt x="1201043" y="101687"/>
                </a:lnTo>
                <a:cubicBezTo>
                  <a:pt x="1212968" y="89376"/>
                  <a:pt x="1227172" y="81682"/>
                  <a:pt x="1236047" y="81682"/>
                </a:cubicBezTo>
                <a:cubicBezTo>
                  <a:pt x="1245688" y="81682"/>
                  <a:pt x="1252791" y="87323"/>
                  <a:pt x="1252791" y="104506"/>
                </a:cubicBezTo>
                <a:lnTo>
                  <a:pt x="1252791" y="132717"/>
                </a:lnTo>
                <a:cubicBezTo>
                  <a:pt x="1252791" y="151956"/>
                  <a:pt x="1252535" y="165033"/>
                  <a:pt x="1250507" y="178884"/>
                </a:cubicBezTo>
                <a:lnTo>
                  <a:pt x="1251014" y="179651"/>
                </a:lnTo>
                <a:cubicBezTo>
                  <a:pt x="1254056" y="179139"/>
                  <a:pt x="1259893" y="178884"/>
                  <a:pt x="1262935" y="178884"/>
                </a:cubicBezTo>
                <a:cubicBezTo>
                  <a:pt x="1265981" y="178884"/>
                  <a:pt x="1271814" y="179139"/>
                  <a:pt x="1274856" y="179651"/>
                </a:cubicBezTo>
                <a:lnTo>
                  <a:pt x="1275363" y="178884"/>
                </a:lnTo>
                <a:cubicBezTo>
                  <a:pt x="1273335" y="164263"/>
                  <a:pt x="1273083" y="152210"/>
                  <a:pt x="1273083" y="132717"/>
                </a:cubicBezTo>
                <a:lnTo>
                  <a:pt x="1273083" y="106816"/>
                </a:lnTo>
                <a:cubicBezTo>
                  <a:pt x="1273083" y="103223"/>
                  <a:pt x="1273083" y="100146"/>
                  <a:pt x="1272828" y="97070"/>
                </a:cubicBezTo>
                <a:cubicBezTo>
                  <a:pt x="1285004" y="83476"/>
                  <a:pt x="1295149" y="81682"/>
                  <a:pt x="1305041" y="81682"/>
                </a:cubicBezTo>
                <a:cubicBezTo>
                  <a:pt x="1318739" y="81682"/>
                  <a:pt x="1325334" y="87323"/>
                  <a:pt x="1325334" y="104506"/>
                </a:cubicBezTo>
                <a:lnTo>
                  <a:pt x="1325334" y="132717"/>
                </a:lnTo>
                <a:cubicBezTo>
                  <a:pt x="1325334" y="151956"/>
                  <a:pt x="1325082" y="165033"/>
                  <a:pt x="1323050" y="178884"/>
                </a:cubicBezTo>
                <a:lnTo>
                  <a:pt x="1323558" y="179651"/>
                </a:lnTo>
                <a:cubicBezTo>
                  <a:pt x="1326604" y="179139"/>
                  <a:pt x="1332436" y="178884"/>
                  <a:pt x="1335482" y="178884"/>
                </a:cubicBezTo>
                <a:cubicBezTo>
                  <a:pt x="1338524" y="178884"/>
                  <a:pt x="1344357" y="179139"/>
                  <a:pt x="1347403" y="179651"/>
                </a:cubicBezTo>
                <a:lnTo>
                  <a:pt x="1347910" y="178884"/>
                </a:lnTo>
                <a:cubicBezTo>
                  <a:pt x="1345878" y="164263"/>
                  <a:pt x="1345627" y="152210"/>
                  <a:pt x="1345627" y="132717"/>
                </a:cubicBezTo>
                <a:lnTo>
                  <a:pt x="1345627" y="107070"/>
                </a:lnTo>
                <a:cubicBezTo>
                  <a:pt x="1345627" y="84246"/>
                  <a:pt x="1341567" y="66306"/>
                  <a:pt x="1314172" y="66306"/>
                </a:cubicBezTo>
                <a:cubicBezTo>
                  <a:pt x="1300478" y="66306"/>
                  <a:pt x="1285763" y="71177"/>
                  <a:pt x="1271307" y="86553"/>
                </a:cubicBezTo>
                <a:cubicBezTo>
                  <a:pt x="1269023" y="74250"/>
                  <a:pt x="1258623" y="66306"/>
                  <a:pt x="1244419" y="66306"/>
                </a:cubicBezTo>
                <a:cubicBezTo>
                  <a:pt x="1228693" y="66306"/>
                  <a:pt x="1213726" y="76556"/>
                  <a:pt x="1201805" y="89376"/>
                </a:cubicBezTo>
                <a:lnTo>
                  <a:pt x="1201043" y="88606"/>
                </a:lnTo>
                <a:close/>
                <a:moveTo>
                  <a:pt x="1405740" y="158082"/>
                </a:moveTo>
                <a:lnTo>
                  <a:pt x="1405740" y="91682"/>
                </a:lnTo>
                <a:cubicBezTo>
                  <a:pt x="1415633" y="81428"/>
                  <a:pt x="1421976" y="76556"/>
                  <a:pt x="1432376" y="76556"/>
                </a:cubicBezTo>
                <a:cubicBezTo>
                  <a:pt x="1447846" y="76556"/>
                  <a:pt x="1461544" y="89427"/>
                  <a:pt x="1461544" y="121418"/>
                </a:cubicBezTo>
                <a:cubicBezTo>
                  <a:pt x="1461544" y="153211"/>
                  <a:pt x="1452158" y="171155"/>
                  <a:pt x="1428064" y="171155"/>
                </a:cubicBezTo>
                <a:cubicBezTo>
                  <a:pt x="1420200" y="171155"/>
                  <a:pt x="1410814" y="164490"/>
                  <a:pt x="1405740" y="158082"/>
                </a:cubicBezTo>
                <a:moveTo>
                  <a:pt x="1405740" y="50691"/>
                </a:moveTo>
                <a:cubicBezTo>
                  <a:pt x="1405740" y="31745"/>
                  <a:pt x="1406046" y="18230"/>
                  <a:pt x="1407265" y="2561"/>
                </a:cubicBezTo>
                <a:cubicBezTo>
                  <a:pt x="1407265" y="770"/>
                  <a:pt x="1406553" y="0"/>
                  <a:pt x="1404981" y="0"/>
                </a:cubicBezTo>
                <a:cubicBezTo>
                  <a:pt x="1398638" y="2561"/>
                  <a:pt x="1393211" y="4355"/>
                  <a:pt x="1382912" y="5121"/>
                </a:cubicBezTo>
                <a:lnTo>
                  <a:pt x="1382405" y="5892"/>
                </a:lnTo>
                <a:cubicBezTo>
                  <a:pt x="1384383" y="16846"/>
                  <a:pt x="1385447" y="35843"/>
                  <a:pt x="1385447" y="55300"/>
                </a:cubicBezTo>
                <a:lnTo>
                  <a:pt x="1385447" y="160130"/>
                </a:lnTo>
                <a:cubicBezTo>
                  <a:pt x="1385447" y="170131"/>
                  <a:pt x="1385246" y="173771"/>
                  <a:pt x="1384181" y="179354"/>
                </a:cubicBezTo>
                <a:cubicBezTo>
                  <a:pt x="1385703" y="180890"/>
                  <a:pt x="1388644" y="181402"/>
                  <a:pt x="1391284" y="181402"/>
                </a:cubicBezTo>
                <a:cubicBezTo>
                  <a:pt x="1394074" y="178329"/>
                  <a:pt x="1397016" y="173974"/>
                  <a:pt x="1399652" y="168849"/>
                </a:cubicBezTo>
                <a:cubicBezTo>
                  <a:pt x="1407009" y="175256"/>
                  <a:pt x="1418679" y="181402"/>
                  <a:pt x="1429586" y="181402"/>
                </a:cubicBezTo>
                <a:cubicBezTo>
                  <a:pt x="1455456" y="181402"/>
                  <a:pt x="1484120" y="162953"/>
                  <a:pt x="1484120" y="119370"/>
                </a:cubicBezTo>
                <a:cubicBezTo>
                  <a:pt x="1484120" y="88093"/>
                  <a:pt x="1462051" y="66306"/>
                  <a:pt x="1437446" y="66306"/>
                </a:cubicBezTo>
                <a:cubicBezTo>
                  <a:pt x="1425274" y="66306"/>
                  <a:pt x="1414367" y="69637"/>
                  <a:pt x="1405740" y="79121"/>
                </a:cubicBezTo>
                <a:lnTo>
                  <a:pt x="1405740" y="50691"/>
                </a:lnTo>
                <a:close/>
                <a:moveTo>
                  <a:pt x="1526736" y="108853"/>
                </a:moveTo>
                <a:cubicBezTo>
                  <a:pt x="1531048" y="82194"/>
                  <a:pt x="1547687" y="76556"/>
                  <a:pt x="1555652" y="76556"/>
                </a:cubicBezTo>
                <a:cubicBezTo>
                  <a:pt x="1565696" y="76556"/>
                  <a:pt x="1576959" y="86041"/>
                  <a:pt x="1576959" y="105264"/>
                </a:cubicBezTo>
                <a:cubicBezTo>
                  <a:pt x="1576959" y="107571"/>
                  <a:pt x="1575945" y="108853"/>
                  <a:pt x="1573406" y="108853"/>
                </a:cubicBezTo>
                <a:lnTo>
                  <a:pt x="1526736" y="108853"/>
                </a:lnTo>
                <a:moveTo>
                  <a:pt x="1594461" y="152182"/>
                </a:moveTo>
                <a:cubicBezTo>
                  <a:pt x="1585582" y="161929"/>
                  <a:pt x="1573661" y="166288"/>
                  <a:pt x="1559708" y="166288"/>
                </a:cubicBezTo>
                <a:cubicBezTo>
                  <a:pt x="1551035" y="166288"/>
                  <a:pt x="1539064" y="162953"/>
                  <a:pt x="1532062" y="151670"/>
                </a:cubicBezTo>
                <a:cubicBezTo>
                  <a:pt x="1527595" y="144488"/>
                  <a:pt x="1525974" y="134026"/>
                  <a:pt x="1525974" y="119100"/>
                </a:cubicBezTo>
                <a:lnTo>
                  <a:pt x="1594968" y="119100"/>
                </a:lnTo>
                <a:cubicBezTo>
                  <a:pt x="1597759" y="119100"/>
                  <a:pt x="1599531" y="117563"/>
                  <a:pt x="1599531" y="114745"/>
                </a:cubicBezTo>
                <a:cubicBezTo>
                  <a:pt x="1599531" y="93219"/>
                  <a:pt x="1589131" y="66306"/>
                  <a:pt x="1555652" y="66306"/>
                </a:cubicBezTo>
                <a:cubicBezTo>
                  <a:pt x="1529523" y="66306"/>
                  <a:pt x="1503653" y="87577"/>
                  <a:pt x="1503653" y="125257"/>
                </a:cubicBezTo>
                <a:cubicBezTo>
                  <a:pt x="1503653" y="139820"/>
                  <a:pt x="1506594" y="154184"/>
                  <a:pt x="1515067" y="164493"/>
                </a:cubicBezTo>
                <a:cubicBezTo>
                  <a:pt x="1523791" y="175100"/>
                  <a:pt x="1538301" y="181402"/>
                  <a:pt x="1555397" y="181402"/>
                </a:cubicBezTo>
                <a:cubicBezTo>
                  <a:pt x="1573661" y="181402"/>
                  <a:pt x="1589894" y="171925"/>
                  <a:pt x="1599531" y="158594"/>
                </a:cubicBezTo>
                <a:lnTo>
                  <a:pt x="1594461" y="152182"/>
                </a:lnTo>
                <a:close/>
                <a:moveTo>
                  <a:pt x="1652291" y="93219"/>
                </a:moveTo>
                <a:lnTo>
                  <a:pt x="1652291" y="69895"/>
                </a:lnTo>
                <a:cubicBezTo>
                  <a:pt x="1652291" y="67897"/>
                  <a:pt x="1651986" y="67334"/>
                  <a:pt x="1650770" y="67334"/>
                </a:cubicBezTo>
                <a:cubicBezTo>
                  <a:pt x="1645089" y="68460"/>
                  <a:pt x="1636008" y="68663"/>
                  <a:pt x="1630222" y="68100"/>
                </a:cubicBezTo>
                <a:lnTo>
                  <a:pt x="1629715" y="68870"/>
                </a:lnTo>
                <a:cubicBezTo>
                  <a:pt x="1631492" y="79938"/>
                  <a:pt x="1631999" y="99376"/>
                  <a:pt x="1631999" y="118611"/>
                </a:cubicBezTo>
                <a:lnTo>
                  <a:pt x="1631999" y="132717"/>
                </a:lnTo>
                <a:cubicBezTo>
                  <a:pt x="1631999" y="151952"/>
                  <a:pt x="1631697" y="165084"/>
                  <a:pt x="1629715" y="178884"/>
                </a:cubicBezTo>
                <a:lnTo>
                  <a:pt x="1630222" y="179651"/>
                </a:lnTo>
                <a:cubicBezTo>
                  <a:pt x="1633268" y="179139"/>
                  <a:pt x="1639101" y="178884"/>
                  <a:pt x="1642147" y="178884"/>
                </a:cubicBezTo>
                <a:cubicBezTo>
                  <a:pt x="1645189" y="178884"/>
                  <a:pt x="1651022" y="179139"/>
                  <a:pt x="1654068" y="179651"/>
                </a:cubicBezTo>
                <a:lnTo>
                  <a:pt x="1654575" y="178884"/>
                </a:lnTo>
                <a:cubicBezTo>
                  <a:pt x="1652698" y="164263"/>
                  <a:pt x="1652291" y="152210"/>
                  <a:pt x="1652291" y="132717"/>
                </a:cubicBezTo>
                <a:lnTo>
                  <a:pt x="1652291" y="119381"/>
                </a:lnTo>
                <a:cubicBezTo>
                  <a:pt x="1652291" y="108607"/>
                  <a:pt x="1655488" y="102453"/>
                  <a:pt x="1660915" y="93989"/>
                </a:cubicBezTo>
                <a:cubicBezTo>
                  <a:pt x="1664619" y="88297"/>
                  <a:pt x="1670301" y="85013"/>
                  <a:pt x="1675119" y="85013"/>
                </a:cubicBezTo>
                <a:cubicBezTo>
                  <a:pt x="1680193" y="85013"/>
                  <a:pt x="1685012" y="85525"/>
                  <a:pt x="1688310" y="88602"/>
                </a:cubicBezTo>
                <a:lnTo>
                  <a:pt x="1690338" y="88090"/>
                </a:lnTo>
                <a:lnTo>
                  <a:pt x="1695412" y="69124"/>
                </a:lnTo>
                <a:lnTo>
                  <a:pt x="1694398" y="68100"/>
                </a:lnTo>
                <a:cubicBezTo>
                  <a:pt x="1690086" y="66822"/>
                  <a:pt x="1689831" y="66306"/>
                  <a:pt x="1685268" y="66306"/>
                </a:cubicBezTo>
                <a:cubicBezTo>
                  <a:pt x="1671570" y="66306"/>
                  <a:pt x="1664212" y="74250"/>
                  <a:pt x="1653054" y="93731"/>
                </a:cubicBezTo>
                <a:lnTo>
                  <a:pt x="1652291" y="93219"/>
                </a:lnTo>
                <a:close/>
                <a:moveTo>
                  <a:pt x="1773539" y="126290"/>
                </a:moveTo>
                <a:cubicBezTo>
                  <a:pt x="1773539" y="157054"/>
                  <a:pt x="1793576" y="181402"/>
                  <a:pt x="1827314" y="181402"/>
                </a:cubicBezTo>
                <a:cubicBezTo>
                  <a:pt x="1860794" y="181402"/>
                  <a:pt x="1881086" y="157570"/>
                  <a:pt x="1881086" y="123983"/>
                </a:cubicBezTo>
                <a:cubicBezTo>
                  <a:pt x="1881086" y="89118"/>
                  <a:pt x="1862570" y="66306"/>
                  <a:pt x="1828328" y="66306"/>
                </a:cubicBezTo>
                <a:cubicBezTo>
                  <a:pt x="1795097" y="66306"/>
                  <a:pt x="1773539" y="89888"/>
                  <a:pt x="1773539" y="126290"/>
                </a:cubicBezTo>
                <a:moveTo>
                  <a:pt x="1826552" y="76556"/>
                </a:moveTo>
                <a:cubicBezTo>
                  <a:pt x="1853440" y="76556"/>
                  <a:pt x="1858766" y="97578"/>
                  <a:pt x="1858766" y="128600"/>
                </a:cubicBezTo>
                <a:cubicBezTo>
                  <a:pt x="1858766" y="152952"/>
                  <a:pt x="1846589" y="171155"/>
                  <a:pt x="1829594" y="171155"/>
                </a:cubicBezTo>
                <a:cubicBezTo>
                  <a:pt x="1802710" y="171155"/>
                  <a:pt x="1795859" y="141674"/>
                  <a:pt x="1795859" y="121934"/>
                </a:cubicBezTo>
                <a:cubicBezTo>
                  <a:pt x="1795859" y="99630"/>
                  <a:pt x="1802710" y="76556"/>
                  <a:pt x="1826552" y="76556"/>
                </a:cubicBezTo>
                <a:close/>
                <a:moveTo>
                  <a:pt x="1915585" y="69058"/>
                </a:moveTo>
                <a:cubicBezTo>
                  <a:pt x="1910054" y="69058"/>
                  <a:pt x="1904221" y="69007"/>
                  <a:pt x="1900870" y="68546"/>
                </a:cubicBezTo>
                <a:cubicBezTo>
                  <a:pt x="1899147" y="72698"/>
                  <a:pt x="1897777" y="75208"/>
                  <a:pt x="1895292" y="79051"/>
                </a:cubicBezTo>
                <a:lnTo>
                  <a:pt x="1896558" y="80845"/>
                </a:lnTo>
                <a:cubicBezTo>
                  <a:pt x="1901125" y="80536"/>
                  <a:pt x="1909497" y="80333"/>
                  <a:pt x="1915330" y="80333"/>
                </a:cubicBezTo>
                <a:lnTo>
                  <a:pt x="1915585" y="80333"/>
                </a:lnTo>
                <a:lnTo>
                  <a:pt x="1915585" y="127943"/>
                </a:lnTo>
                <a:cubicBezTo>
                  <a:pt x="1915585" y="147143"/>
                  <a:pt x="1915229" y="165166"/>
                  <a:pt x="1913046" y="178884"/>
                </a:cubicBezTo>
                <a:lnTo>
                  <a:pt x="1913553" y="179651"/>
                </a:lnTo>
                <a:cubicBezTo>
                  <a:pt x="1916599" y="179142"/>
                  <a:pt x="1922687" y="178884"/>
                  <a:pt x="1925729" y="178884"/>
                </a:cubicBezTo>
                <a:cubicBezTo>
                  <a:pt x="1928772" y="178884"/>
                  <a:pt x="1934860" y="179142"/>
                  <a:pt x="1937906" y="179651"/>
                </a:cubicBezTo>
                <a:lnTo>
                  <a:pt x="1938413" y="178884"/>
                </a:lnTo>
                <a:cubicBezTo>
                  <a:pt x="1936280" y="164294"/>
                  <a:pt x="1935874" y="147143"/>
                  <a:pt x="1935874" y="127943"/>
                </a:cubicBezTo>
                <a:lnTo>
                  <a:pt x="1935874" y="80333"/>
                </a:lnTo>
                <a:lnTo>
                  <a:pt x="1944501" y="80333"/>
                </a:lnTo>
                <a:cubicBezTo>
                  <a:pt x="1950589" y="80333"/>
                  <a:pt x="1959414" y="80536"/>
                  <a:pt x="1962762" y="80845"/>
                </a:cubicBezTo>
                <a:cubicBezTo>
                  <a:pt x="1963524" y="76748"/>
                  <a:pt x="1964287" y="74132"/>
                  <a:pt x="1965808" y="70340"/>
                </a:cubicBezTo>
                <a:lnTo>
                  <a:pt x="1964538" y="68546"/>
                </a:lnTo>
                <a:cubicBezTo>
                  <a:pt x="1960277" y="68749"/>
                  <a:pt x="1952617" y="69058"/>
                  <a:pt x="1946785" y="69058"/>
                </a:cubicBezTo>
                <a:lnTo>
                  <a:pt x="1935874" y="69058"/>
                </a:lnTo>
                <a:lnTo>
                  <a:pt x="1935874" y="66743"/>
                </a:lnTo>
                <a:cubicBezTo>
                  <a:pt x="1935874" y="57474"/>
                  <a:pt x="1934608" y="44088"/>
                  <a:pt x="1934608" y="39455"/>
                </a:cubicBezTo>
                <a:cubicBezTo>
                  <a:pt x="1934608" y="25244"/>
                  <a:pt x="1943688" y="15630"/>
                  <a:pt x="1958198" y="15630"/>
                </a:cubicBezTo>
                <a:cubicBezTo>
                  <a:pt x="1964739" y="15630"/>
                  <a:pt x="1970119" y="19442"/>
                  <a:pt x="1972910" y="24521"/>
                </a:cubicBezTo>
                <a:lnTo>
                  <a:pt x="1975701" y="24270"/>
                </a:lnTo>
                <a:cubicBezTo>
                  <a:pt x="1977473" y="17409"/>
                  <a:pt x="1980213" y="8765"/>
                  <a:pt x="1982803" y="3331"/>
                </a:cubicBezTo>
                <a:lnTo>
                  <a:pt x="1982547" y="2565"/>
                </a:lnTo>
                <a:cubicBezTo>
                  <a:pt x="1980519" y="1282"/>
                  <a:pt x="1975952" y="0"/>
                  <a:pt x="1971133" y="0"/>
                </a:cubicBezTo>
                <a:cubicBezTo>
                  <a:pt x="1955152" y="0"/>
                  <a:pt x="1939121" y="7483"/>
                  <a:pt x="1929534" y="19696"/>
                </a:cubicBezTo>
                <a:cubicBezTo>
                  <a:pt x="1919897" y="31988"/>
                  <a:pt x="1915585" y="44088"/>
                  <a:pt x="1915585" y="59018"/>
                </a:cubicBezTo>
                <a:lnTo>
                  <a:pt x="1915585" y="69058"/>
                </a:lnTo>
                <a:close/>
                <a:moveTo>
                  <a:pt x="2065747" y="108853"/>
                </a:moveTo>
                <a:cubicBezTo>
                  <a:pt x="2070059" y="82194"/>
                  <a:pt x="2086698" y="76556"/>
                  <a:pt x="2094663" y="76556"/>
                </a:cubicBezTo>
                <a:cubicBezTo>
                  <a:pt x="2104707" y="76556"/>
                  <a:pt x="2115970" y="86041"/>
                  <a:pt x="2115970" y="105264"/>
                </a:cubicBezTo>
                <a:cubicBezTo>
                  <a:pt x="2115970" y="107571"/>
                  <a:pt x="2114956" y="108853"/>
                  <a:pt x="2112417" y="108853"/>
                </a:cubicBezTo>
                <a:lnTo>
                  <a:pt x="2065747" y="108853"/>
                </a:lnTo>
                <a:moveTo>
                  <a:pt x="2133472" y="152182"/>
                </a:moveTo>
                <a:cubicBezTo>
                  <a:pt x="2124593" y="161929"/>
                  <a:pt x="2112672" y="166288"/>
                  <a:pt x="2098719" y="166288"/>
                </a:cubicBezTo>
                <a:cubicBezTo>
                  <a:pt x="2090046" y="166288"/>
                  <a:pt x="2078075" y="162953"/>
                  <a:pt x="2071073" y="151670"/>
                </a:cubicBezTo>
                <a:cubicBezTo>
                  <a:pt x="2066606" y="144488"/>
                  <a:pt x="2064985" y="134026"/>
                  <a:pt x="2064985" y="119100"/>
                </a:cubicBezTo>
                <a:lnTo>
                  <a:pt x="2133979" y="119100"/>
                </a:lnTo>
                <a:cubicBezTo>
                  <a:pt x="2136770" y="119100"/>
                  <a:pt x="2138542" y="117563"/>
                  <a:pt x="2138542" y="114745"/>
                </a:cubicBezTo>
                <a:cubicBezTo>
                  <a:pt x="2138542" y="93219"/>
                  <a:pt x="2128143" y="66306"/>
                  <a:pt x="2094663" y="66306"/>
                </a:cubicBezTo>
                <a:cubicBezTo>
                  <a:pt x="2068534" y="66306"/>
                  <a:pt x="2042664" y="87577"/>
                  <a:pt x="2042664" y="125257"/>
                </a:cubicBezTo>
                <a:cubicBezTo>
                  <a:pt x="2042664" y="139820"/>
                  <a:pt x="2045606" y="154184"/>
                  <a:pt x="2054078" y="164493"/>
                </a:cubicBezTo>
                <a:cubicBezTo>
                  <a:pt x="2062802" y="175100"/>
                  <a:pt x="2077312" y="181402"/>
                  <a:pt x="2094408" y="181402"/>
                </a:cubicBezTo>
                <a:cubicBezTo>
                  <a:pt x="2112672" y="181402"/>
                  <a:pt x="2128905" y="171925"/>
                  <a:pt x="2138542" y="158594"/>
                </a:cubicBezTo>
                <a:lnTo>
                  <a:pt x="2133472" y="152182"/>
                </a:lnTo>
                <a:close/>
                <a:moveTo>
                  <a:pt x="2191303" y="93219"/>
                </a:moveTo>
                <a:lnTo>
                  <a:pt x="2191303" y="69895"/>
                </a:lnTo>
                <a:cubicBezTo>
                  <a:pt x="2191303" y="67897"/>
                  <a:pt x="2190998" y="67334"/>
                  <a:pt x="2189782" y="67334"/>
                </a:cubicBezTo>
                <a:cubicBezTo>
                  <a:pt x="2184100" y="68460"/>
                  <a:pt x="2175020" y="68663"/>
                  <a:pt x="2169234" y="68100"/>
                </a:cubicBezTo>
                <a:lnTo>
                  <a:pt x="2168727" y="68870"/>
                </a:lnTo>
                <a:cubicBezTo>
                  <a:pt x="2170504" y="79938"/>
                  <a:pt x="2171011" y="99376"/>
                  <a:pt x="2171011" y="118611"/>
                </a:cubicBezTo>
                <a:lnTo>
                  <a:pt x="2171011" y="132717"/>
                </a:lnTo>
                <a:cubicBezTo>
                  <a:pt x="2171011" y="151952"/>
                  <a:pt x="2170709" y="165084"/>
                  <a:pt x="2168727" y="178884"/>
                </a:cubicBezTo>
                <a:lnTo>
                  <a:pt x="2169234" y="179651"/>
                </a:lnTo>
                <a:cubicBezTo>
                  <a:pt x="2172280" y="179139"/>
                  <a:pt x="2178113" y="178884"/>
                  <a:pt x="2181159" y="178884"/>
                </a:cubicBezTo>
                <a:cubicBezTo>
                  <a:pt x="2184201" y="178884"/>
                  <a:pt x="2190034" y="179139"/>
                  <a:pt x="2193080" y="179651"/>
                </a:cubicBezTo>
                <a:lnTo>
                  <a:pt x="2193587" y="178884"/>
                </a:lnTo>
                <a:cubicBezTo>
                  <a:pt x="2191710" y="164263"/>
                  <a:pt x="2191303" y="152210"/>
                  <a:pt x="2191303" y="132717"/>
                </a:cubicBezTo>
                <a:lnTo>
                  <a:pt x="2191303" y="119381"/>
                </a:lnTo>
                <a:cubicBezTo>
                  <a:pt x="2191303" y="108607"/>
                  <a:pt x="2194500" y="102453"/>
                  <a:pt x="2199927" y="93989"/>
                </a:cubicBezTo>
                <a:cubicBezTo>
                  <a:pt x="2203631" y="88297"/>
                  <a:pt x="2209312" y="85013"/>
                  <a:pt x="2214131" y="85013"/>
                </a:cubicBezTo>
                <a:cubicBezTo>
                  <a:pt x="2219205" y="85013"/>
                  <a:pt x="2224024" y="85525"/>
                  <a:pt x="2227322" y="88602"/>
                </a:cubicBezTo>
                <a:lnTo>
                  <a:pt x="2229350" y="88090"/>
                </a:lnTo>
                <a:lnTo>
                  <a:pt x="2234424" y="69124"/>
                </a:lnTo>
                <a:lnTo>
                  <a:pt x="2233410" y="68100"/>
                </a:lnTo>
                <a:cubicBezTo>
                  <a:pt x="2229098" y="66822"/>
                  <a:pt x="2228843" y="66306"/>
                  <a:pt x="2224279" y="66306"/>
                </a:cubicBezTo>
                <a:cubicBezTo>
                  <a:pt x="2210582" y="66306"/>
                  <a:pt x="2203224" y="74250"/>
                  <a:pt x="2192066" y="93731"/>
                </a:cubicBezTo>
                <a:lnTo>
                  <a:pt x="2191303" y="93219"/>
                </a:lnTo>
                <a:close/>
                <a:moveTo>
                  <a:pt x="2281350" y="93219"/>
                </a:moveTo>
                <a:lnTo>
                  <a:pt x="2281350" y="69895"/>
                </a:lnTo>
                <a:cubicBezTo>
                  <a:pt x="2281350" y="67897"/>
                  <a:pt x="2281044" y="67334"/>
                  <a:pt x="2279829" y="67334"/>
                </a:cubicBezTo>
                <a:cubicBezTo>
                  <a:pt x="2274147" y="68460"/>
                  <a:pt x="2265067" y="68663"/>
                  <a:pt x="2259281" y="68100"/>
                </a:cubicBezTo>
                <a:lnTo>
                  <a:pt x="2258774" y="68870"/>
                </a:lnTo>
                <a:cubicBezTo>
                  <a:pt x="2260550" y="79938"/>
                  <a:pt x="2261057" y="99376"/>
                  <a:pt x="2261057" y="118611"/>
                </a:cubicBezTo>
                <a:lnTo>
                  <a:pt x="2261057" y="132717"/>
                </a:lnTo>
                <a:cubicBezTo>
                  <a:pt x="2261057" y="151952"/>
                  <a:pt x="2260755" y="165084"/>
                  <a:pt x="2258774" y="178884"/>
                </a:cubicBezTo>
                <a:lnTo>
                  <a:pt x="2259281" y="179651"/>
                </a:lnTo>
                <a:cubicBezTo>
                  <a:pt x="2262327" y="179139"/>
                  <a:pt x="2268160" y="178884"/>
                  <a:pt x="2271206" y="178884"/>
                </a:cubicBezTo>
                <a:cubicBezTo>
                  <a:pt x="2274248" y="178884"/>
                  <a:pt x="2280081" y="179139"/>
                  <a:pt x="2283127" y="179651"/>
                </a:cubicBezTo>
                <a:lnTo>
                  <a:pt x="2283634" y="178884"/>
                </a:lnTo>
                <a:cubicBezTo>
                  <a:pt x="2281756" y="164263"/>
                  <a:pt x="2281350" y="152210"/>
                  <a:pt x="2281350" y="132717"/>
                </a:cubicBezTo>
                <a:lnTo>
                  <a:pt x="2281350" y="119381"/>
                </a:lnTo>
                <a:cubicBezTo>
                  <a:pt x="2281350" y="108607"/>
                  <a:pt x="2284547" y="102453"/>
                  <a:pt x="2289973" y="93989"/>
                </a:cubicBezTo>
                <a:cubicBezTo>
                  <a:pt x="2293677" y="88297"/>
                  <a:pt x="2299359" y="85013"/>
                  <a:pt x="2304178" y="85013"/>
                </a:cubicBezTo>
                <a:cubicBezTo>
                  <a:pt x="2309252" y="85013"/>
                  <a:pt x="2314071" y="85525"/>
                  <a:pt x="2317368" y="88602"/>
                </a:cubicBezTo>
                <a:lnTo>
                  <a:pt x="2319396" y="88090"/>
                </a:lnTo>
                <a:lnTo>
                  <a:pt x="2324471" y="69124"/>
                </a:lnTo>
                <a:lnTo>
                  <a:pt x="2323456" y="68100"/>
                </a:lnTo>
                <a:cubicBezTo>
                  <a:pt x="2319145" y="66822"/>
                  <a:pt x="2318889" y="66306"/>
                  <a:pt x="2314326" y="66306"/>
                </a:cubicBezTo>
                <a:cubicBezTo>
                  <a:pt x="2300629" y="66306"/>
                  <a:pt x="2293271" y="74250"/>
                  <a:pt x="2282113" y="93731"/>
                </a:cubicBezTo>
                <a:lnTo>
                  <a:pt x="2281350" y="93219"/>
                </a:lnTo>
                <a:close/>
                <a:moveTo>
                  <a:pt x="2336647" y="126290"/>
                </a:moveTo>
                <a:cubicBezTo>
                  <a:pt x="2336647" y="157054"/>
                  <a:pt x="2356684" y="181402"/>
                  <a:pt x="2390423" y="181402"/>
                </a:cubicBezTo>
                <a:cubicBezTo>
                  <a:pt x="2423902" y="181402"/>
                  <a:pt x="2444195" y="157570"/>
                  <a:pt x="2444195" y="123983"/>
                </a:cubicBezTo>
                <a:cubicBezTo>
                  <a:pt x="2444195" y="89118"/>
                  <a:pt x="2425679" y="66306"/>
                  <a:pt x="2391437" y="66306"/>
                </a:cubicBezTo>
                <a:cubicBezTo>
                  <a:pt x="2358205" y="66306"/>
                  <a:pt x="2336647" y="89888"/>
                  <a:pt x="2336647" y="126290"/>
                </a:cubicBezTo>
                <a:moveTo>
                  <a:pt x="2389660" y="76556"/>
                </a:moveTo>
                <a:cubicBezTo>
                  <a:pt x="2416548" y="76556"/>
                  <a:pt x="2421874" y="97578"/>
                  <a:pt x="2421874" y="128600"/>
                </a:cubicBezTo>
                <a:cubicBezTo>
                  <a:pt x="2421874" y="152952"/>
                  <a:pt x="2409698" y="171155"/>
                  <a:pt x="2392702" y="171155"/>
                </a:cubicBezTo>
                <a:cubicBezTo>
                  <a:pt x="2365818" y="171155"/>
                  <a:pt x="2358968" y="141674"/>
                  <a:pt x="2358968" y="121934"/>
                </a:cubicBezTo>
                <a:cubicBezTo>
                  <a:pt x="2358968" y="99630"/>
                  <a:pt x="2365818" y="76556"/>
                  <a:pt x="2389660" y="76556"/>
                </a:cubicBezTo>
                <a:close/>
                <a:moveTo>
                  <a:pt x="2496194" y="93219"/>
                </a:moveTo>
                <a:lnTo>
                  <a:pt x="2496194" y="69895"/>
                </a:lnTo>
                <a:cubicBezTo>
                  <a:pt x="2496194" y="67897"/>
                  <a:pt x="2495888" y="67334"/>
                  <a:pt x="2494673" y="67334"/>
                </a:cubicBezTo>
                <a:cubicBezTo>
                  <a:pt x="2488991" y="68460"/>
                  <a:pt x="2479911" y="68663"/>
                  <a:pt x="2474125" y="68100"/>
                </a:cubicBezTo>
                <a:lnTo>
                  <a:pt x="2473617" y="68870"/>
                </a:lnTo>
                <a:cubicBezTo>
                  <a:pt x="2475394" y="79938"/>
                  <a:pt x="2475901" y="99376"/>
                  <a:pt x="2475901" y="118611"/>
                </a:cubicBezTo>
                <a:lnTo>
                  <a:pt x="2475901" y="132717"/>
                </a:lnTo>
                <a:cubicBezTo>
                  <a:pt x="2475901" y="151952"/>
                  <a:pt x="2475599" y="165084"/>
                  <a:pt x="2473617" y="178884"/>
                </a:cubicBezTo>
                <a:lnTo>
                  <a:pt x="2474125" y="179651"/>
                </a:lnTo>
                <a:cubicBezTo>
                  <a:pt x="2477171" y="179139"/>
                  <a:pt x="2483003" y="178884"/>
                  <a:pt x="2486049" y="178884"/>
                </a:cubicBezTo>
                <a:cubicBezTo>
                  <a:pt x="2489091" y="178884"/>
                  <a:pt x="2494924" y="179139"/>
                  <a:pt x="2497970" y="179651"/>
                </a:cubicBezTo>
                <a:lnTo>
                  <a:pt x="2498477" y="178884"/>
                </a:lnTo>
                <a:cubicBezTo>
                  <a:pt x="2496600" y="164263"/>
                  <a:pt x="2496194" y="152210"/>
                  <a:pt x="2496194" y="132717"/>
                </a:cubicBezTo>
                <a:lnTo>
                  <a:pt x="2496194" y="119381"/>
                </a:lnTo>
                <a:cubicBezTo>
                  <a:pt x="2496194" y="108607"/>
                  <a:pt x="2499391" y="102453"/>
                  <a:pt x="2504817" y="93989"/>
                </a:cubicBezTo>
                <a:cubicBezTo>
                  <a:pt x="2508521" y="88297"/>
                  <a:pt x="2514203" y="85013"/>
                  <a:pt x="2519022" y="85013"/>
                </a:cubicBezTo>
                <a:cubicBezTo>
                  <a:pt x="2524096" y="85013"/>
                  <a:pt x="2528914" y="85525"/>
                  <a:pt x="2532212" y="88602"/>
                </a:cubicBezTo>
                <a:lnTo>
                  <a:pt x="2534240" y="88090"/>
                </a:lnTo>
                <a:lnTo>
                  <a:pt x="2539314" y="69124"/>
                </a:lnTo>
                <a:lnTo>
                  <a:pt x="2538300" y="68100"/>
                </a:lnTo>
                <a:cubicBezTo>
                  <a:pt x="2533989" y="66822"/>
                  <a:pt x="2533733" y="66306"/>
                  <a:pt x="2529170" y="66306"/>
                </a:cubicBezTo>
                <a:cubicBezTo>
                  <a:pt x="2515472" y="66306"/>
                  <a:pt x="2508115" y="74250"/>
                  <a:pt x="2496956" y="93731"/>
                </a:cubicBezTo>
                <a:lnTo>
                  <a:pt x="2496194" y="93219"/>
                </a:lnTo>
                <a:close/>
                <a:moveTo>
                  <a:pt x="2556562" y="152952"/>
                </a:moveTo>
                <a:lnTo>
                  <a:pt x="2552250" y="174486"/>
                </a:lnTo>
                <a:cubicBezTo>
                  <a:pt x="2566710" y="179612"/>
                  <a:pt x="2580915" y="181402"/>
                  <a:pt x="2590552" y="181402"/>
                </a:cubicBezTo>
                <a:cubicBezTo>
                  <a:pt x="2625556" y="181402"/>
                  <a:pt x="2633673" y="160388"/>
                  <a:pt x="2633673" y="146287"/>
                </a:cubicBezTo>
                <a:cubicBezTo>
                  <a:pt x="2633673" y="125265"/>
                  <a:pt x="2617185" y="117063"/>
                  <a:pt x="2599175" y="112704"/>
                </a:cubicBezTo>
                <a:cubicBezTo>
                  <a:pt x="2589588" y="110397"/>
                  <a:pt x="2575589" y="105526"/>
                  <a:pt x="2575589" y="92707"/>
                </a:cubicBezTo>
                <a:cubicBezTo>
                  <a:pt x="2575589" y="82194"/>
                  <a:pt x="2583957" y="76556"/>
                  <a:pt x="2594864" y="76556"/>
                </a:cubicBezTo>
                <a:cubicBezTo>
                  <a:pt x="2608054" y="76556"/>
                  <a:pt x="2616170" y="87065"/>
                  <a:pt x="2622007" y="93989"/>
                </a:cubicBezTo>
                <a:lnTo>
                  <a:pt x="2625556" y="93731"/>
                </a:lnTo>
                <a:lnTo>
                  <a:pt x="2630630" y="74762"/>
                </a:lnTo>
                <a:lnTo>
                  <a:pt x="2630123" y="73996"/>
                </a:lnTo>
                <a:cubicBezTo>
                  <a:pt x="2622766" y="70153"/>
                  <a:pt x="2608817" y="66306"/>
                  <a:pt x="2595878" y="66306"/>
                </a:cubicBezTo>
                <a:cubicBezTo>
                  <a:pt x="2577110" y="66306"/>
                  <a:pt x="2557576" y="76298"/>
                  <a:pt x="2557576" y="97578"/>
                </a:cubicBezTo>
                <a:cubicBezTo>
                  <a:pt x="2557576" y="118087"/>
                  <a:pt x="2572748" y="124855"/>
                  <a:pt x="2588017" y="129112"/>
                </a:cubicBezTo>
                <a:cubicBezTo>
                  <a:pt x="2602728" y="133213"/>
                  <a:pt x="2613635" y="137314"/>
                  <a:pt x="2613635" y="149876"/>
                </a:cubicBezTo>
                <a:cubicBezTo>
                  <a:pt x="2613635" y="163465"/>
                  <a:pt x="2603743" y="171155"/>
                  <a:pt x="2590301" y="171155"/>
                </a:cubicBezTo>
                <a:cubicBezTo>
                  <a:pt x="2578124" y="171155"/>
                  <a:pt x="2567469" y="162695"/>
                  <a:pt x="2560367" y="152698"/>
                </a:cubicBezTo>
                <a:lnTo>
                  <a:pt x="2556562" y="152952"/>
                </a:lnTo>
                <a:close/>
                <a:moveTo>
                  <a:pt x="2750354" y="93219"/>
                </a:moveTo>
                <a:lnTo>
                  <a:pt x="2750354" y="69895"/>
                </a:lnTo>
                <a:cubicBezTo>
                  <a:pt x="2750354" y="67897"/>
                  <a:pt x="2750048" y="67334"/>
                  <a:pt x="2748833" y="67334"/>
                </a:cubicBezTo>
                <a:cubicBezTo>
                  <a:pt x="2743151" y="68460"/>
                  <a:pt x="2734071" y="68663"/>
                  <a:pt x="2728285" y="68100"/>
                </a:cubicBezTo>
                <a:lnTo>
                  <a:pt x="2727778" y="68870"/>
                </a:lnTo>
                <a:cubicBezTo>
                  <a:pt x="2729554" y="79938"/>
                  <a:pt x="2730061" y="99376"/>
                  <a:pt x="2730061" y="118611"/>
                </a:cubicBezTo>
                <a:lnTo>
                  <a:pt x="2730061" y="132717"/>
                </a:lnTo>
                <a:cubicBezTo>
                  <a:pt x="2730061" y="151952"/>
                  <a:pt x="2729759" y="165084"/>
                  <a:pt x="2727778" y="178884"/>
                </a:cubicBezTo>
                <a:lnTo>
                  <a:pt x="2728285" y="179651"/>
                </a:lnTo>
                <a:cubicBezTo>
                  <a:pt x="2731331" y="179139"/>
                  <a:pt x="2737164" y="178884"/>
                  <a:pt x="2740210" y="178884"/>
                </a:cubicBezTo>
                <a:cubicBezTo>
                  <a:pt x="2743252" y="178884"/>
                  <a:pt x="2749085" y="179139"/>
                  <a:pt x="2752131" y="179651"/>
                </a:cubicBezTo>
                <a:lnTo>
                  <a:pt x="2752638" y="178884"/>
                </a:lnTo>
                <a:cubicBezTo>
                  <a:pt x="2750760" y="164263"/>
                  <a:pt x="2750354" y="152210"/>
                  <a:pt x="2750354" y="132717"/>
                </a:cubicBezTo>
                <a:lnTo>
                  <a:pt x="2750354" y="119381"/>
                </a:lnTo>
                <a:cubicBezTo>
                  <a:pt x="2750354" y="108607"/>
                  <a:pt x="2753551" y="102453"/>
                  <a:pt x="2758977" y="93989"/>
                </a:cubicBezTo>
                <a:cubicBezTo>
                  <a:pt x="2762681" y="88297"/>
                  <a:pt x="2768363" y="85013"/>
                  <a:pt x="2773182" y="85013"/>
                </a:cubicBezTo>
                <a:cubicBezTo>
                  <a:pt x="2778256" y="85013"/>
                  <a:pt x="2783075" y="85525"/>
                  <a:pt x="2786372" y="88602"/>
                </a:cubicBezTo>
                <a:lnTo>
                  <a:pt x="2788400" y="88090"/>
                </a:lnTo>
                <a:lnTo>
                  <a:pt x="2793475" y="69124"/>
                </a:lnTo>
                <a:lnTo>
                  <a:pt x="2792461" y="68100"/>
                </a:lnTo>
                <a:cubicBezTo>
                  <a:pt x="2788149" y="66822"/>
                  <a:pt x="2787893" y="66306"/>
                  <a:pt x="2783330" y="66306"/>
                </a:cubicBezTo>
                <a:cubicBezTo>
                  <a:pt x="2769633" y="66306"/>
                  <a:pt x="2762275" y="74250"/>
                  <a:pt x="2751117" y="93731"/>
                </a:cubicBezTo>
                <a:lnTo>
                  <a:pt x="2750354" y="93219"/>
                </a:lnTo>
                <a:close/>
                <a:moveTo>
                  <a:pt x="2827720" y="108853"/>
                </a:moveTo>
                <a:cubicBezTo>
                  <a:pt x="2832031" y="82194"/>
                  <a:pt x="2848670" y="76556"/>
                  <a:pt x="2856636" y="76556"/>
                </a:cubicBezTo>
                <a:cubicBezTo>
                  <a:pt x="2866679" y="76556"/>
                  <a:pt x="2877942" y="86041"/>
                  <a:pt x="2877942" y="105264"/>
                </a:cubicBezTo>
                <a:cubicBezTo>
                  <a:pt x="2877942" y="107571"/>
                  <a:pt x="2876928" y="108853"/>
                  <a:pt x="2874389" y="108853"/>
                </a:cubicBezTo>
                <a:lnTo>
                  <a:pt x="2827720" y="108853"/>
                </a:lnTo>
                <a:moveTo>
                  <a:pt x="2895444" y="152182"/>
                </a:moveTo>
                <a:cubicBezTo>
                  <a:pt x="2886566" y="161929"/>
                  <a:pt x="2874645" y="166288"/>
                  <a:pt x="2860692" y="166288"/>
                </a:cubicBezTo>
                <a:cubicBezTo>
                  <a:pt x="2852018" y="166288"/>
                  <a:pt x="2840047" y="162953"/>
                  <a:pt x="2833045" y="151670"/>
                </a:cubicBezTo>
                <a:cubicBezTo>
                  <a:pt x="2828579" y="144488"/>
                  <a:pt x="2826957" y="134026"/>
                  <a:pt x="2826957" y="119100"/>
                </a:cubicBezTo>
                <a:lnTo>
                  <a:pt x="2895952" y="119100"/>
                </a:lnTo>
                <a:cubicBezTo>
                  <a:pt x="2898742" y="119100"/>
                  <a:pt x="2900515" y="117563"/>
                  <a:pt x="2900515" y="114745"/>
                </a:cubicBezTo>
                <a:cubicBezTo>
                  <a:pt x="2900515" y="93219"/>
                  <a:pt x="2890115" y="66306"/>
                  <a:pt x="2856636" y="66306"/>
                </a:cubicBezTo>
                <a:cubicBezTo>
                  <a:pt x="2830506" y="66306"/>
                  <a:pt x="2804636" y="87577"/>
                  <a:pt x="2804636" y="125257"/>
                </a:cubicBezTo>
                <a:cubicBezTo>
                  <a:pt x="2804636" y="139820"/>
                  <a:pt x="2807578" y="154184"/>
                  <a:pt x="2816050" y="164493"/>
                </a:cubicBezTo>
                <a:cubicBezTo>
                  <a:pt x="2824774" y="175100"/>
                  <a:pt x="2839284" y="181402"/>
                  <a:pt x="2856380" y="181402"/>
                </a:cubicBezTo>
                <a:cubicBezTo>
                  <a:pt x="2874645" y="181402"/>
                  <a:pt x="2890877" y="171925"/>
                  <a:pt x="2900515" y="158594"/>
                </a:cubicBezTo>
                <a:lnTo>
                  <a:pt x="2895444" y="152182"/>
                </a:lnTo>
                <a:close/>
                <a:moveTo>
                  <a:pt x="2952007" y="103473"/>
                </a:moveTo>
                <a:cubicBezTo>
                  <a:pt x="2957588" y="89888"/>
                  <a:pt x="2972555" y="78093"/>
                  <a:pt x="2982447" y="78093"/>
                </a:cubicBezTo>
                <a:cubicBezTo>
                  <a:pt x="2999694" y="78093"/>
                  <a:pt x="3008573" y="93989"/>
                  <a:pt x="3008573" y="122959"/>
                </a:cubicBezTo>
                <a:cubicBezTo>
                  <a:pt x="3008573" y="143980"/>
                  <a:pt x="3002740" y="171155"/>
                  <a:pt x="2975597" y="171155"/>
                </a:cubicBezTo>
                <a:cubicBezTo>
                  <a:pt x="2971541" y="171155"/>
                  <a:pt x="2960885" y="170131"/>
                  <a:pt x="2952007" y="159618"/>
                </a:cubicBezTo>
                <a:lnTo>
                  <a:pt x="2952007" y="103473"/>
                </a:lnTo>
                <a:moveTo>
                  <a:pt x="2952007" y="88606"/>
                </a:moveTo>
                <a:lnTo>
                  <a:pt x="2952007" y="69895"/>
                </a:lnTo>
                <a:cubicBezTo>
                  <a:pt x="2952007" y="67897"/>
                  <a:pt x="2951705" y="67334"/>
                  <a:pt x="2950485" y="67334"/>
                </a:cubicBezTo>
                <a:cubicBezTo>
                  <a:pt x="2944804" y="68460"/>
                  <a:pt x="2935724" y="68663"/>
                  <a:pt x="2929941" y="68100"/>
                </a:cubicBezTo>
                <a:lnTo>
                  <a:pt x="2929434" y="68870"/>
                </a:lnTo>
                <a:cubicBezTo>
                  <a:pt x="2931207" y="79938"/>
                  <a:pt x="2931714" y="99372"/>
                  <a:pt x="2931714" y="118599"/>
                </a:cubicBezTo>
                <a:lnTo>
                  <a:pt x="2931714" y="187055"/>
                </a:lnTo>
                <a:cubicBezTo>
                  <a:pt x="2931714" y="206169"/>
                  <a:pt x="2931257" y="224610"/>
                  <a:pt x="2929434" y="238430"/>
                </a:cubicBezTo>
                <a:lnTo>
                  <a:pt x="2929941" y="239201"/>
                </a:lnTo>
                <a:cubicBezTo>
                  <a:pt x="2932983" y="238688"/>
                  <a:pt x="2938816" y="238430"/>
                  <a:pt x="2941862" y="238430"/>
                </a:cubicBezTo>
                <a:cubicBezTo>
                  <a:pt x="2944904" y="238430"/>
                  <a:pt x="2950741" y="238688"/>
                  <a:pt x="2953783" y="239201"/>
                </a:cubicBezTo>
                <a:lnTo>
                  <a:pt x="2954290" y="238430"/>
                </a:lnTo>
                <a:cubicBezTo>
                  <a:pt x="2952463" y="223789"/>
                  <a:pt x="2952007" y="206372"/>
                  <a:pt x="2952007" y="187055"/>
                </a:cubicBezTo>
                <a:lnTo>
                  <a:pt x="2952007" y="175769"/>
                </a:lnTo>
                <a:cubicBezTo>
                  <a:pt x="2958602" y="179354"/>
                  <a:pt x="2967988" y="181402"/>
                  <a:pt x="2977118" y="181402"/>
                </a:cubicBezTo>
                <a:cubicBezTo>
                  <a:pt x="3010601" y="181402"/>
                  <a:pt x="3030894" y="155775"/>
                  <a:pt x="3030894" y="119624"/>
                </a:cubicBezTo>
                <a:cubicBezTo>
                  <a:pt x="3030894" y="92449"/>
                  <a:pt x="3015168" y="66306"/>
                  <a:pt x="2986759" y="66306"/>
                </a:cubicBezTo>
                <a:cubicBezTo>
                  <a:pt x="2976866" y="66306"/>
                  <a:pt x="2964183" y="71431"/>
                  <a:pt x="2952514" y="89376"/>
                </a:cubicBezTo>
                <a:lnTo>
                  <a:pt x="2952007" y="88606"/>
                </a:lnTo>
                <a:close/>
                <a:moveTo>
                  <a:pt x="3085936" y="93219"/>
                </a:moveTo>
                <a:lnTo>
                  <a:pt x="3085936" y="69895"/>
                </a:lnTo>
                <a:cubicBezTo>
                  <a:pt x="3085936" y="67897"/>
                  <a:pt x="3085631" y="67334"/>
                  <a:pt x="3084415" y="67334"/>
                </a:cubicBezTo>
                <a:cubicBezTo>
                  <a:pt x="3078733" y="68460"/>
                  <a:pt x="3069653" y="68663"/>
                  <a:pt x="3063867" y="68100"/>
                </a:cubicBezTo>
                <a:lnTo>
                  <a:pt x="3063360" y="68870"/>
                </a:lnTo>
                <a:cubicBezTo>
                  <a:pt x="3065137" y="79938"/>
                  <a:pt x="3065644" y="99376"/>
                  <a:pt x="3065644" y="118611"/>
                </a:cubicBezTo>
                <a:lnTo>
                  <a:pt x="3065644" y="132717"/>
                </a:lnTo>
                <a:cubicBezTo>
                  <a:pt x="3065644" y="151952"/>
                  <a:pt x="3065342" y="165084"/>
                  <a:pt x="3063360" y="178884"/>
                </a:cubicBezTo>
                <a:lnTo>
                  <a:pt x="3063867" y="179651"/>
                </a:lnTo>
                <a:cubicBezTo>
                  <a:pt x="3066913" y="179139"/>
                  <a:pt x="3072746" y="178884"/>
                  <a:pt x="3075792" y="178884"/>
                </a:cubicBezTo>
                <a:cubicBezTo>
                  <a:pt x="3078834" y="178884"/>
                  <a:pt x="3084667" y="179139"/>
                  <a:pt x="3087713" y="179651"/>
                </a:cubicBezTo>
                <a:lnTo>
                  <a:pt x="3088220" y="178884"/>
                </a:lnTo>
                <a:cubicBezTo>
                  <a:pt x="3086343" y="164263"/>
                  <a:pt x="3085936" y="152210"/>
                  <a:pt x="3085936" y="132717"/>
                </a:cubicBezTo>
                <a:lnTo>
                  <a:pt x="3085936" y="119381"/>
                </a:lnTo>
                <a:cubicBezTo>
                  <a:pt x="3085936" y="108607"/>
                  <a:pt x="3089133" y="102453"/>
                  <a:pt x="3094560" y="93989"/>
                </a:cubicBezTo>
                <a:cubicBezTo>
                  <a:pt x="3098264" y="88297"/>
                  <a:pt x="3103945" y="85013"/>
                  <a:pt x="3108764" y="85013"/>
                </a:cubicBezTo>
                <a:cubicBezTo>
                  <a:pt x="3113838" y="85013"/>
                  <a:pt x="3118657" y="85525"/>
                  <a:pt x="3121955" y="88602"/>
                </a:cubicBezTo>
                <a:lnTo>
                  <a:pt x="3123983" y="88090"/>
                </a:lnTo>
                <a:lnTo>
                  <a:pt x="3129057" y="69124"/>
                </a:lnTo>
                <a:lnTo>
                  <a:pt x="3128043" y="68100"/>
                </a:lnTo>
                <a:cubicBezTo>
                  <a:pt x="3123731" y="66822"/>
                  <a:pt x="3123476" y="66306"/>
                  <a:pt x="3118912" y="66306"/>
                </a:cubicBezTo>
                <a:cubicBezTo>
                  <a:pt x="3105215" y="66306"/>
                  <a:pt x="3097857" y="74250"/>
                  <a:pt x="3086699" y="93731"/>
                </a:cubicBezTo>
                <a:lnTo>
                  <a:pt x="3085936" y="93219"/>
                </a:lnTo>
                <a:close/>
                <a:moveTo>
                  <a:pt x="3141234" y="126290"/>
                </a:moveTo>
                <a:cubicBezTo>
                  <a:pt x="3141234" y="157054"/>
                  <a:pt x="3161271" y="181402"/>
                  <a:pt x="3195009" y="181402"/>
                </a:cubicBezTo>
                <a:cubicBezTo>
                  <a:pt x="3228489" y="181402"/>
                  <a:pt x="3248781" y="157570"/>
                  <a:pt x="3248781" y="123983"/>
                </a:cubicBezTo>
                <a:cubicBezTo>
                  <a:pt x="3248781" y="89118"/>
                  <a:pt x="3230265" y="66306"/>
                  <a:pt x="3196023" y="66306"/>
                </a:cubicBezTo>
                <a:cubicBezTo>
                  <a:pt x="3162792" y="66306"/>
                  <a:pt x="3141234" y="89888"/>
                  <a:pt x="3141234" y="126290"/>
                </a:cubicBezTo>
                <a:moveTo>
                  <a:pt x="3194247" y="76556"/>
                </a:moveTo>
                <a:cubicBezTo>
                  <a:pt x="3221135" y="76556"/>
                  <a:pt x="3226460" y="97578"/>
                  <a:pt x="3226460" y="128600"/>
                </a:cubicBezTo>
                <a:cubicBezTo>
                  <a:pt x="3226460" y="152952"/>
                  <a:pt x="3214284" y="171155"/>
                  <a:pt x="3197289" y="171155"/>
                </a:cubicBezTo>
                <a:cubicBezTo>
                  <a:pt x="3170405" y="171155"/>
                  <a:pt x="3163554" y="141674"/>
                  <a:pt x="3163554" y="121934"/>
                </a:cubicBezTo>
                <a:cubicBezTo>
                  <a:pt x="3163554" y="99630"/>
                  <a:pt x="3170405" y="76556"/>
                  <a:pt x="3194247" y="76556"/>
                </a:cubicBezTo>
                <a:close/>
                <a:moveTo>
                  <a:pt x="3351764" y="149880"/>
                </a:moveTo>
                <a:cubicBezTo>
                  <a:pt x="3342533" y="161772"/>
                  <a:pt x="3330864" y="168082"/>
                  <a:pt x="3320565" y="168082"/>
                </a:cubicBezTo>
                <a:cubicBezTo>
                  <a:pt x="3306867" y="168082"/>
                  <a:pt x="3295198" y="154239"/>
                  <a:pt x="3295198" y="122188"/>
                </a:cubicBezTo>
                <a:cubicBezTo>
                  <a:pt x="3295198" y="83734"/>
                  <a:pt x="3315390" y="76556"/>
                  <a:pt x="3327667" y="76556"/>
                </a:cubicBezTo>
                <a:cubicBezTo>
                  <a:pt x="3339588" y="76556"/>
                  <a:pt x="3345676" y="81682"/>
                  <a:pt x="3351764" y="91424"/>
                </a:cubicBezTo>
                <a:lnTo>
                  <a:pt x="3351764" y="149880"/>
                </a:lnTo>
                <a:moveTo>
                  <a:pt x="3351764" y="163977"/>
                </a:moveTo>
                <a:lnTo>
                  <a:pt x="3352271" y="163977"/>
                </a:lnTo>
                <a:lnTo>
                  <a:pt x="3353541" y="178841"/>
                </a:lnTo>
                <a:cubicBezTo>
                  <a:pt x="3353541" y="179397"/>
                  <a:pt x="3354299" y="179651"/>
                  <a:pt x="3355824" y="179651"/>
                </a:cubicBezTo>
                <a:cubicBezTo>
                  <a:pt x="3359172" y="179189"/>
                  <a:pt x="3360895" y="178884"/>
                  <a:pt x="3364599" y="178884"/>
                </a:cubicBezTo>
                <a:cubicBezTo>
                  <a:pt x="3367745" y="178884"/>
                  <a:pt x="3372564" y="179139"/>
                  <a:pt x="3375862" y="179651"/>
                </a:cubicBezTo>
                <a:lnTo>
                  <a:pt x="3376369" y="178884"/>
                </a:lnTo>
                <a:cubicBezTo>
                  <a:pt x="3374341" y="167856"/>
                  <a:pt x="3372057" y="148879"/>
                  <a:pt x="3372057" y="129644"/>
                </a:cubicBezTo>
                <a:lnTo>
                  <a:pt x="3372057" y="50691"/>
                </a:lnTo>
                <a:cubicBezTo>
                  <a:pt x="3372057" y="31745"/>
                  <a:pt x="3373071" y="18383"/>
                  <a:pt x="3374341" y="2561"/>
                </a:cubicBezTo>
                <a:cubicBezTo>
                  <a:pt x="3374341" y="770"/>
                  <a:pt x="3373628" y="0"/>
                  <a:pt x="3372057" y="0"/>
                </a:cubicBezTo>
                <a:cubicBezTo>
                  <a:pt x="3365717" y="2561"/>
                  <a:pt x="3360287" y="4355"/>
                  <a:pt x="3349988" y="5121"/>
                </a:cubicBezTo>
                <a:lnTo>
                  <a:pt x="3349481" y="5892"/>
                </a:lnTo>
                <a:cubicBezTo>
                  <a:pt x="3351459" y="16846"/>
                  <a:pt x="3351764" y="35843"/>
                  <a:pt x="3351764" y="55300"/>
                </a:cubicBezTo>
                <a:lnTo>
                  <a:pt x="3351764" y="71943"/>
                </a:lnTo>
                <a:cubicBezTo>
                  <a:pt x="3345932" y="68612"/>
                  <a:pt x="3335532" y="66306"/>
                  <a:pt x="3330458" y="66306"/>
                </a:cubicBezTo>
                <a:cubicBezTo>
                  <a:pt x="3297431" y="66306"/>
                  <a:pt x="3273133" y="89380"/>
                  <a:pt x="3273133" y="124257"/>
                </a:cubicBezTo>
                <a:cubicBezTo>
                  <a:pt x="3273133" y="155775"/>
                  <a:pt x="3291649" y="181402"/>
                  <a:pt x="3319044" y="181402"/>
                </a:cubicBezTo>
                <a:cubicBezTo>
                  <a:pt x="3331220" y="181402"/>
                  <a:pt x="3342634" y="175870"/>
                  <a:pt x="3351764" y="163977"/>
                </a:cubicBezTo>
                <a:close/>
                <a:moveTo>
                  <a:pt x="3487214" y="155337"/>
                </a:moveTo>
                <a:lnTo>
                  <a:pt x="3488228" y="156104"/>
                </a:lnTo>
                <a:lnTo>
                  <a:pt x="3489498" y="178884"/>
                </a:lnTo>
                <a:cubicBezTo>
                  <a:pt x="3489498" y="179397"/>
                  <a:pt x="3489804" y="179651"/>
                  <a:pt x="3490512" y="179651"/>
                </a:cubicBezTo>
                <a:cubicBezTo>
                  <a:pt x="3493860" y="179193"/>
                  <a:pt x="3496856" y="178884"/>
                  <a:pt x="3500556" y="178884"/>
                </a:cubicBezTo>
                <a:cubicBezTo>
                  <a:pt x="3503702" y="178884"/>
                  <a:pt x="3508521" y="179142"/>
                  <a:pt x="3511819" y="179651"/>
                </a:cubicBezTo>
                <a:lnTo>
                  <a:pt x="3512326" y="178884"/>
                </a:lnTo>
                <a:cubicBezTo>
                  <a:pt x="3510298" y="167879"/>
                  <a:pt x="3508014" y="148937"/>
                  <a:pt x="3508014" y="129742"/>
                </a:cubicBezTo>
                <a:lnTo>
                  <a:pt x="3508014" y="115151"/>
                </a:lnTo>
                <a:cubicBezTo>
                  <a:pt x="3508014" y="95952"/>
                  <a:pt x="3508270" y="82644"/>
                  <a:pt x="3510298" y="69077"/>
                </a:cubicBezTo>
                <a:lnTo>
                  <a:pt x="3509791" y="68307"/>
                </a:lnTo>
                <a:cubicBezTo>
                  <a:pt x="3506745" y="68819"/>
                  <a:pt x="3500912" y="69077"/>
                  <a:pt x="3497870" y="69077"/>
                </a:cubicBezTo>
                <a:cubicBezTo>
                  <a:pt x="3494824" y="69077"/>
                  <a:pt x="3488991" y="68819"/>
                  <a:pt x="3485949" y="68307"/>
                </a:cubicBezTo>
                <a:lnTo>
                  <a:pt x="3485438" y="69077"/>
                </a:lnTo>
                <a:cubicBezTo>
                  <a:pt x="3487419" y="83719"/>
                  <a:pt x="3487721" y="95697"/>
                  <a:pt x="3487721" y="115151"/>
                </a:cubicBezTo>
                <a:lnTo>
                  <a:pt x="3487721" y="140235"/>
                </a:lnTo>
                <a:cubicBezTo>
                  <a:pt x="3480011" y="153343"/>
                  <a:pt x="3465401" y="167054"/>
                  <a:pt x="3452973" y="167054"/>
                </a:cubicBezTo>
                <a:cubicBezTo>
                  <a:pt x="3444245" y="167054"/>
                  <a:pt x="3435978" y="164243"/>
                  <a:pt x="3435978" y="140450"/>
                </a:cubicBezTo>
                <a:lnTo>
                  <a:pt x="3435978" y="115124"/>
                </a:lnTo>
                <a:cubicBezTo>
                  <a:pt x="3435978" y="95936"/>
                  <a:pt x="3436229" y="82636"/>
                  <a:pt x="3438261" y="69077"/>
                </a:cubicBezTo>
                <a:lnTo>
                  <a:pt x="3437754" y="68307"/>
                </a:lnTo>
                <a:cubicBezTo>
                  <a:pt x="3434708" y="68819"/>
                  <a:pt x="3428875" y="69077"/>
                  <a:pt x="3425829" y="69077"/>
                </a:cubicBezTo>
                <a:cubicBezTo>
                  <a:pt x="3422787" y="69077"/>
                  <a:pt x="3416954" y="68819"/>
                  <a:pt x="3413908" y="68307"/>
                </a:cubicBezTo>
                <a:lnTo>
                  <a:pt x="3413401" y="69077"/>
                </a:lnTo>
                <a:cubicBezTo>
                  <a:pt x="3415429" y="83656"/>
                  <a:pt x="3415685" y="95682"/>
                  <a:pt x="3415685" y="115124"/>
                </a:cubicBezTo>
                <a:lnTo>
                  <a:pt x="3415685" y="145822"/>
                </a:lnTo>
                <a:cubicBezTo>
                  <a:pt x="3415685" y="163473"/>
                  <a:pt x="3423801" y="181402"/>
                  <a:pt x="3448913" y="181402"/>
                </a:cubicBezTo>
                <a:cubicBezTo>
                  <a:pt x="3464638" y="181402"/>
                  <a:pt x="3478843" y="168336"/>
                  <a:pt x="3487214" y="155286"/>
                </a:cubicBezTo>
                <a:lnTo>
                  <a:pt x="3487214" y="155337"/>
                </a:lnTo>
                <a:close/>
                <a:moveTo>
                  <a:pt x="3594259" y="76556"/>
                </a:moveTo>
                <a:cubicBezTo>
                  <a:pt x="3604047" y="76556"/>
                  <a:pt x="3612926" y="83836"/>
                  <a:pt x="3619622" y="95525"/>
                </a:cubicBezTo>
                <a:lnTo>
                  <a:pt x="3622919" y="95271"/>
                </a:lnTo>
                <a:lnTo>
                  <a:pt x="3628752" y="74250"/>
                </a:lnTo>
                <a:lnTo>
                  <a:pt x="3628245" y="73484"/>
                </a:lnTo>
                <a:cubicBezTo>
                  <a:pt x="3620384" y="69382"/>
                  <a:pt x="3607194" y="66306"/>
                  <a:pt x="3594511" y="66306"/>
                </a:cubicBezTo>
                <a:cubicBezTo>
                  <a:pt x="3568130" y="66306"/>
                  <a:pt x="3540483" y="88093"/>
                  <a:pt x="3540483" y="122959"/>
                </a:cubicBezTo>
                <a:cubicBezTo>
                  <a:pt x="3540483" y="158594"/>
                  <a:pt x="3560520" y="181402"/>
                  <a:pt x="3591468" y="181402"/>
                </a:cubicBezTo>
                <a:cubicBezTo>
                  <a:pt x="3606687" y="181402"/>
                  <a:pt x="3618608" y="176281"/>
                  <a:pt x="3628752" y="163211"/>
                </a:cubicBezTo>
                <a:lnTo>
                  <a:pt x="3623934" y="157824"/>
                </a:lnTo>
                <a:lnTo>
                  <a:pt x="3622919" y="157824"/>
                </a:lnTo>
                <a:cubicBezTo>
                  <a:pt x="3613282" y="166542"/>
                  <a:pt x="3605216" y="168595"/>
                  <a:pt x="3595780" y="168595"/>
                </a:cubicBezTo>
                <a:cubicBezTo>
                  <a:pt x="3577264" y="168595"/>
                  <a:pt x="3562804" y="151674"/>
                  <a:pt x="3562804" y="121676"/>
                </a:cubicBezTo>
                <a:cubicBezTo>
                  <a:pt x="3562804" y="93477"/>
                  <a:pt x="3577515" y="76556"/>
                  <a:pt x="3594259" y="76556"/>
                </a:cubicBezTo>
                <a:close/>
                <a:moveTo>
                  <a:pt x="3671369" y="108853"/>
                </a:moveTo>
                <a:cubicBezTo>
                  <a:pt x="3675680" y="82194"/>
                  <a:pt x="3692319" y="76556"/>
                  <a:pt x="3700285" y="76556"/>
                </a:cubicBezTo>
                <a:cubicBezTo>
                  <a:pt x="3710329" y="76556"/>
                  <a:pt x="3721592" y="86041"/>
                  <a:pt x="3721592" y="105264"/>
                </a:cubicBezTo>
                <a:cubicBezTo>
                  <a:pt x="3721592" y="107571"/>
                  <a:pt x="3720577" y="108853"/>
                  <a:pt x="3718038" y="108853"/>
                </a:cubicBezTo>
                <a:lnTo>
                  <a:pt x="3671369" y="108853"/>
                </a:lnTo>
                <a:moveTo>
                  <a:pt x="3739094" y="152182"/>
                </a:moveTo>
                <a:cubicBezTo>
                  <a:pt x="3730215" y="161929"/>
                  <a:pt x="3718294" y="166288"/>
                  <a:pt x="3704341" y="166288"/>
                </a:cubicBezTo>
                <a:cubicBezTo>
                  <a:pt x="3695667" y="166288"/>
                  <a:pt x="3683696" y="162953"/>
                  <a:pt x="3676695" y="151670"/>
                </a:cubicBezTo>
                <a:cubicBezTo>
                  <a:pt x="3672228" y="144488"/>
                  <a:pt x="3670606" y="134026"/>
                  <a:pt x="3670606" y="119100"/>
                </a:cubicBezTo>
                <a:lnTo>
                  <a:pt x="3739601" y="119100"/>
                </a:lnTo>
                <a:cubicBezTo>
                  <a:pt x="3742391" y="119100"/>
                  <a:pt x="3744164" y="117563"/>
                  <a:pt x="3744164" y="114745"/>
                </a:cubicBezTo>
                <a:cubicBezTo>
                  <a:pt x="3744164" y="93219"/>
                  <a:pt x="3733764" y="66306"/>
                  <a:pt x="3700285" y="66306"/>
                </a:cubicBezTo>
                <a:cubicBezTo>
                  <a:pt x="3674156" y="66306"/>
                  <a:pt x="3648286" y="87577"/>
                  <a:pt x="3648286" y="125257"/>
                </a:cubicBezTo>
                <a:cubicBezTo>
                  <a:pt x="3648286" y="139820"/>
                  <a:pt x="3651227" y="154184"/>
                  <a:pt x="3659699" y="164493"/>
                </a:cubicBezTo>
                <a:cubicBezTo>
                  <a:pt x="3668423" y="175100"/>
                  <a:pt x="3682934" y="181402"/>
                  <a:pt x="3700029" y="181402"/>
                </a:cubicBezTo>
                <a:cubicBezTo>
                  <a:pt x="3718294" y="181402"/>
                  <a:pt x="3734527" y="171925"/>
                  <a:pt x="3744164" y="158594"/>
                </a:cubicBezTo>
                <a:lnTo>
                  <a:pt x="3739094" y="152182"/>
                </a:lnTo>
                <a:close/>
                <a:moveTo>
                  <a:pt x="3847908" y="149880"/>
                </a:moveTo>
                <a:cubicBezTo>
                  <a:pt x="3838677" y="161772"/>
                  <a:pt x="3827008" y="168082"/>
                  <a:pt x="3816709" y="168082"/>
                </a:cubicBezTo>
                <a:cubicBezTo>
                  <a:pt x="3803011" y="168082"/>
                  <a:pt x="3791342" y="154239"/>
                  <a:pt x="3791342" y="122188"/>
                </a:cubicBezTo>
                <a:cubicBezTo>
                  <a:pt x="3791342" y="83734"/>
                  <a:pt x="3811534" y="76556"/>
                  <a:pt x="3823811" y="76556"/>
                </a:cubicBezTo>
                <a:cubicBezTo>
                  <a:pt x="3835732" y="76556"/>
                  <a:pt x="3841820" y="81682"/>
                  <a:pt x="3847908" y="91424"/>
                </a:cubicBezTo>
                <a:lnTo>
                  <a:pt x="3847908" y="149880"/>
                </a:lnTo>
                <a:moveTo>
                  <a:pt x="3847908" y="163977"/>
                </a:moveTo>
                <a:lnTo>
                  <a:pt x="3848415" y="163977"/>
                </a:lnTo>
                <a:lnTo>
                  <a:pt x="3849685" y="178841"/>
                </a:lnTo>
                <a:cubicBezTo>
                  <a:pt x="3849685" y="179397"/>
                  <a:pt x="3850444" y="179651"/>
                  <a:pt x="3851968" y="179651"/>
                </a:cubicBezTo>
                <a:cubicBezTo>
                  <a:pt x="3855316" y="179189"/>
                  <a:pt x="3857039" y="178884"/>
                  <a:pt x="3860743" y="178884"/>
                </a:cubicBezTo>
                <a:cubicBezTo>
                  <a:pt x="3863889" y="178884"/>
                  <a:pt x="3868708" y="179139"/>
                  <a:pt x="3872006" y="179651"/>
                </a:cubicBezTo>
                <a:lnTo>
                  <a:pt x="3872513" y="178884"/>
                </a:lnTo>
                <a:cubicBezTo>
                  <a:pt x="3870485" y="167856"/>
                  <a:pt x="3868201" y="148879"/>
                  <a:pt x="3868201" y="129644"/>
                </a:cubicBezTo>
                <a:lnTo>
                  <a:pt x="3868201" y="50691"/>
                </a:lnTo>
                <a:cubicBezTo>
                  <a:pt x="3868201" y="31745"/>
                  <a:pt x="3869215" y="18383"/>
                  <a:pt x="3870485" y="2561"/>
                </a:cubicBezTo>
                <a:cubicBezTo>
                  <a:pt x="3870485" y="770"/>
                  <a:pt x="3869772" y="0"/>
                  <a:pt x="3868201" y="0"/>
                </a:cubicBezTo>
                <a:cubicBezTo>
                  <a:pt x="3861861" y="2561"/>
                  <a:pt x="3856431" y="4355"/>
                  <a:pt x="3846132" y="5121"/>
                </a:cubicBezTo>
                <a:lnTo>
                  <a:pt x="3845625" y="5892"/>
                </a:lnTo>
                <a:cubicBezTo>
                  <a:pt x="3847603" y="16846"/>
                  <a:pt x="3847908" y="35843"/>
                  <a:pt x="3847908" y="55300"/>
                </a:cubicBezTo>
                <a:lnTo>
                  <a:pt x="3847908" y="71943"/>
                </a:lnTo>
                <a:cubicBezTo>
                  <a:pt x="3842076" y="68612"/>
                  <a:pt x="3831676" y="66306"/>
                  <a:pt x="3826602" y="66306"/>
                </a:cubicBezTo>
                <a:cubicBezTo>
                  <a:pt x="3793575" y="66306"/>
                  <a:pt x="3769277" y="89380"/>
                  <a:pt x="3769277" y="124257"/>
                </a:cubicBezTo>
                <a:cubicBezTo>
                  <a:pt x="3769277" y="155775"/>
                  <a:pt x="3787793" y="181402"/>
                  <a:pt x="3815188" y="181402"/>
                </a:cubicBezTo>
                <a:cubicBezTo>
                  <a:pt x="3827364" y="181402"/>
                  <a:pt x="3838778" y="175870"/>
                  <a:pt x="3847908" y="163977"/>
                </a:cubicBezTo>
                <a:close/>
                <a:moveTo>
                  <a:pt x="4033331" y="121164"/>
                </a:moveTo>
                <a:lnTo>
                  <a:pt x="4032317" y="151674"/>
                </a:lnTo>
                <a:cubicBezTo>
                  <a:pt x="4032317" y="155005"/>
                  <a:pt x="4030792" y="156799"/>
                  <a:pt x="4028764" y="158340"/>
                </a:cubicBezTo>
                <a:cubicBezTo>
                  <a:pt x="4021661" y="163723"/>
                  <a:pt x="4013038" y="168336"/>
                  <a:pt x="4005429" y="168336"/>
                </a:cubicBezTo>
                <a:cubicBezTo>
                  <a:pt x="3994015" y="168336"/>
                  <a:pt x="3986657" y="160646"/>
                  <a:pt x="3986657" y="152698"/>
                </a:cubicBezTo>
                <a:cubicBezTo>
                  <a:pt x="3986657" y="141161"/>
                  <a:pt x="3991983" y="132443"/>
                  <a:pt x="4011769" y="127060"/>
                </a:cubicBezTo>
                <a:lnTo>
                  <a:pt x="4033331" y="121164"/>
                </a:lnTo>
                <a:moveTo>
                  <a:pt x="4033331" y="166542"/>
                </a:moveTo>
                <a:cubicBezTo>
                  <a:pt x="4036272" y="176535"/>
                  <a:pt x="4043831" y="181402"/>
                  <a:pt x="4053116" y="181402"/>
                </a:cubicBezTo>
                <a:cubicBezTo>
                  <a:pt x="4059506" y="181402"/>
                  <a:pt x="4067321" y="179866"/>
                  <a:pt x="4073305" y="173462"/>
                </a:cubicBezTo>
                <a:lnTo>
                  <a:pt x="4071427" y="167105"/>
                </a:lnTo>
                <a:cubicBezTo>
                  <a:pt x="4068637" y="168082"/>
                  <a:pt x="4066508" y="168438"/>
                  <a:pt x="4064581" y="168438"/>
                </a:cubicBezTo>
                <a:cubicBezTo>
                  <a:pt x="4062042" y="168438"/>
                  <a:pt x="4058694" y="167977"/>
                  <a:pt x="4057122" y="166542"/>
                </a:cubicBezTo>
                <a:cubicBezTo>
                  <a:pt x="4054537" y="164185"/>
                  <a:pt x="4052911" y="157929"/>
                  <a:pt x="4052911" y="146545"/>
                </a:cubicBezTo>
                <a:cubicBezTo>
                  <a:pt x="4052911" y="139109"/>
                  <a:pt x="4053623" y="110655"/>
                  <a:pt x="4053623" y="107833"/>
                </a:cubicBezTo>
                <a:cubicBezTo>
                  <a:pt x="4053623" y="73225"/>
                  <a:pt x="4031047" y="66306"/>
                  <a:pt x="4011769" y="66306"/>
                </a:cubicBezTo>
                <a:cubicBezTo>
                  <a:pt x="3992490" y="66306"/>
                  <a:pt x="3980824" y="75786"/>
                  <a:pt x="3974481" y="81170"/>
                </a:cubicBezTo>
                <a:lnTo>
                  <a:pt x="3973722" y="82198"/>
                </a:lnTo>
                <a:lnTo>
                  <a:pt x="3978034" y="99372"/>
                </a:lnTo>
                <a:lnTo>
                  <a:pt x="3981331" y="99630"/>
                </a:lnTo>
                <a:cubicBezTo>
                  <a:pt x="3988434" y="88093"/>
                  <a:pt x="3997057" y="77839"/>
                  <a:pt x="4009233" y="77839"/>
                </a:cubicBezTo>
                <a:cubicBezTo>
                  <a:pt x="4018364" y="77839"/>
                  <a:pt x="4033582" y="79121"/>
                  <a:pt x="4033582" y="108091"/>
                </a:cubicBezTo>
                <a:cubicBezTo>
                  <a:pt x="4033582" y="109885"/>
                  <a:pt x="4032568" y="110909"/>
                  <a:pt x="4031806" y="111167"/>
                </a:cubicBezTo>
                <a:lnTo>
                  <a:pt x="4008219" y="116551"/>
                </a:lnTo>
                <a:cubicBezTo>
                  <a:pt x="3982346" y="122446"/>
                  <a:pt x="3966113" y="136290"/>
                  <a:pt x="3966113" y="153723"/>
                </a:cubicBezTo>
                <a:cubicBezTo>
                  <a:pt x="3966113" y="172692"/>
                  <a:pt x="3979048" y="181402"/>
                  <a:pt x="3997820" y="181402"/>
                </a:cubicBezTo>
                <a:cubicBezTo>
                  <a:pt x="4011769" y="181402"/>
                  <a:pt x="4018871" y="178075"/>
                  <a:pt x="4032317" y="166542"/>
                </a:cubicBezTo>
                <a:lnTo>
                  <a:pt x="4033331" y="166542"/>
                </a:lnTo>
                <a:close/>
                <a:moveTo>
                  <a:pt x="4100799" y="69058"/>
                </a:moveTo>
                <a:cubicBezTo>
                  <a:pt x="4095625" y="69058"/>
                  <a:pt x="4090249" y="68956"/>
                  <a:pt x="4087102" y="68546"/>
                </a:cubicBezTo>
                <a:cubicBezTo>
                  <a:pt x="4085380" y="72749"/>
                  <a:pt x="4084009" y="75208"/>
                  <a:pt x="4081525" y="79051"/>
                </a:cubicBezTo>
                <a:lnTo>
                  <a:pt x="4082790" y="80845"/>
                </a:lnTo>
                <a:cubicBezTo>
                  <a:pt x="4087156" y="80536"/>
                  <a:pt x="4095017" y="80384"/>
                  <a:pt x="4100799" y="80333"/>
                </a:cubicBezTo>
                <a:lnTo>
                  <a:pt x="4100799" y="115386"/>
                </a:lnTo>
                <a:cubicBezTo>
                  <a:pt x="4100799" y="130739"/>
                  <a:pt x="4100041" y="149164"/>
                  <a:pt x="4100041" y="156839"/>
                </a:cubicBezTo>
                <a:cubicBezTo>
                  <a:pt x="4100041" y="173478"/>
                  <a:pt x="4110692" y="181402"/>
                  <a:pt x="4122362" y="181402"/>
                </a:cubicBezTo>
                <a:cubicBezTo>
                  <a:pt x="4133017" y="181402"/>
                  <a:pt x="4141133" y="178845"/>
                  <a:pt x="4151785" y="171945"/>
                </a:cubicBezTo>
                <a:lnTo>
                  <a:pt x="4148692" y="165639"/>
                </a:lnTo>
                <a:cubicBezTo>
                  <a:pt x="4140878" y="168356"/>
                  <a:pt x="4135045" y="168614"/>
                  <a:pt x="4128701" y="167590"/>
                </a:cubicBezTo>
                <a:cubicBezTo>
                  <a:pt x="4122667" y="166616"/>
                  <a:pt x="4120333" y="160471"/>
                  <a:pt x="4120333" y="146603"/>
                </a:cubicBezTo>
                <a:cubicBezTo>
                  <a:pt x="4120333" y="138929"/>
                  <a:pt x="4121092" y="127924"/>
                  <a:pt x="4121092" y="112575"/>
                </a:cubicBezTo>
                <a:lnTo>
                  <a:pt x="4121092" y="80333"/>
                </a:lnTo>
                <a:lnTo>
                  <a:pt x="4130733" y="80333"/>
                </a:lnTo>
                <a:cubicBezTo>
                  <a:pt x="4136822" y="80333"/>
                  <a:pt x="4145646" y="80536"/>
                  <a:pt x="4148994" y="80845"/>
                </a:cubicBezTo>
                <a:cubicBezTo>
                  <a:pt x="4149757" y="76748"/>
                  <a:pt x="4150519" y="74132"/>
                  <a:pt x="4152040" y="70340"/>
                </a:cubicBezTo>
                <a:lnTo>
                  <a:pt x="4150771" y="68546"/>
                </a:lnTo>
                <a:cubicBezTo>
                  <a:pt x="4146203" y="68753"/>
                  <a:pt x="4138850" y="69058"/>
                  <a:pt x="4133017" y="69058"/>
                </a:cubicBezTo>
                <a:lnTo>
                  <a:pt x="4121092" y="69058"/>
                </a:lnTo>
                <a:cubicBezTo>
                  <a:pt x="4121092" y="49893"/>
                  <a:pt x="4121247" y="46512"/>
                  <a:pt x="4122362" y="31652"/>
                </a:cubicBezTo>
                <a:cubicBezTo>
                  <a:pt x="4122362" y="29806"/>
                  <a:pt x="4121653" y="29091"/>
                  <a:pt x="4120078" y="29091"/>
                </a:cubicBezTo>
                <a:cubicBezTo>
                  <a:pt x="4113738" y="31652"/>
                  <a:pt x="4110592" y="34369"/>
                  <a:pt x="4102324" y="35495"/>
                </a:cubicBezTo>
                <a:lnTo>
                  <a:pt x="4101817" y="36265"/>
                </a:lnTo>
                <a:cubicBezTo>
                  <a:pt x="4101310" y="45182"/>
                  <a:pt x="4100799" y="54198"/>
                  <a:pt x="4100799" y="69058"/>
                </a:cubicBezTo>
                <a:close/>
                <a:moveTo>
                  <a:pt x="4249443" y="127627"/>
                </a:moveTo>
                <a:cubicBezTo>
                  <a:pt x="4249443" y="146697"/>
                  <a:pt x="4249086" y="165146"/>
                  <a:pt x="4247159" y="178884"/>
                </a:cubicBezTo>
                <a:lnTo>
                  <a:pt x="4247666" y="179651"/>
                </a:lnTo>
                <a:cubicBezTo>
                  <a:pt x="4250708" y="179139"/>
                  <a:pt x="4256545" y="178884"/>
                  <a:pt x="4259587" y="178884"/>
                </a:cubicBezTo>
                <a:cubicBezTo>
                  <a:pt x="4262633" y="178884"/>
                  <a:pt x="4268466" y="179139"/>
                  <a:pt x="4271508" y="179651"/>
                </a:cubicBezTo>
                <a:lnTo>
                  <a:pt x="4272015" y="178884"/>
                </a:lnTo>
                <a:cubicBezTo>
                  <a:pt x="4270037" y="164274"/>
                  <a:pt x="4269735" y="146901"/>
                  <a:pt x="4269735" y="127627"/>
                </a:cubicBezTo>
                <a:lnTo>
                  <a:pt x="4269735" y="50746"/>
                </a:lnTo>
                <a:cubicBezTo>
                  <a:pt x="4269735" y="31526"/>
                  <a:pt x="4270800" y="18762"/>
                  <a:pt x="4272015" y="2565"/>
                </a:cubicBezTo>
                <a:cubicBezTo>
                  <a:pt x="4272015" y="770"/>
                  <a:pt x="4271307" y="0"/>
                  <a:pt x="4269735" y="0"/>
                </a:cubicBezTo>
                <a:cubicBezTo>
                  <a:pt x="4263392" y="2565"/>
                  <a:pt x="4257965" y="4359"/>
                  <a:pt x="4247666" y="5129"/>
                </a:cubicBezTo>
                <a:lnTo>
                  <a:pt x="4247159" y="5896"/>
                </a:lnTo>
                <a:cubicBezTo>
                  <a:pt x="4249137" y="16866"/>
                  <a:pt x="4249443" y="35882"/>
                  <a:pt x="4249443" y="55359"/>
                </a:cubicBezTo>
                <a:lnTo>
                  <a:pt x="4249443" y="127627"/>
                </a:lnTo>
                <a:close/>
                <a:moveTo>
                  <a:pt x="4322242" y="108853"/>
                </a:moveTo>
                <a:cubicBezTo>
                  <a:pt x="4326554" y="82194"/>
                  <a:pt x="4343193" y="76556"/>
                  <a:pt x="4351158" y="76556"/>
                </a:cubicBezTo>
                <a:cubicBezTo>
                  <a:pt x="4361202" y="76556"/>
                  <a:pt x="4372465" y="86041"/>
                  <a:pt x="4372465" y="105264"/>
                </a:cubicBezTo>
                <a:cubicBezTo>
                  <a:pt x="4372465" y="107571"/>
                  <a:pt x="4371451" y="108853"/>
                  <a:pt x="4368912" y="108853"/>
                </a:cubicBezTo>
                <a:lnTo>
                  <a:pt x="4322242" y="108853"/>
                </a:lnTo>
                <a:moveTo>
                  <a:pt x="4389967" y="152182"/>
                </a:moveTo>
                <a:cubicBezTo>
                  <a:pt x="4381088" y="161929"/>
                  <a:pt x="4369167" y="166288"/>
                  <a:pt x="4355214" y="166288"/>
                </a:cubicBezTo>
                <a:cubicBezTo>
                  <a:pt x="4346540" y="166288"/>
                  <a:pt x="4334569" y="162953"/>
                  <a:pt x="4327568" y="151670"/>
                </a:cubicBezTo>
                <a:cubicBezTo>
                  <a:pt x="4323101" y="144488"/>
                  <a:pt x="4321479" y="134026"/>
                  <a:pt x="4321479" y="119100"/>
                </a:cubicBezTo>
                <a:lnTo>
                  <a:pt x="4390474" y="119100"/>
                </a:lnTo>
                <a:cubicBezTo>
                  <a:pt x="4393264" y="119100"/>
                  <a:pt x="4395037" y="117563"/>
                  <a:pt x="4395037" y="114745"/>
                </a:cubicBezTo>
                <a:cubicBezTo>
                  <a:pt x="4395037" y="93219"/>
                  <a:pt x="4384637" y="66306"/>
                  <a:pt x="4351158" y="66306"/>
                </a:cubicBezTo>
                <a:cubicBezTo>
                  <a:pt x="4325029" y="66306"/>
                  <a:pt x="4299159" y="87577"/>
                  <a:pt x="4299159" y="125257"/>
                </a:cubicBezTo>
                <a:cubicBezTo>
                  <a:pt x="4299159" y="139820"/>
                  <a:pt x="4302100" y="154184"/>
                  <a:pt x="4310573" y="164493"/>
                </a:cubicBezTo>
                <a:cubicBezTo>
                  <a:pt x="4319296" y="175100"/>
                  <a:pt x="4333807" y="181402"/>
                  <a:pt x="4350902" y="181402"/>
                </a:cubicBezTo>
                <a:cubicBezTo>
                  <a:pt x="4369167" y="181402"/>
                  <a:pt x="4385400" y="171925"/>
                  <a:pt x="4395037" y="158594"/>
                </a:cubicBezTo>
                <a:lnTo>
                  <a:pt x="4389967" y="152182"/>
                </a:lnTo>
                <a:close/>
                <a:moveTo>
                  <a:pt x="4484071" y="121164"/>
                </a:moveTo>
                <a:lnTo>
                  <a:pt x="4483057" y="151674"/>
                </a:lnTo>
                <a:cubicBezTo>
                  <a:pt x="4483057" y="155005"/>
                  <a:pt x="4481532" y="156799"/>
                  <a:pt x="4479504" y="158340"/>
                </a:cubicBezTo>
                <a:cubicBezTo>
                  <a:pt x="4472402" y="163723"/>
                  <a:pt x="4463779" y="168336"/>
                  <a:pt x="4456169" y="168336"/>
                </a:cubicBezTo>
                <a:cubicBezTo>
                  <a:pt x="4444755" y="168336"/>
                  <a:pt x="4437398" y="160646"/>
                  <a:pt x="4437398" y="152698"/>
                </a:cubicBezTo>
                <a:cubicBezTo>
                  <a:pt x="4437398" y="141161"/>
                  <a:pt x="4442724" y="132443"/>
                  <a:pt x="4462509" y="127060"/>
                </a:cubicBezTo>
                <a:lnTo>
                  <a:pt x="4484071" y="121164"/>
                </a:lnTo>
                <a:moveTo>
                  <a:pt x="4484071" y="166542"/>
                </a:moveTo>
                <a:cubicBezTo>
                  <a:pt x="4487013" y="176535"/>
                  <a:pt x="4494572" y="181402"/>
                  <a:pt x="4503857" y="181402"/>
                </a:cubicBezTo>
                <a:cubicBezTo>
                  <a:pt x="4510247" y="181402"/>
                  <a:pt x="4518062" y="179866"/>
                  <a:pt x="4524045" y="173462"/>
                </a:cubicBezTo>
                <a:lnTo>
                  <a:pt x="4522168" y="167105"/>
                </a:lnTo>
                <a:cubicBezTo>
                  <a:pt x="4519377" y="168082"/>
                  <a:pt x="4517249" y="168438"/>
                  <a:pt x="4515321" y="168438"/>
                </a:cubicBezTo>
                <a:cubicBezTo>
                  <a:pt x="4512782" y="168438"/>
                  <a:pt x="4509434" y="167977"/>
                  <a:pt x="4507863" y="166542"/>
                </a:cubicBezTo>
                <a:cubicBezTo>
                  <a:pt x="4505277" y="164185"/>
                  <a:pt x="4503652" y="157929"/>
                  <a:pt x="4503652" y="146545"/>
                </a:cubicBezTo>
                <a:cubicBezTo>
                  <a:pt x="4503652" y="139109"/>
                  <a:pt x="4504364" y="110655"/>
                  <a:pt x="4504364" y="107833"/>
                </a:cubicBezTo>
                <a:cubicBezTo>
                  <a:pt x="4504364" y="73225"/>
                  <a:pt x="4481788" y="66306"/>
                  <a:pt x="4462509" y="66306"/>
                </a:cubicBezTo>
                <a:cubicBezTo>
                  <a:pt x="4443231" y="66306"/>
                  <a:pt x="4431565" y="75786"/>
                  <a:pt x="4425221" y="81170"/>
                </a:cubicBezTo>
                <a:lnTo>
                  <a:pt x="4424463" y="82198"/>
                </a:lnTo>
                <a:lnTo>
                  <a:pt x="4428774" y="99372"/>
                </a:lnTo>
                <a:lnTo>
                  <a:pt x="4432072" y="99630"/>
                </a:lnTo>
                <a:cubicBezTo>
                  <a:pt x="4439174" y="88093"/>
                  <a:pt x="4447798" y="77839"/>
                  <a:pt x="4459974" y="77839"/>
                </a:cubicBezTo>
                <a:cubicBezTo>
                  <a:pt x="4469104" y="77839"/>
                  <a:pt x="4484323" y="79121"/>
                  <a:pt x="4484323" y="108091"/>
                </a:cubicBezTo>
                <a:cubicBezTo>
                  <a:pt x="4484323" y="109885"/>
                  <a:pt x="4483309" y="110909"/>
                  <a:pt x="4482546" y="111167"/>
                </a:cubicBezTo>
                <a:lnTo>
                  <a:pt x="4458960" y="116551"/>
                </a:lnTo>
                <a:cubicBezTo>
                  <a:pt x="4433086" y="122446"/>
                  <a:pt x="4416854" y="136290"/>
                  <a:pt x="4416854" y="153723"/>
                </a:cubicBezTo>
                <a:cubicBezTo>
                  <a:pt x="4416854" y="172692"/>
                  <a:pt x="4429789" y="181402"/>
                  <a:pt x="4448560" y="181402"/>
                </a:cubicBezTo>
                <a:cubicBezTo>
                  <a:pt x="4462509" y="181402"/>
                  <a:pt x="4469611" y="178075"/>
                  <a:pt x="4483057" y="166542"/>
                </a:cubicBezTo>
                <a:lnTo>
                  <a:pt x="4484071" y="166542"/>
                </a:lnTo>
                <a:close/>
                <a:moveTo>
                  <a:pt x="4540126" y="152952"/>
                </a:moveTo>
                <a:lnTo>
                  <a:pt x="4535814" y="174486"/>
                </a:lnTo>
                <a:cubicBezTo>
                  <a:pt x="4550274" y="179612"/>
                  <a:pt x="4564479" y="181402"/>
                  <a:pt x="4574116" y="181402"/>
                </a:cubicBezTo>
                <a:cubicBezTo>
                  <a:pt x="4609120" y="181402"/>
                  <a:pt x="4617237" y="160388"/>
                  <a:pt x="4617237" y="146287"/>
                </a:cubicBezTo>
                <a:cubicBezTo>
                  <a:pt x="4617237" y="125265"/>
                  <a:pt x="4600749" y="117063"/>
                  <a:pt x="4582740" y="112704"/>
                </a:cubicBezTo>
                <a:cubicBezTo>
                  <a:pt x="4573153" y="110397"/>
                  <a:pt x="4559153" y="105526"/>
                  <a:pt x="4559153" y="92707"/>
                </a:cubicBezTo>
                <a:cubicBezTo>
                  <a:pt x="4559153" y="82194"/>
                  <a:pt x="4567521" y="76556"/>
                  <a:pt x="4578428" y="76556"/>
                </a:cubicBezTo>
                <a:cubicBezTo>
                  <a:pt x="4591618" y="76556"/>
                  <a:pt x="4599735" y="87065"/>
                  <a:pt x="4605571" y="93989"/>
                </a:cubicBezTo>
                <a:lnTo>
                  <a:pt x="4609120" y="93731"/>
                </a:lnTo>
                <a:lnTo>
                  <a:pt x="4614195" y="74762"/>
                </a:lnTo>
                <a:lnTo>
                  <a:pt x="4613688" y="73996"/>
                </a:lnTo>
                <a:cubicBezTo>
                  <a:pt x="4606330" y="70153"/>
                  <a:pt x="4592381" y="66306"/>
                  <a:pt x="4579442" y="66306"/>
                </a:cubicBezTo>
                <a:cubicBezTo>
                  <a:pt x="4560674" y="66306"/>
                  <a:pt x="4541140" y="76298"/>
                  <a:pt x="4541140" y="97578"/>
                </a:cubicBezTo>
                <a:cubicBezTo>
                  <a:pt x="4541140" y="118087"/>
                  <a:pt x="4556312" y="124855"/>
                  <a:pt x="4571581" y="129112"/>
                </a:cubicBezTo>
                <a:cubicBezTo>
                  <a:pt x="4586293" y="133213"/>
                  <a:pt x="4597200" y="137314"/>
                  <a:pt x="4597200" y="149876"/>
                </a:cubicBezTo>
                <a:cubicBezTo>
                  <a:pt x="4597200" y="163465"/>
                  <a:pt x="4587307" y="171155"/>
                  <a:pt x="4573865" y="171155"/>
                </a:cubicBezTo>
                <a:cubicBezTo>
                  <a:pt x="4561688" y="171155"/>
                  <a:pt x="4551033" y="162695"/>
                  <a:pt x="4543931" y="152698"/>
                </a:cubicBezTo>
                <a:lnTo>
                  <a:pt x="4540126" y="152952"/>
                </a:lnTo>
                <a:close/>
                <a:moveTo>
                  <a:pt x="4651987" y="69058"/>
                </a:moveTo>
                <a:cubicBezTo>
                  <a:pt x="4646812" y="69058"/>
                  <a:pt x="4641436" y="68956"/>
                  <a:pt x="4638289" y="68546"/>
                </a:cubicBezTo>
                <a:cubicBezTo>
                  <a:pt x="4636567" y="72749"/>
                  <a:pt x="4635197" y="75208"/>
                  <a:pt x="4632712" y="79051"/>
                </a:cubicBezTo>
                <a:lnTo>
                  <a:pt x="4633978" y="80845"/>
                </a:lnTo>
                <a:cubicBezTo>
                  <a:pt x="4638344" y="80536"/>
                  <a:pt x="4646204" y="80384"/>
                  <a:pt x="4651987" y="80333"/>
                </a:cubicBezTo>
                <a:lnTo>
                  <a:pt x="4651987" y="115386"/>
                </a:lnTo>
                <a:cubicBezTo>
                  <a:pt x="4651987" y="130739"/>
                  <a:pt x="4651228" y="149164"/>
                  <a:pt x="4651228" y="156839"/>
                </a:cubicBezTo>
                <a:cubicBezTo>
                  <a:pt x="4651228" y="173478"/>
                  <a:pt x="4661880" y="181402"/>
                  <a:pt x="4673549" y="181402"/>
                </a:cubicBezTo>
                <a:cubicBezTo>
                  <a:pt x="4684204" y="181402"/>
                  <a:pt x="4692321" y="178845"/>
                  <a:pt x="4702972" y="171945"/>
                </a:cubicBezTo>
                <a:lnTo>
                  <a:pt x="4699880" y="165639"/>
                </a:lnTo>
                <a:cubicBezTo>
                  <a:pt x="4692065" y="168356"/>
                  <a:pt x="4686232" y="168614"/>
                  <a:pt x="4679889" y="167590"/>
                </a:cubicBezTo>
                <a:cubicBezTo>
                  <a:pt x="4673855" y="166616"/>
                  <a:pt x="4671521" y="160471"/>
                  <a:pt x="4671521" y="146603"/>
                </a:cubicBezTo>
                <a:cubicBezTo>
                  <a:pt x="4671521" y="138929"/>
                  <a:pt x="4672280" y="127924"/>
                  <a:pt x="4672280" y="112575"/>
                </a:cubicBezTo>
                <a:lnTo>
                  <a:pt x="4672280" y="80333"/>
                </a:lnTo>
                <a:lnTo>
                  <a:pt x="4681921" y="80333"/>
                </a:lnTo>
                <a:cubicBezTo>
                  <a:pt x="4688009" y="80333"/>
                  <a:pt x="4696834" y="80536"/>
                  <a:pt x="4700182" y="80845"/>
                </a:cubicBezTo>
                <a:cubicBezTo>
                  <a:pt x="4700944" y="76748"/>
                  <a:pt x="4701706" y="74132"/>
                  <a:pt x="4703228" y="70340"/>
                </a:cubicBezTo>
                <a:lnTo>
                  <a:pt x="4701958" y="68546"/>
                </a:lnTo>
                <a:cubicBezTo>
                  <a:pt x="4697391" y="68753"/>
                  <a:pt x="4690037" y="69058"/>
                  <a:pt x="4684204" y="69058"/>
                </a:cubicBezTo>
                <a:lnTo>
                  <a:pt x="4672280" y="69058"/>
                </a:lnTo>
                <a:cubicBezTo>
                  <a:pt x="4672280" y="49893"/>
                  <a:pt x="4672434" y="46512"/>
                  <a:pt x="4673549" y="31652"/>
                </a:cubicBezTo>
                <a:cubicBezTo>
                  <a:pt x="4673549" y="29806"/>
                  <a:pt x="4672841" y="29091"/>
                  <a:pt x="4671266" y="29091"/>
                </a:cubicBezTo>
                <a:cubicBezTo>
                  <a:pt x="4664926" y="31652"/>
                  <a:pt x="4661779" y="34369"/>
                  <a:pt x="4653512" y="35495"/>
                </a:cubicBezTo>
                <a:lnTo>
                  <a:pt x="4653005" y="36265"/>
                </a:lnTo>
                <a:cubicBezTo>
                  <a:pt x="4652498" y="45182"/>
                  <a:pt x="4651987" y="54198"/>
                  <a:pt x="4651987" y="69058"/>
                </a:cubicBezTo>
                <a:close/>
              </a:path>
            </a:pathLst>
          </a:custGeom>
          <a:solidFill xmlns:a="http://schemas.openxmlformats.org/drawingml/2006/main">
            <a:srgbClr val="000000"/>
          </a:solidFill>
          <a:ln xmlns:a="http://schemas.openxmlformats.org/drawingml/2006/main" w="0" cap="flat">
            <a:noFill/>
            <a:miter/>
          </a:ln>
        </p:spPr>
      </p:sp>
      <p:sp>
        <p:nvSpPr>
          <p:cNvPr id="155" name="Text oncein10experiments.">
            <a:extLst xmlns:a="http://schemas.openxmlformats.org/drawingml/2006/main">
              <a:ext uri="{FF2B5EF4-FFF2-40B4-BE49-F238E27FC236}">
                <a16:creationId xmlns:a16="http://schemas.microsoft.com/office/drawing/2014/main" id="{29AC9C27-6209-499B-9CF5-65FB8626284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514576" y="5754257"/>
            <a:ext cx="2449924" cy="226440"/>
          </a:xfrm>
          <a:custGeom xmlns:a="http://schemas.openxmlformats.org/drawingml/2006/main">
            <a:pathLst>
              <a:path w="2449924" h="226440">
                <a:moveTo>
                  <a:pt x="0" y="113529"/>
                </a:moveTo>
                <a:cubicBezTo>
                  <a:pt x="0" y="144293"/>
                  <a:pt x="20240" y="168641"/>
                  <a:pt x="54319" y="168641"/>
                </a:cubicBezTo>
                <a:cubicBezTo>
                  <a:pt x="88136" y="168641"/>
                  <a:pt x="108634" y="144809"/>
                  <a:pt x="108634" y="111222"/>
                </a:cubicBezTo>
                <a:cubicBezTo>
                  <a:pt x="108634" y="76357"/>
                  <a:pt x="89931" y="53545"/>
                  <a:pt x="55343" y="53545"/>
                </a:cubicBezTo>
                <a:cubicBezTo>
                  <a:pt x="21776" y="53545"/>
                  <a:pt x="0" y="77127"/>
                  <a:pt x="0" y="113529"/>
                </a:cubicBezTo>
                <a:moveTo>
                  <a:pt x="53549" y="63796"/>
                </a:moveTo>
                <a:cubicBezTo>
                  <a:pt x="80708" y="63796"/>
                  <a:pt x="86088" y="84817"/>
                  <a:pt x="86088" y="115839"/>
                </a:cubicBezTo>
                <a:cubicBezTo>
                  <a:pt x="86088" y="140192"/>
                  <a:pt x="73788" y="158395"/>
                  <a:pt x="56622" y="158395"/>
                </a:cubicBezTo>
                <a:cubicBezTo>
                  <a:pt x="29466" y="158395"/>
                  <a:pt x="22546" y="128913"/>
                  <a:pt x="22546" y="109174"/>
                </a:cubicBezTo>
                <a:cubicBezTo>
                  <a:pt x="22546" y="86870"/>
                  <a:pt x="29466" y="63796"/>
                  <a:pt x="53549" y="63796"/>
                </a:cubicBezTo>
                <a:close/>
                <a:moveTo>
                  <a:pt x="236230" y="119956"/>
                </a:moveTo>
                <a:cubicBezTo>
                  <a:pt x="236230" y="111750"/>
                  <a:pt x="236742" y="102262"/>
                  <a:pt x="236742" y="94055"/>
                </a:cubicBezTo>
                <a:cubicBezTo>
                  <a:pt x="236742" y="67381"/>
                  <a:pt x="228031" y="53545"/>
                  <a:pt x="204973" y="53545"/>
                </a:cubicBezTo>
                <a:cubicBezTo>
                  <a:pt x="195234" y="53545"/>
                  <a:pt x="177043" y="57392"/>
                  <a:pt x="160647" y="76615"/>
                </a:cubicBezTo>
                <a:lnTo>
                  <a:pt x="160135" y="75845"/>
                </a:lnTo>
                <a:lnTo>
                  <a:pt x="160135" y="57134"/>
                </a:lnTo>
                <a:cubicBezTo>
                  <a:pt x="160084" y="55136"/>
                  <a:pt x="159826" y="54573"/>
                  <a:pt x="158598" y="54573"/>
                </a:cubicBezTo>
                <a:cubicBezTo>
                  <a:pt x="152859" y="55699"/>
                  <a:pt x="143683" y="55902"/>
                  <a:pt x="137842" y="55339"/>
                </a:cubicBezTo>
                <a:lnTo>
                  <a:pt x="137330" y="56110"/>
                </a:lnTo>
                <a:cubicBezTo>
                  <a:pt x="139125" y="67177"/>
                  <a:pt x="139637" y="86616"/>
                  <a:pt x="139637" y="105850"/>
                </a:cubicBezTo>
                <a:lnTo>
                  <a:pt x="139637" y="119956"/>
                </a:lnTo>
                <a:cubicBezTo>
                  <a:pt x="139637" y="139195"/>
                  <a:pt x="139379" y="152272"/>
                  <a:pt x="137330" y="166124"/>
                </a:cubicBezTo>
                <a:lnTo>
                  <a:pt x="137842" y="166890"/>
                </a:lnTo>
                <a:cubicBezTo>
                  <a:pt x="140919" y="166378"/>
                  <a:pt x="146811" y="166124"/>
                  <a:pt x="149884" y="166124"/>
                </a:cubicBezTo>
                <a:cubicBezTo>
                  <a:pt x="152961" y="166124"/>
                  <a:pt x="158852" y="166378"/>
                  <a:pt x="161929" y="166890"/>
                </a:cubicBezTo>
                <a:lnTo>
                  <a:pt x="162441" y="166124"/>
                </a:lnTo>
                <a:cubicBezTo>
                  <a:pt x="160389" y="151502"/>
                  <a:pt x="160135" y="139449"/>
                  <a:pt x="160135" y="119956"/>
                </a:cubicBezTo>
                <a:lnTo>
                  <a:pt x="160135" y="89950"/>
                </a:lnTo>
                <a:cubicBezTo>
                  <a:pt x="173200" y="74563"/>
                  <a:pt x="188060" y="68921"/>
                  <a:pt x="197287" y="68921"/>
                </a:cubicBezTo>
                <a:cubicBezTo>
                  <a:pt x="210352" y="68921"/>
                  <a:pt x="215732" y="74050"/>
                  <a:pt x="215732" y="94822"/>
                </a:cubicBezTo>
                <a:lnTo>
                  <a:pt x="215732" y="119956"/>
                </a:lnTo>
                <a:cubicBezTo>
                  <a:pt x="215732" y="139195"/>
                  <a:pt x="215271" y="152323"/>
                  <a:pt x="213425" y="166124"/>
                </a:cubicBezTo>
                <a:lnTo>
                  <a:pt x="213938" y="166890"/>
                </a:lnTo>
                <a:cubicBezTo>
                  <a:pt x="217014" y="166378"/>
                  <a:pt x="222906" y="166124"/>
                  <a:pt x="225983" y="166124"/>
                </a:cubicBezTo>
                <a:cubicBezTo>
                  <a:pt x="229056" y="166124"/>
                  <a:pt x="234947" y="166378"/>
                  <a:pt x="238024" y="166890"/>
                </a:cubicBezTo>
                <a:lnTo>
                  <a:pt x="238536" y="166124"/>
                </a:lnTo>
                <a:cubicBezTo>
                  <a:pt x="236539" y="151502"/>
                  <a:pt x="236230" y="139449"/>
                  <a:pt x="236230" y="119956"/>
                </a:cubicBezTo>
                <a:close/>
                <a:moveTo>
                  <a:pt x="320527" y="63796"/>
                </a:moveTo>
                <a:cubicBezTo>
                  <a:pt x="330414" y="63796"/>
                  <a:pt x="339382" y="71075"/>
                  <a:pt x="346146" y="82765"/>
                </a:cubicBezTo>
                <a:lnTo>
                  <a:pt x="349477" y="82511"/>
                </a:lnTo>
                <a:lnTo>
                  <a:pt x="355368" y="61489"/>
                </a:lnTo>
                <a:lnTo>
                  <a:pt x="354856" y="60723"/>
                </a:lnTo>
                <a:cubicBezTo>
                  <a:pt x="346916" y="56622"/>
                  <a:pt x="333592" y="53545"/>
                  <a:pt x="320781" y="53545"/>
                </a:cubicBezTo>
                <a:cubicBezTo>
                  <a:pt x="294133" y="53545"/>
                  <a:pt x="266208" y="75333"/>
                  <a:pt x="266208" y="110198"/>
                </a:cubicBezTo>
                <a:cubicBezTo>
                  <a:pt x="266208" y="145833"/>
                  <a:pt x="286447" y="168641"/>
                  <a:pt x="317708" y="168641"/>
                </a:cubicBezTo>
                <a:cubicBezTo>
                  <a:pt x="333080" y="168641"/>
                  <a:pt x="345121" y="163520"/>
                  <a:pt x="355368" y="150450"/>
                </a:cubicBezTo>
                <a:lnTo>
                  <a:pt x="350501" y="145063"/>
                </a:lnTo>
                <a:lnTo>
                  <a:pt x="349477" y="145063"/>
                </a:lnTo>
                <a:cubicBezTo>
                  <a:pt x="339742" y="153781"/>
                  <a:pt x="331594" y="155834"/>
                  <a:pt x="322063" y="155834"/>
                </a:cubicBezTo>
                <a:cubicBezTo>
                  <a:pt x="303360" y="155834"/>
                  <a:pt x="288754" y="138913"/>
                  <a:pt x="288754" y="108916"/>
                </a:cubicBezTo>
                <a:cubicBezTo>
                  <a:pt x="288754" y="80716"/>
                  <a:pt x="303614" y="63796"/>
                  <a:pt x="320527" y="63796"/>
                </a:cubicBezTo>
                <a:close/>
                <a:moveTo>
                  <a:pt x="398416" y="96092"/>
                </a:moveTo>
                <a:cubicBezTo>
                  <a:pt x="402771" y="69433"/>
                  <a:pt x="419578" y="63796"/>
                  <a:pt x="427624" y="63796"/>
                </a:cubicBezTo>
                <a:cubicBezTo>
                  <a:pt x="437769" y="63796"/>
                  <a:pt x="449146" y="73280"/>
                  <a:pt x="449146" y="92503"/>
                </a:cubicBezTo>
                <a:cubicBezTo>
                  <a:pt x="449146" y="94810"/>
                  <a:pt x="448122" y="96092"/>
                  <a:pt x="445557" y="96092"/>
                </a:cubicBezTo>
                <a:lnTo>
                  <a:pt x="398416" y="96092"/>
                </a:lnTo>
                <a:moveTo>
                  <a:pt x="466825" y="139422"/>
                </a:moveTo>
                <a:cubicBezTo>
                  <a:pt x="457856" y="149168"/>
                  <a:pt x="445815" y="153527"/>
                  <a:pt x="431721" y="153527"/>
                </a:cubicBezTo>
                <a:cubicBezTo>
                  <a:pt x="422960" y="153527"/>
                  <a:pt x="410868" y="150192"/>
                  <a:pt x="403796" y="138909"/>
                </a:cubicBezTo>
                <a:cubicBezTo>
                  <a:pt x="399284" y="131728"/>
                  <a:pt x="397646" y="121266"/>
                  <a:pt x="397646" y="106339"/>
                </a:cubicBezTo>
                <a:lnTo>
                  <a:pt x="467337" y="106339"/>
                </a:lnTo>
                <a:cubicBezTo>
                  <a:pt x="470156" y="106339"/>
                  <a:pt x="471946" y="104803"/>
                  <a:pt x="471946" y="101984"/>
                </a:cubicBezTo>
                <a:cubicBezTo>
                  <a:pt x="471946" y="80458"/>
                  <a:pt x="461442" y="53545"/>
                  <a:pt x="427624" y="53545"/>
                </a:cubicBezTo>
                <a:cubicBezTo>
                  <a:pt x="401231" y="53545"/>
                  <a:pt x="375100" y="74817"/>
                  <a:pt x="375100" y="112497"/>
                </a:cubicBezTo>
                <a:cubicBezTo>
                  <a:pt x="375100" y="127060"/>
                  <a:pt x="378071" y="141423"/>
                  <a:pt x="386629" y="151733"/>
                </a:cubicBezTo>
                <a:cubicBezTo>
                  <a:pt x="395441" y="162339"/>
                  <a:pt x="410098" y="168641"/>
                  <a:pt x="427366" y="168641"/>
                </a:cubicBezTo>
                <a:cubicBezTo>
                  <a:pt x="445815" y="168641"/>
                  <a:pt x="462212" y="159165"/>
                  <a:pt x="471946" y="145833"/>
                </a:cubicBezTo>
                <a:lnTo>
                  <a:pt x="466825" y="139422"/>
                </a:lnTo>
                <a:close/>
                <a:moveTo>
                  <a:pt x="567002" y="13070"/>
                </a:moveTo>
                <a:cubicBezTo>
                  <a:pt x="567002" y="19986"/>
                  <a:pt x="573152" y="26135"/>
                  <a:pt x="580072" y="26135"/>
                </a:cubicBezTo>
                <a:cubicBezTo>
                  <a:pt x="586987" y="26135"/>
                  <a:pt x="593137" y="19986"/>
                  <a:pt x="593137" y="13070"/>
                </a:cubicBezTo>
                <a:cubicBezTo>
                  <a:pt x="593137" y="6150"/>
                  <a:pt x="586987" y="0"/>
                  <a:pt x="580072" y="0"/>
                </a:cubicBezTo>
                <a:cubicBezTo>
                  <a:pt x="573152" y="0"/>
                  <a:pt x="567002" y="6150"/>
                  <a:pt x="567002" y="13070"/>
                </a:cubicBezTo>
                <a:moveTo>
                  <a:pt x="569567" y="105976"/>
                </a:moveTo>
                <a:lnTo>
                  <a:pt x="569567" y="120054"/>
                </a:lnTo>
                <a:cubicBezTo>
                  <a:pt x="569567" y="139250"/>
                  <a:pt x="569105" y="152304"/>
                  <a:pt x="567260" y="166124"/>
                </a:cubicBezTo>
                <a:lnTo>
                  <a:pt x="567772" y="166890"/>
                </a:lnTo>
                <a:cubicBezTo>
                  <a:pt x="570845" y="166382"/>
                  <a:pt x="576741" y="166124"/>
                  <a:pt x="579814" y="166124"/>
                </a:cubicBezTo>
                <a:cubicBezTo>
                  <a:pt x="582890" y="166124"/>
                  <a:pt x="588782" y="166382"/>
                  <a:pt x="591855" y="166890"/>
                </a:cubicBezTo>
                <a:lnTo>
                  <a:pt x="592367" y="166124"/>
                </a:lnTo>
                <a:cubicBezTo>
                  <a:pt x="590526" y="151588"/>
                  <a:pt x="590064" y="139504"/>
                  <a:pt x="590064" y="120054"/>
                </a:cubicBezTo>
                <a:lnTo>
                  <a:pt x="590064" y="101882"/>
                </a:lnTo>
                <a:cubicBezTo>
                  <a:pt x="590064" y="82687"/>
                  <a:pt x="590729" y="73472"/>
                  <a:pt x="592367" y="57857"/>
                </a:cubicBezTo>
                <a:cubicBezTo>
                  <a:pt x="592367" y="55554"/>
                  <a:pt x="592062" y="55296"/>
                  <a:pt x="590064" y="55296"/>
                </a:cubicBezTo>
                <a:cubicBezTo>
                  <a:pt x="584220" y="55863"/>
                  <a:pt x="573202" y="56016"/>
                  <a:pt x="567772" y="55554"/>
                </a:cubicBezTo>
                <a:lnTo>
                  <a:pt x="567260" y="56321"/>
                </a:lnTo>
                <a:cubicBezTo>
                  <a:pt x="568847" y="67275"/>
                  <a:pt x="569567" y="86780"/>
                  <a:pt x="569567" y="105976"/>
                </a:cubicBezTo>
                <a:close/>
                <a:moveTo>
                  <a:pt x="730981" y="119956"/>
                </a:moveTo>
                <a:cubicBezTo>
                  <a:pt x="730981" y="111750"/>
                  <a:pt x="731493" y="102262"/>
                  <a:pt x="731493" y="94055"/>
                </a:cubicBezTo>
                <a:cubicBezTo>
                  <a:pt x="731493" y="67381"/>
                  <a:pt x="722783" y="53545"/>
                  <a:pt x="699724" y="53545"/>
                </a:cubicBezTo>
                <a:cubicBezTo>
                  <a:pt x="689986" y="53545"/>
                  <a:pt x="671795" y="57392"/>
                  <a:pt x="655398" y="76615"/>
                </a:cubicBezTo>
                <a:lnTo>
                  <a:pt x="654886" y="75845"/>
                </a:lnTo>
                <a:lnTo>
                  <a:pt x="654886" y="57134"/>
                </a:lnTo>
                <a:cubicBezTo>
                  <a:pt x="654835" y="55136"/>
                  <a:pt x="654577" y="54573"/>
                  <a:pt x="653349" y="54573"/>
                </a:cubicBezTo>
                <a:cubicBezTo>
                  <a:pt x="647610" y="55699"/>
                  <a:pt x="638435" y="55902"/>
                  <a:pt x="632594" y="55339"/>
                </a:cubicBezTo>
                <a:lnTo>
                  <a:pt x="632082" y="56110"/>
                </a:lnTo>
                <a:cubicBezTo>
                  <a:pt x="633876" y="67177"/>
                  <a:pt x="634388" y="86616"/>
                  <a:pt x="634388" y="105850"/>
                </a:cubicBezTo>
                <a:lnTo>
                  <a:pt x="634388" y="119956"/>
                </a:lnTo>
                <a:cubicBezTo>
                  <a:pt x="634388" y="139195"/>
                  <a:pt x="634130" y="152272"/>
                  <a:pt x="632082" y="166124"/>
                </a:cubicBezTo>
                <a:lnTo>
                  <a:pt x="632594" y="166890"/>
                </a:lnTo>
                <a:cubicBezTo>
                  <a:pt x="635671" y="166378"/>
                  <a:pt x="641562" y="166124"/>
                  <a:pt x="644635" y="166124"/>
                </a:cubicBezTo>
                <a:cubicBezTo>
                  <a:pt x="647712" y="166124"/>
                  <a:pt x="653604" y="166378"/>
                  <a:pt x="656680" y="166890"/>
                </a:cubicBezTo>
                <a:lnTo>
                  <a:pt x="657192" y="166124"/>
                </a:lnTo>
                <a:cubicBezTo>
                  <a:pt x="655140" y="151502"/>
                  <a:pt x="654886" y="139449"/>
                  <a:pt x="654886" y="119956"/>
                </a:cubicBezTo>
                <a:lnTo>
                  <a:pt x="654886" y="89950"/>
                </a:lnTo>
                <a:cubicBezTo>
                  <a:pt x="667951" y="74563"/>
                  <a:pt x="682812" y="68921"/>
                  <a:pt x="692038" y="68921"/>
                </a:cubicBezTo>
                <a:cubicBezTo>
                  <a:pt x="705104" y="68921"/>
                  <a:pt x="710483" y="74050"/>
                  <a:pt x="710483" y="94822"/>
                </a:cubicBezTo>
                <a:lnTo>
                  <a:pt x="710483" y="119956"/>
                </a:lnTo>
                <a:cubicBezTo>
                  <a:pt x="710483" y="139195"/>
                  <a:pt x="710022" y="152323"/>
                  <a:pt x="708177" y="166124"/>
                </a:cubicBezTo>
                <a:lnTo>
                  <a:pt x="708689" y="166890"/>
                </a:lnTo>
                <a:cubicBezTo>
                  <a:pt x="711766" y="166378"/>
                  <a:pt x="717657" y="166124"/>
                  <a:pt x="720734" y="166124"/>
                </a:cubicBezTo>
                <a:cubicBezTo>
                  <a:pt x="723807" y="166124"/>
                  <a:pt x="729699" y="166378"/>
                  <a:pt x="732775" y="166890"/>
                </a:cubicBezTo>
                <a:lnTo>
                  <a:pt x="733288" y="166124"/>
                </a:lnTo>
                <a:cubicBezTo>
                  <a:pt x="731290" y="151502"/>
                  <a:pt x="730981" y="139449"/>
                  <a:pt x="730981" y="119956"/>
                </a:cubicBezTo>
                <a:close/>
                <a:moveTo>
                  <a:pt x="898801" y="117669"/>
                </a:moveTo>
                <a:lnTo>
                  <a:pt x="898801" y="52552"/>
                </a:lnTo>
                <a:cubicBezTo>
                  <a:pt x="898801" y="24872"/>
                  <a:pt x="900338" y="14626"/>
                  <a:pt x="900854" y="11041"/>
                </a:cubicBezTo>
                <a:cubicBezTo>
                  <a:pt x="900854" y="9758"/>
                  <a:pt x="900084" y="9758"/>
                  <a:pt x="899059" y="9758"/>
                </a:cubicBezTo>
                <a:cubicBezTo>
                  <a:pt x="882405" y="15142"/>
                  <a:pt x="862931" y="25130"/>
                  <a:pt x="842946" y="31276"/>
                </a:cubicBezTo>
                <a:lnTo>
                  <a:pt x="844486" y="38708"/>
                </a:lnTo>
                <a:cubicBezTo>
                  <a:pt x="856015" y="37426"/>
                  <a:pt x="868569" y="34607"/>
                  <a:pt x="873694" y="34607"/>
                </a:cubicBezTo>
                <a:cubicBezTo>
                  <a:pt x="878304" y="34607"/>
                  <a:pt x="878304" y="44862"/>
                  <a:pt x="878304" y="54088"/>
                </a:cubicBezTo>
                <a:lnTo>
                  <a:pt x="878304" y="117669"/>
                </a:lnTo>
                <a:cubicBezTo>
                  <a:pt x="878304" y="137666"/>
                  <a:pt x="878049" y="151510"/>
                  <a:pt x="876255" y="166124"/>
                </a:cubicBezTo>
                <a:lnTo>
                  <a:pt x="876513" y="166890"/>
                </a:lnTo>
                <a:cubicBezTo>
                  <a:pt x="876513" y="166890"/>
                  <a:pt x="883687" y="166124"/>
                  <a:pt x="888296" y="166124"/>
                </a:cubicBezTo>
                <a:cubicBezTo>
                  <a:pt x="893422" y="166124"/>
                  <a:pt x="900596" y="166890"/>
                  <a:pt x="900596" y="166890"/>
                </a:cubicBezTo>
                <a:lnTo>
                  <a:pt x="901108" y="166124"/>
                </a:lnTo>
                <a:cubicBezTo>
                  <a:pt x="899313" y="150740"/>
                  <a:pt x="898801" y="137924"/>
                  <a:pt x="898801" y="117669"/>
                </a:cubicBezTo>
                <a:close/>
                <a:moveTo>
                  <a:pt x="994112" y="19751"/>
                </a:moveTo>
                <a:cubicBezTo>
                  <a:pt x="998472" y="19751"/>
                  <a:pt x="1002569" y="21291"/>
                  <a:pt x="1005388" y="23852"/>
                </a:cubicBezTo>
                <a:cubicBezTo>
                  <a:pt x="1013332" y="30518"/>
                  <a:pt x="1020248" y="50507"/>
                  <a:pt x="1020248" y="84845"/>
                </a:cubicBezTo>
                <a:cubicBezTo>
                  <a:pt x="1020248" y="108423"/>
                  <a:pt x="1019477" y="121747"/>
                  <a:pt x="1015892" y="134816"/>
                </a:cubicBezTo>
                <a:cubicBezTo>
                  <a:pt x="1010255" y="156088"/>
                  <a:pt x="997701" y="158653"/>
                  <a:pt x="993088" y="158653"/>
                </a:cubicBezTo>
                <a:cubicBezTo>
                  <a:pt x="969260" y="158653"/>
                  <a:pt x="966445" y="114831"/>
                  <a:pt x="966445" y="92535"/>
                </a:cubicBezTo>
                <a:cubicBezTo>
                  <a:pt x="966445" y="29235"/>
                  <a:pt x="982329" y="19751"/>
                  <a:pt x="994112" y="19751"/>
                </a:cubicBezTo>
                <a:moveTo>
                  <a:pt x="992834" y="168641"/>
                </a:moveTo>
                <a:cubicBezTo>
                  <a:pt x="1012562" y="168641"/>
                  <a:pt x="1042282" y="146861"/>
                  <a:pt x="1042282" y="86897"/>
                </a:cubicBezTo>
                <a:cubicBezTo>
                  <a:pt x="1042282" y="46918"/>
                  <a:pt x="1027680" y="27187"/>
                  <a:pt x="1018453" y="18727"/>
                </a:cubicBezTo>
                <a:cubicBezTo>
                  <a:pt x="1011537" y="12323"/>
                  <a:pt x="1003339" y="9758"/>
                  <a:pt x="994112" y="9758"/>
                </a:cubicBezTo>
                <a:cubicBezTo>
                  <a:pt x="968493" y="9758"/>
                  <a:pt x="944407" y="41535"/>
                  <a:pt x="944407" y="92022"/>
                </a:cubicBezTo>
                <a:cubicBezTo>
                  <a:pt x="944407" y="133538"/>
                  <a:pt x="961061" y="168641"/>
                  <a:pt x="992834" y="168641"/>
                </a:cubicBezTo>
                <a:close/>
                <a:moveTo>
                  <a:pt x="1149638" y="96092"/>
                </a:moveTo>
                <a:cubicBezTo>
                  <a:pt x="1153994" y="69433"/>
                  <a:pt x="1170801" y="63796"/>
                  <a:pt x="1178847" y="63796"/>
                </a:cubicBezTo>
                <a:cubicBezTo>
                  <a:pt x="1188992" y="63796"/>
                  <a:pt x="1200369" y="73280"/>
                  <a:pt x="1200369" y="92503"/>
                </a:cubicBezTo>
                <a:cubicBezTo>
                  <a:pt x="1200369" y="94810"/>
                  <a:pt x="1199344" y="96092"/>
                  <a:pt x="1196780" y="96092"/>
                </a:cubicBezTo>
                <a:lnTo>
                  <a:pt x="1149638" y="96092"/>
                </a:lnTo>
                <a:moveTo>
                  <a:pt x="1218047" y="139422"/>
                </a:moveTo>
                <a:cubicBezTo>
                  <a:pt x="1209079" y="149168"/>
                  <a:pt x="1197038" y="153527"/>
                  <a:pt x="1182944" y="153527"/>
                </a:cubicBezTo>
                <a:cubicBezTo>
                  <a:pt x="1174182" y="153527"/>
                  <a:pt x="1162090" y="150192"/>
                  <a:pt x="1155018" y="138909"/>
                </a:cubicBezTo>
                <a:cubicBezTo>
                  <a:pt x="1150506" y="131728"/>
                  <a:pt x="1148868" y="121266"/>
                  <a:pt x="1148868" y="106339"/>
                </a:cubicBezTo>
                <a:lnTo>
                  <a:pt x="1218560" y="106339"/>
                </a:lnTo>
                <a:cubicBezTo>
                  <a:pt x="1221378" y="106339"/>
                  <a:pt x="1223169" y="104803"/>
                  <a:pt x="1223169" y="101984"/>
                </a:cubicBezTo>
                <a:cubicBezTo>
                  <a:pt x="1223169" y="80458"/>
                  <a:pt x="1212664" y="53545"/>
                  <a:pt x="1178847" y="53545"/>
                </a:cubicBezTo>
                <a:cubicBezTo>
                  <a:pt x="1152453" y="53545"/>
                  <a:pt x="1126322" y="74817"/>
                  <a:pt x="1126322" y="112497"/>
                </a:cubicBezTo>
                <a:cubicBezTo>
                  <a:pt x="1126322" y="127060"/>
                  <a:pt x="1129293" y="141423"/>
                  <a:pt x="1137851" y="151733"/>
                </a:cubicBezTo>
                <a:cubicBezTo>
                  <a:pt x="1146663" y="162339"/>
                  <a:pt x="1161320" y="168641"/>
                  <a:pt x="1178589" y="168641"/>
                </a:cubicBezTo>
                <a:cubicBezTo>
                  <a:pt x="1197038" y="168641"/>
                  <a:pt x="1213434" y="159165"/>
                  <a:pt x="1223169" y="145833"/>
                </a:cubicBezTo>
                <a:lnTo>
                  <a:pt x="1218047" y="139422"/>
                </a:lnTo>
                <a:close/>
                <a:moveTo>
                  <a:pt x="1279176" y="113193"/>
                </a:moveTo>
                <a:lnTo>
                  <a:pt x="1239057" y="166890"/>
                </a:lnTo>
                <a:cubicBezTo>
                  <a:pt x="1241567" y="166433"/>
                  <a:pt x="1245715" y="166124"/>
                  <a:pt x="1248279" y="166124"/>
                </a:cubicBezTo>
                <a:cubicBezTo>
                  <a:pt x="1250840" y="166124"/>
                  <a:pt x="1256939" y="166433"/>
                  <a:pt x="1259550" y="166890"/>
                </a:cubicBezTo>
                <a:cubicBezTo>
                  <a:pt x="1269340" y="152253"/>
                  <a:pt x="1276975" y="138225"/>
                  <a:pt x="1287222" y="123889"/>
                </a:cubicBezTo>
                <a:cubicBezTo>
                  <a:pt x="1297473" y="138225"/>
                  <a:pt x="1305057" y="152253"/>
                  <a:pt x="1314382" y="166890"/>
                </a:cubicBezTo>
                <a:cubicBezTo>
                  <a:pt x="1318123" y="166327"/>
                  <a:pt x="1323350" y="166124"/>
                  <a:pt x="1327447" y="166124"/>
                </a:cubicBezTo>
                <a:cubicBezTo>
                  <a:pt x="1331294" y="166124"/>
                  <a:pt x="1338109" y="166433"/>
                  <a:pt x="1342053" y="166890"/>
                </a:cubicBezTo>
                <a:cubicBezTo>
                  <a:pt x="1326579" y="146928"/>
                  <a:pt x="1314073" y="127165"/>
                  <a:pt x="1300241" y="107203"/>
                </a:cubicBezTo>
                <a:lnTo>
                  <a:pt x="1342311" y="55547"/>
                </a:lnTo>
                <a:cubicBezTo>
                  <a:pt x="1339031" y="56110"/>
                  <a:pt x="1333343" y="56317"/>
                  <a:pt x="1330778" y="56317"/>
                </a:cubicBezTo>
                <a:cubicBezTo>
                  <a:pt x="1327963" y="56317"/>
                  <a:pt x="1323964" y="56110"/>
                  <a:pt x="1321301" y="55547"/>
                </a:cubicBezTo>
                <a:cubicBezTo>
                  <a:pt x="1311461" y="69832"/>
                  <a:pt x="1303415" y="83398"/>
                  <a:pt x="1292606" y="97371"/>
                </a:cubicBezTo>
                <a:cubicBezTo>
                  <a:pt x="1282355" y="83398"/>
                  <a:pt x="1275333" y="69832"/>
                  <a:pt x="1266724" y="55547"/>
                </a:cubicBezTo>
                <a:cubicBezTo>
                  <a:pt x="1262268" y="56110"/>
                  <a:pt x="1257248" y="56317"/>
                  <a:pt x="1252889" y="56317"/>
                </a:cubicBezTo>
                <a:cubicBezTo>
                  <a:pt x="1248791" y="56317"/>
                  <a:pt x="1242130" y="56110"/>
                  <a:pt x="1238029" y="55547"/>
                </a:cubicBezTo>
                <a:lnTo>
                  <a:pt x="1279176" y="113193"/>
                </a:lnTo>
                <a:close/>
                <a:moveTo>
                  <a:pt x="1389964" y="90713"/>
                </a:moveTo>
                <a:cubicBezTo>
                  <a:pt x="1395602" y="77127"/>
                  <a:pt x="1410720" y="65332"/>
                  <a:pt x="1420713" y="65332"/>
                </a:cubicBezTo>
                <a:cubicBezTo>
                  <a:pt x="1438134" y="65332"/>
                  <a:pt x="1447102" y="81228"/>
                  <a:pt x="1447102" y="110198"/>
                </a:cubicBezTo>
                <a:cubicBezTo>
                  <a:pt x="1447102" y="131219"/>
                  <a:pt x="1441210" y="158395"/>
                  <a:pt x="1413793" y="158395"/>
                </a:cubicBezTo>
                <a:cubicBezTo>
                  <a:pt x="1409696" y="158395"/>
                  <a:pt x="1398933" y="157370"/>
                  <a:pt x="1389964" y="146858"/>
                </a:cubicBezTo>
                <a:lnTo>
                  <a:pt x="1389964" y="90713"/>
                </a:lnTo>
                <a:moveTo>
                  <a:pt x="1389964" y="75845"/>
                </a:moveTo>
                <a:lnTo>
                  <a:pt x="1389964" y="57134"/>
                </a:lnTo>
                <a:cubicBezTo>
                  <a:pt x="1389964" y="55136"/>
                  <a:pt x="1389659" y="54573"/>
                  <a:pt x="1388428" y="54573"/>
                </a:cubicBezTo>
                <a:cubicBezTo>
                  <a:pt x="1382689" y="55699"/>
                  <a:pt x="1373517" y="55902"/>
                  <a:pt x="1367676" y="55339"/>
                </a:cubicBezTo>
                <a:lnTo>
                  <a:pt x="1367164" y="56110"/>
                </a:lnTo>
                <a:cubicBezTo>
                  <a:pt x="1368954" y="67177"/>
                  <a:pt x="1369467" y="86612"/>
                  <a:pt x="1369467" y="105839"/>
                </a:cubicBezTo>
                <a:lnTo>
                  <a:pt x="1369467" y="174295"/>
                </a:lnTo>
                <a:cubicBezTo>
                  <a:pt x="1369467" y="193408"/>
                  <a:pt x="1369005" y="211850"/>
                  <a:pt x="1367164" y="225670"/>
                </a:cubicBezTo>
                <a:lnTo>
                  <a:pt x="1367676" y="226440"/>
                </a:lnTo>
                <a:cubicBezTo>
                  <a:pt x="1370749" y="225928"/>
                  <a:pt x="1376641" y="225670"/>
                  <a:pt x="1379717" y="225670"/>
                </a:cubicBezTo>
                <a:cubicBezTo>
                  <a:pt x="1382790" y="225670"/>
                  <a:pt x="1388686" y="225928"/>
                  <a:pt x="1391759" y="226440"/>
                </a:cubicBezTo>
                <a:lnTo>
                  <a:pt x="1392271" y="225670"/>
                </a:lnTo>
                <a:cubicBezTo>
                  <a:pt x="1390426" y="211029"/>
                  <a:pt x="1389964" y="193612"/>
                  <a:pt x="1389964" y="174295"/>
                </a:cubicBezTo>
                <a:lnTo>
                  <a:pt x="1389964" y="163008"/>
                </a:lnTo>
                <a:cubicBezTo>
                  <a:pt x="1396626" y="166593"/>
                  <a:pt x="1406107" y="168641"/>
                  <a:pt x="1415329" y="168641"/>
                </a:cubicBezTo>
                <a:cubicBezTo>
                  <a:pt x="1449151" y="168641"/>
                  <a:pt x="1469648" y="143014"/>
                  <a:pt x="1469648" y="106863"/>
                </a:cubicBezTo>
                <a:cubicBezTo>
                  <a:pt x="1469648" y="79688"/>
                  <a:pt x="1453764" y="53545"/>
                  <a:pt x="1425068" y="53545"/>
                </a:cubicBezTo>
                <a:cubicBezTo>
                  <a:pt x="1415075" y="53545"/>
                  <a:pt x="1402264" y="58670"/>
                  <a:pt x="1390476" y="76615"/>
                </a:cubicBezTo>
                <a:lnTo>
                  <a:pt x="1389964" y="75845"/>
                </a:lnTo>
                <a:close/>
                <a:moveTo>
                  <a:pt x="1516281" y="96092"/>
                </a:moveTo>
                <a:cubicBezTo>
                  <a:pt x="1520637" y="69433"/>
                  <a:pt x="1537444" y="63796"/>
                  <a:pt x="1545490" y="63796"/>
                </a:cubicBezTo>
                <a:cubicBezTo>
                  <a:pt x="1555635" y="63796"/>
                  <a:pt x="1567011" y="73280"/>
                  <a:pt x="1567011" y="92503"/>
                </a:cubicBezTo>
                <a:cubicBezTo>
                  <a:pt x="1567011" y="94810"/>
                  <a:pt x="1565987" y="96092"/>
                  <a:pt x="1563423" y="96092"/>
                </a:cubicBezTo>
                <a:lnTo>
                  <a:pt x="1516281" y="96092"/>
                </a:lnTo>
                <a:moveTo>
                  <a:pt x="1584690" y="139422"/>
                </a:moveTo>
                <a:cubicBezTo>
                  <a:pt x="1575722" y="149168"/>
                  <a:pt x="1563681" y="153527"/>
                  <a:pt x="1549587" y="153527"/>
                </a:cubicBezTo>
                <a:cubicBezTo>
                  <a:pt x="1540825" y="153527"/>
                  <a:pt x="1528733" y="150192"/>
                  <a:pt x="1521661" y="138909"/>
                </a:cubicBezTo>
                <a:cubicBezTo>
                  <a:pt x="1517149" y="131728"/>
                  <a:pt x="1515511" y="121266"/>
                  <a:pt x="1515511" y="106339"/>
                </a:cubicBezTo>
                <a:lnTo>
                  <a:pt x="1585203" y="106339"/>
                </a:lnTo>
                <a:cubicBezTo>
                  <a:pt x="1588021" y="106339"/>
                  <a:pt x="1589812" y="104803"/>
                  <a:pt x="1589812" y="101984"/>
                </a:cubicBezTo>
                <a:cubicBezTo>
                  <a:pt x="1589812" y="80458"/>
                  <a:pt x="1579307" y="53545"/>
                  <a:pt x="1545490" y="53545"/>
                </a:cubicBezTo>
                <a:cubicBezTo>
                  <a:pt x="1519096" y="53545"/>
                  <a:pt x="1492965" y="74817"/>
                  <a:pt x="1492965" y="112497"/>
                </a:cubicBezTo>
                <a:cubicBezTo>
                  <a:pt x="1492965" y="127060"/>
                  <a:pt x="1495936" y="141423"/>
                  <a:pt x="1504494" y="151733"/>
                </a:cubicBezTo>
                <a:cubicBezTo>
                  <a:pt x="1513306" y="162339"/>
                  <a:pt x="1527963" y="168641"/>
                  <a:pt x="1545231" y="168641"/>
                </a:cubicBezTo>
                <a:cubicBezTo>
                  <a:pt x="1563681" y="168641"/>
                  <a:pt x="1580077" y="159165"/>
                  <a:pt x="1589812" y="145833"/>
                </a:cubicBezTo>
                <a:lnTo>
                  <a:pt x="1584690" y="139422"/>
                </a:lnTo>
                <a:close/>
                <a:moveTo>
                  <a:pt x="1643106" y="80458"/>
                </a:moveTo>
                <a:lnTo>
                  <a:pt x="1643106" y="57134"/>
                </a:lnTo>
                <a:cubicBezTo>
                  <a:pt x="1643106" y="55136"/>
                  <a:pt x="1642797" y="54573"/>
                  <a:pt x="1641569" y="54573"/>
                </a:cubicBezTo>
                <a:cubicBezTo>
                  <a:pt x="1635830" y="55699"/>
                  <a:pt x="1626658" y="55902"/>
                  <a:pt x="1620813" y="55339"/>
                </a:cubicBezTo>
                <a:lnTo>
                  <a:pt x="1620301" y="56110"/>
                </a:lnTo>
                <a:cubicBezTo>
                  <a:pt x="1622096" y="67177"/>
                  <a:pt x="1622608" y="86616"/>
                  <a:pt x="1622608" y="105850"/>
                </a:cubicBezTo>
                <a:lnTo>
                  <a:pt x="1622608" y="119956"/>
                </a:lnTo>
                <a:cubicBezTo>
                  <a:pt x="1622608" y="139191"/>
                  <a:pt x="1622303" y="152323"/>
                  <a:pt x="1620301" y="166124"/>
                </a:cubicBezTo>
                <a:lnTo>
                  <a:pt x="1620813" y="166890"/>
                </a:lnTo>
                <a:cubicBezTo>
                  <a:pt x="1623890" y="166378"/>
                  <a:pt x="1629782" y="166124"/>
                  <a:pt x="1632859" y="166124"/>
                </a:cubicBezTo>
                <a:cubicBezTo>
                  <a:pt x="1635932" y="166124"/>
                  <a:pt x="1641823" y="166378"/>
                  <a:pt x="1644900" y="166890"/>
                </a:cubicBezTo>
                <a:lnTo>
                  <a:pt x="1645412" y="166124"/>
                </a:lnTo>
                <a:cubicBezTo>
                  <a:pt x="1643516" y="151502"/>
                  <a:pt x="1643106" y="139449"/>
                  <a:pt x="1643106" y="119956"/>
                </a:cubicBezTo>
                <a:lnTo>
                  <a:pt x="1643106" y="106621"/>
                </a:lnTo>
                <a:cubicBezTo>
                  <a:pt x="1643106" y="95846"/>
                  <a:pt x="1646335" y="89692"/>
                  <a:pt x="1651816" y="81228"/>
                </a:cubicBezTo>
                <a:cubicBezTo>
                  <a:pt x="1655557" y="75536"/>
                  <a:pt x="1661297" y="72252"/>
                  <a:pt x="1666164" y="72252"/>
                </a:cubicBezTo>
                <a:cubicBezTo>
                  <a:pt x="1671289" y="72252"/>
                  <a:pt x="1676157" y="72764"/>
                  <a:pt x="1679488" y="75841"/>
                </a:cubicBezTo>
                <a:lnTo>
                  <a:pt x="1681536" y="75329"/>
                </a:lnTo>
                <a:lnTo>
                  <a:pt x="1686662" y="56364"/>
                </a:lnTo>
                <a:lnTo>
                  <a:pt x="1685637" y="55339"/>
                </a:lnTo>
                <a:cubicBezTo>
                  <a:pt x="1681282" y="54061"/>
                  <a:pt x="1681024" y="53545"/>
                  <a:pt x="1676415" y="53545"/>
                </a:cubicBezTo>
                <a:cubicBezTo>
                  <a:pt x="1662579" y="53545"/>
                  <a:pt x="1655147" y="61489"/>
                  <a:pt x="1643876" y="80970"/>
                </a:cubicBezTo>
                <a:lnTo>
                  <a:pt x="1643106" y="80458"/>
                </a:lnTo>
                <a:close/>
                <a:moveTo>
                  <a:pt x="1711769" y="13070"/>
                </a:moveTo>
                <a:cubicBezTo>
                  <a:pt x="1711769" y="19986"/>
                  <a:pt x="1717919" y="26135"/>
                  <a:pt x="1724839" y="26135"/>
                </a:cubicBezTo>
                <a:cubicBezTo>
                  <a:pt x="1731755" y="26135"/>
                  <a:pt x="1737904" y="19986"/>
                  <a:pt x="1737904" y="13070"/>
                </a:cubicBezTo>
                <a:cubicBezTo>
                  <a:pt x="1737904" y="6150"/>
                  <a:pt x="1731755" y="0"/>
                  <a:pt x="1724839" y="0"/>
                </a:cubicBezTo>
                <a:cubicBezTo>
                  <a:pt x="1717919" y="0"/>
                  <a:pt x="1711769" y="6150"/>
                  <a:pt x="1711769" y="13070"/>
                </a:cubicBezTo>
                <a:moveTo>
                  <a:pt x="1714334" y="105976"/>
                </a:moveTo>
                <a:lnTo>
                  <a:pt x="1714334" y="120054"/>
                </a:lnTo>
                <a:cubicBezTo>
                  <a:pt x="1714334" y="139250"/>
                  <a:pt x="1713872" y="152304"/>
                  <a:pt x="1712027" y="166124"/>
                </a:cubicBezTo>
                <a:lnTo>
                  <a:pt x="1712539" y="166890"/>
                </a:lnTo>
                <a:cubicBezTo>
                  <a:pt x="1715612" y="166382"/>
                  <a:pt x="1721508" y="166124"/>
                  <a:pt x="1724581" y="166124"/>
                </a:cubicBezTo>
                <a:cubicBezTo>
                  <a:pt x="1727657" y="166124"/>
                  <a:pt x="1733549" y="166382"/>
                  <a:pt x="1736622" y="166890"/>
                </a:cubicBezTo>
                <a:lnTo>
                  <a:pt x="1737134" y="166124"/>
                </a:lnTo>
                <a:cubicBezTo>
                  <a:pt x="1735293" y="151588"/>
                  <a:pt x="1734831" y="139504"/>
                  <a:pt x="1734831" y="120054"/>
                </a:cubicBezTo>
                <a:lnTo>
                  <a:pt x="1734831" y="101882"/>
                </a:lnTo>
                <a:cubicBezTo>
                  <a:pt x="1734831" y="82687"/>
                  <a:pt x="1735496" y="73472"/>
                  <a:pt x="1737134" y="57857"/>
                </a:cubicBezTo>
                <a:cubicBezTo>
                  <a:pt x="1737134" y="55554"/>
                  <a:pt x="1736829" y="55296"/>
                  <a:pt x="1734831" y="55296"/>
                </a:cubicBezTo>
                <a:cubicBezTo>
                  <a:pt x="1728987" y="55863"/>
                  <a:pt x="1717970" y="56016"/>
                  <a:pt x="1712539" y="55554"/>
                </a:cubicBezTo>
                <a:lnTo>
                  <a:pt x="1712027" y="56321"/>
                </a:lnTo>
                <a:cubicBezTo>
                  <a:pt x="1713614" y="67275"/>
                  <a:pt x="1714334" y="86780"/>
                  <a:pt x="1714334" y="105976"/>
                </a:cubicBezTo>
                <a:close/>
                <a:moveTo>
                  <a:pt x="1799395" y="75845"/>
                </a:moveTo>
                <a:lnTo>
                  <a:pt x="1799395" y="57134"/>
                </a:lnTo>
                <a:cubicBezTo>
                  <a:pt x="1799395" y="55136"/>
                  <a:pt x="1799091" y="54573"/>
                  <a:pt x="1797859" y="54573"/>
                </a:cubicBezTo>
                <a:cubicBezTo>
                  <a:pt x="1792120" y="55699"/>
                  <a:pt x="1782948" y="55902"/>
                  <a:pt x="1777107" y="55339"/>
                </a:cubicBezTo>
                <a:lnTo>
                  <a:pt x="1776595" y="56110"/>
                </a:lnTo>
                <a:cubicBezTo>
                  <a:pt x="1778386" y="67177"/>
                  <a:pt x="1778898" y="86616"/>
                  <a:pt x="1778898" y="105850"/>
                </a:cubicBezTo>
                <a:lnTo>
                  <a:pt x="1778898" y="119956"/>
                </a:lnTo>
                <a:cubicBezTo>
                  <a:pt x="1778898" y="139195"/>
                  <a:pt x="1778644" y="152272"/>
                  <a:pt x="1776595" y="166124"/>
                </a:cubicBezTo>
                <a:lnTo>
                  <a:pt x="1777107" y="166890"/>
                </a:lnTo>
                <a:cubicBezTo>
                  <a:pt x="1780180" y="166378"/>
                  <a:pt x="1786072" y="166124"/>
                  <a:pt x="1789149" y="166124"/>
                </a:cubicBezTo>
                <a:cubicBezTo>
                  <a:pt x="1792221" y="166124"/>
                  <a:pt x="1798117" y="166378"/>
                  <a:pt x="1801190" y="166890"/>
                </a:cubicBezTo>
                <a:lnTo>
                  <a:pt x="1801702" y="166124"/>
                </a:lnTo>
                <a:cubicBezTo>
                  <a:pt x="1799654" y="151502"/>
                  <a:pt x="1799395" y="139449"/>
                  <a:pt x="1799395" y="119956"/>
                </a:cubicBezTo>
                <a:lnTo>
                  <a:pt x="1799395" y="88926"/>
                </a:lnTo>
                <a:cubicBezTo>
                  <a:pt x="1811441" y="76615"/>
                  <a:pt x="1825789" y="68921"/>
                  <a:pt x="1834753" y="68921"/>
                </a:cubicBezTo>
                <a:cubicBezTo>
                  <a:pt x="1844492" y="68921"/>
                  <a:pt x="1851666" y="74563"/>
                  <a:pt x="1851666" y="91745"/>
                </a:cubicBezTo>
                <a:lnTo>
                  <a:pt x="1851666" y="119956"/>
                </a:lnTo>
                <a:cubicBezTo>
                  <a:pt x="1851666" y="139195"/>
                  <a:pt x="1851408" y="152272"/>
                  <a:pt x="1849359" y="166124"/>
                </a:cubicBezTo>
                <a:lnTo>
                  <a:pt x="1849871" y="166890"/>
                </a:lnTo>
                <a:cubicBezTo>
                  <a:pt x="1852944" y="166378"/>
                  <a:pt x="1858840" y="166124"/>
                  <a:pt x="1861913" y="166124"/>
                </a:cubicBezTo>
                <a:cubicBezTo>
                  <a:pt x="1864990" y="166124"/>
                  <a:pt x="1870881" y="166378"/>
                  <a:pt x="1873954" y="166890"/>
                </a:cubicBezTo>
                <a:lnTo>
                  <a:pt x="1874466" y="166124"/>
                </a:lnTo>
                <a:cubicBezTo>
                  <a:pt x="1872418" y="151502"/>
                  <a:pt x="1872164" y="139449"/>
                  <a:pt x="1872164" y="119956"/>
                </a:cubicBezTo>
                <a:lnTo>
                  <a:pt x="1872164" y="94055"/>
                </a:lnTo>
                <a:cubicBezTo>
                  <a:pt x="1872164" y="90463"/>
                  <a:pt x="1872164" y="87386"/>
                  <a:pt x="1871906" y="84309"/>
                </a:cubicBezTo>
                <a:cubicBezTo>
                  <a:pt x="1884205" y="70716"/>
                  <a:pt x="1894452" y="68921"/>
                  <a:pt x="1904445" y="68921"/>
                </a:cubicBezTo>
                <a:cubicBezTo>
                  <a:pt x="1918280" y="68921"/>
                  <a:pt x="1924942" y="74563"/>
                  <a:pt x="1924942" y="91745"/>
                </a:cubicBezTo>
                <a:lnTo>
                  <a:pt x="1924942" y="119956"/>
                </a:lnTo>
                <a:cubicBezTo>
                  <a:pt x="1924942" y="139195"/>
                  <a:pt x="1924688" y="152272"/>
                  <a:pt x="1922636" y="166124"/>
                </a:cubicBezTo>
                <a:lnTo>
                  <a:pt x="1923148" y="166890"/>
                </a:lnTo>
                <a:cubicBezTo>
                  <a:pt x="1926224" y="166378"/>
                  <a:pt x="1932116" y="166124"/>
                  <a:pt x="1935193" y="166124"/>
                </a:cubicBezTo>
                <a:cubicBezTo>
                  <a:pt x="1938266" y="166124"/>
                  <a:pt x="1944158" y="166378"/>
                  <a:pt x="1947234" y="166890"/>
                </a:cubicBezTo>
                <a:lnTo>
                  <a:pt x="1947746" y="166124"/>
                </a:lnTo>
                <a:cubicBezTo>
                  <a:pt x="1945694" y="151502"/>
                  <a:pt x="1945440" y="139449"/>
                  <a:pt x="1945440" y="119956"/>
                </a:cubicBezTo>
                <a:lnTo>
                  <a:pt x="1945440" y="94310"/>
                </a:lnTo>
                <a:cubicBezTo>
                  <a:pt x="1945440" y="71486"/>
                  <a:pt x="1941339" y="53545"/>
                  <a:pt x="1913667" y="53545"/>
                </a:cubicBezTo>
                <a:cubicBezTo>
                  <a:pt x="1899835" y="53545"/>
                  <a:pt x="1884971" y="58416"/>
                  <a:pt x="1870369" y="73792"/>
                </a:cubicBezTo>
                <a:cubicBezTo>
                  <a:pt x="1868062" y="61489"/>
                  <a:pt x="1857558" y="53545"/>
                  <a:pt x="1843210" y="53545"/>
                </a:cubicBezTo>
                <a:cubicBezTo>
                  <a:pt x="1827325" y="53545"/>
                  <a:pt x="1812207" y="63796"/>
                  <a:pt x="1800166" y="76615"/>
                </a:cubicBezTo>
                <a:lnTo>
                  <a:pt x="1799395" y="75845"/>
                </a:lnTo>
                <a:close/>
                <a:moveTo>
                  <a:pt x="1996684" y="96092"/>
                </a:moveTo>
                <a:cubicBezTo>
                  <a:pt x="2001039" y="69433"/>
                  <a:pt x="2017846" y="63796"/>
                  <a:pt x="2025892" y="63796"/>
                </a:cubicBezTo>
                <a:cubicBezTo>
                  <a:pt x="2036037" y="63796"/>
                  <a:pt x="2047414" y="73280"/>
                  <a:pt x="2047414" y="92503"/>
                </a:cubicBezTo>
                <a:cubicBezTo>
                  <a:pt x="2047414" y="94810"/>
                  <a:pt x="2046390" y="96092"/>
                  <a:pt x="2043825" y="96092"/>
                </a:cubicBezTo>
                <a:lnTo>
                  <a:pt x="1996684" y="96092"/>
                </a:lnTo>
                <a:moveTo>
                  <a:pt x="2065093" y="139422"/>
                </a:moveTo>
                <a:cubicBezTo>
                  <a:pt x="2056124" y="149168"/>
                  <a:pt x="2044083" y="153527"/>
                  <a:pt x="2029989" y="153527"/>
                </a:cubicBezTo>
                <a:cubicBezTo>
                  <a:pt x="2021228" y="153527"/>
                  <a:pt x="2009136" y="150192"/>
                  <a:pt x="2002063" y="138909"/>
                </a:cubicBezTo>
                <a:cubicBezTo>
                  <a:pt x="1997552" y="131728"/>
                  <a:pt x="1995914" y="121266"/>
                  <a:pt x="1995914" y="106339"/>
                </a:cubicBezTo>
                <a:lnTo>
                  <a:pt x="2065605" y="106339"/>
                </a:lnTo>
                <a:cubicBezTo>
                  <a:pt x="2068424" y="106339"/>
                  <a:pt x="2070214" y="104803"/>
                  <a:pt x="2070214" y="101984"/>
                </a:cubicBezTo>
                <a:cubicBezTo>
                  <a:pt x="2070214" y="80458"/>
                  <a:pt x="2059709" y="53545"/>
                  <a:pt x="2025892" y="53545"/>
                </a:cubicBezTo>
                <a:cubicBezTo>
                  <a:pt x="1999499" y="53545"/>
                  <a:pt x="1973367" y="74817"/>
                  <a:pt x="1973367" y="112497"/>
                </a:cubicBezTo>
                <a:cubicBezTo>
                  <a:pt x="1973367" y="127060"/>
                  <a:pt x="1976339" y="141423"/>
                  <a:pt x="1984897" y="151733"/>
                </a:cubicBezTo>
                <a:cubicBezTo>
                  <a:pt x="1993709" y="162339"/>
                  <a:pt x="2008365" y="168641"/>
                  <a:pt x="2025634" y="168641"/>
                </a:cubicBezTo>
                <a:cubicBezTo>
                  <a:pt x="2044083" y="168641"/>
                  <a:pt x="2060479" y="159165"/>
                  <a:pt x="2070214" y="145833"/>
                </a:cubicBezTo>
                <a:lnTo>
                  <a:pt x="2065093" y="139422"/>
                </a:lnTo>
                <a:close/>
                <a:moveTo>
                  <a:pt x="2198579" y="119956"/>
                </a:moveTo>
                <a:cubicBezTo>
                  <a:pt x="2198579" y="111750"/>
                  <a:pt x="2199091" y="102262"/>
                  <a:pt x="2199091" y="94055"/>
                </a:cubicBezTo>
                <a:cubicBezTo>
                  <a:pt x="2199091" y="67381"/>
                  <a:pt x="2190380" y="53545"/>
                  <a:pt x="2167322" y="53545"/>
                </a:cubicBezTo>
                <a:cubicBezTo>
                  <a:pt x="2157583" y="53545"/>
                  <a:pt x="2139392" y="57392"/>
                  <a:pt x="2122996" y="76615"/>
                </a:cubicBezTo>
                <a:lnTo>
                  <a:pt x="2122484" y="75845"/>
                </a:lnTo>
                <a:lnTo>
                  <a:pt x="2122484" y="57134"/>
                </a:lnTo>
                <a:cubicBezTo>
                  <a:pt x="2122433" y="55136"/>
                  <a:pt x="2122175" y="54573"/>
                  <a:pt x="2120947" y="54573"/>
                </a:cubicBezTo>
                <a:cubicBezTo>
                  <a:pt x="2115208" y="55699"/>
                  <a:pt x="2106032" y="55902"/>
                  <a:pt x="2100191" y="55339"/>
                </a:cubicBezTo>
                <a:lnTo>
                  <a:pt x="2099679" y="56110"/>
                </a:lnTo>
                <a:cubicBezTo>
                  <a:pt x="2101474" y="67177"/>
                  <a:pt x="2101986" y="86616"/>
                  <a:pt x="2101986" y="105850"/>
                </a:cubicBezTo>
                <a:lnTo>
                  <a:pt x="2101986" y="119956"/>
                </a:lnTo>
                <a:cubicBezTo>
                  <a:pt x="2101986" y="139195"/>
                  <a:pt x="2101728" y="152272"/>
                  <a:pt x="2099679" y="166124"/>
                </a:cubicBezTo>
                <a:lnTo>
                  <a:pt x="2100191" y="166890"/>
                </a:lnTo>
                <a:cubicBezTo>
                  <a:pt x="2103268" y="166378"/>
                  <a:pt x="2109160" y="166124"/>
                  <a:pt x="2112233" y="166124"/>
                </a:cubicBezTo>
                <a:cubicBezTo>
                  <a:pt x="2115310" y="166124"/>
                  <a:pt x="2121201" y="166378"/>
                  <a:pt x="2124278" y="166890"/>
                </a:cubicBezTo>
                <a:lnTo>
                  <a:pt x="2124790" y="166124"/>
                </a:lnTo>
                <a:cubicBezTo>
                  <a:pt x="2122738" y="151502"/>
                  <a:pt x="2122484" y="139449"/>
                  <a:pt x="2122484" y="119956"/>
                </a:cubicBezTo>
                <a:lnTo>
                  <a:pt x="2122484" y="89950"/>
                </a:lnTo>
                <a:cubicBezTo>
                  <a:pt x="2135549" y="74563"/>
                  <a:pt x="2150409" y="68921"/>
                  <a:pt x="2159636" y="68921"/>
                </a:cubicBezTo>
                <a:cubicBezTo>
                  <a:pt x="2172701" y="68921"/>
                  <a:pt x="2178081" y="74050"/>
                  <a:pt x="2178081" y="94822"/>
                </a:cubicBezTo>
                <a:lnTo>
                  <a:pt x="2178081" y="119956"/>
                </a:lnTo>
                <a:cubicBezTo>
                  <a:pt x="2178081" y="139195"/>
                  <a:pt x="2177620" y="152323"/>
                  <a:pt x="2175774" y="166124"/>
                </a:cubicBezTo>
                <a:lnTo>
                  <a:pt x="2176287" y="166890"/>
                </a:lnTo>
                <a:cubicBezTo>
                  <a:pt x="2179363" y="166378"/>
                  <a:pt x="2185255" y="166124"/>
                  <a:pt x="2188332" y="166124"/>
                </a:cubicBezTo>
                <a:cubicBezTo>
                  <a:pt x="2191405" y="166124"/>
                  <a:pt x="2197296" y="166378"/>
                  <a:pt x="2200373" y="166890"/>
                </a:cubicBezTo>
                <a:lnTo>
                  <a:pt x="2200885" y="166124"/>
                </a:lnTo>
                <a:cubicBezTo>
                  <a:pt x="2198887" y="151502"/>
                  <a:pt x="2198579" y="139449"/>
                  <a:pt x="2198579" y="119956"/>
                </a:cubicBezTo>
                <a:close/>
                <a:moveTo>
                  <a:pt x="2243158" y="56297"/>
                </a:moveTo>
                <a:cubicBezTo>
                  <a:pt x="2237931" y="56297"/>
                  <a:pt x="2232501" y="56196"/>
                  <a:pt x="2229322" y="55785"/>
                </a:cubicBezTo>
                <a:cubicBezTo>
                  <a:pt x="2227582" y="59988"/>
                  <a:pt x="2226199" y="62447"/>
                  <a:pt x="2223689" y="66290"/>
                </a:cubicBezTo>
                <a:lnTo>
                  <a:pt x="2224967" y="68084"/>
                </a:lnTo>
                <a:cubicBezTo>
                  <a:pt x="2229377" y="67776"/>
                  <a:pt x="2237317" y="67623"/>
                  <a:pt x="2243158" y="67572"/>
                </a:cubicBezTo>
                <a:lnTo>
                  <a:pt x="2243158" y="102625"/>
                </a:lnTo>
                <a:cubicBezTo>
                  <a:pt x="2243158" y="117978"/>
                  <a:pt x="2242392" y="136403"/>
                  <a:pt x="2242392" y="144078"/>
                </a:cubicBezTo>
                <a:cubicBezTo>
                  <a:pt x="2242392" y="160717"/>
                  <a:pt x="2253151" y="168641"/>
                  <a:pt x="2264938" y="168641"/>
                </a:cubicBezTo>
                <a:cubicBezTo>
                  <a:pt x="2275701" y="168641"/>
                  <a:pt x="2283899" y="166085"/>
                  <a:pt x="2294658" y="159184"/>
                </a:cubicBezTo>
                <a:lnTo>
                  <a:pt x="2291535" y="152878"/>
                </a:lnTo>
                <a:cubicBezTo>
                  <a:pt x="2283641" y="155595"/>
                  <a:pt x="2277750" y="155853"/>
                  <a:pt x="2271342" y="154829"/>
                </a:cubicBezTo>
                <a:cubicBezTo>
                  <a:pt x="2265247" y="153856"/>
                  <a:pt x="2262889" y="147710"/>
                  <a:pt x="2262889" y="133843"/>
                </a:cubicBezTo>
                <a:cubicBezTo>
                  <a:pt x="2262889" y="126168"/>
                  <a:pt x="2263656" y="115163"/>
                  <a:pt x="2263656" y="99814"/>
                </a:cubicBezTo>
                <a:lnTo>
                  <a:pt x="2263656" y="67572"/>
                </a:lnTo>
                <a:lnTo>
                  <a:pt x="2273394" y="67572"/>
                </a:lnTo>
                <a:cubicBezTo>
                  <a:pt x="2279544" y="67572"/>
                  <a:pt x="2288458" y="67776"/>
                  <a:pt x="2291840" y="68084"/>
                </a:cubicBezTo>
                <a:cubicBezTo>
                  <a:pt x="2292610" y="63987"/>
                  <a:pt x="2293380" y="61372"/>
                  <a:pt x="2294916" y="57580"/>
                </a:cubicBezTo>
                <a:lnTo>
                  <a:pt x="2293634" y="55785"/>
                </a:lnTo>
                <a:cubicBezTo>
                  <a:pt x="2289021" y="55992"/>
                  <a:pt x="2281593" y="56297"/>
                  <a:pt x="2275701" y="56297"/>
                </a:cubicBezTo>
                <a:lnTo>
                  <a:pt x="2263656" y="56297"/>
                </a:lnTo>
                <a:cubicBezTo>
                  <a:pt x="2263656" y="37133"/>
                  <a:pt x="2263812" y="33751"/>
                  <a:pt x="2264938" y="18891"/>
                </a:cubicBezTo>
                <a:cubicBezTo>
                  <a:pt x="2264938" y="17046"/>
                  <a:pt x="2264223" y="16330"/>
                  <a:pt x="2262631" y="16330"/>
                </a:cubicBezTo>
                <a:cubicBezTo>
                  <a:pt x="2256228" y="18891"/>
                  <a:pt x="2253049" y="21608"/>
                  <a:pt x="2244698" y="22734"/>
                </a:cubicBezTo>
                <a:lnTo>
                  <a:pt x="2244186" y="23504"/>
                </a:lnTo>
                <a:cubicBezTo>
                  <a:pt x="2243674" y="32422"/>
                  <a:pt x="2243158" y="41437"/>
                  <a:pt x="2243158" y="56297"/>
                </a:cubicBezTo>
                <a:close/>
                <a:moveTo>
                  <a:pt x="2318743" y="140192"/>
                </a:moveTo>
                <a:lnTo>
                  <a:pt x="2314387" y="161725"/>
                </a:lnTo>
                <a:cubicBezTo>
                  <a:pt x="2328993" y="166851"/>
                  <a:pt x="2343341" y="168641"/>
                  <a:pt x="2353076" y="168641"/>
                </a:cubicBezTo>
                <a:cubicBezTo>
                  <a:pt x="2388434" y="168641"/>
                  <a:pt x="2396632" y="147628"/>
                  <a:pt x="2396632" y="133526"/>
                </a:cubicBezTo>
                <a:cubicBezTo>
                  <a:pt x="2396632" y="112505"/>
                  <a:pt x="2379978" y="104302"/>
                  <a:pt x="2361787" y="99943"/>
                </a:cubicBezTo>
                <a:cubicBezTo>
                  <a:pt x="2352103" y="97637"/>
                  <a:pt x="2337962" y="92765"/>
                  <a:pt x="2337962" y="79946"/>
                </a:cubicBezTo>
                <a:cubicBezTo>
                  <a:pt x="2337962" y="69433"/>
                  <a:pt x="2346414" y="63796"/>
                  <a:pt x="2357431" y="63796"/>
                </a:cubicBezTo>
                <a:cubicBezTo>
                  <a:pt x="2370755" y="63796"/>
                  <a:pt x="2378953" y="74305"/>
                  <a:pt x="2384849" y="81228"/>
                </a:cubicBezTo>
                <a:lnTo>
                  <a:pt x="2388434" y="80970"/>
                </a:lnTo>
                <a:lnTo>
                  <a:pt x="2393559" y="62001"/>
                </a:lnTo>
                <a:lnTo>
                  <a:pt x="2393047" y="61235"/>
                </a:lnTo>
                <a:cubicBezTo>
                  <a:pt x="2385615" y="57392"/>
                  <a:pt x="2371525" y="53545"/>
                  <a:pt x="2358456" y="53545"/>
                </a:cubicBezTo>
                <a:cubicBezTo>
                  <a:pt x="2339498" y="53545"/>
                  <a:pt x="2319767" y="63538"/>
                  <a:pt x="2319767" y="84817"/>
                </a:cubicBezTo>
                <a:cubicBezTo>
                  <a:pt x="2319767" y="105327"/>
                  <a:pt x="2335092" y="112094"/>
                  <a:pt x="2350515" y="116351"/>
                </a:cubicBezTo>
                <a:cubicBezTo>
                  <a:pt x="2365375" y="120453"/>
                  <a:pt x="2376393" y="124554"/>
                  <a:pt x="2376393" y="137115"/>
                </a:cubicBezTo>
                <a:cubicBezTo>
                  <a:pt x="2376393" y="150705"/>
                  <a:pt x="2366400" y="158395"/>
                  <a:pt x="2352822" y="158395"/>
                </a:cubicBezTo>
                <a:cubicBezTo>
                  <a:pt x="2340523" y="158395"/>
                  <a:pt x="2329760" y="149934"/>
                  <a:pt x="2322586" y="139938"/>
                </a:cubicBezTo>
                <a:lnTo>
                  <a:pt x="2318743" y="140192"/>
                </a:lnTo>
                <a:close/>
                <a:moveTo>
                  <a:pt x="2421228" y="154810"/>
                </a:moveTo>
                <a:cubicBezTo>
                  <a:pt x="2423484" y="163364"/>
                  <a:pt x="2427073" y="166851"/>
                  <a:pt x="2435064" y="168641"/>
                </a:cubicBezTo>
                <a:lnTo>
                  <a:pt x="2436092" y="168641"/>
                </a:lnTo>
                <a:cubicBezTo>
                  <a:pt x="2443317" y="166851"/>
                  <a:pt x="2447312" y="163059"/>
                  <a:pt x="2449924" y="154810"/>
                </a:cubicBezTo>
                <a:lnTo>
                  <a:pt x="2449924" y="153781"/>
                </a:lnTo>
                <a:cubicBezTo>
                  <a:pt x="2447570" y="146557"/>
                  <a:pt x="2443520" y="142612"/>
                  <a:pt x="2436092" y="139945"/>
                </a:cubicBezTo>
                <a:lnTo>
                  <a:pt x="2435064" y="139945"/>
                </a:lnTo>
                <a:cubicBezTo>
                  <a:pt x="2427327" y="143073"/>
                  <a:pt x="2423585" y="146967"/>
                  <a:pt x="2421228" y="153781"/>
                </a:cubicBezTo>
                <a:lnTo>
                  <a:pt x="2421228" y="154810"/>
                </a:lnTo>
                <a:close/>
              </a:path>
            </a:pathLst>
          </a:custGeom>
          <a:solidFill xmlns:a="http://schemas.openxmlformats.org/drawingml/2006/main">
            <a:srgbClr val="000000"/>
          </a:solidFill>
          <a:ln xmlns:a="http://schemas.openxmlformats.org/drawingml/2006/main" w="0" cap="flat">
            <a:noFill/>
            <a:miter/>
          </a:ln>
        </p:spPr>
      </p:sp>
    </p:spTree>
    <p:extLst>
      <p:ext uri="{BB962C8B-B14F-4D97-AF65-F5344CB8AC3E}">
        <p14:creationId xmlns:p14="http://schemas.microsoft.com/office/powerpoint/2010/main" val="66246177"/>
      </p:ext>
    </p:extLst>
  </p:cSld>
</p:sld>
</file>

<file path=ppt/theme/theme1.xml><?xml version="1.0" encoding="utf-8"?>
<a:theme xmlns:a="http://schemas.openxmlformats.org/drawingml/2006/main" name="ChatGPT">
  <a:themeElements>
    <a:clrScheme name="ChatGPT">
      <a:dk1>
        <a:srgbClr val="000000"/>
      </a:dk1>
      <a:lt1>
        <a:srgbClr val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Calibri Light"/>
        <a:ea typeface="Calibri Light"/>
        <a:cs typeface="Calibri Light"/>
      </a:majorFont>
      <a:minorFont>
        <a:latin typeface="Calibri"/>
        <a:ea typeface="Calibri"/>
        <a:cs typeface="Calibri"/>
      </a:minorFont>
    </a:fontScheme>
    <a:fmtScheme name="ChatGPT">
      <a:fillStyleLst>
        <a:solidFill>
          <a:schemeClr val="phClr"/>
        </a:solidFill>
        <a:gradFill>
          <a:gsLst>
            <a:gs pos="0">
              <a:schemeClr val="phClr">
                <a:tint val="67000"/>
                <a:lumMod val="110000"/>
                <a:satMod val="105000"/>
              </a:schemeClr>
            </a:gs>
            <a:gs pos="50000">
              <a:schemeClr val="phClr">
                <a:tint val="73000"/>
                <a:lumMod val="105000"/>
                <a:satMod val="103000"/>
              </a:schemeClr>
            </a:gs>
            <a:gs pos="100000">
              <a:schemeClr val="phClr">
                <a:tint val="81000"/>
                <a:lumMod val="105000"/>
                <a:satMod val="109000"/>
              </a:schemeClr>
            </a:gs>
          </a:gsLst>
          <a:lin ang="5400000" scaled="0"/>
        </a:gradFill>
        <a:gradFill>
          <a:gsLst>
            <a:gs pos="0">
              <a:schemeClr val="phClr">
                <a:tint val="94000"/>
                <a:lumMod val="102000"/>
                <a:satMod val="103000"/>
              </a:schemeClr>
            </a:gs>
            <a:gs pos="50000">
              <a:schemeClr val="phClr">
                <a:shade val="100000"/>
                <a:lumMod val="100000"/>
                <a:satMod val="110000"/>
              </a:schemeClr>
            </a:gs>
            <a:gs pos="100000">
              <a:schemeClr val="phClr">
                <a:shade val="78000"/>
                <a:lumMod val="99000"/>
                <a:satMod val="120000"/>
              </a:schemeClr>
            </a:gs>
          </a:gsLst>
          <a:lin ang="5400000" scaled="0"/>
        </a:gradFill>
      </a:fillStyleLst>
      <a:lnStyleLst>
        <a:ln w="12700">
          <a:solidFill>
            <a:schemeClr val="phClr"/>
          </a:solidFill>
          <a:prstDash val="solid"/>
        </a:ln>
        <a:ln w="19050">
          <a:solidFill>
            <a:schemeClr val="phClr"/>
          </a:solidFill>
          <a:prstDash val="solid"/>
        </a:ln>
        <a:ln w="25400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19050" dist="9525" dir="5400000">
              <a:srgbClr val="000000">
                <a:alpha val="6000"/>
              </a:srgbClr>
            </a:outerShdw>
          </a:effectLst>
        </a:effectStyle>
        <a:effectStyle>
          <a:effectLst>
            <a:outerShdw blurRad="28575" dist="9525" dir="5400000">
              <a:srgbClr val="000000">
                <a:alpha val="8000"/>
              </a:srgbClr>
            </a:outerShdw>
          </a:effectLst>
        </a:effectStyle>
        <a:effectStyle>
          <a:effectLst>
            <a:outerShdw blurRad="57150" dist="19050" dir="5400000">
              <a:srgbClr val="000000">
                <a:alpha val="10000"/>
              </a:srgbClr>
            </a:outerShdw>
          </a:effectLst>
        </a:effectStyle>
        <a:effectStyle>
          <a:effectLst>
            <a:outerShdw blurRad="114300" dist="38100" dir="5400000">
              <a:srgbClr val="000000">
                <a:alpha val="12000"/>
              </a:srgbClr>
            </a:outerShdw>
          </a:effectLst>
        </a:effectStyle>
        <a:effectStyle>
          <a:effectLst>
            <a:outerShdw blurRad="171450" dist="571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266700" dist="95250" dir="5400000">
              <a:srgbClr val="000000">
                <a:alpha val="24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>
          <a:gsLst>
            <a:gs pos="0">
              <a:schemeClr val="phClr">
                <a:tint val="93000"/>
                <a:shade val="98000"/>
                <a:lumMod val="102000"/>
                <a:satMod val="150000"/>
              </a:schemeClr>
            </a:gs>
            <a:gs pos="50000">
              <a:schemeClr val="phClr">
                <a:tint val="98000"/>
                <a:shade val="90000"/>
                <a:lumMod val="103000"/>
                <a:satMod val="130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</a:theme>
</file>

<file path=docProps/app.xml><?xml version="1.0" encoding="utf-8"?>
<ap:Properties xmlns:ap="http://schemas.openxmlformats.org/officeDocument/2006/extended-properties">
  <ap:Application>Walnut Exporter</ap:Application>
  <ap:PresentationFormat>Converted Presentation</ap:PresentationFormat>
  <ap:Slides>0</ap:Slides>
  <ap:Notes>0</ap:Notes>
  <ap:HiddenSlides>0</ap:HiddenSlides>
  <ap:SharedDoc>false</ap:SharedDoc>
  <ap:DocSecurity>0</ap:DocSecurity>
</ap:Properties>
</file>

<file path=docProps/core.xml><?xml version="1.0" encoding="utf-8"?>
<coreProperties xmlns:dc="http://purl.org/dc/elements/1.1/" xmlns:dcterms="http://purl.org/dc/terms/" xmlns:xsi="http://www.w3.org/2001/XMLSchema-instance" xmlns="http://schemas.openxmlformats.org/package/2006/metadata/core-properties">
  <dc:creator>Walnut Exporter</dc:creator>
  <lastModifiedBy>Walnut Exporter</lastModifiedBy>
  <dc:title>Presentation</dc:title>
  <dcterms:created xsi:type="dcterms:W3CDTF">2026-09-05T08:54:11.5450000Z</dcterms:created>
  <dcterms:modified xsi:type="dcterms:W3CDTF">2026-09-05T08:54:11.5450000Z</dcterms:modified>
</coreProperties>
</file>