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8fa191bdb4e2c" /><Relationship Type="http://schemas.openxmlformats.org/officeDocument/2006/relationships/extended-properties" Target="/docProps/app.xml" Id="R75955061b6634c23" /><Relationship Type="http://schemas.openxmlformats.org/officeDocument/2006/relationships/officeDocument" Target="/ppt/presentation.xml" Id="Rcff194afbe3e4c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df2c1233bd4bd0"/>
  </p:sldMasterIdLst>
  <p:notesMasterIdLst>
    <p:notesMasterId xmlns:r="http://schemas.openxmlformats.org/officeDocument/2006/relationships" r:id="R8f487bef76984fb1"/>
  </p:notesMasterIdLst>
  <p:sldIdLst>
    <p:sldId xmlns:r="http://schemas.openxmlformats.org/officeDocument/2006/relationships" id="256" r:id="Reeb084825cc94575"/>
  </p:sldIdLst>
  <p:sldSz cx="6972300" cy="6172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1919bb6e2c478b" /><Relationship Type="http://schemas.openxmlformats.org/officeDocument/2006/relationships/slideMaster" Target="/ppt/slideMasters/slideMaster1.xml" Id="R11df2c1233bd4bd0" /><Relationship Type="http://schemas.openxmlformats.org/officeDocument/2006/relationships/notesMaster" Target="/ppt/notesMasters/notesMaster1.xml" Id="R8f487bef76984fb1" /><Relationship Type="http://schemas.openxmlformats.org/officeDocument/2006/relationships/presProps" Target="/ppt/presProps.xml" Id="Raf3cdcb10b724bc0" /><Relationship Type="http://schemas.openxmlformats.org/officeDocument/2006/relationships/tableStyles" Target="/ppt/tableStyles.xml" Id="R65271dbfc2c7497f" /><Relationship Type="http://schemas.openxmlformats.org/officeDocument/2006/relationships/slide" Target="/ppt/slides/slide1.xml" Id="Reeb084825cc9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3ab51184b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ccf862b274afb" /><Relationship Type="http://schemas.openxmlformats.org/officeDocument/2006/relationships/notesMaster" Target="/ppt/notesMasters/notesMaster1.xml" Id="R134cf1008760467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素材ID：SE-071</ns1:t>
            </ns1:r>
          </ns1:p>
          <ns1:p>
            <ns1:r>
              <ns1:t>论文：Rechecking Recheck Requests in Continuous Integration: An Empirical Study of OpenStack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6，PDF第9页</ns1:t>
            </ns1:r>
          </ns1:p>
          <ns1:p>
            <ns1:r>
              <ns1:t>类型：实验图表</ns1:t>
            </ns1:r>
          </ns1:p>
          <ns1:p>
            <ns1:r>
              <ns1:t>借鉴点：多组不同范围的刻度尺将各输入变量映射到Points，经Total Points连接到非线性预测概率，直观展现回归模型贡献。</ns1:t>
            </ns1:r>
          </ns1:p>
          <ns1:p>
            <ns1:r>
              <ns1:t>论文URL：https://rebels.cs.uwaterloo.ca/papers/ase2025_brus.pdf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3402f32c9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c9380b37cf45ed" /><Relationship Type="http://schemas.openxmlformats.org/officeDocument/2006/relationships/slideLayout" Target="/ppt/slideLayouts/slideLayout1.xml" Id="R04e6f8f9eb9a4b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e6f8f9eb9a4b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2f94fd7c4483c" /><Relationship Type="http://schemas.openxmlformats.org/officeDocument/2006/relationships/notesSlide" Target="/ppt/notesSlides/notesSlide1.xml" Id="Ree4efcde080a4a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6" name="Text Points">
            <a:extLst xmlns:a="http://schemas.openxmlformats.org/drawingml/2006/main">
              <a:ext uri="{FF2B5EF4-FFF2-40B4-BE49-F238E27FC236}">
                <a16:creationId xmlns:a16="http://schemas.microsoft.com/office/drawing/2014/main" id="{ACDD4478-75E4-4279-8BB9-952D5E33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6" y="281295"/>
            <a:ext cx="494956" cy="140145"/>
          </a:xfrm>
          <a:custGeom xmlns:a="http://schemas.openxmlformats.org/drawingml/2006/main">
            <a:pathLst>
              <a:path w="494956" h="140145">
                <a:moveTo>
                  <a:pt x="0" y="0"/>
                </a:moveTo>
                <a:lnTo>
                  <a:pt x="61267" y="0"/>
                </a:lnTo>
                <a:cubicBezTo>
                  <a:pt x="73378" y="0"/>
                  <a:pt x="83142" y="3414"/>
                  <a:pt x="90557" y="10242"/>
                </a:cubicBezTo>
                <a:cubicBezTo>
                  <a:pt x="97972" y="17070"/>
                  <a:pt x="101679" y="26663"/>
                  <a:pt x="101679" y="39022"/>
                </a:cubicBezTo>
                <a:cubicBezTo>
                  <a:pt x="101679" y="49650"/>
                  <a:pt x="98373" y="58904"/>
                  <a:pt x="91762" y="66782"/>
                </a:cubicBezTo>
                <a:cubicBezTo>
                  <a:pt x="85150" y="74661"/>
                  <a:pt x="74985" y="78600"/>
                  <a:pt x="61267" y="78600"/>
                </a:cubicBezTo>
                <a:lnTo>
                  <a:pt x="18445" y="78600"/>
                </a:lnTo>
                <a:lnTo>
                  <a:pt x="18445" y="136252"/>
                </a:lnTo>
                <a:lnTo>
                  <a:pt x="0" y="136252"/>
                </a:lnTo>
                <a:lnTo>
                  <a:pt x="0" y="0"/>
                </a:lnTo>
                <a:moveTo>
                  <a:pt x="83049" y="39161"/>
                </a:moveTo>
                <a:cubicBezTo>
                  <a:pt x="83049" y="29170"/>
                  <a:pt x="79341" y="22386"/>
                  <a:pt x="71926" y="18810"/>
                </a:cubicBezTo>
                <a:cubicBezTo>
                  <a:pt x="67848" y="16898"/>
                  <a:pt x="62256" y="15942"/>
                  <a:pt x="55150" y="15942"/>
                </a:cubicBezTo>
                <a:lnTo>
                  <a:pt x="18445" y="15942"/>
                </a:lnTo>
                <a:lnTo>
                  <a:pt x="18445" y="63028"/>
                </a:lnTo>
                <a:lnTo>
                  <a:pt x="55150" y="63028"/>
                </a:lnTo>
                <a:cubicBezTo>
                  <a:pt x="63430" y="63028"/>
                  <a:pt x="70150" y="61271"/>
                  <a:pt x="75309" y="57757"/>
                </a:cubicBezTo>
                <a:cubicBezTo>
                  <a:pt x="80469" y="54240"/>
                  <a:pt x="83049" y="48042"/>
                  <a:pt x="83049" y="39161"/>
                </a:cubicBezTo>
                <a:close/>
                <a:moveTo>
                  <a:pt x="152530" y="125315"/>
                </a:moveTo>
                <a:cubicBezTo>
                  <a:pt x="163591" y="125315"/>
                  <a:pt x="171176" y="121124"/>
                  <a:pt x="175285" y="112741"/>
                </a:cubicBezTo>
                <a:cubicBezTo>
                  <a:pt x="179394" y="104359"/>
                  <a:pt x="181448" y="95032"/>
                  <a:pt x="181448" y="84761"/>
                </a:cubicBezTo>
                <a:cubicBezTo>
                  <a:pt x="181448" y="75480"/>
                  <a:pt x="179965" y="67933"/>
                  <a:pt x="176999" y="62119"/>
                </a:cubicBezTo>
                <a:cubicBezTo>
                  <a:pt x="172303" y="52962"/>
                  <a:pt x="164208" y="48383"/>
                  <a:pt x="152715" y="48383"/>
                </a:cubicBezTo>
                <a:cubicBezTo>
                  <a:pt x="142519" y="48383"/>
                  <a:pt x="135104" y="52281"/>
                  <a:pt x="130470" y="60077"/>
                </a:cubicBezTo>
                <a:cubicBezTo>
                  <a:pt x="125835" y="67872"/>
                  <a:pt x="123518" y="77276"/>
                  <a:pt x="123518" y="88289"/>
                </a:cubicBezTo>
                <a:cubicBezTo>
                  <a:pt x="123518" y="98867"/>
                  <a:pt x="125835" y="107683"/>
                  <a:pt x="130470" y="114737"/>
                </a:cubicBezTo>
                <a:cubicBezTo>
                  <a:pt x="135104" y="121789"/>
                  <a:pt x="142458" y="125315"/>
                  <a:pt x="152530" y="125315"/>
                </a:cubicBezTo>
                <a:moveTo>
                  <a:pt x="153179" y="33924"/>
                </a:moveTo>
                <a:cubicBezTo>
                  <a:pt x="165970" y="33924"/>
                  <a:pt x="176783" y="38192"/>
                  <a:pt x="185619" y="46727"/>
                </a:cubicBezTo>
                <a:cubicBezTo>
                  <a:pt x="194456" y="55262"/>
                  <a:pt x="198874" y="67816"/>
                  <a:pt x="198874" y="84390"/>
                </a:cubicBezTo>
                <a:cubicBezTo>
                  <a:pt x="198874" y="100410"/>
                  <a:pt x="194981" y="113646"/>
                  <a:pt x="187195" y="124098"/>
                </a:cubicBezTo>
                <a:cubicBezTo>
                  <a:pt x="179409" y="134549"/>
                  <a:pt x="167329" y="139774"/>
                  <a:pt x="150954" y="139774"/>
                </a:cubicBezTo>
                <a:cubicBezTo>
                  <a:pt x="137298" y="139774"/>
                  <a:pt x="126453" y="135151"/>
                  <a:pt x="118420" y="125906"/>
                </a:cubicBezTo>
                <a:cubicBezTo>
                  <a:pt x="110387" y="116660"/>
                  <a:pt x="106371" y="104245"/>
                  <a:pt x="106371" y="88659"/>
                </a:cubicBezTo>
                <a:cubicBezTo>
                  <a:pt x="106371" y="71960"/>
                  <a:pt x="110604" y="58663"/>
                  <a:pt x="119069" y="48769"/>
                </a:cubicBezTo>
                <a:cubicBezTo>
                  <a:pt x="127535" y="38872"/>
                  <a:pt x="138904" y="33924"/>
                  <a:pt x="153179" y="33924"/>
                </a:cubicBezTo>
                <a:moveTo>
                  <a:pt x="152622" y="34480"/>
                </a:moveTo>
                <a:lnTo>
                  <a:pt x="152622" y="34480"/>
                </a:lnTo>
                <a:close/>
                <a:moveTo>
                  <a:pt x="218680" y="37446"/>
                </a:moveTo>
                <a:lnTo>
                  <a:pt x="235642" y="37446"/>
                </a:lnTo>
                <a:lnTo>
                  <a:pt x="235642" y="136252"/>
                </a:lnTo>
                <a:lnTo>
                  <a:pt x="218680" y="136252"/>
                </a:lnTo>
                <a:lnTo>
                  <a:pt x="218680" y="37446"/>
                </a:lnTo>
                <a:moveTo>
                  <a:pt x="218680" y="0"/>
                </a:moveTo>
                <a:lnTo>
                  <a:pt x="235642" y="0"/>
                </a:lnTo>
                <a:lnTo>
                  <a:pt x="235642" y="18908"/>
                </a:lnTo>
                <a:lnTo>
                  <a:pt x="218680" y="18908"/>
                </a:lnTo>
                <a:lnTo>
                  <a:pt x="218680" y="0"/>
                </a:lnTo>
                <a:close/>
                <a:moveTo>
                  <a:pt x="260822" y="36890"/>
                </a:moveTo>
                <a:lnTo>
                  <a:pt x="276671" y="36890"/>
                </a:lnTo>
                <a:lnTo>
                  <a:pt x="276671" y="50979"/>
                </a:lnTo>
                <a:cubicBezTo>
                  <a:pt x="281368" y="45170"/>
                  <a:pt x="286342" y="40999"/>
                  <a:pt x="291594" y="38466"/>
                </a:cubicBezTo>
                <a:cubicBezTo>
                  <a:pt x="296847" y="35932"/>
                  <a:pt x="302686" y="34665"/>
                  <a:pt x="309112" y="34665"/>
                </a:cubicBezTo>
                <a:cubicBezTo>
                  <a:pt x="323201" y="34665"/>
                  <a:pt x="332717" y="39583"/>
                  <a:pt x="337661" y="49417"/>
                </a:cubicBezTo>
                <a:cubicBezTo>
                  <a:pt x="340379" y="54797"/>
                  <a:pt x="341739" y="62497"/>
                  <a:pt x="341739" y="72517"/>
                </a:cubicBezTo>
                <a:lnTo>
                  <a:pt x="341739" y="136252"/>
                </a:lnTo>
                <a:lnTo>
                  <a:pt x="324777" y="136252"/>
                </a:lnTo>
                <a:lnTo>
                  <a:pt x="324777" y="73621"/>
                </a:lnTo>
                <a:cubicBezTo>
                  <a:pt x="324777" y="67557"/>
                  <a:pt x="323881" y="62670"/>
                  <a:pt x="322089" y="58959"/>
                </a:cubicBezTo>
                <a:cubicBezTo>
                  <a:pt x="319123" y="52774"/>
                  <a:pt x="313747" y="49681"/>
                  <a:pt x="305961" y="49681"/>
                </a:cubicBezTo>
                <a:cubicBezTo>
                  <a:pt x="302006" y="49681"/>
                  <a:pt x="298762" y="50083"/>
                  <a:pt x="296229" y="50886"/>
                </a:cubicBezTo>
                <a:cubicBezTo>
                  <a:pt x="291656" y="52247"/>
                  <a:pt x="287640" y="54969"/>
                  <a:pt x="284179" y="59051"/>
                </a:cubicBezTo>
                <a:cubicBezTo>
                  <a:pt x="281399" y="62330"/>
                  <a:pt x="279591" y="65717"/>
                  <a:pt x="278757" y="69212"/>
                </a:cubicBezTo>
                <a:cubicBezTo>
                  <a:pt x="277923" y="72707"/>
                  <a:pt x="277506" y="77702"/>
                  <a:pt x="277506" y="84196"/>
                </a:cubicBezTo>
                <a:lnTo>
                  <a:pt x="277506" y="136252"/>
                </a:lnTo>
                <a:lnTo>
                  <a:pt x="260822" y="136252"/>
                </a:lnTo>
                <a:lnTo>
                  <a:pt x="260822" y="36890"/>
                </a:lnTo>
                <a:moveTo>
                  <a:pt x="300029" y="34480"/>
                </a:moveTo>
                <a:lnTo>
                  <a:pt x="300029" y="34480"/>
                </a:lnTo>
                <a:close/>
                <a:moveTo>
                  <a:pt x="369702" y="9269"/>
                </a:moveTo>
                <a:lnTo>
                  <a:pt x="386571" y="9269"/>
                </a:lnTo>
                <a:lnTo>
                  <a:pt x="386571" y="36890"/>
                </a:lnTo>
                <a:lnTo>
                  <a:pt x="402421" y="36890"/>
                </a:lnTo>
                <a:lnTo>
                  <a:pt x="402421" y="50608"/>
                </a:lnTo>
                <a:lnTo>
                  <a:pt x="386571" y="50608"/>
                </a:lnTo>
                <a:lnTo>
                  <a:pt x="386571" y="115316"/>
                </a:lnTo>
                <a:cubicBezTo>
                  <a:pt x="386571" y="118771"/>
                  <a:pt x="387745" y="121084"/>
                  <a:pt x="390093" y="122256"/>
                </a:cubicBezTo>
                <a:cubicBezTo>
                  <a:pt x="391391" y="122936"/>
                  <a:pt x="393554" y="123276"/>
                  <a:pt x="396581" y="123276"/>
                </a:cubicBezTo>
                <a:cubicBezTo>
                  <a:pt x="397385" y="123276"/>
                  <a:pt x="398250" y="123255"/>
                  <a:pt x="399177" y="123215"/>
                </a:cubicBezTo>
                <a:cubicBezTo>
                  <a:pt x="400104" y="123172"/>
                  <a:pt x="401185" y="123069"/>
                  <a:pt x="402421" y="122905"/>
                </a:cubicBezTo>
                <a:lnTo>
                  <a:pt x="402421" y="136252"/>
                </a:lnTo>
                <a:cubicBezTo>
                  <a:pt x="400505" y="136841"/>
                  <a:pt x="398513" y="137266"/>
                  <a:pt x="396442" y="137527"/>
                </a:cubicBezTo>
                <a:cubicBezTo>
                  <a:pt x="394372" y="137789"/>
                  <a:pt x="392132" y="137920"/>
                  <a:pt x="389723" y="137920"/>
                </a:cubicBezTo>
                <a:cubicBezTo>
                  <a:pt x="381937" y="137920"/>
                  <a:pt x="376653" y="135926"/>
                  <a:pt x="373873" y="131936"/>
                </a:cubicBezTo>
                <a:cubicBezTo>
                  <a:pt x="371092" y="127947"/>
                  <a:pt x="369702" y="122766"/>
                  <a:pt x="369702" y="116394"/>
                </a:cubicBezTo>
                <a:lnTo>
                  <a:pt x="369702" y="50608"/>
                </a:lnTo>
                <a:lnTo>
                  <a:pt x="356262" y="50608"/>
                </a:lnTo>
                <a:lnTo>
                  <a:pt x="356262" y="36890"/>
                </a:lnTo>
                <a:lnTo>
                  <a:pt x="369702" y="36890"/>
                </a:lnTo>
                <a:lnTo>
                  <a:pt x="369702" y="9269"/>
                </a:lnTo>
                <a:close/>
                <a:moveTo>
                  <a:pt x="429054" y="105109"/>
                </a:moveTo>
                <a:cubicBezTo>
                  <a:pt x="429549" y="110695"/>
                  <a:pt x="430939" y="114978"/>
                  <a:pt x="433225" y="117958"/>
                </a:cubicBezTo>
                <a:cubicBezTo>
                  <a:pt x="437427" y="123357"/>
                  <a:pt x="444719" y="126056"/>
                  <a:pt x="455100" y="126056"/>
                </a:cubicBezTo>
                <a:cubicBezTo>
                  <a:pt x="461279" y="126056"/>
                  <a:pt x="466717" y="124709"/>
                  <a:pt x="471413" y="122016"/>
                </a:cubicBezTo>
                <a:cubicBezTo>
                  <a:pt x="476109" y="119320"/>
                  <a:pt x="478457" y="115153"/>
                  <a:pt x="478457" y="109514"/>
                </a:cubicBezTo>
                <a:cubicBezTo>
                  <a:pt x="478457" y="105239"/>
                  <a:pt x="476573" y="101986"/>
                  <a:pt x="472803" y="99756"/>
                </a:cubicBezTo>
                <a:cubicBezTo>
                  <a:pt x="470393" y="98393"/>
                  <a:pt x="465635" y="96814"/>
                  <a:pt x="458529" y="95020"/>
                </a:cubicBezTo>
                <a:lnTo>
                  <a:pt x="445275" y="91678"/>
                </a:lnTo>
                <a:cubicBezTo>
                  <a:pt x="436809" y="89573"/>
                  <a:pt x="430568" y="87221"/>
                  <a:pt x="426552" y="84622"/>
                </a:cubicBezTo>
                <a:cubicBezTo>
                  <a:pt x="419384" y="80103"/>
                  <a:pt x="415800" y="73851"/>
                  <a:pt x="415800" y="65864"/>
                </a:cubicBezTo>
                <a:cubicBezTo>
                  <a:pt x="415800" y="56456"/>
                  <a:pt x="419183" y="48843"/>
                  <a:pt x="425949" y="43025"/>
                </a:cubicBezTo>
                <a:cubicBezTo>
                  <a:pt x="432716" y="37205"/>
                  <a:pt x="441815" y="34295"/>
                  <a:pt x="453246" y="34295"/>
                </a:cubicBezTo>
                <a:cubicBezTo>
                  <a:pt x="468200" y="34295"/>
                  <a:pt x="478983" y="38682"/>
                  <a:pt x="485594" y="47457"/>
                </a:cubicBezTo>
                <a:cubicBezTo>
                  <a:pt x="489734" y="53018"/>
                  <a:pt x="491743" y="59012"/>
                  <a:pt x="491619" y="65438"/>
                </a:cubicBezTo>
                <a:lnTo>
                  <a:pt x="475862" y="65438"/>
                </a:lnTo>
                <a:cubicBezTo>
                  <a:pt x="475553" y="61709"/>
                  <a:pt x="474225" y="58317"/>
                  <a:pt x="471876" y="55263"/>
                </a:cubicBezTo>
                <a:cubicBezTo>
                  <a:pt x="468045" y="50924"/>
                  <a:pt x="461403" y="48754"/>
                  <a:pt x="451948" y="48754"/>
                </a:cubicBezTo>
                <a:cubicBezTo>
                  <a:pt x="445646" y="48754"/>
                  <a:pt x="440872" y="49954"/>
                  <a:pt x="437628" y="52355"/>
                </a:cubicBezTo>
                <a:cubicBezTo>
                  <a:pt x="434384" y="54753"/>
                  <a:pt x="432762" y="57921"/>
                  <a:pt x="432762" y="61858"/>
                </a:cubicBezTo>
                <a:cubicBezTo>
                  <a:pt x="432762" y="66164"/>
                  <a:pt x="434894" y="69609"/>
                  <a:pt x="439157" y="72193"/>
                </a:cubicBezTo>
                <a:cubicBezTo>
                  <a:pt x="441629" y="73730"/>
                  <a:pt x="445275" y="75086"/>
                  <a:pt x="450095" y="76262"/>
                </a:cubicBezTo>
                <a:lnTo>
                  <a:pt x="461125" y="78956"/>
                </a:lnTo>
                <a:cubicBezTo>
                  <a:pt x="473112" y="81866"/>
                  <a:pt x="481145" y="84683"/>
                  <a:pt x="485224" y="87405"/>
                </a:cubicBezTo>
                <a:cubicBezTo>
                  <a:pt x="491712" y="91677"/>
                  <a:pt x="494956" y="98393"/>
                  <a:pt x="494956" y="107553"/>
                </a:cubicBezTo>
                <a:cubicBezTo>
                  <a:pt x="494956" y="116405"/>
                  <a:pt x="491604" y="124050"/>
                  <a:pt x="484899" y="130488"/>
                </a:cubicBezTo>
                <a:cubicBezTo>
                  <a:pt x="478195" y="136926"/>
                  <a:pt x="467984" y="140145"/>
                  <a:pt x="454266" y="140145"/>
                </a:cubicBezTo>
                <a:cubicBezTo>
                  <a:pt x="439497" y="140145"/>
                  <a:pt x="429039" y="136784"/>
                  <a:pt x="422891" y="130062"/>
                </a:cubicBezTo>
                <a:cubicBezTo>
                  <a:pt x="416742" y="123340"/>
                  <a:pt x="413452" y="115023"/>
                  <a:pt x="413019" y="105109"/>
                </a:cubicBezTo>
                <a:lnTo>
                  <a:pt x="429054" y="105109"/>
                </a:lnTo>
                <a:moveTo>
                  <a:pt x="453710" y="34480"/>
                </a:moveTo>
                <a:lnTo>
                  <a:pt x="453710" y="344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10CD8-7A71-424A-AD6A-2B904D4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50798"/>
            <a:ext cx="4968221" cy="10"/>
          </a:xfrm>
          <a:custGeom xmlns:a="http://schemas.openxmlformats.org/drawingml/2006/main">
            <a:pathLst>
              <a:path w="4968221" h="1" fill="none">
                <a:moveTo>
                  <a:pt x="0" y="0"/>
                </a:moveTo>
                <a:lnTo>
                  <a:pt x="4968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11A6D-AC40-4358-8AB2-EBBE2A5F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F580F-4A95-46B4-81CA-160618A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42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EEA7F-1C76-4830-A69B-1EEAE5BE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12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57300-F07A-4741-9555-E04BA452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681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5E009-F795-4743-B713-E8F9A5C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551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352E2-2F2E-43A7-AF13-5E10577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62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AA45A-B532-4067-962F-780797B0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132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9B2FB-A066-4A7B-B542-F5F195B6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002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8989D-F49A-4C04-920E-880E20FD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71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43EF1-1030-47A7-BACE-339CEF7B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582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68575-1B51-401A-9DF3-43670B59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452" y="293850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569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3F999-EA00-4D19-A83D-406D8D59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50798"/>
            <a:ext cx="4968221" cy="10"/>
          </a:xfrm>
          <a:custGeom xmlns:a="http://schemas.openxmlformats.org/drawingml/2006/main">
            <a:pathLst>
              <a:path w="4968221" h="1" fill="none">
                <a:moveTo>
                  <a:pt x="0" y="0"/>
                </a:moveTo>
                <a:lnTo>
                  <a:pt x="4968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" name="Text 0">
            <a:extLst xmlns:a="http://schemas.openxmlformats.org/drawingml/2006/main">
              <a:ext uri="{FF2B5EF4-FFF2-40B4-BE49-F238E27FC236}">
                <a16:creationId xmlns:a16="http://schemas.microsoft.com/office/drawing/2014/main" id="{981A2FE3-DB13-4904-846F-D833562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98" y="103360"/>
            <a:ext cx="76314" cy="113852"/>
          </a:xfrm>
          <a:custGeom xmlns:a="http://schemas.openxmlformats.org/drawingml/2006/main">
            <a:pathLst>
              <a:path w="76314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8610FBCD-BDEA-4706-A387-5B5E5061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129" y="103360"/>
            <a:ext cx="154070" cy="113852"/>
          </a:xfrm>
          <a:custGeom xmlns:a="http://schemas.openxmlformats.org/drawingml/2006/main">
            <a:pathLst>
              <a:path w="154070" h="113852">
                <a:moveTo>
                  <a:pt x="0" y="32441"/>
                </a:moveTo>
                <a:lnTo>
                  <a:pt x="0" y="21782"/>
                </a:lnTo>
                <a:cubicBezTo>
                  <a:pt x="10041" y="20803"/>
                  <a:pt x="17044" y="19168"/>
                  <a:pt x="21009" y="16877"/>
                </a:cubicBezTo>
                <a:cubicBezTo>
                  <a:pt x="24974" y="14586"/>
                  <a:pt x="27935" y="9166"/>
                  <a:pt x="29892" y="618"/>
                </a:cubicBezTo>
                <a:lnTo>
                  <a:pt x="40860" y="618"/>
                </a:lnTo>
                <a:lnTo>
                  <a:pt x="40860" y="110763"/>
                </a:lnTo>
                <a:lnTo>
                  <a:pt x="26030" y="110763"/>
                </a:lnTo>
                <a:lnTo>
                  <a:pt x="26030" y="32441"/>
                </a:lnTo>
                <a:lnTo>
                  <a:pt x="0" y="32441"/>
                </a:lnTo>
                <a:close/>
                <a:moveTo>
                  <a:pt x="115605" y="0"/>
                </a:moveTo>
                <a:cubicBezTo>
                  <a:pt x="129920" y="0"/>
                  <a:pt x="140270" y="5908"/>
                  <a:pt x="146655" y="17724"/>
                </a:cubicBezTo>
                <a:cubicBezTo>
                  <a:pt x="151599" y="26856"/>
                  <a:pt x="154070" y="39369"/>
                  <a:pt x="154070" y="55263"/>
                </a:cubicBezTo>
                <a:cubicBezTo>
                  <a:pt x="154070" y="70330"/>
                  <a:pt x="151831" y="82790"/>
                  <a:pt x="147351" y="92645"/>
                </a:cubicBezTo>
                <a:cubicBezTo>
                  <a:pt x="140862" y="106783"/>
                  <a:pt x="130255" y="113852"/>
                  <a:pt x="115528" y="113852"/>
                </a:cubicBezTo>
                <a:cubicBezTo>
                  <a:pt x="102242" y="113852"/>
                  <a:pt x="92355" y="108073"/>
                  <a:pt x="85867" y="96514"/>
                </a:cubicBezTo>
                <a:cubicBezTo>
                  <a:pt x="80460" y="86866"/>
                  <a:pt x="77757" y="73915"/>
                  <a:pt x="77757" y="57662"/>
                </a:cubicBezTo>
                <a:cubicBezTo>
                  <a:pt x="77757" y="45072"/>
                  <a:pt x="79379" y="34262"/>
                  <a:pt x="82623" y="25231"/>
                </a:cubicBezTo>
                <a:cubicBezTo>
                  <a:pt x="88699" y="8410"/>
                  <a:pt x="99693" y="0"/>
                  <a:pt x="115605" y="0"/>
                </a:cubicBezTo>
                <a:moveTo>
                  <a:pt x="115450" y="101185"/>
                </a:moveTo>
                <a:cubicBezTo>
                  <a:pt x="122659" y="101185"/>
                  <a:pt x="128401" y="97990"/>
                  <a:pt x="132675" y="91600"/>
                </a:cubicBezTo>
                <a:cubicBezTo>
                  <a:pt x="136949" y="85208"/>
                  <a:pt x="139086" y="73303"/>
                  <a:pt x="139086" y="55883"/>
                </a:cubicBezTo>
                <a:cubicBezTo>
                  <a:pt x="139086" y="43308"/>
                  <a:pt x="137541" y="32962"/>
                  <a:pt x="134451" y="24845"/>
                </a:cubicBezTo>
                <a:cubicBezTo>
                  <a:pt x="131362" y="16727"/>
                  <a:pt x="125363" y="12667"/>
                  <a:pt x="116454" y="12667"/>
                </a:cubicBezTo>
                <a:cubicBezTo>
                  <a:pt x="108267" y="12667"/>
                  <a:pt x="102281" y="16520"/>
                  <a:pt x="98496" y="24225"/>
                </a:cubicBezTo>
                <a:cubicBezTo>
                  <a:pt x="94711" y="31929"/>
                  <a:pt x="92819" y="43280"/>
                  <a:pt x="92819" y="58278"/>
                </a:cubicBezTo>
                <a:cubicBezTo>
                  <a:pt x="92819" y="69566"/>
                  <a:pt x="94029" y="78637"/>
                  <a:pt x="96449" y="85491"/>
                </a:cubicBezTo>
                <a:cubicBezTo>
                  <a:pt x="100157" y="95953"/>
                  <a:pt x="106490" y="101185"/>
                  <a:pt x="115450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20">
            <a:extLst xmlns:a="http://schemas.openxmlformats.org/drawingml/2006/main">
              <a:ext uri="{FF2B5EF4-FFF2-40B4-BE49-F238E27FC236}">
                <a16:creationId xmlns:a16="http://schemas.microsoft.com/office/drawing/2014/main" id="{BA096186-6445-4BD7-BA44-9C939592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802" y="103051"/>
            <a:ext cx="164266" cy="114161"/>
          </a:xfrm>
          <a:custGeom xmlns:a="http://schemas.openxmlformats.org/drawingml/2006/main">
            <a:pathLst>
              <a:path w="164266" h="114161">
                <a:moveTo>
                  <a:pt x="0" y="111072"/>
                </a:moveTo>
                <a:cubicBezTo>
                  <a:pt x="515" y="101545"/>
                  <a:pt x="2485" y="93255"/>
                  <a:pt x="5909" y="86200"/>
                </a:cubicBezTo>
                <a:cubicBezTo>
                  <a:pt x="9333" y="79146"/>
                  <a:pt x="16015" y="72735"/>
                  <a:pt x="25953" y="66967"/>
                </a:cubicBezTo>
                <a:lnTo>
                  <a:pt x="40783" y="58394"/>
                </a:lnTo>
                <a:cubicBezTo>
                  <a:pt x="47426" y="54532"/>
                  <a:pt x="52086" y="51231"/>
                  <a:pt x="54763" y="48490"/>
                </a:cubicBezTo>
                <a:cubicBezTo>
                  <a:pt x="58986" y="44200"/>
                  <a:pt x="61097" y="39290"/>
                  <a:pt x="61097" y="33759"/>
                </a:cubicBezTo>
                <a:cubicBezTo>
                  <a:pt x="61097" y="27296"/>
                  <a:pt x="59166" y="22166"/>
                  <a:pt x="55304" y="18366"/>
                </a:cubicBezTo>
                <a:cubicBezTo>
                  <a:pt x="51442" y="14567"/>
                  <a:pt x="46293" y="12667"/>
                  <a:pt x="39856" y="12667"/>
                </a:cubicBezTo>
                <a:cubicBezTo>
                  <a:pt x="30330" y="12667"/>
                  <a:pt x="23739" y="16293"/>
                  <a:pt x="20083" y="23544"/>
                </a:cubicBezTo>
                <a:cubicBezTo>
                  <a:pt x="18126" y="27428"/>
                  <a:pt x="17044" y="32814"/>
                  <a:pt x="16838" y="39702"/>
                </a:cubicBezTo>
                <a:lnTo>
                  <a:pt x="2703" y="39702"/>
                </a:lnTo>
                <a:cubicBezTo>
                  <a:pt x="2858" y="30053"/>
                  <a:pt x="4634" y="22185"/>
                  <a:pt x="8033" y="16097"/>
                </a:cubicBezTo>
                <a:cubicBezTo>
                  <a:pt x="14058" y="5366"/>
                  <a:pt x="24691" y="0"/>
                  <a:pt x="39933" y="0"/>
                </a:cubicBezTo>
                <a:cubicBezTo>
                  <a:pt x="52601" y="0"/>
                  <a:pt x="61857" y="3429"/>
                  <a:pt x="67701" y="10287"/>
                </a:cubicBezTo>
                <a:cubicBezTo>
                  <a:pt x="73546" y="17144"/>
                  <a:pt x="76468" y="24774"/>
                  <a:pt x="76468" y="33177"/>
                </a:cubicBezTo>
                <a:cubicBezTo>
                  <a:pt x="76468" y="42045"/>
                  <a:pt x="73353" y="49625"/>
                  <a:pt x="67122" y="55915"/>
                </a:cubicBezTo>
                <a:cubicBezTo>
                  <a:pt x="63517" y="59576"/>
                  <a:pt x="57055" y="64007"/>
                  <a:pt x="47735" y="69207"/>
                </a:cubicBezTo>
                <a:lnTo>
                  <a:pt x="37153" y="75078"/>
                </a:lnTo>
                <a:cubicBezTo>
                  <a:pt x="32106" y="77858"/>
                  <a:pt x="28141" y="80510"/>
                  <a:pt x="25258" y="83033"/>
                </a:cubicBezTo>
                <a:cubicBezTo>
                  <a:pt x="20108" y="87513"/>
                  <a:pt x="16864" y="92483"/>
                  <a:pt x="15525" y="97941"/>
                </a:cubicBezTo>
                <a:lnTo>
                  <a:pt x="75927" y="97941"/>
                </a:lnTo>
                <a:lnTo>
                  <a:pt x="75927" y="111072"/>
                </a:lnTo>
                <a:lnTo>
                  <a:pt x="0" y="111072"/>
                </a:lnTo>
                <a:close/>
                <a:moveTo>
                  <a:pt x="125801" y="309"/>
                </a:moveTo>
                <a:cubicBezTo>
                  <a:pt x="140116" y="309"/>
                  <a:pt x="150466" y="6217"/>
                  <a:pt x="156851" y="18033"/>
                </a:cubicBezTo>
                <a:cubicBezTo>
                  <a:pt x="161795" y="27165"/>
                  <a:pt x="164266" y="39678"/>
                  <a:pt x="164266" y="55572"/>
                </a:cubicBezTo>
                <a:cubicBezTo>
                  <a:pt x="164266" y="70639"/>
                  <a:pt x="162026" y="83099"/>
                  <a:pt x="157546" y="92954"/>
                </a:cubicBezTo>
                <a:cubicBezTo>
                  <a:pt x="151058" y="107092"/>
                  <a:pt x="140450" y="114161"/>
                  <a:pt x="125723" y="114161"/>
                </a:cubicBezTo>
                <a:cubicBezTo>
                  <a:pt x="112438" y="114161"/>
                  <a:pt x="102551" y="108382"/>
                  <a:pt x="96063" y="96823"/>
                </a:cubicBezTo>
                <a:cubicBezTo>
                  <a:pt x="90656" y="87175"/>
                  <a:pt x="87953" y="74224"/>
                  <a:pt x="87953" y="57971"/>
                </a:cubicBezTo>
                <a:cubicBezTo>
                  <a:pt x="87953" y="45381"/>
                  <a:pt x="89575" y="34571"/>
                  <a:pt x="92819" y="25540"/>
                </a:cubicBezTo>
                <a:cubicBezTo>
                  <a:pt x="98895" y="8719"/>
                  <a:pt x="109889" y="309"/>
                  <a:pt x="125801" y="309"/>
                </a:cubicBezTo>
                <a:moveTo>
                  <a:pt x="125646" y="101494"/>
                </a:moveTo>
                <a:cubicBezTo>
                  <a:pt x="132855" y="101494"/>
                  <a:pt x="138597" y="98299"/>
                  <a:pt x="142871" y="91909"/>
                </a:cubicBezTo>
                <a:cubicBezTo>
                  <a:pt x="147145" y="85517"/>
                  <a:pt x="149282" y="73612"/>
                  <a:pt x="149282" y="56192"/>
                </a:cubicBezTo>
                <a:cubicBezTo>
                  <a:pt x="149282" y="43617"/>
                  <a:pt x="147737" y="33270"/>
                  <a:pt x="144647" y="25154"/>
                </a:cubicBezTo>
                <a:cubicBezTo>
                  <a:pt x="141558" y="17036"/>
                  <a:pt x="135559" y="12976"/>
                  <a:pt x="126650" y="12976"/>
                </a:cubicBezTo>
                <a:cubicBezTo>
                  <a:pt x="118463" y="12976"/>
                  <a:pt x="112477" y="16829"/>
                  <a:pt x="108692" y="24533"/>
                </a:cubicBezTo>
                <a:cubicBezTo>
                  <a:pt x="104907" y="32238"/>
                  <a:pt x="103015" y="43589"/>
                  <a:pt x="103015" y="58587"/>
                </a:cubicBezTo>
                <a:cubicBezTo>
                  <a:pt x="103015" y="69875"/>
                  <a:pt x="104225" y="78946"/>
                  <a:pt x="106645" y="85800"/>
                </a:cubicBezTo>
                <a:cubicBezTo>
                  <a:pt x="110352" y="96262"/>
                  <a:pt x="116686" y="101494"/>
                  <a:pt x="125646" y="101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30">
            <a:extLst xmlns:a="http://schemas.openxmlformats.org/drawingml/2006/main">
              <a:ext uri="{FF2B5EF4-FFF2-40B4-BE49-F238E27FC236}">
                <a16:creationId xmlns:a16="http://schemas.microsoft.com/office/drawing/2014/main" id="{77B1BAFB-DDB1-4DBE-9571-29ABFEC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513" y="103360"/>
            <a:ext cx="165425" cy="113852"/>
          </a:xfrm>
          <a:custGeom xmlns:a="http://schemas.openxmlformats.org/drawingml/2006/main">
            <a:pathLst>
              <a:path w="165425" h="113852">
                <a:moveTo>
                  <a:pt x="37307" y="113852"/>
                </a:moveTo>
                <a:cubicBezTo>
                  <a:pt x="24228" y="113852"/>
                  <a:pt x="14740" y="110253"/>
                  <a:pt x="8844" y="103056"/>
                </a:cubicBezTo>
                <a:cubicBezTo>
                  <a:pt x="2948" y="95856"/>
                  <a:pt x="0" y="87097"/>
                  <a:pt x="0" y="76777"/>
                </a:cubicBezTo>
                <a:lnTo>
                  <a:pt x="14521" y="76777"/>
                </a:lnTo>
                <a:cubicBezTo>
                  <a:pt x="15139" y="83957"/>
                  <a:pt x="16478" y="89175"/>
                  <a:pt x="18538" y="92430"/>
                </a:cubicBezTo>
                <a:cubicBezTo>
                  <a:pt x="22142" y="98267"/>
                  <a:pt x="28656" y="101185"/>
                  <a:pt x="38080" y="101185"/>
                </a:cubicBezTo>
                <a:cubicBezTo>
                  <a:pt x="45392" y="101185"/>
                  <a:pt x="51262" y="99228"/>
                  <a:pt x="55690" y="95315"/>
                </a:cubicBezTo>
                <a:cubicBezTo>
                  <a:pt x="60119" y="91401"/>
                  <a:pt x="62333" y="86355"/>
                  <a:pt x="62333" y="80176"/>
                </a:cubicBezTo>
                <a:cubicBezTo>
                  <a:pt x="62333" y="72554"/>
                  <a:pt x="60003" y="67225"/>
                  <a:pt x="55343" y="64187"/>
                </a:cubicBezTo>
                <a:cubicBezTo>
                  <a:pt x="50683" y="61149"/>
                  <a:pt x="44207" y="59630"/>
                  <a:pt x="35917" y="59630"/>
                </a:cubicBezTo>
                <a:cubicBezTo>
                  <a:pt x="34990" y="59630"/>
                  <a:pt x="34050" y="59642"/>
                  <a:pt x="33098" y="59668"/>
                </a:cubicBezTo>
                <a:cubicBezTo>
                  <a:pt x="32145" y="59694"/>
                  <a:pt x="31179" y="59733"/>
                  <a:pt x="30201" y="59784"/>
                </a:cubicBezTo>
                <a:lnTo>
                  <a:pt x="30201" y="47426"/>
                </a:lnTo>
                <a:cubicBezTo>
                  <a:pt x="31643" y="47611"/>
                  <a:pt x="32853" y="47735"/>
                  <a:pt x="33831" y="47797"/>
                </a:cubicBezTo>
                <a:cubicBezTo>
                  <a:pt x="34810" y="47858"/>
                  <a:pt x="35865" y="47889"/>
                  <a:pt x="36998" y="47889"/>
                </a:cubicBezTo>
                <a:cubicBezTo>
                  <a:pt x="42199" y="47889"/>
                  <a:pt x="46473" y="47064"/>
                  <a:pt x="49820" y="45413"/>
                </a:cubicBezTo>
                <a:cubicBezTo>
                  <a:pt x="55690" y="42522"/>
                  <a:pt x="58625" y="37362"/>
                  <a:pt x="58625" y="29931"/>
                </a:cubicBezTo>
                <a:cubicBezTo>
                  <a:pt x="58625" y="24408"/>
                  <a:pt x="56669" y="20150"/>
                  <a:pt x="52755" y="17157"/>
                </a:cubicBezTo>
                <a:cubicBezTo>
                  <a:pt x="48842" y="14164"/>
                  <a:pt x="44284" y="12667"/>
                  <a:pt x="39084" y="12667"/>
                </a:cubicBezTo>
                <a:cubicBezTo>
                  <a:pt x="29815" y="12667"/>
                  <a:pt x="23404" y="15757"/>
                  <a:pt x="19851" y="21936"/>
                </a:cubicBezTo>
                <a:cubicBezTo>
                  <a:pt x="17894" y="25335"/>
                  <a:pt x="16787" y="30175"/>
                  <a:pt x="16529" y="36457"/>
                </a:cubicBezTo>
                <a:lnTo>
                  <a:pt x="2781" y="36457"/>
                </a:lnTo>
                <a:cubicBezTo>
                  <a:pt x="2781" y="28218"/>
                  <a:pt x="4428" y="21215"/>
                  <a:pt x="7724" y="15448"/>
                </a:cubicBezTo>
                <a:cubicBezTo>
                  <a:pt x="13388" y="5149"/>
                  <a:pt x="23352" y="0"/>
                  <a:pt x="37616" y="0"/>
                </a:cubicBezTo>
                <a:cubicBezTo>
                  <a:pt x="48893" y="0"/>
                  <a:pt x="57621" y="2514"/>
                  <a:pt x="63801" y="7543"/>
                </a:cubicBezTo>
                <a:cubicBezTo>
                  <a:pt x="69980" y="12570"/>
                  <a:pt x="73069" y="19854"/>
                  <a:pt x="73069" y="29395"/>
                </a:cubicBezTo>
                <a:cubicBezTo>
                  <a:pt x="73069" y="36202"/>
                  <a:pt x="71241" y="41719"/>
                  <a:pt x="67585" y="45948"/>
                </a:cubicBezTo>
                <a:cubicBezTo>
                  <a:pt x="65320" y="48579"/>
                  <a:pt x="62385" y="50642"/>
                  <a:pt x="58780" y="52137"/>
                </a:cubicBezTo>
                <a:cubicBezTo>
                  <a:pt x="64599" y="53734"/>
                  <a:pt x="69143" y="56810"/>
                  <a:pt x="72413" y="61367"/>
                </a:cubicBezTo>
                <a:cubicBezTo>
                  <a:pt x="75683" y="65925"/>
                  <a:pt x="77318" y="71499"/>
                  <a:pt x="77318" y="78090"/>
                </a:cubicBezTo>
                <a:cubicBezTo>
                  <a:pt x="77318" y="88646"/>
                  <a:pt x="73842" y="97246"/>
                  <a:pt x="66890" y="103888"/>
                </a:cubicBezTo>
                <a:cubicBezTo>
                  <a:pt x="59939" y="110531"/>
                  <a:pt x="50078" y="113852"/>
                  <a:pt x="37307" y="113852"/>
                </a:cubicBezTo>
                <a:close/>
                <a:moveTo>
                  <a:pt x="126959" y="0"/>
                </a:moveTo>
                <a:cubicBezTo>
                  <a:pt x="141274" y="0"/>
                  <a:pt x="151625" y="5908"/>
                  <a:pt x="158010" y="17724"/>
                </a:cubicBezTo>
                <a:cubicBezTo>
                  <a:pt x="162953" y="26856"/>
                  <a:pt x="165425" y="39369"/>
                  <a:pt x="165425" y="55263"/>
                </a:cubicBezTo>
                <a:cubicBezTo>
                  <a:pt x="165425" y="70330"/>
                  <a:pt x="163185" y="82790"/>
                  <a:pt x="158705" y="92645"/>
                </a:cubicBezTo>
                <a:cubicBezTo>
                  <a:pt x="152217" y="106783"/>
                  <a:pt x="141609" y="113852"/>
                  <a:pt x="126882" y="113852"/>
                </a:cubicBezTo>
                <a:cubicBezTo>
                  <a:pt x="113597" y="113852"/>
                  <a:pt x="103710" y="108073"/>
                  <a:pt x="97222" y="96514"/>
                </a:cubicBezTo>
                <a:cubicBezTo>
                  <a:pt x="91815" y="86866"/>
                  <a:pt x="89111" y="73915"/>
                  <a:pt x="89111" y="57662"/>
                </a:cubicBezTo>
                <a:cubicBezTo>
                  <a:pt x="89111" y="45072"/>
                  <a:pt x="90733" y="34262"/>
                  <a:pt x="93977" y="25231"/>
                </a:cubicBezTo>
                <a:cubicBezTo>
                  <a:pt x="100054" y="8410"/>
                  <a:pt x="111048" y="0"/>
                  <a:pt x="126959" y="0"/>
                </a:cubicBezTo>
                <a:moveTo>
                  <a:pt x="126805" y="101185"/>
                </a:moveTo>
                <a:cubicBezTo>
                  <a:pt x="134014" y="101185"/>
                  <a:pt x="139755" y="97990"/>
                  <a:pt x="144029" y="91600"/>
                </a:cubicBezTo>
                <a:cubicBezTo>
                  <a:pt x="148303" y="85208"/>
                  <a:pt x="150440" y="73303"/>
                  <a:pt x="150440" y="55883"/>
                </a:cubicBezTo>
                <a:cubicBezTo>
                  <a:pt x="150440" y="43308"/>
                  <a:pt x="148895" y="32962"/>
                  <a:pt x="145806" y="24845"/>
                </a:cubicBezTo>
                <a:cubicBezTo>
                  <a:pt x="142716" y="16727"/>
                  <a:pt x="136717" y="12667"/>
                  <a:pt x="127809" y="12667"/>
                </a:cubicBezTo>
                <a:cubicBezTo>
                  <a:pt x="119621" y="12667"/>
                  <a:pt x="113635" y="16520"/>
                  <a:pt x="109850" y="24225"/>
                </a:cubicBezTo>
                <a:cubicBezTo>
                  <a:pt x="106066" y="31929"/>
                  <a:pt x="104173" y="43280"/>
                  <a:pt x="104173" y="58278"/>
                </a:cubicBezTo>
                <a:cubicBezTo>
                  <a:pt x="104173" y="69566"/>
                  <a:pt x="105383" y="78637"/>
                  <a:pt x="107803" y="85491"/>
                </a:cubicBezTo>
                <a:cubicBezTo>
                  <a:pt x="111511" y="95953"/>
                  <a:pt x="117845" y="101185"/>
                  <a:pt x="126805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40">
            <a:extLst xmlns:a="http://schemas.openxmlformats.org/drawingml/2006/main">
              <a:ext uri="{FF2B5EF4-FFF2-40B4-BE49-F238E27FC236}">
                <a16:creationId xmlns:a16="http://schemas.microsoft.com/office/drawing/2014/main" id="{CC288A42-9B45-4299-994C-7A2DC6B2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614" y="103206"/>
            <a:ext cx="165193" cy="114007"/>
          </a:xfrm>
          <a:custGeom xmlns:a="http://schemas.openxmlformats.org/drawingml/2006/main">
            <a:pathLst>
              <a:path w="165193" h="114007">
                <a:moveTo>
                  <a:pt x="48275" y="71679"/>
                </a:moveTo>
                <a:lnTo>
                  <a:pt x="48275" y="21760"/>
                </a:lnTo>
                <a:lnTo>
                  <a:pt x="12822" y="71679"/>
                </a:lnTo>
                <a:lnTo>
                  <a:pt x="48275" y="71679"/>
                </a:lnTo>
                <a:moveTo>
                  <a:pt x="48507" y="110917"/>
                </a:moveTo>
                <a:lnTo>
                  <a:pt x="48507" y="83883"/>
                </a:lnTo>
                <a:lnTo>
                  <a:pt x="0" y="83883"/>
                </a:lnTo>
                <a:lnTo>
                  <a:pt x="0" y="70214"/>
                </a:lnTo>
                <a:lnTo>
                  <a:pt x="50670" y="0"/>
                </a:lnTo>
                <a:lnTo>
                  <a:pt x="62410" y="0"/>
                </a:lnTo>
                <a:lnTo>
                  <a:pt x="62410" y="71679"/>
                </a:lnTo>
                <a:lnTo>
                  <a:pt x="78708" y="71679"/>
                </a:lnTo>
                <a:lnTo>
                  <a:pt x="78708" y="83883"/>
                </a:lnTo>
                <a:lnTo>
                  <a:pt x="62410" y="83883"/>
                </a:lnTo>
                <a:lnTo>
                  <a:pt x="62410" y="110917"/>
                </a:lnTo>
                <a:lnTo>
                  <a:pt x="48507" y="110917"/>
                </a:lnTo>
                <a:close/>
                <a:moveTo>
                  <a:pt x="126727" y="154"/>
                </a:moveTo>
                <a:cubicBezTo>
                  <a:pt x="141043" y="154"/>
                  <a:pt x="151393" y="6063"/>
                  <a:pt x="157778" y="17879"/>
                </a:cubicBezTo>
                <a:cubicBezTo>
                  <a:pt x="162721" y="27011"/>
                  <a:pt x="165193" y="39524"/>
                  <a:pt x="165193" y="55418"/>
                </a:cubicBezTo>
                <a:cubicBezTo>
                  <a:pt x="165193" y="70484"/>
                  <a:pt x="162953" y="82945"/>
                  <a:pt x="158473" y="92800"/>
                </a:cubicBezTo>
                <a:cubicBezTo>
                  <a:pt x="151985" y="106938"/>
                  <a:pt x="141377" y="114007"/>
                  <a:pt x="126650" y="114007"/>
                </a:cubicBezTo>
                <a:cubicBezTo>
                  <a:pt x="113365" y="114007"/>
                  <a:pt x="103478" y="108227"/>
                  <a:pt x="96990" y="96669"/>
                </a:cubicBezTo>
                <a:cubicBezTo>
                  <a:pt x="91583" y="87020"/>
                  <a:pt x="88880" y="74070"/>
                  <a:pt x="88880" y="57817"/>
                </a:cubicBezTo>
                <a:cubicBezTo>
                  <a:pt x="88880" y="45227"/>
                  <a:pt x="90502" y="34416"/>
                  <a:pt x="93746" y="25386"/>
                </a:cubicBezTo>
                <a:cubicBezTo>
                  <a:pt x="99822" y="8565"/>
                  <a:pt x="110816" y="154"/>
                  <a:pt x="126727" y="154"/>
                </a:cubicBezTo>
                <a:moveTo>
                  <a:pt x="126573" y="101339"/>
                </a:moveTo>
                <a:cubicBezTo>
                  <a:pt x="133782" y="101339"/>
                  <a:pt x="139524" y="98144"/>
                  <a:pt x="143798" y="91754"/>
                </a:cubicBezTo>
                <a:cubicBezTo>
                  <a:pt x="148071" y="85363"/>
                  <a:pt x="150208" y="73457"/>
                  <a:pt x="150208" y="56038"/>
                </a:cubicBezTo>
                <a:cubicBezTo>
                  <a:pt x="150208" y="43462"/>
                  <a:pt x="148664" y="33116"/>
                  <a:pt x="145574" y="24999"/>
                </a:cubicBezTo>
                <a:cubicBezTo>
                  <a:pt x="142484" y="16881"/>
                  <a:pt x="136485" y="12822"/>
                  <a:pt x="127577" y="12822"/>
                </a:cubicBezTo>
                <a:cubicBezTo>
                  <a:pt x="119390" y="12822"/>
                  <a:pt x="113403" y="16674"/>
                  <a:pt x="109619" y="24379"/>
                </a:cubicBezTo>
                <a:cubicBezTo>
                  <a:pt x="105834" y="32084"/>
                  <a:pt x="103941" y="43435"/>
                  <a:pt x="103941" y="58432"/>
                </a:cubicBezTo>
                <a:cubicBezTo>
                  <a:pt x="103941" y="69721"/>
                  <a:pt x="105152" y="78792"/>
                  <a:pt x="107572" y="85645"/>
                </a:cubicBezTo>
                <a:cubicBezTo>
                  <a:pt x="111279" y="96108"/>
                  <a:pt x="117613" y="101339"/>
                  <a:pt x="126573" y="10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50">
            <a:extLst xmlns:a="http://schemas.openxmlformats.org/drawingml/2006/main">
              <a:ext uri="{FF2B5EF4-FFF2-40B4-BE49-F238E27FC236}">
                <a16:creationId xmlns:a16="http://schemas.microsoft.com/office/drawing/2014/main" id="{69C62ABC-F984-423E-9119-19623C3A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408" y="103360"/>
            <a:ext cx="164111" cy="113852"/>
          </a:xfrm>
          <a:custGeom xmlns:a="http://schemas.openxmlformats.org/drawingml/2006/main">
            <a:pathLst>
              <a:path w="164111" h="113852">
                <a:moveTo>
                  <a:pt x="14444" y="82493"/>
                </a:moveTo>
                <a:cubicBezTo>
                  <a:pt x="15371" y="90455"/>
                  <a:pt x="19053" y="95962"/>
                  <a:pt x="25489" y="99013"/>
                </a:cubicBezTo>
                <a:cubicBezTo>
                  <a:pt x="28785" y="100564"/>
                  <a:pt x="32595" y="101339"/>
                  <a:pt x="36921" y="101339"/>
                </a:cubicBezTo>
                <a:cubicBezTo>
                  <a:pt x="45160" y="101339"/>
                  <a:pt x="51262" y="98705"/>
                  <a:pt x="55227" y="93437"/>
                </a:cubicBezTo>
                <a:cubicBezTo>
                  <a:pt x="59192" y="88168"/>
                  <a:pt x="61174" y="82331"/>
                  <a:pt x="61174" y="75925"/>
                </a:cubicBezTo>
                <a:cubicBezTo>
                  <a:pt x="61174" y="68177"/>
                  <a:pt x="58819" y="62185"/>
                  <a:pt x="54107" y="57950"/>
                </a:cubicBezTo>
                <a:cubicBezTo>
                  <a:pt x="49395" y="53714"/>
                  <a:pt x="43744" y="51597"/>
                  <a:pt x="37153" y="51597"/>
                </a:cubicBezTo>
                <a:cubicBezTo>
                  <a:pt x="32364" y="51597"/>
                  <a:pt x="28257" y="52531"/>
                  <a:pt x="24833" y="54399"/>
                </a:cubicBezTo>
                <a:cubicBezTo>
                  <a:pt x="21408" y="56267"/>
                  <a:pt x="18486" y="58886"/>
                  <a:pt x="16066" y="62256"/>
                </a:cubicBezTo>
                <a:lnTo>
                  <a:pt x="4017" y="61483"/>
                </a:lnTo>
                <a:lnTo>
                  <a:pt x="12436" y="2008"/>
                </a:lnTo>
                <a:lnTo>
                  <a:pt x="69903" y="2008"/>
                </a:lnTo>
                <a:lnTo>
                  <a:pt x="69903" y="15448"/>
                </a:lnTo>
                <a:lnTo>
                  <a:pt x="22863" y="15448"/>
                </a:lnTo>
                <a:lnTo>
                  <a:pt x="18151" y="45968"/>
                </a:lnTo>
                <a:cubicBezTo>
                  <a:pt x="20726" y="43987"/>
                  <a:pt x="23172" y="42501"/>
                  <a:pt x="25489" y="41509"/>
                </a:cubicBezTo>
                <a:cubicBezTo>
                  <a:pt x="29609" y="39789"/>
                  <a:pt x="34372" y="38929"/>
                  <a:pt x="39779" y="38929"/>
                </a:cubicBezTo>
                <a:cubicBezTo>
                  <a:pt x="49923" y="38929"/>
                  <a:pt x="58522" y="42213"/>
                  <a:pt x="65577" y="48780"/>
                </a:cubicBezTo>
                <a:cubicBezTo>
                  <a:pt x="72632" y="55347"/>
                  <a:pt x="76159" y="63672"/>
                  <a:pt x="76159" y="73755"/>
                </a:cubicBezTo>
                <a:cubicBezTo>
                  <a:pt x="76159" y="84252"/>
                  <a:pt x="72928" y="93508"/>
                  <a:pt x="66465" y="101523"/>
                </a:cubicBezTo>
                <a:cubicBezTo>
                  <a:pt x="60003" y="109537"/>
                  <a:pt x="49691" y="113543"/>
                  <a:pt x="35531" y="113543"/>
                </a:cubicBezTo>
                <a:cubicBezTo>
                  <a:pt x="26519" y="113543"/>
                  <a:pt x="18551" y="111001"/>
                  <a:pt x="11625" y="105916"/>
                </a:cubicBezTo>
                <a:cubicBezTo>
                  <a:pt x="4699" y="100831"/>
                  <a:pt x="824" y="93023"/>
                  <a:pt x="0" y="82493"/>
                </a:cubicBezTo>
                <a:lnTo>
                  <a:pt x="14444" y="82493"/>
                </a:lnTo>
                <a:close/>
                <a:moveTo>
                  <a:pt x="125646" y="0"/>
                </a:moveTo>
                <a:cubicBezTo>
                  <a:pt x="139961" y="0"/>
                  <a:pt x="150311" y="5908"/>
                  <a:pt x="156696" y="17724"/>
                </a:cubicBezTo>
                <a:cubicBezTo>
                  <a:pt x="161640" y="26856"/>
                  <a:pt x="164111" y="39369"/>
                  <a:pt x="164111" y="55263"/>
                </a:cubicBezTo>
                <a:cubicBezTo>
                  <a:pt x="164111" y="70330"/>
                  <a:pt x="161871" y="82790"/>
                  <a:pt x="157392" y="92645"/>
                </a:cubicBezTo>
                <a:cubicBezTo>
                  <a:pt x="150903" y="106783"/>
                  <a:pt x="140296" y="113852"/>
                  <a:pt x="125568" y="113852"/>
                </a:cubicBezTo>
                <a:cubicBezTo>
                  <a:pt x="112283" y="113852"/>
                  <a:pt x="102396" y="108073"/>
                  <a:pt x="95908" y="96514"/>
                </a:cubicBezTo>
                <a:cubicBezTo>
                  <a:pt x="90501" y="86866"/>
                  <a:pt x="87798" y="73915"/>
                  <a:pt x="87798" y="57662"/>
                </a:cubicBezTo>
                <a:cubicBezTo>
                  <a:pt x="87798" y="45072"/>
                  <a:pt x="89420" y="34262"/>
                  <a:pt x="92664" y="25231"/>
                </a:cubicBezTo>
                <a:cubicBezTo>
                  <a:pt x="98740" y="8410"/>
                  <a:pt x="109734" y="0"/>
                  <a:pt x="125646" y="0"/>
                </a:cubicBezTo>
                <a:moveTo>
                  <a:pt x="125491" y="101185"/>
                </a:moveTo>
                <a:cubicBezTo>
                  <a:pt x="132700" y="101185"/>
                  <a:pt x="138442" y="97990"/>
                  <a:pt x="142716" y="91600"/>
                </a:cubicBezTo>
                <a:cubicBezTo>
                  <a:pt x="146990" y="85208"/>
                  <a:pt x="149127" y="73303"/>
                  <a:pt x="149127" y="55883"/>
                </a:cubicBezTo>
                <a:cubicBezTo>
                  <a:pt x="149127" y="43308"/>
                  <a:pt x="147582" y="32962"/>
                  <a:pt x="144492" y="24845"/>
                </a:cubicBezTo>
                <a:cubicBezTo>
                  <a:pt x="141403" y="16727"/>
                  <a:pt x="135404" y="12667"/>
                  <a:pt x="126495" y="12667"/>
                </a:cubicBezTo>
                <a:cubicBezTo>
                  <a:pt x="118308" y="12667"/>
                  <a:pt x="112322" y="16520"/>
                  <a:pt x="108537" y="24225"/>
                </a:cubicBezTo>
                <a:cubicBezTo>
                  <a:pt x="104752" y="31929"/>
                  <a:pt x="102860" y="43280"/>
                  <a:pt x="102860" y="58278"/>
                </a:cubicBezTo>
                <a:cubicBezTo>
                  <a:pt x="102860" y="69566"/>
                  <a:pt x="104070" y="78637"/>
                  <a:pt x="106490" y="85491"/>
                </a:cubicBezTo>
                <a:cubicBezTo>
                  <a:pt x="110198" y="95953"/>
                  <a:pt x="116531" y="101185"/>
                  <a:pt x="125491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60">
            <a:extLst xmlns:a="http://schemas.openxmlformats.org/drawingml/2006/main">
              <a:ext uri="{FF2B5EF4-FFF2-40B4-BE49-F238E27FC236}">
                <a16:creationId xmlns:a16="http://schemas.microsoft.com/office/drawing/2014/main" id="{6FBA9B2A-E50B-473A-8CAC-22465E9B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126" y="103051"/>
            <a:ext cx="163263" cy="114161"/>
          </a:xfrm>
          <a:custGeom xmlns:a="http://schemas.openxmlformats.org/drawingml/2006/main">
            <a:pathLst>
              <a:path w="163263" h="114161">
                <a:moveTo>
                  <a:pt x="40319" y="0"/>
                </a:moveTo>
                <a:cubicBezTo>
                  <a:pt x="52678" y="0"/>
                  <a:pt x="61290" y="3214"/>
                  <a:pt x="66156" y="9643"/>
                </a:cubicBezTo>
                <a:cubicBezTo>
                  <a:pt x="71023" y="16070"/>
                  <a:pt x="73456" y="22691"/>
                  <a:pt x="73456" y="29506"/>
                </a:cubicBezTo>
                <a:lnTo>
                  <a:pt x="59707" y="29506"/>
                </a:lnTo>
                <a:cubicBezTo>
                  <a:pt x="58883" y="25110"/>
                  <a:pt x="57570" y="21670"/>
                  <a:pt x="55768" y="19187"/>
                </a:cubicBezTo>
                <a:cubicBezTo>
                  <a:pt x="52420" y="14532"/>
                  <a:pt x="47348" y="12204"/>
                  <a:pt x="40551" y="12204"/>
                </a:cubicBezTo>
                <a:cubicBezTo>
                  <a:pt x="32776" y="12204"/>
                  <a:pt x="26596" y="15803"/>
                  <a:pt x="22014" y="23001"/>
                </a:cubicBezTo>
                <a:cubicBezTo>
                  <a:pt x="17431" y="30197"/>
                  <a:pt x="14882" y="40501"/>
                  <a:pt x="14367" y="53914"/>
                </a:cubicBezTo>
                <a:cubicBezTo>
                  <a:pt x="17559" y="49228"/>
                  <a:pt x="21576" y="45726"/>
                  <a:pt x="26416" y="43409"/>
                </a:cubicBezTo>
                <a:cubicBezTo>
                  <a:pt x="30845" y="41349"/>
                  <a:pt x="35788" y="40319"/>
                  <a:pt x="41246" y="40319"/>
                </a:cubicBezTo>
                <a:cubicBezTo>
                  <a:pt x="50515" y="40319"/>
                  <a:pt x="58600" y="43280"/>
                  <a:pt x="65500" y="49202"/>
                </a:cubicBezTo>
                <a:cubicBezTo>
                  <a:pt x="72400" y="55124"/>
                  <a:pt x="75850" y="63955"/>
                  <a:pt x="75850" y="75696"/>
                </a:cubicBezTo>
                <a:cubicBezTo>
                  <a:pt x="75850" y="85737"/>
                  <a:pt x="72580" y="94632"/>
                  <a:pt x="66041" y="102382"/>
                </a:cubicBezTo>
                <a:cubicBezTo>
                  <a:pt x="59501" y="110132"/>
                  <a:pt x="50181" y="114007"/>
                  <a:pt x="38080" y="114007"/>
                </a:cubicBezTo>
                <a:cubicBezTo>
                  <a:pt x="27729" y="114007"/>
                  <a:pt x="18795" y="110078"/>
                  <a:pt x="11277" y="102220"/>
                </a:cubicBezTo>
                <a:cubicBezTo>
                  <a:pt x="3759" y="94361"/>
                  <a:pt x="0" y="81131"/>
                  <a:pt x="0" y="62531"/>
                </a:cubicBezTo>
                <a:cubicBezTo>
                  <a:pt x="0" y="48772"/>
                  <a:pt x="1674" y="37101"/>
                  <a:pt x="5021" y="27517"/>
                </a:cubicBezTo>
                <a:cubicBezTo>
                  <a:pt x="11457" y="9172"/>
                  <a:pt x="23224" y="0"/>
                  <a:pt x="40319" y="0"/>
                </a:cubicBezTo>
                <a:moveTo>
                  <a:pt x="39315" y="101648"/>
                </a:moveTo>
                <a:cubicBezTo>
                  <a:pt x="46627" y="101648"/>
                  <a:pt x="52099" y="99190"/>
                  <a:pt x="55729" y="94272"/>
                </a:cubicBezTo>
                <a:cubicBezTo>
                  <a:pt x="59359" y="89354"/>
                  <a:pt x="61174" y="83548"/>
                  <a:pt x="61174" y="76854"/>
                </a:cubicBezTo>
                <a:cubicBezTo>
                  <a:pt x="61174" y="71190"/>
                  <a:pt x="59552" y="65796"/>
                  <a:pt x="56308" y="60672"/>
                </a:cubicBezTo>
                <a:cubicBezTo>
                  <a:pt x="53064" y="55549"/>
                  <a:pt x="47168" y="52987"/>
                  <a:pt x="38620" y="52987"/>
                </a:cubicBezTo>
                <a:cubicBezTo>
                  <a:pt x="32647" y="52987"/>
                  <a:pt x="27407" y="54969"/>
                  <a:pt x="22902" y="58934"/>
                </a:cubicBezTo>
                <a:cubicBezTo>
                  <a:pt x="18396" y="62899"/>
                  <a:pt x="16143" y="68873"/>
                  <a:pt x="16143" y="76854"/>
                </a:cubicBezTo>
                <a:cubicBezTo>
                  <a:pt x="16143" y="83857"/>
                  <a:pt x="18190" y="89740"/>
                  <a:pt x="22284" y="94504"/>
                </a:cubicBezTo>
                <a:cubicBezTo>
                  <a:pt x="26378" y="99267"/>
                  <a:pt x="32055" y="101648"/>
                  <a:pt x="39315" y="101648"/>
                </a:cubicBezTo>
                <a:close/>
                <a:moveTo>
                  <a:pt x="124797" y="309"/>
                </a:moveTo>
                <a:cubicBezTo>
                  <a:pt x="139112" y="309"/>
                  <a:pt x="149462" y="6217"/>
                  <a:pt x="155848" y="18033"/>
                </a:cubicBezTo>
                <a:cubicBezTo>
                  <a:pt x="160791" y="27165"/>
                  <a:pt x="163263" y="39678"/>
                  <a:pt x="163263" y="55572"/>
                </a:cubicBezTo>
                <a:cubicBezTo>
                  <a:pt x="163263" y="70639"/>
                  <a:pt x="161023" y="83099"/>
                  <a:pt x="156543" y="92954"/>
                </a:cubicBezTo>
                <a:cubicBezTo>
                  <a:pt x="150055" y="107092"/>
                  <a:pt x="139447" y="114161"/>
                  <a:pt x="124720" y="114161"/>
                </a:cubicBezTo>
                <a:cubicBezTo>
                  <a:pt x="111434" y="114161"/>
                  <a:pt x="101548" y="108382"/>
                  <a:pt x="95059" y="96823"/>
                </a:cubicBezTo>
                <a:cubicBezTo>
                  <a:pt x="89653" y="87175"/>
                  <a:pt x="86949" y="74224"/>
                  <a:pt x="86949" y="57971"/>
                </a:cubicBezTo>
                <a:cubicBezTo>
                  <a:pt x="86949" y="45381"/>
                  <a:pt x="88571" y="34571"/>
                  <a:pt x="91815" y="25540"/>
                </a:cubicBezTo>
                <a:cubicBezTo>
                  <a:pt x="97892" y="8719"/>
                  <a:pt x="108885" y="309"/>
                  <a:pt x="124797" y="309"/>
                </a:cubicBezTo>
                <a:moveTo>
                  <a:pt x="124642" y="101494"/>
                </a:moveTo>
                <a:cubicBezTo>
                  <a:pt x="131852" y="101494"/>
                  <a:pt x="137593" y="98299"/>
                  <a:pt x="141867" y="91909"/>
                </a:cubicBezTo>
                <a:cubicBezTo>
                  <a:pt x="146141" y="85517"/>
                  <a:pt x="148278" y="73612"/>
                  <a:pt x="148278" y="56192"/>
                </a:cubicBezTo>
                <a:cubicBezTo>
                  <a:pt x="148278" y="43617"/>
                  <a:pt x="146733" y="33270"/>
                  <a:pt x="143644" y="25154"/>
                </a:cubicBezTo>
                <a:cubicBezTo>
                  <a:pt x="140554" y="17036"/>
                  <a:pt x="134555" y="12976"/>
                  <a:pt x="125647" y="12976"/>
                </a:cubicBezTo>
                <a:cubicBezTo>
                  <a:pt x="117459" y="12976"/>
                  <a:pt x="111473" y="16829"/>
                  <a:pt x="107688" y="24533"/>
                </a:cubicBezTo>
                <a:cubicBezTo>
                  <a:pt x="103903" y="32238"/>
                  <a:pt x="102011" y="43589"/>
                  <a:pt x="102011" y="58587"/>
                </a:cubicBezTo>
                <a:cubicBezTo>
                  <a:pt x="102011" y="69875"/>
                  <a:pt x="103221" y="78946"/>
                  <a:pt x="105641" y="85800"/>
                </a:cubicBezTo>
                <a:cubicBezTo>
                  <a:pt x="109349" y="96262"/>
                  <a:pt x="115683" y="101494"/>
                  <a:pt x="124642" y="101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70">
            <a:extLst xmlns:a="http://schemas.openxmlformats.org/drawingml/2006/main">
              <a:ext uri="{FF2B5EF4-FFF2-40B4-BE49-F238E27FC236}">
                <a16:creationId xmlns:a16="http://schemas.microsoft.com/office/drawing/2014/main" id="{6049A968-5DBB-4CBA-9B18-7D89C43C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6842" y="103360"/>
            <a:ext cx="163417" cy="113852"/>
          </a:xfrm>
          <a:custGeom xmlns:a="http://schemas.openxmlformats.org/drawingml/2006/main">
            <a:pathLst>
              <a:path w="163417" h="113852">
                <a:moveTo>
                  <a:pt x="76931" y="2008"/>
                </a:moveTo>
                <a:lnTo>
                  <a:pt x="76931" y="14203"/>
                </a:lnTo>
                <a:cubicBezTo>
                  <a:pt x="73378" y="17608"/>
                  <a:pt x="68654" y="23584"/>
                  <a:pt x="62758" y="32132"/>
                </a:cubicBezTo>
                <a:cubicBezTo>
                  <a:pt x="56862" y="40680"/>
                  <a:pt x="51648" y="49897"/>
                  <a:pt x="47117" y="59784"/>
                </a:cubicBezTo>
                <a:cubicBezTo>
                  <a:pt x="42637" y="69413"/>
                  <a:pt x="39238" y="78193"/>
                  <a:pt x="36921" y="86123"/>
                </a:cubicBezTo>
                <a:cubicBezTo>
                  <a:pt x="35428" y="91221"/>
                  <a:pt x="33497" y="99434"/>
                  <a:pt x="31128" y="110763"/>
                </a:cubicBezTo>
                <a:lnTo>
                  <a:pt x="15757" y="110763"/>
                </a:lnTo>
                <a:cubicBezTo>
                  <a:pt x="19259" y="89668"/>
                  <a:pt x="26983" y="68676"/>
                  <a:pt x="38929" y="47785"/>
                </a:cubicBezTo>
                <a:cubicBezTo>
                  <a:pt x="45984" y="35539"/>
                  <a:pt x="53399" y="24966"/>
                  <a:pt x="61174" y="16066"/>
                </a:cubicBezTo>
                <a:lnTo>
                  <a:pt x="0" y="16066"/>
                </a:lnTo>
                <a:lnTo>
                  <a:pt x="0" y="2008"/>
                </a:lnTo>
                <a:lnTo>
                  <a:pt x="76931" y="2008"/>
                </a:lnTo>
                <a:close/>
                <a:moveTo>
                  <a:pt x="124951" y="0"/>
                </a:moveTo>
                <a:cubicBezTo>
                  <a:pt x="139266" y="0"/>
                  <a:pt x="149616" y="5908"/>
                  <a:pt x="156002" y="17724"/>
                </a:cubicBezTo>
                <a:cubicBezTo>
                  <a:pt x="160945" y="26856"/>
                  <a:pt x="163417" y="39369"/>
                  <a:pt x="163417" y="55263"/>
                </a:cubicBezTo>
                <a:cubicBezTo>
                  <a:pt x="163417" y="70330"/>
                  <a:pt x="161177" y="82790"/>
                  <a:pt x="156697" y="92645"/>
                </a:cubicBezTo>
                <a:cubicBezTo>
                  <a:pt x="150208" y="106783"/>
                  <a:pt x="139601" y="113852"/>
                  <a:pt x="124874" y="113852"/>
                </a:cubicBezTo>
                <a:cubicBezTo>
                  <a:pt x="111588" y="113852"/>
                  <a:pt x="101701" y="108073"/>
                  <a:pt x="95213" y="96514"/>
                </a:cubicBezTo>
                <a:cubicBezTo>
                  <a:pt x="89806" y="86866"/>
                  <a:pt x="87103" y="73915"/>
                  <a:pt x="87103" y="57662"/>
                </a:cubicBezTo>
                <a:cubicBezTo>
                  <a:pt x="87103" y="45072"/>
                  <a:pt x="88725" y="34262"/>
                  <a:pt x="91969" y="25231"/>
                </a:cubicBezTo>
                <a:cubicBezTo>
                  <a:pt x="98045" y="8410"/>
                  <a:pt x="109039" y="0"/>
                  <a:pt x="124951" y="0"/>
                </a:cubicBezTo>
                <a:moveTo>
                  <a:pt x="124796" y="101185"/>
                </a:moveTo>
                <a:cubicBezTo>
                  <a:pt x="132005" y="101185"/>
                  <a:pt x="137747" y="97990"/>
                  <a:pt x="142021" y="91600"/>
                </a:cubicBezTo>
                <a:cubicBezTo>
                  <a:pt x="146295" y="85208"/>
                  <a:pt x="148432" y="73303"/>
                  <a:pt x="148432" y="55883"/>
                </a:cubicBezTo>
                <a:cubicBezTo>
                  <a:pt x="148432" y="43308"/>
                  <a:pt x="146887" y="32962"/>
                  <a:pt x="143798" y="24845"/>
                </a:cubicBezTo>
                <a:cubicBezTo>
                  <a:pt x="140708" y="16727"/>
                  <a:pt x="134709" y="12667"/>
                  <a:pt x="125801" y="12667"/>
                </a:cubicBezTo>
                <a:cubicBezTo>
                  <a:pt x="117613" y="12667"/>
                  <a:pt x="111627" y="16520"/>
                  <a:pt x="107842" y="24225"/>
                </a:cubicBezTo>
                <a:cubicBezTo>
                  <a:pt x="104057" y="31929"/>
                  <a:pt x="102165" y="43280"/>
                  <a:pt x="102165" y="58278"/>
                </a:cubicBezTo>
                <a:cubicBezTo>
                  <a:pt x="102165" y="69566"/>
                  <a:pt x="103375" y="78637"/>
                  <a:pt x="105795" y="85491"/>
                </a:cubicBezTo>
                <a:cubicBezTo>
                  <a:pt x="109503" y="95953"/>
                  <a:pt x="115836" y="101185"/>
                  <a:pt x="124796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80">
            <a:extLst xmlns:a="http://schemas.openxmlformats.org/drawingml/2006/main">
              <a:ext uri="{FF2B5EF4-FFF2-40B4-BE49-F238E27FC236}">
                <a16:creationId xmlns:a16="http://schemas.microsoft.com/office/drawing/2014/main" id="{D1E95381-A31C-4435-A995-EEBDC49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016" y="103360"/>
            <a:ext cx="164112" cy="113852"/>
          </a:xfrm>
          <a:custGeom xmlns:a="http://schemas.openxmlformats.org/drawingml/2006/main">
            <a:pathLst>
              <a:path w="164112" h="113852">
                <a:moveTo>
                  <a:pt x="37925" y="46499"/>
                </a:moveTo>
                <a:cubicBezTo>
                  <a:pt x="44053" y="46499"/>
                  <a:pt x="48842" y="44791"/>
                  <a:pt x="52292" y="41374"/>
                </a:cubicBezTo>
                <a:cubicBezTo>
                  <a:pt x="55742" y="37958"/>
                  <a:pt x="57467" y="33886"/>
                  <a:pt x="57467" y="29158"/>
                </a:cubicBezTo>
                <a:cubicBezTo>
                  <a:pt x="57467" y="25048"/>
                  <a:pt x="55819" y="21272"/>
                  <a:pt x="52523" y="17830"/>
                </a:cubicBezTo>
                <a:cubicBezTo>
                  <a:pt x="49228" y="14388"/>
                  <a:pt x="44207" y="12667"/>
                  <a:pt x="37462" y="12667"/>
                </a:cubicBezTo>
                <a:cubicBezTo>
                  <a:pt x="30767" y="12667"/>
                  <a:pt x="25927" y="14388"/>
                  <a:pt x="22940" y="17830"/>
                </a:cubicBezTo>
                <a:cubicBezTo>
                  <a:pt x="19954" y="21272"/>
                  <a:pt x="18460" y="25306"/>
                  <a:pt x="18460" y="29931"/>
                </a:cubicBezTo>
                <a:cubicBezTo>
                  <a:pt x="18460" y="35119"/>
                  <a:pt x="20391" y="39177"/>
                  <a:pt x="24253" y="42106"/>
                </a:cubicBezTo>
                <a:cubicBezTo>
                  <a:pt x="28116" y="45034"/>
                  <a:pt x="32673" y="46499"/>
                  <a:pt x="37925" y="46499"/>
                </a:cubicBezTo>
                <a:moveTo>
                  <a:pt x="38775" y="101185"/>
                </a:moveTo>
                <a:cubicBezTo>
                  <a:pt x="45211" y="101185"/>
                  <a:pt x="50554" y="99453"/>
                  <a:pt x="54802" y="95991"/>
                </a:cubicBezTo>
                <a:cubicBezTo>
                  <a:pt x="59050" y="92528"/>
                  <a:pt x="61174" y="87358"/>
                  <a:pt x="61174" y="80482"/>
                </a:cubicBezTo>
                <a:cubicBezTo>
                  <a:pt x="61174" y="73350"/>
                  <a:pt x="58986" y="67938"/>
                  <a:pt x="54609" y="64245"/>
                </a:cubicBezTo>
                <a:cubicBezTo>
                  <a:pt x="50232" y="60550"/>
                  <a:pt x="44619" y="58703"/>
                  <a:pt x="37771" y="58703"/>
                </a:cubicBezTo>
                <a:cubicBezTo>
                  <a:pt x="31128" y="58703"/>
                  <a:pt x="25708" y="60589"/>
                  <a:pt x="21511" y="64361"/>
                </a:cubicBezTo>
                <a:cubicBezTo>
                  <a:pt x="17315" y="68131"/>
                  <a:pt x="15216" y="73351"/>
                  <a:pt x="15216" y="80021"/>
                </a:cubicBezTo>
                <a:cubicBezTo>
                  <a:pt x="15216" y="85767"/>
                  <a:pt x="17134" y="90732"/>
                  <a:pt x="20971" y="94914"/>
                </a:cubicBezTo>
                <a:cubicBezTo>
                  <a:pt x="24807" y="99095"/>
                  <a:pt x="30742" y="101185"/>
                  <a:pt x="38775" y="101185"/>
                </a:cubicBezTo>
                <a:moveTo>
                  <a:pt x="19001" y="51862"/>
                </a:moveTo>
                <a:cubicBezTo>
                  <a:pt x="15139" y="50218"/>
                  <a:pt x="12127" y="48291"/>
                  <a:pt x="9964" y="46084"/>
                </a:cubicBezTo>
                <a:cubicBezTo>
                  <a:pt x="5896" y="41974"/>
                  <a:pt x="3862" y="36630"/>
                  <a:pt x="3862" y="30054"/>
                </a:cubicBezTo>
                <a:cubicBezTo>
                  <a:pt x="3862" y="21834"/>
                  <a:pt x="6849" y="14771"/>
                  <a:pt x="12822" y="8863"/>
                </a:cubicBezTo>
                <a:cubicBezTo>
                  <a:pt x="18795" y="2954"/>
                  <a:pt x="27266" y="0"/>
                  <a:pt x="38234" y="0"/>
                </a:cubicBezTo>
                <a:cubicBezTo>
                  <a:pt x="48842" y="0"/>
                  <a:pt x="57158" y="2787"/>
                  <a:pt x="63183" y="8361"/>
                </a:cubicBezTo>
                <a:cubicBezTo>
                  <a:pt x="69207" y="13935"/>
                  <a:pt x="72220" y="20447"/>
                  <a:pt x="72220" y="27896"/>
                </a:cubicBezTo>
                <a:cubicBezTo>
                  <a:pt x="72220" y="34780"/>
                  <a:pt x="70469" y="40354"/>
                  <a:pt x="66967" y="44618"/>
                </a:cubicBezTo>
                <a:cubicBezTo>
                  <a:pt x="65011" y="47032"/>
                  <a:pt x="61973" y="49395"/>
                  <a:pt x="57853" y="51708"/>
                </a:cubicBezTo>
                <a:cubicBezTo>
                  <a:pt x="62436" y="53816"/>
                  <a:pt x="66041" y="56232"/>
                  <a:pt x="68667" y="58956"/>
                </a:cubicBezTo>
                <a:cubicBezTo>
                  <a:pt x="73559" y="64096"/>
                  <a:pt x="76005" y="70778"/>
                  <a:pt x="76005" y="79002"/>
                </a:cubicBezTo>
                <a:cubicBezTo>
                  <a:pt x="76005" y="88717"/>
                  <a:pt x="72735" y="96954"/>
                  <a:pt x="66195" y="103715"/>
                </a:cubicBezTo>
                <a:cubicBezTo>
                  <a:pt x="59655" y="110473"/>
                  <a:pt x="50412" y="113852"/>
                  <a:pt x="38466" y="113852"/>
                </a:cubicBezTo>
                <a:cubicBezTo>
                  <a:pt x="27704" y="113852"/>
                  <a:pt x="18602" y="110936"/>
                  <a:pt x="11161" y="105102"/>
                </a:cubicBezTo>
                <a:cubicBezTo>
                  <a:pt x="3720" y="99268"/>
                  <a:pt x="0" y="90799"/>
                  <a:pt x="0" y="79695"/>
                </a:cubicBezTo>
                <a:cubicBezTo>
                  <a:pt x="0" y="73168"/>
                  <a:pt x="1596" y="67527"/>
                  <a:pt x="4789" y="62772"/>
                </a:cubicBezTo>
                <a:cubicBezTo>
                  <a:pt x="7982" y="58017"/>
                  <a:pt x="12719" y="54380"/>
                  <a:pt x="19001" y="51862"/>
                </a:cubicBezTo>
                <a:close/>
                <a:moveTo>
                  <a:pt x="125646" y="0"/>
                </a:moveTo>
                <a:cubicBezTo>
                  <a:pt x="139961" y="0"/>
                  <a:pt x="150311" y="5908"/>
                  <a:pt x="156697" y="17724"/>
                </a:cubicBezTo>
                <a:cubicBezTo>
                  <a:pt x="161640" y="26856"/>
                  <a:pt x="164112" y="39369"/>
                  <a:pt x="164112" y="55263"/>
                </a:cubicBezTo>
                <a:cubicBezTo>
                  <a:pt x="164112" y="70330"/>
                  <a:pt x="161872" y="82790"/>
                  <a:pt x="157392" y="92645"/>
                </a:cubicBezTo>
                <a:cubicBezTo>
                  <a:pt x="150904" y="106783"/>
                  <a:pt x="140296" y="113852"/>
                  <a:pt x="125569" y="113852"/>
                </a:cubicBezTo>
                <a:cubicBezTo>
                  <a:pt x="112283" y="113852"/>
                  <a:pt x="102397" y="108073"/>
                  <a:pt x="95908" y="96514"/>
                </a:cubicBezTo>
                <a:cubicBezTo>
                  <a:pt x="90502" y="86866"/>
                  <a:pt x="87798" y="73915"/>
                  <a:pt x="87798" y="57662"/>
                </a:cubicBezTo>
                <a:cubicBezTo>
                  <a:pt x="87798" y="45072"/>
                  <a:pt x="89420" y="34262"/>
                  <a:pt x="92664" y="25231"/>
                </a:cubicBezTo>
                <a:cubicBezTo>
                  <a:pt x="98741" y="8410"/>
                  <a:pt x="109735" y="0"/>
                  <a:pt x="125646" y="0"/>
                </a:cubicBezTo>
                <a:moveTo>
                  <a:pt x="125492" y="101185"/>
                </a:moveTo>
                <a:cubicBezTo>
                  <a:pt x="132701" y="101185"/>
                  <a:pt x="138442" y="97990"/>
                  <a:pt x="142716" y="91600"/>
                </a:cubicBezTo>
                <a:cubicBezTo>
                  <a:pt x="146990" y="85208"/>
                  <a:pt x="149127" y="73303"/>
                  <a:pt x="149127" y="55883"/>
                </a:cubicBezTo>
                <a:cubicBezTo>
                  <a:pt x="149127" y="43308"/>
                  <a:pt x="147582" y="32962"/>
                  <a:pt x="144493" y="24845"/>
                </a:cubicBezTo>
                <a:cubicBezTo>
                  <a:pt x="141403" y="16727"/>
                  <a:pt x="135404" y="12667"/>
                  <a:pt x="126496" y="12667"/>
                </a:cubicBezTo>
                <a:cubicBezTo>
                  <a:pt x="118308" y="12667"/>
                  <a:pt x="112322" y="16520"/>
                  <a:pt x="108537" y="24225"/>
                </a:cubicBezTo>
                <a:cubicBezTo>
                  <a:pt x="104752" y="31929"/>
                  <a:pt x="102860" y="43280"/>
                  <a:pt x="102860" y="58278"/>
                </a:cubicBezTo>
                <a:cubicBezTo>
                  <a:pt x="102860" y="69566"/>
                  <a:pt x="104070" y="78637"/>
                  <a:pt x="106490" y="85491"/>
                </a:cubicBezTo>
                <a:cubicBezTo>
                  <a:pt x="110198" y="95953"/>
                  <a:pt x="116532" y="101185"/>
                  <a:pt x="125492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90">
            <a:extLst xmlns:a="http://schemas.openxmlformats.org/drawingml/2006/main">
              <a:ext uri="{FF2B5EF4-FFF2-40B4-BE49-F238E27FC236}">
                <a16:creationId xmlns:a16="http://schemas.microsoft.com/office/drawing/2014/main" id="{AE58BBE3-F39C-4A78-8815-BEDA3EC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268" y="103360"/>
            <a:ext cx="163571" cy="113852"/>
          </a:xfrm>
          <a:custGeom xmlns:a="http://schemas.openxmlformats.org/drawingml/2006/main">
            <a:pathLst>
              <a:path w="163571" h="113852">
                <a:moveTo>
                  <a:pt x="15371" y="84038"/>
                </a:moveTo>
                <a:cubicBezTo>
                  <a:pt x="15783" y="91710"/>
                  <a:pt x="18744" y="97014"/>
                  <a:pt x="24253" y="99949"/>
                </a:cubicBezTo>
                <a:cubicBezTo>
                  <a:pt x="27086" y="101494"/>
                  <a:pt x="30278" y="102266"/>
                  <a:pt x="33831" y="102266"/>
                </a:cubicBezTo>
                <a:cubicBezTo>
                  <a:pt x="40474" y="102266"/>
                  <a:pt x="46138" y="99499"/>
                  <a:pt x="50824" y="93963"/>
                </a:cubicBezTo>
                <a:cubicBezTo>
                  <a:pt x="55510" y="88427"/>
                  <a:pt x="58831" y="77189"/>
                  <a:pt x="60788" y="60248"/>
                </a:cubicBezTo>
                <a:cubicBezTo>
                  <a:pt x="57699" y="65139"/>
                  <a:pt x="53875" y="68577"/>
                  <a:pt x="49318" y="70559"/>
                </a:cubicBezTo>
                <a:cubicBezTo>
                  <a:pt x="44761" y="72542"/>
                  <a:pt x="39856" y="73533"/>
                  <a:pt x="34604" y="73533"/>
                </a:cubicBezTo>
                <a:cubicBezTo>
                  <a:pt x="23945" y="73533"/>
                  <a:pt x="15512" y="70212"/>
                  <a:pt x="9307" y="63569"/>
                </a:cubicBezTo>
                <a:cubicBezTo>
                  <a:pt x="3102" y="56926"/>
                  <a:pt x="0" y="48378"/>
                  <a:pt x="0" y="37925"/>
                </a:cubicBezTo>
                <a:cubicBezTo>
                  <a:pt x="0" y="27884"/>
                  <a:pt x="3064" y="19053"/>
                  <a:pt x="9192" y="11432"/>
                </a:cubicBezTo>
                <a:cubicBezTo>
                  <a:pt x="15319" y="3811"/>
                  <a:pt x="24356" y="0"/>
                  <a:pt x="36303" y="0"/>
                </a:cubicBezTo>
                <a:cubicBezTo>
                  <a:pt x="52420" y="0"/>
                  <a:pt x="63543" y="7261"/>
                  <a:pt x="69671" y="21782"/>
                </a:cubicBezTo>
                <a:cubicBezTo>
                  <a:pt x="73069" y="29763"/>
                  <a:pt x="74769" y="39753"/>
                  <a:pt x="74769" y="51751"/>
                </a:cubicBezTo>
                <a:cubicBezTo>
                  <a:pt x="74769" y="65294"/>
                  <a:pt x="72735" y="77292"/>
                  <a:pt x="68667" y="87745"/>
                </a:cubicBezTo>
                <a:cubicBezTo>
                  <a:pt x="61921" y="105150"/>
                  <a:pt x="50489" y="113852"/>
                  <a:pt x="34372" y="113852"/>
                </a:cubicBezTo>
                <a:cubicBezTo>
                  <a:pt x="23558" y="113852"/>
                  <a:pt x="15345" y="111020"/>
                  <a:pt x="9732" y="105356"/>
                </a:cubicBezTo>
                <a:cubicBezTo>
                  <a:pt x="4119" y="99692"/>
                  <a:pt x="1313" y="92585"/>
                  <a:pt x="1313" y="84038"/>
                </a:cubicBezTo>
                <a:lnTo>
                  <a:pt x="15371" y="84038"/>
                </a:lnTo>
                <a:moveTo>
                  <a:pt x="36457" y="61329"/>
                </a:moveTo>
                <a:cubicBezTo>
                  <a:pt x="41967" y="61329"/>
                  <a:pt x="47001" y="59514"/>
                  <a:pt x="51558" y="55883"/>
                </a:cubicBezTo>
                <a:cubicBezTo>
                  <a:pt x="56115" y="52253"/>
                  <a:pt x="58394" y="45907"/>
                  <a:pt x="58394" y="36844"/>
                </a:cubicBezTo>
                <a:cubicBezTo>
                  <a:pt x="58394" y="28708"/>
                  <a:pt x="56347" y="22644"/>
                  <a:pt x="52253" y="18654"/>
                </a:cubicBezTo>
                <a:cubicBezTo>
                  <a:pt x="48159" y="14663"/>
                  <a:pt x="42946" y="12667"/>
                  <a:pt x="36612" y="12667"/>
                </a:cubicBezTo>
                <a:cubicBezTo>
                  <a:pt x="29815" y="12667"/>
                  <a:pt x="24421" y="14946"/>
                  <a:pt x="20430" y="19503"/>
                </a:cubicBezTo>
                <a:cubicBezTo>
                  <a:pt x="16439" y="24060"/>
                  <a:pt x="14444" y="30150"/>
                  <a:pt x="14444" y="37771"/>
                </a:cubicBezTo>
                <a:cubicBezTo>
                  <a:pt x="14444" y="44980"/>
                  <a:pt x="16195" y="50708"/>
                  <a:pt x="19696" y="54957"/>
                </a:cubicBezTo>
                <a:cubicBezTo>
                  <a:pt x="23198" y="59205"/>
                  <a:pt x="28785" y="61329"/>
                  <a:pt x="36457" y="61329"/>
                </a:cubicBezTo>
                <a:close/>
                <a:moveTo>
                  <a:pt x="125105" y="0"/>
                </a:moveTo>
                <a:cubicBezTo>
                  <a:pt x="139420" y="0"/>
                  <a:pt x="149770" y="5908"/>
                  <a:pt x="156156" y="17724"/>
                </a:cubicBezTo>
                <a:cubicBezTo>
                  <a:pt x="161099" y="26856"/>
                  <a:pt x="163571" y="39369"/>
                  <a:pt x="163571" y="55263"/>
                </a:cubicBezTo>
                <a:cubicBezTo>
                  <a:pt x="163571" y="70330"/>
                  <a:pt x="161331" y="82790"/>
                  <a:pt x="156851" y="92645"/>
                </a:cubicBezTo>
                <a:cubicBezTo>
                  <a:pt x="150363" y="106783"/>
                  <a:pt x="139755" y="113852"/>
                  <a:pt x="125028" y="113852"/>
                </a:cubicBezTo>
                <a:cubicBezTo>
                  <a:pt x="111742" y="113852"/>
                  <a:pt x="101856" y="108073"/>
                  <a:pt x="95367" y="96514"/>
                </a:cubicBezTo>
                <a:cubicBezTo>
                  <a:pt x="89961" y="86866"/>
                  <a:pt x="87257" y="73915"/>
                  <a:pt x="87257" y="57662"/>
                </a:cubicBezTo>
                <a:cubicBezTo>
                  <a:pt x="87257" y="45072"/>
                  <a:pt x="88879" y="34262"/>
                  <a:pt x="92123" y="25231"/>
                </a:cubicBezTo>
                <a:cubicBezTo>
                  <a:pt x="98200" y="8410"/>
                  <a:pt x="109194" y="0"/>
                  <a:pt x="125105" y="0"/>
                </a:cubicBezTo>
                <a:moveTo>
                  <a:pt x="124951" y="101185"/>
                </a:moveTo>
                <a:cubicBezTo>
                  <a:pt x="132160" y="101185"/>
                  <a:pt x="137901" y="97990"/>
                  <a:pt x="142175" y="91600"/>
                </a:cubicBezTo>
                <a:cubicBezTo>
                  <a:pt x="146449" y="85208"/>
                  <a:pt x="148586" y="73303"/>
                  <a:pt x="148586" y="55883"/>
                </a:cubicBezTo>
                <a:cubicBezTo>
                  <a:pt x="148586" y="43308"/>
                  <a:pt x="147041" y="32962"/>
                  <a:pt x="143952" y="24845"/>
                </a:cubicBezTo>
                <a:cubicBezTo>
                  <a:pt x="140862" y="16727"/>
                  <a:pt x="134863" y="12667"/>
                  <a:pt x="125955" y="12667"/>
                </a:cubicBezTo>
                <a:cubicBezTo>
                  <a:pt x="117767" y="12667"/>
                  <a:pt x="111781" y="16520"/>
                  <a:pt x="107996" y="24225"/>
                </a:cubicBezTo>
                <a:cubicBezTo>
                  <a:pt x="104212" y="31929"/>
                  <a:pt x="102319" y="43280"/>
                  <a:pt x="102319" y="58278"/>
                </a:cubicBezTo>
                <a:cubicBezTo>
                  <a:pt x="102319" y="69566"/>
                  <a:pt x="103529" y="78637"/>
                  <a:pt x="105949" y="85491"/>
                </a:cubicBezTo>
                <a:cubicBezTo>
                  <a:pt x="109657" y="95953"/>
                  <a:pt x="115991" y="101185"/>
                  <a:pt x="124951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100">
            <a:extLst xmlns:a="http://schemas.openxmlformats.org/drawingml/2006/main">
              <a:ext uri="{FF2B5EF4-FFF2-40B4-BE49-F238E27FC236}">
                <a16:creationId xmlns:a16="http://schemas.microsoft.com/office/drawing/2014/main" id="{816ABA69-3800-4D18-A71F-3927A7C4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662" y="103360"/>
            <a:ext cx="242023" cy="113852"/>
          </a:xfrm>
          <a:custGeom xmlns:a="http://schemas.openxmlformats.org/drawingml/2006/main">
            <a:pathLst>
              <a:path w="242023" h="113852">
                <a:moveTo>
                  <a:pt x="0" y="32441"/>
                </a:moveTo>
                <a:lnTo>
                  <a:pt x="0" y="21782"/>
                </a:lnTo>
                <a:cubicBezTo>
                  <a:pt x="10041" y="20803"/>
                  <a:pt x="17044" y="19168"/>
                  <a:pt x="21009" y="16877"/>
                </a:cubicBezTo>
                <a:cubicBezTo>
                  <a:pt x="24974" y="14586"/>
                  <a:pt x="27935" y="9166"/>
                  <a:pt x="29892" y="618"/>
                </a:cubicBezTo>
                <a:lnTo>
                  <a:pt x="40860" y="618"/>
                </a:lnTo>
                <a:lnTo>
                  <a:pt x="40860" y="110763"/>
                </a:lnTo>
                <a:lnTo>
                  <a:pt x="26030" y="110763"/>
                </a:lnTo>
                <a:lnTo>
                  <a:pt x="26030" y="32441"/>
                </a:lnTo>
                <a:lnTo>
                  <a:pt x="0" y="32441"/>
                </a:lnTo>
                <a:close/>
                <a:moveTo>
                  <a:pt x="115605" y="0"/>
                </a:moveTo>
                <a:cubicBezTo>
                  <a:pt x="129920" y="0"/>
                  <a:pt x="140270" y="5908"/>
                  <a:pt x="146655" y="17724"/>
                </a:cubicBezTo>
                <a:cubicBezTo>
                  <a:pt x="151599" y="26856"/>
                  <a:pt x="154070" y="39369"/>
                  <a:pt x="154070" y="55263"/>
                </a:cubicBezTo>
                <a:cubicBezTo>
                  <a:pt x="154070" y="70330"/>
                  <a:pt x="151831" y="82790"/>
                  <a:pt x="147351" y="92645"/>
                </a:cubicBezTo>
                <a:cubicBezTo>
                  <a:pt x="140862" y="106783"/>
                  <a:pt x="130255" y="113852"/>
                  <a:pt x="115528" y="113852"/>
                </a:cubicBezTo>
                <a:cubicBezTo>
                  <a:pt x="102242" y="113852"/>
                  <a:pt x="92355" y="108073"/>
                  <a:pt x="85867" y="96514"/>
                </a:cubicBezTo>
                <a:cubicBezTo>
                  <a:pt x="80460" y="86866"/>
                  <a:pt x="77757" y="73915"/>
                  <a:pt x="77757" y="57662"/>
                </a:cubicBezTo>
                <a:cubicBezTo>
                  <a:pt x="77757" y="45072"/>
                  <a:pt x="79379" y="34262"/>
                  <a:pt x="82623" y="25231"/>
                </a:cubicBezTo>
                <a:cubicBezTo>
                  <a:pt x="88699" y="8410"/>
                  <a:pt x="99693" y="0"/>
                  <a:pt x="115605" y="0"/>
                </a:cubicBezTo>
                <a:moveTo>
                  <a:pt x="115450" y="101185"/>
                </a:moveTo>
                <a:cubicBezTo>
                  <a:pt x="122659" y="101185"/>
                  <a:pt x="128401" y="97990"/>
                  <a:pt x="132675" y="91600"/>
                </a:cubicBezTo>
                <a:cubicBezTo>
                  <a:pt x="136949" y="85208"/>
                  <a:pt x="139086" y="73303"/>
                  <a:pt x="139086" y="55883"/>
                </a:cubicBezTo>
                <a:cubicBezTo>
                  <a:pt x="139086" y="43308"/>
                  <a:pt x="137541" y="32962"/>
                  <a:pt x="134451" y="24845"/>
                </a:cubicBezTo>
                <a:cubicBezTo>
                  <a:pt x="131362" y="16727"/>
                  <a:pt x="125363" y="12667"/>
                  <a:pt x="116454" y="12667"/>
                </a:cubicBezTo>
                <a:cubicBezTo>
                  <a:pt x="108267" y="12667"/>
                  <a:pt x="102281" y="16520"/>
                  <a:pt x="98496" y="24225"/>
                </a:cubicBezTo>
                <a:cubicBezTo>
                  <a:pt x="94711" y="31929"/>
                  <a:pt x="92819" y="43280"/>
                  <a:pt x="92819" y="58278"/>
                </a:cubicBezTo>
                <a:cubicBezTo>
                  <a:pt x="92819" y="69566"/>
                  <a:pt x="94029" y="78637"/>
                  <a:pt x="96449" y="85491"/>
                </a:cubicBezTo>
                <a:cubicBezTo>
                  <a:pt x="100157" y="95953"/>
                  <a:pt x="106490" y="101185"/>
                  <a:pt x="115450" y="101185"/>
                </a:cubicBezTo>
                <a:close/>
                <a:moveTo>
                  <a:pt x="203557" y="0"/>
                </a:moveTo>
                <a:cubicBezTo>
                  <a:pt x="217872" y="0"/>
                  <a:pt x="228223" y="5908"/>
                  <a:pt x="234608" y="17724"/>
                </a:cubicBezTo>
                <a:cubicBezTo>
                  <a:pt x="239551" y="26856"/>
                  <a:pt x="242023" y="39369"/>
                  <a:pt x="242023" y="55263"/>
                </a:cubicBezTo>
                <a:cubicBezTo>
                  <a:pt x="242023" y="70330"/>
                  <a:pt x="239783" y="82790"/>
                  <a:pt x="235303" y="92645"/>
                </a:cubicBezTo>
                <a:cubicBezTo>
                  <a:pt x="228815" y="106783"/>
                  <a:pt x="218207" y="113852"/>
                  <a:pt x="203480" y="113852"/>
                </a:cubicBezTo>
                <a:cubicBezTo>
                  <a:pt x="190195" y="113852"/>
                  <a:pt x="180308" y="108073"/>
                  <a:pt x="173820" y="96514"/>
                </a:cubicBezTo>
                <a:cubicBezTo>
                  <a:pt x="168413" y="86866"/>
                  <a:pt x="165709" y="73915"/>
                  <a:pt x="165709" y="57662"/>
                </a:cubicBezTo>
                <a:cubicBezTo>
                  <a:pt x="165709" y="45072"/>
                  <a:pt x="167331" y="34262"/>
                  <a:pt x="170576" y="25231"/>
                </a:cubicBezTo>
                <a:cubicBezTo>
                  <a:pt x="176652" y="8410"/>
                  <a:pt x="187646" y="0"/>
                  <a:pt x="203557" y="0"/>
                </a:cubicBezTo>
                <a:moveTo>
                  <a:pt x="203403" y="101185"/>
                </a:moveTo>
                <a:cubicBezTo>
                  <a:pt x="210612" y="101185"/>
                  <a:pt x="216353" y="97990"/>
                  <a:pt x="220627" y="91600"/>
                </a:cubicBezTo>
                <a:cubicBezTo>
                  <a:pt x="224901" y="85208"/>
                  <a:pt x="227038" y="73303"/>
                  <a:pt x="227038" y="55883"/>
                </a:cubicBezTo>
                <a:cubicBezTo>
                  <a:pt x="227038" y="43308"/>
                  <a:pt x="225493" y="32962"/>
                  <a:pt x="222404" y="24845"/>
                </a:cubicBezTo>
                <a:cubicBezTo>
                  <a:pt x="219314" y="16727"/>
                  <a:pt x="213315" y="12667"/>
                  <a:pt x="204407" y="12667"/>
                </a:cubicBezTo>
                <a:cubicBezTo>
                  <a:pt x="196219" y="12667"/>
                  <a:pt x="190233" y="16520"/>
                  <a:pt x="186448" y="24225"/>
                </a:cubicBezTo>
                <a:cubicBezTo>
                  <a:pt x="182664" y="31929"/>
                  <a:pt x="180771" y="43280"/>
                  <a:pt x="180771" y="58278"/>
                </a:cubicBezTo>
                <a:cubicBezTo>
                  <a:pt x="180771" y="69566"/>
                  <a:pt x="181981" y="78637"/>
                  <a:pt x="184402" y="85491"/>
                </a:cubicBezTo>
                <a:cubicBezTo>
                  <a:pt x="188109" y="95953"/>
                  <a:pt x="194443" y="101185"/>
                  <a:pt x="203403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70DBC-B25B-4B4A-B866-76AEEE07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09" y="350798"/>
            <a:ext cx="4719866" cy="10"/>
          </a:xfrm>
          <a:custGeom xmlns:a="http://schemas.openxmlformats.org/drawingml/2006/main">
            <a:pathLst>
              <a:path w="4719866" h="1" fill="none">
                <a:moveTo>
                  <a:pt x="0" y="0"/>
                </a:moveTo>
                <a:lnTo>
                  <a:pt x="47198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4CC8D-B42B-48E7-9EC7-A62DE41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09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B0AC0-5EE1-4596-BB95-4BF760F7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587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C17D2-47DB-4B67-9DE1-E8543EC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764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B1239-BA08-4102-875E-BCAE6D7C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278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12897-BF0A-4A0A-BEAC-3CBA81E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56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9B7A6-7B5C-45B1-8C21-7DCBC70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634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C4871-7DF6-47D0-9656-25B14582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90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A57C1-5BC5-4A7C-86FB-9A15A84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167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C1845-0C9D-40F3-B35D-AEE44CB5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504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3FE3C9-571C-44F2-82E4-F5C6FEA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859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43801-4283-49EE-A7C4-D781739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037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96D80-37F0-4AA1-9ADD-A630C6E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15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22D89-83A1-432D-8944-5BBC16D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729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4102E-30B2-4E92-89CA-D6B5D7B2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07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A86FC-E2FD-4D6B-9C33-933244E7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85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F9C0D-ABD0-4A46-BEA7-475D14C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440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7C218-D98F-4EFE-B916-80DCDACF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776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30F52-24BC-45B6-A0B5-A141F25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954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56623-B539-43FE-948A-EC4848B8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310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2F587-218F-4303-ACB6-7E8DF01A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488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CD0EB-398B-4D00-B015-2990FD07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824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A4DA7-7842-4272-9BDA-8F4368E4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179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C22B1-BA6F-487E-9096-D4A512C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357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2CB48-37F2-42D1-9C96-76283B0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535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C9B63-22AB-449F-838E-F0892556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049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5C166-84D6-4CEC-9D65-7A9248FE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227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0E116-4A78-4993-8F6F-01C95075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405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79FF38-0AC6-4E4B-818C-A7083061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60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55276-64B3-4368-9A5C-6877D1EA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96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BCAD4-4ECE-443F-AA61-12178304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274" y="322324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284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57" name="Text usersuccessratio">
            <a:extLst xmlns:a="http://schemas.openxmlformats.org/drawingml/2006/main">
              <a:ext uri="{FF2B5EF4-FFF2-40B4-BE49-F238E27FC236}">
                <a16:creationId xmlns:a16="http://schemas.microsoft.com/office/drawing/2014/main" id="{AFDCE4EF-40FF-4A90-9763-8F33B0DA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0" y="961517"/>
            <a:ext cx="1508284" cy="140145"/>
          </a:xfrm>
          <a:custGeom xmlns:a="http://schemas.openxmlformats.org/drawingml/2006/main">
            <a:pathLst>
              <a:path w="1508284" h="140145">
                <a:moveTo>
                  <a:pt x="17055" y="36890"/>
                </a:moveTo>
                <a:lnTo>
                  <a:pt x="17055" y="102861"/>
                </a:lnTo>
                <a:cubicBezTo>
                  <a:pt x="17055" y="107934"/>
                  <a:pt x="17858" y="112079"/>
                  <a:pt x="19465" y="115296"/>
                </a:cubicBezTo>
                <a:cubicBezTo>
                  <a:pt x="22431" y="121234"/>
                  <a:pt x="27961" y="124203"/>
                  <a:pt x="36056" y="124203"/>
                </a:cubicBezTo>
                <a:cubicBezTo>
                  <a:pt x="47673" y="124203"/>
                  <a:pt x="55582" y="119006"/>
                  <a:pt x="59784" y="108614"/>
                </a:cubicBezTo>
                <a:cubicBezTo>
                  <a:pt x="62070" y="103046"/>
                  <a:pt x="63214" y="95407"/>
                  <a:pt x="63214" y="85696"/>
                </a:cubicBezTo>
                <a:lnTo>
                  <a:pt x="63214" y="36890"/>
                </a:lnTo>
                <a:lnTo>
                  <a:pt x="79897" y="36890"/>
                </a:lnTo>
                <a:lnTo>
                  <a:pt x="79897" y="136252"/>
                </a:lnTo>
                <a:lnTo>
                  <a:pt x="64140" y="136252"/>
                </a:lnTo>
                <a:lnTo>
                  <a:pt x="64326" y="121604"/>
                </a:lnTo>
                <a:cubicBezTo>
                  <a:pt x="62163" y="125395"/>
                  <a:pt x="59475" y="128595"/>
                  <a:pt x="56262" y="131203"/>
                </a:cubicBezTo>
                <a:cubicBezTo>
                  <a:pt x="49897" y="136423"/>
                  <a:pt x="42173" y="139033"/>
                  <a:pt x="33090" y="139033"/>
                </a:cubicBezTo>
                <a:cubicBezTo>
                  <a:pt x="18939" y="139033"/>
                  <a:pt x="9300" y="134297"/>
                  <a:pt x="4171" y="124825"/>
                </a:cubicBezTo>
                <a:cubicBezTo>
                  <a:pt x="1390" y="119749"/>
                  <a:pt x="0" y="112970"/>
                  <a:pt x="0" y="104489"/>
                </a:cubicBezTo>
                <a:lnTo>
                  <a:pt x="0" y="36890"/>
                </a:lnTo>
                <a:lnTo>
                  <a:pt x="17055" y="36890"/>
                </a:lnTo>
                <a:moveTo>
                  <a:pt x="39949" y="34480"/>
                </a:moveTo>
                <a:lnTo>
                  <a:pt x="39949" y="34480"/>
                </a:lnTo>
                <a:close/>
                <a:moveTo>
                  <a:pt x="115832" y="105109"/>
                </a:moveTo>
                <a:cubicBezTo>
                  <a:pt x="116326" y="110695"/>
                  <a:pt x="117716" y="114978"/>
                  <a:pt x="120003" y="117958"/>
                </a:cubicBezTo>
                <a:cubicBezTo>
                  <a:pt x="124205" y="123357"/>
                  <a:pt x="131496" y="126056"/>
                  <a:pt x="141877" y="126056"/>
                </a:cubicBezTo>
                <a:cubicBezTo>
                  <a:pt x="148056" y="126056"/>
                  <a:pt x="153494" y="124709"/>
                  <a:pt x="158190" y="122016"/>
                </a:cubicBezTo>
                <a:cubicBezTo>
                  <a:pt x="162887" y="119320"/>
                  <a:pt x="165235" y="115153"/>
                  <a:pt x="165235" y="109514"/>
                </a:cubicBezTo>
                <a:cubicBezTo>
                  <a:pt x="165235" y="105239"/>
                  <a:pt x="163350" y="101986"/>
                  <a:pt x="159581" y="99756"/>
                </a:cubicBezTo>
                <a:cubicBezTo>
                  <a:pt x="157171" y="98393"/>
                  <a:pt x="152413" y="96814"/>
                  <a:pt x="145307" y="95020"/>
                </a:cubicBezTo>
                <a:lnTo>
                  <a:pt x="132052" y="91678"/>
                </a:lnTo>
                <a:cubicBezTo>
                  <a:pt x="123587" y="89573"/>
                  <a:pt x="117346" y="87221"/>
                  <a:pt x="113329" y="84622"/>
                </a:cubicBezTo>
                <a:cubicBezTo>
                  <a:pt x="106161" y="80103"/>
                  <a:pt x="102577" y="73851"/>
                  <a:pt x="102577" y="65864"/>
                </a:cubicBezTo>
                <a:cubicBezTo>
                  <a:pt x="102577" y="56456"/>
                  <a:pt x="105960" y="48843"/>
                  <a:pt x="112727" y="43025"/>
                </a:cubicBezTo>
                <a:cubicBezTo>
                  <a:pt x="119493" y="37205"/>
                  <a:pt x="128592" y="34295"/>
                  <a:pt x="140023" y="34295"/>
                </a:cubicBezTo>
                <a:cubicBezTo>
                  <a:pt x="154977" y="34295"/>
                  <a:pt x="165760" y="38682"/>
                  <a:pt x="172372" y="47457"/>
                </a:cubicBezTo>
                <a:cubicBezTo>
                  <a:pt x="176512" y="53018"/>
                  <a:pt x="178520" y="59012"/>
                  <a:pt x="178396" y="65438"/>
                </a:cubicBezTo>
                <a:lnTo>
                  <a:pt x="162639" y="65438"/>
                </a:lnTo>
                <a:cubicBezTo>
                  <a:pt x="162330" y="61709"/>
                  <a:pt x="161002" y="58317"/>
                  <a:pt x="158654" y="55263"/>
                </a:cubicBezTo>
                <a:cubicBezTo>
                  <a:pt x="154823" y="50924"/>
                  <a:pt x="148180" y="48754"/>
                  <a:pt x="138726" y="48754"/>
                </a:cubicBezTo>
                <a:cubicBezTo>
                  <a:pt x="132423" y="48754"/>
                  <a:pt x="127650" y="49954"/>
                  <a:pt x="124405" y="52355"/>
                </a:cubicBezTo>
                <a:cubicBezTo>
                  <a:pt x="121161" y="54753"/>
                  <a:pt x="119539" y="57921"/>
                  <a:pt x="119539" y="61858"/>
                </a:cubicBezTo>
                <a:cubicBezTo>
                  <a:pt x="119539" y="66164"/>
                  <a:pt x="121671" y="69609"/>
                  <a:pt x="125935" y="72193"/>
                </a:cubicBezTo>
                <a:cubicBezTo>
                  <a:pt x="128406" y="73730"/>
                  <a:pt x="132052" y="75086"/>
                  <a:pt x="136872" y="76262"/>
                </a:cubicBezTo>
                <a:lnTo>
                  <a:pt x="147902" y="78956"/>
                </a:lnTo>
                <a:cubicBezTo>
                  <a:pt x="159890" y="81866"/>
                  <a:pt x="167923" y="84683"/>
                  <a:pt x="172001" y="87405"/>
                </a:cubicBezTo>
                <a:cubicBezTo>
                  <a:pt x="178489" y="91677"/>
                  <a:pt x="181733" y="98393"/>
                  <a:pt x="181733" y="107553"/>
                </a:cubicBezTo>
                <a:cubicBezTo>
                  <a:pt x="181733" y="116405"/>
                  <a:pt x="178381" y="124050"/>
                  <a:pt x="171677" y="130488"/>
                </a:cubicBezTo>
                <a:cubicBezTo>
                  <a:pt x="164972" y="136926"/>
                  <a:pt x="154761" y="140145"/>
                  <a:pt x="141043" y="140145"/>
                </a:cubicBezTo>
                <a:cubicBezTo>
                  <a:pt x="126275" y="140145"/>
                  <a:pt x="115816" y="136784"/>
                  <a:pt x="109668" y="130062"/>
                </a:cubicBezTo>
                <a:cubicBezTo>
                  <a:pt x="103520" y="123340"/>
                  <a:pt x="100229" y="115023"/>
                  <a:pt x="99797" y="105109"/>
                </a:cubicBezTo>
                <a:lnTo>
                  <a:pt x="115832" y="105109"/>
                </a:lnTo>
                <a:moveTo>
                  <a:pt x="140487" y="34480"/>
                </a:moveTo>
                <a:lnTo>
                  <a:pt x="140487" y="34480"/>
                </a:lnTo>
                <a:close/>
                <a:moveTo>
                  <a:pt x="242166" y="34665"/>
                </a:moveTo>
                <a:cubicBezTo>
                  <a:pt x="249210" y="34665"/>
                  <a:pt x="256038" y="36318"/>
                  <a:pt x="262650" y="39624"/>
                </a:cubicBezTo>
                <a:cubicBezTo>
                  <a:pt x="269262" y="42930"/>
                  <a:pt x="274298" y="47208"/>
                  <a:pt x="277758" y="52459"/>
                </a:cubicBezTo>
                <a:cubicBezTo>
                  <a:pt x="281095" y="57464"/>
                  <a:pt x="283320" y="63302"/>
                  <a:pt x="284432" y="69974"/>
                </a:cubicBezTo>
                <a:cubicBezTo>
                  <a:pt x="285421" y="74547"/>
                  <a:pt x="285915" y="81871"/>
                  <a:pt x="285915" y="91947"/>
                </a:cubicBezTo>
                <a:lnTo>
                  <a:pt x="213155" y="91947"/>
                </a:lnTo>
                <a:cubicBezTo>
                  <a:pt x="213464" y="102019"/>
                  <a:pt x="215843" y="110098"/>
                  <a:pt x="220292" y="116185"/>
                </a:cubicBezTo>
                <a:cubicBezTo>
                  <a:pt x="224741" y="122272"/>
                  <a:pt x="231631" y="125315"/>
                  <a:pt x="240961" y="125315"/>
                </a:cubicBezTo>
                <a:cubicBezTo>
                  <a:pt x="249674" y="125315"/>
                  <a:pt x="256626" y="122468"/>
                  <a:pt x="261816" y="116773"/>
                </a:cubicBezTo>
                <a:cubicBezTo>
                  <a:pt x="264782" y="113467"/>
                  <a:pt x="266883" y="109641"/>
                  <a:pt x="268119" y="105294"/>
                </a:cubicBezTo>
                <a:lnTo>
                  <a:pt x="284525" y="105294"/>
                </a:lnTo>
                <a:cubicBezTo>
                  <a:pt x="284092" y="108921"/>
                  <a:pt x="282656" y="112962"/>
                  <a:pt x="280215" y="117419"/>
                </a:cubicBezTo>
                <a:cubicBezTo>
                  <a:pt x="277774" y="121874"/>
                  <a:pt x="275040" y="125515"/>
                  <a:pt x="272012" y="128342"/>
                </a:cubicBezTo>
                <a:cubicBezTo>
                  <a:pt x="266945" y="133260"/>
                  <a:pt x="260673" y="136579"/>
                  <a:pt x="253196" y="138300"/>
                </a:cubicBezTo>
                <a:cubicBezTo>
                  <a:pt x="249180" y="139283"/>
                  <a:pt x="244638" y="139774"/>
                  <a:pt x="239571" y="139774"/>
                </a:cubicBezTo>
                <a:cubicBezTo>
                  <a:pt x="227212" y="139774"/>
                  <a:pt x="216739" y="135275"/>
                  <a:pt x="208149" y="126276"/>
                </a:cubicBezTo>
                <a:cubicBezTo>
                  <a:pt x="199560" y="117278"/>
                  <a:pt x="195266" y="104676"/>
                  <a:pt x="195266" y="88471"/>
                </a:cubicBezTo>
                <a:cubicBezTo>
                  <a:pt x="195266" y="72515"/>
                  <a:pt x="199591" y="59559"/>
                  <a:pt x="208242" y="49603"/>
                </a:cubicBezTo>
                <a:cubicBezTo>
                  <a:pt x="216893" y="39645"/>
                  <a:pt x="228201" y="34665"/>
                  <a:pt x="242166" y="34665"/>
                </a:cubicBezTo>
                <a:moveTo>
                  <a:pt x="268768" y="78600"/>
                </a:moveTo>
                <a:cubicBezTo>
                  <a:pt x="268088" y="71347"/>
                  <a:pt x="266512" y="65551"/>
                  <a:pt x="264041" y="61212"/>
                </a:cubicBezTo>
                <a:cubicBezTo>
                  <a:pt x="259468" y="53154"/>
                  <a:pt x="251837" y="49125"/>
                  <a:pt x="241147" y="49125"/>
                </a:cubicBezTo>
                <a:cubicBezTo>
                  <a:pt x="233484" y="49125"/>
                  <a:pt x="227058" y="51899"/>
                  <a:pt x="221867" y="57447"/>
                </a:cubicBezTo>
                <a:cubicBezTo>
                  <a:pt x="216677" y="62994"/>
                  <a:pt x="213927" y="70045"/>
                  <a:pt x="213618" y="78600"/>
                </a:cubicBezTo>
                <a:lnTo>
                  <a:pt x="268768" y="78600"/>
                </a:lnTo>
                <a:moveTo>
                  <a:pt x="240590" y="34480"/>
                </a:moveTo>
                <a:lnTo>
                  <a:pt x="240590" y="34480"/>
                </a:lnTo>
                <a:close/>
                <a:moveTo>
                  <a:pt x="306834" y="36890"/>
                </a:moveTo>
                <a:lnTo>
                  <a:pt x="322684" y="36890"/>
                </a:lnTo>
                <a:lnTo>
                  <a:pt x="322684" y="54130"/>
                </a:lnTo>
                <a:cubicBezTo>
                  <a:pt x="323981" y="50778"/>
                  <a:pt x="327163" y="46696"/>
                  <a:pt x="332230" y="41884"/>
                </a:cubicBezTo>
                <a:cubicBezTo>
                  <a:pt x="337297" y="37072"/>
                  <a:pt x="343137" y="34665"/>
                  <a:pt x="349749" y="34665"/>
                </a:cubicBezTo>
                <a:cubicBezTo>
                  <a:pt x="350058" y="34665"/>
                  <a:pt x="350583" y="34703"/>
                  <a:pt x="351324" y="34778"/>
                </a:cubicBezTo>
                <a:cubicBezTo>
                  <a:pt x="352066" y="34852"/>
                  <a:pt x="353333" y="35000"/>
                  <a:pt x="355124" y="35222"/>
                </a:cubicBezTo>
                <a:lnTo>
                  <a:pt x="355124" y="52832"/>
                </a:lnTo>
                <a:cubicBezTo>
                  <a:pt x="354136" y="52610"/>
                  <a:pt x="353224" y="52463"/>
                  <a:pt x="352390" y="52389"/>
                </a:cubicBezTo>
                <a:cubicBezTo>
                  <a:pt x="351556" y="52314"/>
                  <a:pt x="350645" y="52276"/>
                  <a:pt x="349656" y="52276"/>
                </a:cubicBezTo>
                <a:cubicBezTo>
                  <a:pt x="341252" y="52276"/>
                  <a:pt x="334795" y="54995"/>
                  <a:pt x="330284" y="60433"/>
                </a:cubicBezTo>
                <a:cubicBezTo>
                  <a:pt x="325773" y="65871"/>
                  <a:pt x="323518" y="72112"/>
                  <a:pt x="323518" y="79156"/>
                </a:cubicBezTo>
                <a:lnTo>
                  <a:pt x="323518" y="136252"/>
                </a:lnTo>
                <a:lnTo>
                  <a:pt x="306834" y="136252"/>
                </a:lnTo>
                <a:lnTo>
                  <a:pt x="306834" y="36890"/>
                </a:lnTo>
                <a:close/>
                <a:moveTo>
                  <a:pt x="432272" y="105109"/>
                </a:moveTo>
                <a:cubicBezTo>
                  <a:pt x="432766" y="110695"/>
                  <a:pt x="434156" y="114978"/>
                  <a:pt x="436443" y="117958"/>
                </a:cubicBezTo>
                <a:cubicBezTo>
                  <a:pt x="440645" y="123357"/>
                  <a:pt x="447936" y="126056"/>
                  <a:pt x="458317" y="126056"/>
                </a:cubicBezTo>
                <a:cubicBezTo>
                  <a:pt x="464496" y="126056"/>
                  <a:pt x="469934" y="124709"/>
                  <a:pt x="474630" y="122016"/>
                </a:cubicBezTo>
                <a:cubicBezTo>
                  <a:pt x="479327" y="119320"/>
                  <a:pt x="481675" y="115153"/>
                  <a:pt x="481675" y="109514"/>
                </a:cubicBezTo>
                <a:cubicBezTo>
                  <a:pt x="481675" y="105239"/>
                  <a:pt x="479790" y="101986"/>
                  <a:pt x="476021" y="99756"/>
                </a:cubicBezTo>
                <a:cubicBezTo>
                  <a:pt x="473611" y="98393"/>
                  <a:pt x="468853" y="96814"/>
                  <a:pt x="461747" y="95020"/>
                </a:cubicBezTo>
                <a:lnTo>
                  <a:pt x="448492" y="91678"/>
                </a:lnTo>
                <a:cubicBezTo>
                  <a:pt x="440027" y="89573"/>
                  <a:pt x="433786" y="87221"/>
                  <a:pt x="429769" y="84622"/>
                </a:cubicBezTo>
                <a:cubicBezTo>
                  <a:pt x="422601" y="80103"/>
                  <a:pt x="419017" y="73851"/>
                  <a:pt x="419017" y="65864"/>
                </a:cubicBezTo>
                <a:cubicBezTo>
                  <a:pt x="419017" y="56456"/>
                  <a:pt x="422400" y="48843"/>
                  <a:pt x="429167" y="43025"/>
                </a:cubicBezTo>
                <a:cubicBezTo>
                  <a:pt x="435933" y="37205"/>
                  <a:pt x="445032" y="34295"/>
                  <a:pt x="456463" y="34295"/>
                </a:cubicBezTo>
                <a:cubicBezTo>
                  <a:pt x="471417" y="34295"/>
                  <a:pt x="482200" y="38682"/>
                  <a:pt x="488812" y="47457"/>
                </a:cubicBezTo>
                <a:cubicBezTo>
                  <a:pt x="492952" y="53018"/>
                  <a:pt x="494960" y="59012"/>
                  <a:pt x="494836" y="65438"/>
                </a:cubicBezTo>
                <a:lnTo>
                  <a:pt x="479079" y="65438"/>
                </a:lnTo>
                <a:cubicBezTo>
                  <a:pt x="478770" y="61709"/>
                  <a:pt x="477442" y="58317"/>
                  <a:pt x="475094" y="55263"/>
                </a:cubicBezTo>
                <a:cubicBezTo>
                  <a:pt x="471263" y="50924"/>
                  <a:pt x="464620" y="48754"/>
                  <a:pt x="455166" y="48754"/>
                </a:cubicBezTo>
                <a:cubicBezTo>
                  <a:pt x="448863" y="48754"/>
                  <a:pt x="444089" y="49954"/>
                  <a:pt x="440845" y="52355"/>
                </a:cubicBezTo>
                <a:cubicBezTo>
                  <a:pt x="437601" y="54753"/>
                  <a:pt x="435979" y="57921"/>
                  <a:pt x="435979" y="61858"/>
                </a:cubicBezTo>
                <a:cubicBezTo>
                  <a:pt x="435979" y="66164"/>
                  <a:pt x="438111" y="69609"/>
                  <a:pt x="442375" y="72193"/>
                </a:cubicBezTo>
                <a:cubicBezTo>
                  <a:pt x="444846" y="73730"/>
                  <a:pt x="448492" y="75086"/>
                  <a:pt x="453312" y="76262"/>
                </a:cubicBezTo>
                <a:lnTo>
                  <a:pt x="464342" y="78956"/>
                </a:lnTo>
                <a:cubicBezTo>
                  <a:pt x="476330" y="81866"/>
                  <a:pt x="484363" y="84683"/>
                  <a:pt x="488441" y="87405"/>
                </a:cubicBezTo>
                <a:cubicBezTo>
                  <a:pt x="494929" y="91677"/>
                  <a:pt x="498173" y="98393"/>
                  <a:pt x="498173" y="107553"/>
                </a:cubicBezTo>
                <a:cubicBezTo>
                  <a:pt x="498173" y="116405"/>
                  <a:pt x="494821" y="124050"/>
                  <a:pt x="488116" y="130488"/>
                </a:cubicBezTo>
                <a:cubicBezTo>
                  <a:pt x="481412" y="136926"/>
                  <a:pt x="471201" y="140145"/>
                  <a:pt x="457483" y="140145"/>
                </a:cubicBezTo>
                <a:cubicBezTo>
                  <a:pt x="442715" y="140145"/>
                  <a:pt x="432256" y="136784"/>
                  <a:pt x="426108" y="130062"/>
                </a:cubicBezTo>
                <a:cubicBezTo>
                  <a:pt x="419960" y="123340"/>
                  <a:pt x="416669" y="115023"/>
                  <a:pt x="416237" y="105109"/>
                </a:cubicBezTo>
                <a:lnTo>
                  <a:pt x="432272" y="105109"/>
                </a:lnTo>
                <a:moveTo>
                  <a:pt x="456927" y="34480"/>
                </a:moveTo>
                <a:lnTo>
                  <a:pt x="456927" y="34480"/>
                </a:lnTo>
                <a:close/>
                <a:moveTo>
                  <a:pt x="533951" y="36890"/>
                </a:moveTo>
                <a:lnTo>
                  <a:pt x="533951" y="102861"/>
                </a:lnTo>
                <a:cubicBezTo>
                  <a:pt x="533951" y="107934"/>
                  <a:pt x="534754" y="112079"/>
                  <a:pt x="536361" y="115296"/>
                </a:cubicBezTo>
                <a:cubicBezTo>
                  <a:pt x="539327" y="121234"/>
                  <a:pt x="544857" y="124203"/>
                  <a:pt x="552952" y="124203"/>
                </a:cubicBezTo>
                <a:cubicBezTo>
                  <a:pt x="564569" y="124203"/>
                  <a:pt x="572478" y="119006"/>
                  <a:pt x="576680" y="108614"/>
                </a:cubicBezTo>
                <a:cubicBezTo>
                  <a:pt x="578967" y="103046"/>
                  <a:pt x="580110" y="95407"/>
                  <a:pt x="580110" y="85696"/>
                </a:cubicBezTo>
                <a:lnTo>
                  <a:pt x="580110" y="36890"/>
                </a:lnTo>
                <a:lnTo>
                  <a:pt x="596794" y="36890"/>
                </a:lnTo>
                <a:lnTo>
                  <a:pt x="596794" y="136252"/>
                </a:lnTo>
                <a:lnTo>
                  <a:pt x="581037" y="136252"/>
                </a:lnTo>
                <a:lnTo>
                  <a:pt x="581222" y="121604"/>
                </a:lnTo>
                <a:cubicBezTo>
                  <a:pt x="579059" y="125395"/>
                  <a:pt x="576371" y="128595"/>
                  <a:pt x="573158" y="131203"/>
                </a:cubicBezTo>
                <a:cubicBezTo>
                  <a:pt x="566794" y="136423"/>
                  <a:pt x="559070" y="139033"/>
                  <a:pt x="549986" y="139033"/>
                </a:cubicBezTo>
                <a:cubicBezTo>
                  <a:pt x="535836" y="139033"/>
                  <a:pt x="526196" y="134297"/>
                  <a:pt x="521067" y="124825"/>
                </a:cubicBezTo>
                <a:cubicBezTo>
                  <a:pt x="518287" y="119749"/>
                  <a:pt x="516896" y="112970"/>
                  <a:pt x="516896" y="104489"/>
                </a:cubicBezTo>
                <a:lnTo>
                  <a:pt x="516896" y="36890"/>
                </a:lnTo>
                <a:lnTo>
                  <a:pt x="533951" y="36890"/>
                </a:lnTo>
                <a:moveTo>
                  <a:pt x="556845" y="34480"/>
                </a:moveTo>
                <a:lnTo>
                  <a:pt x="556845" y="34480"/>
                </a:lnTo>
                <a:close/>
                <a:moveTo>
                  <a:pt x="661091" y="33924"/>
                </a:moveTo>
                <a:cubicBezTo>
                  <a:pt x="672275" y="33924"/>
                  <a:pt x="681374" y="36650"/>
                  <a:pt x="688387" y="42101"/>
                </a:cubicBezTo>
                <a:cubicBezTo>
                  <a:pt x="695401" y="47552"/>
                  <a:pt x="699618" y="56938"/>
                  <a:pt x="701039" y="70258"/>
                </a:cubicBezTo>
                <a:lnTo>
                  <a:pt x="684819" y="70258"/>
                </a:lnTo>
                <a:cubicBezTo>
                  <a:pt x="683830" y="64140"/>
                  <a:pt x="681575" y="59058"/>
                  <a:pt x="678053" y="55011"/>
                </a:cubicBezTo>
                <a:cubicBezTo>
                  <a:pt x="674530" y="50963"/>
                  <a:pt x="668876" y="48940"/>
                  <a:pt x="661091" y="48940"/>
                </a:cubicBezTo>
                <a:cubicBezTo>
                  <a:pt x="650462" y="48940"/>
                  <a:pt x="642862" y="54130"/>
                  <a:pt x="638289" y="64511"/>
                </a:cubicBezTo>
                <a:cubicBezTo>
                  <a:pt x="635323" y="71247"/>
                  <a:pt x="633840" y="79558"/>
                  <a:pt x="633840" y="89444"/>
                </a:cubicBezTo>
                <a:cubicBezTo>
                  <a:pt x="633840" y="99393"/>
                  <a:pt x="635941" y="107766"/>
                  <a:pt x="640143" y="114563"/>
                </a:cubicBezTo>
                <a:cubicBezTo>
                  <a:pt x="644345" y="121360"/>
                  <a:pt x="650957" y="124759"/>
                  <a:pt x="659978" y="124759"/>
                </a:cubicBezTo>
                <a:cubicBezTo>
                  <a:pt x="666899" y="124759"/>
                  <a:pt x="672383" y="122659"/>
                  <a:pt x="676431" y="118459"/>
                </a:cubicBezTo>
                <a:cubicBezTo>
                  <a:pt x="680478" y="114259"/>
                  <a:pt x="683274" y="108511"/>
                  <a:pt x="684819" y="101216"/>
                </a:cubicBezTo>
                <a:lnTo>
                  <a:pt x="701039" y="101216"/>
                </a:lnTo>
                <a:cubicBezTo>
                  <a:pt x="699186" y="114378"/>
                  <a:pt x="694551" y="124002"/>
                  <a:pt x="687136" y="130088"/>
                </a:cubicBezTo>
                <a:cubicBezTo>
                  <a:pt x="679721" y="136175"/>
                  <a:pt x="670236" y="139218"/>
                  <a:pt x="658681" y="139218"/>
                </a:cubicBezTo>
                <a:cubicBezTo>
                  <a:pt x="645704" y="139218"/>
                  <a:pt x="635354" y="134463"/>
                  <a:pt x="627630" y="124953"/>
                </a:cubicBezTo>
                <a:cubicBezTo>
                  <a:pt x="619906" y="115443"/>
                  <a:pt x="616044" y="103562"/>
                  <a:pt x="616044" y="89311"/>
                </a:cubicBezTo>
                <a:cubicBezTo>
                  <a:pt x="616044" y="71841"/>
                  <a:pt x="620277" y="58243"/>
                  <a:pt x="628742" y="48517"/>
                </a:cubicBezTo>
                <a:cubicBezTo>
                  <a:pt x="637208" y="38788"/>
                  <a:pt x="647991" y="33924"/>
                  <a:pt x="661091" y="33924"/>
                </a:cubicBezTo>
                <a:moveTo>
                  <a:pt x="658495" y="34480"/>
                </a:moveTo>
                <a:lnTo>
                  <a:pt x="658495" y="34480"/>
                </a:lnTo>
                <a:close/>
                <a:moveTo>
                  <a:pt x="756004" y="33924"/>
                </a:moveTo>
                <a:cubicBezTo>
                  <a:pt x="767188" y="33924"/>
                  <a:pt x="776287" y="36650"/>
                  <a:pt x="783300" y="42101"/>
                </a:cubicBezTo>
                <a:cubicBezTo>
                  <a:pt x="790314" y="47552"/>
                  <a:pt x="794531" y="56938"/>
                  <a:pt x="795952" y="70258"/>
                </a:cubicBezTo>
                <a:lnTo>
                  <a:pt x="779732" y="70258"/>
                </a:lnTo>
                <a:cubicBezTo>
                  <a:pt x="778743" y="64140"/>
                  <a:pt x="776488" y="59058"/>
                  <a:pt x="772966" y="55011"/>
                </a:cubicBezTo>
                <a:cubicBezTo>
                  <a:pt x="769444" y="50963"/>
                  <a:pt x="763790" y="48940"/>
                  <a:pt x="756004" y="48940"/>
                </a:cubicBezTo>
                <a:cubicBezTo>
                  <a:pt x="745375" y="48940"/>
                  <a:pt x="737775" y="54130"/>
                  <a:pt x="733202" y="64511"/>
                </a:cubicBezTo>
                <a:cubicBezTo>
                  <a:pt x="730236" y="71247"/>
                  <a:pt x="728753" y="79558"/>
                  <a:pt x="728753" y="89444"/>
                </a:cubicBezTo>
                <a:cubicBezTo>
                  <a:pt x="728753" y="99393"/>
                  <a:pt x="730854" y="107766"/>
                  <a:pt x="735056" y="114563"/>
                </a:cubicBezTo>
                <a:cubicBezTo>
                  <a:pt x="739258" y="121360"/>
                  <a:pt x="745870" y="124759"/>
                  <a:pt x="754891" y="124759"/>
                </a:cubicBezTo>
                <a:cubicBezTo>
                  <a:pt x="761812" y="124759"/>
                  <a:pt x="767296" y="122659"/>
                  <a:pt x="771344" y="118459"/>
                </a:cubicBezTo>
                <a:cubicBezTo>
                  <a:pt x="775391" y="114259"/>
                  <a:pt x="778187" y="108511"/>
                  <a:pt x="779732" y="101216"/>
                </a:cubicBezTo>
                <a:lnTo>
                  <a:pt x="795952" y="101216"/>
                </a:lnTo>
                <a:cubicBezTo>
                  <a:pt x="794099" y="114378"/>
                  <a:pt x="789464" y="124002"/>
                  <a:pt x="782049" y="130088"/>
                </a:cubicBezTo>
                <a:cubicBezTo>
                  <a:pt x="774634" y="136175"/>
                  <a:pt x="765149" y="139218"/>
                  <a:pt x="753594" y="139218"/>
                </a:cubicBezTo>
                <a:cubicBezTo>
                  <a:pt x="740617" y="139218"/>
                  <a:pt x="730267" y="134463"/>
                  <a:pt x="722543" y="124953"/>
                </a:cubicBezTo>
                <a:cubicBezTo>
                  <a:pt x="714819" y="115443"/>
                  <a:pt x="710957" y="103562"/>
                  <a:pt x="710957" y="89311"/>
                </a:cubicBezTo>
                <a:cubicBezTo>
                  <a:pt x="710957" y="71841"/>
                  <a:pt x="715190" y="58243"/>
                  <a:pt x="723655" y="48517"/>
                </a:cubicBezTo>
                <a:cubicBezTo>
                  <a:pt x="732121" y="38788"/>
                  <a:pt x="742904" y="33924"/>
                  <a:pt x="756004" y="33924"/>
                </a:cubicBezTo>
                <a:moveTo>
                  <a:pt x="753408" y="34480"/>
                </a:moveTo>
                <a:lnTo>
                  <a:pt x="753408" y="34480"/>
                </a:lnTo>
                <a:close/>
                <a:moveTo>
                  <a:pt x="853975" y="34665"/>
                </a:moveTo>
                <a:cubicBezTo>
                  <a:pt x="861020" y="34665"/>
                  <a:pt x="867848" y="36318"/>
                  <a:pt x="874460" y="39624"/>
                </a:cubicBezTo>
                <a:cubicBezTo>
                  <a:pt x="881071" y="42930"/>
                  <a:pt x="886107" y="47208"/>
                  <a:pt x="889568" y="52459"/>
                </a:cubicBezTo>
                <a:cubicBezTo>
                  <a:pt x="892905" y="57464"/>
                  <a:pt x="895129" y="63302"/>
                  <a:pt x="896241" y="69974"/>
                </a:cubicBezTo>
                <a:cubicBezTo>
                  <a:pt x="897230" y="74547"/>
                  <a:pt x="897724" y="81871"/>
                  <a:pt x="897724" y="91947"/>
                </a:cubicBezTo>
                <a:lnTo>
                  <a:pt x="824964" y="91947"/>
                </a:lnTo>
                <a:cubicBezTo>
                  <a:pt x="825273" y="102019"/>
                  <a:pt x="827652" y="110098"/>
                  <a:pt x="832101" y="116185"/>
                </a:cubicBezTo>
                <a:cubicBezTo>
                  <a:pt x="836550" y="122272"/>
                  <a:pt x="843440" y="125315"/>
                  <a:pt x="852770" y="125315"/>
                </a:cubicBezTo>
                <a:cubicBezTo>
                  <a:pt x="861483" y="125315"/>
                  <a:pt x="868435" y="122468"/>
                  <a:pt x="873625" y="116773"/>
                </a:cubicBezTo>
                <a:cubicBezTo>
                  <a:pt x="876591" y="113467"/>
                  <a:pt x="878692" y="109641"/>
                  <a:pt x="879928" y="105294"/>
                </a:cubicBezTo>
                <a:lnTo>
                  <a:pt x="896334" y="105294"/>
                </a:lnTo>
                <a:cubicBezTo>
                  <a:pt x="895902" y="108921"/>
                  <a:pt x="894465" y="112962"/>
                  <a:pt x="892024" y="117419"/>
                </a:cubicBezTo>
                <a:cubicBezTo>
                  <a:pt x="889583" y="121874"/>
                  <a:pt x="886849" y="125515"/>
                  <a:pt x="883821" y="128342"/>
                </a:cubicBezTo>
                <a:cubicBezTo>
                  <a:pt x="878754" y="133260"/>
                  <a:pt x="872482" y="136579"/>
                  <a:pt x="865005" y="138300"/>
                </a:cubicBezTo>
                <a:cubicBezTo>
                  <a:pt x="860989" y="139283"/>
                  <a:pt x="856447" y="139774"/>
                  <a:pt x="851380" y="139774"/>
                </a:cubicBezTo>
                <a:cubicBezTo>
                  <a:pt x="839022" y="139774"/>
                  <a:pt x="828548" y="135275"/>
                  <a:pt x="819959" y="126276"/>
                </a:cubicBezTo>
                <a:cubicBezTo>
                  <a:pt x="811370" y="117278"/>
                  <a:pt x="807075" y="104676"/>
                  <a:pt x="807075" y="88471"/>
                </a:cubicBezTo>
                <a:cubicBezTo>
                  <a:pt x="807075" y="72515"/>
                  <a:pt x="811401" y="59559"/>
                  <a:pt x="820051" y="49603"/>
                </a:cubicBezTo>
                <a:cubicBezTo>
                  <a:pt x="828702" y="39645"/>
                  <a:pt x="840010" y="34665"/>
                  <a:pt x="853975" y="34665"/>
                </a:cubicBezTo>
                <a:moveTo>
                  <a:pt x="880577" y="78600"/>
                </a:moveTo>
                <a:cubicBezTo>
                  <a:pt x="879897" y="71347"/>
                  <a:pt x="878322" y="65551"/>
                  <a:pt x="875850" y="61212"/>
                </a:cubicBezTo>
                <a:cubicBezTo>
                  <a:pt x="871277" y="53154"/>
                  <a:pt x="863646" y="49125"/>
                  <a:pt x="852956" y="49125"/>
                </a:cubicBezTo>
                <a:cubicBezTo>
                  <a:pt x="845294" y="49125"/>
                  <a:pt x="838867" y="51899"/>
                  <a:pt x="833677" y="57447"/>
                </a:cubicBezTo>
                <a:cubicBezTo>
                  <a:pt x="828486" y="62994"/>
                  <a:pt x="825736" y="70045"/>
                  <a:pt x="825427" y="78600"/>
                </a:cubicBezTo>
                <a:lnTo>
                  <a:pt x="880577" y="78600"/>
                </a:lnTo>
                <a:moveTo>
                  <a:pt x="852400" y="34480"/>
                </a:moveTo>
                <a:lnTo>
                  <a:pt x="852400" y="34480"/>
                </a:lnTo>
                <a:close/>
                <a:moveTo>
                  <a:pt x="928097" y="105109"/>
                </a:moveTo>
                <a:cubicBezTo>
                  <a:pt x="928592" y="110695"/>
                  <a:pt x="929982" y="114978"/>
                  <a:pt x="932268" y="117958"/>
                </a:cubicBezTo>
                <a:cubicBezTo>
                  <a:pt x="936470" y="123357"/>
                  <a:pt x="943762" y="126056"/>
                  <a:pt x="954143" y="126056"/>
                </a:cubicBezTo>
                <a:cubicBezTo>
                  <a:pt x="960322" y="126056"/>
                  <a:pt x="965760" y="124709"/>
                  <a:pt x="970456" y="122016"/>
                </a:cubicBezTo>
                <a:cubicBezTo>
                  <a:pt x="975152" y="119320"/>
                  <a:pt x="977500" y="115153"/>
                  <a:pt x="977500" y="109514"/>
                </a:cubicBezTo>
                <a:cubicBezTo>
                  <a:pt x="977500" y="105239"/>
                  <a:pt x="975616" y="101986"/>
                  <a:pt x="971846" y="99756"/>
                </a:cubicBezTo>
                <a:cubicBezTo>
                  <a:pt x="969436" y="98393"/>
                  <a:pt x="964678" y="96814"/>
                  <a:pt x="957572" y="95020"/>
                </a:cubicBezTo>
                <a:lnTo>
                  <a:pt x="944318" y="91678"/>
                </a:lnTo>
                <a:cubicBezTo>
                  <a:pt x="935852" y="89573"/>
                  <a:pt x="929611" y="87221"/>
                  <a:pt x="925595" y="84622"/>
                </a:cubicBezTo>
                <a:cubicBezTo>
                  <a:pt x="918427" y="80103"/>
                  <a:pt x="914843" y="73851"/>
                  <a:pt x="914843" y="65864"/>
                </a:cubicBezTo>
                <a:cubicBezTo>
                  <a:pt x="914843" y="56456"/>
                  <a:pt x="918226" y="48843"/>
                  <a:pt x="924992" y="43025"/>
                </a:cubicBezTo>
                <a:cubicBezTo>
                  <a:pt x="931758" y="37205"/>
                  <a:pt x="940857" y="34295"/>
                  <a:pt x="952289" y="34295"/>
                </a:cubicBezTo>
                <a:cubicBezTo>
                  <a:pt x="967243" y="34295"/>
                  <a:pt x="978025" y="38682"/>
                  <a:pt x="984637" y="47457"/>
                </a:cubicBezTo>
                <a:cubicBezTo>
                  <a:pt x="988777" y="53018"/>
                  <a:pt x="990786" y="59012"/>
                  <a:pt x="990662" y="65438"/>
                </a:cubicBezTo>
                <a:lnTo>
                  <a:pt x="974905" y="65438"/>
                </a:lnTo>
                <a:cubicBezTo>
                  <a:pt x="974596" y="61709"/>
                  <a:pt x="973267" y="58317"/>
                  <a:pt x="970919" y="55263"/>
                </a:cubicBezTo>
                <a:cubicBezTo>
                  <a:pt x="967088" y="50924"/>
                  <a:pt x="960445" y="48754"/>
                  <a:pt x="950991" y="48754"/>
                </a:cubicBezTo>
                <a:cubicBezTo>
                  <a:pt x="944688" y="48754"/>
                  <a:pt x="939915" y="49954"/>
                  <a:pt x="936671" y="52355"/>
                </a:cubicBezTo>
                <a:cubicBezTo>
                  <a:pt x="933427" y="54753"/>
                  <a:pt x="931805" y="57921"/>
                  <a:pt x="931805" y="61858"/>
                </a:cubicBezTo>
                <a:cubicBezTo>
                  <a:pt x="931805" y="66164"/>
                  <a:pt x="933937" y="69609"/>
                  <a:pt x="938200" y="72193"/>
                </a:cubicBezTo>
                <a:cubicBezTo>
                  <a:pt x="940672" y="73730"/>
                  <a:pt x="944318" y="75086"/>
                  <a:pt x="949138" y="76262"/>
                </a:cubicBezTo>
                <a:lnTo>
                  <a:pt x="960167" y="78956"/>
                </a:lnTo>
                <a:cubicBezTo>
                  <a:pt x="972155" y="81866"/>
                  <a:pt x="980188" y="84683"/>
                  <a:pt x="984266" y="87405"/>
                </a:cubicBezTo>
                <a:cubicBezTo>
                  <a:pt x="990755" y="91677"/>
                  <a:pt x="993999" y="98393"/>
                  <a:pt x="993999" y="107553"/>
                </a:cubicBezTo>
                <a:cubicBezTo>
                  <a:pt x="993999" y="116405"/>
                  <a:pt x="990646" y="124050"/>
                  <a:pt x="983942" y="130488"/>
                </a:cubicBezTo>
                <a:cubicBezTo>
                  <a:pt x="977238" y="136926"/>
                  <a:pt x="967026" y="140145"/>
                  <a:pt x="953308" y="140145"/>
                </a:cubicBezTo>
                <a:cubicBezTo>
                  <a:pt x="938540" y="140145"/>
                  <a:pt x="928082" y="136784"/>
                  <a:pt x="921933" y="130062"/>
                </a:cubicBezTo>
                <a:cubicBezTo>
                  <a:pt x="915785" y="123340"/>
                  <a:pt x="912495" y="115023"/>
                  <a:pt x="912062" y="105109"/>
                </a:cubicBezTo>
                <a:lnTo>
                  <a:pt x="928097" y="105109"/>
                </a:lnTo>
                <a:moveTo>
                  <a:pt x="952752" y="34480"/>
                </a:moveTo>
                <a:lnTo>
                  <a:pt x="952752" y="34480"/>
                </a:lnTo>
                <a:close/>
                <a:moveTo>
                  <a:pt x="1023010" y="105109"/>
                </a:moveTo>
                <a:cubicBezTo>
                  <a:pt x="1023505" y="110695"/>
                  <a:pt x="1024895" y="114978"/>
                  <a:pt x="1027181" y="117958"/>
                </a:cubicBezTo>
                <a:cubicBezTo>
                  <a:pt x="1031383" y="123357"/>
                  <a:pt x="1038675" y="126056"/>
                  <a:pt x="1049056" y="126056"/>
                </a:cubicBezTo>
                <a:cubicBezTo>
                  <a:pt x="1055235" y="126056"/>
                  <a:pt x="1060673" y="124709"/>
                  <a:pt x="1065369" y="122016"/>
                </a:cubicBezTo>
                <a:cubicBezTo>
                  <a:pt x="1070065" y="119320"/>
                  <a:pt x="1072413" y="115153"/>
                  <a:pt x="1072413" y="109514"/>
                </a:cubicBezTo>
                <a:cubicBezTo>
                  <a:pt x="1072413" y="105239"/>
                  <a:pt x="1070529" y="101986"/>
                  <a:pt x="1066759" y="99756"/>
                </a:cubicBezTo>
                <a:cubicBezTo>
                  <a:pt x="1064349" y="98393"/>
                  <a:pt x="1059591" y="96814"/>
                  <a:pt x="1052485" y="95020"/>
                </a:cubicBezTo>
                <a:lnTo>
                  <a:pt x="1039231" y="91678"/>
                </a:lnTo>
                <a:cubicBezTo>
                  <a:pt x="1030765" y="89573"/>
                  <a:pt x="1024524" y="87221"/>
                  <a:pt x="1020508" y="84622"/>
                </a:cubicBezTo>
                <a:cubicBezTo>
                  <a:pt x="1013340" y="80103"/>
                  <a:pt x="1009756" y="73851"/>
                  <a:pt x="1009756" y="65864"/>
                </a:cubicBezTo>
                <a:cubicBezTo>
                  <a:pt x="1009756" y="56456"/>
                  <a:pt x="1013139" y="48843"/>
                  <a:pt x="1019905" y="43025"/>
                </a:cubicBezTo>
                <a:cubicBezTo>
                  <a:pt x="1026671" y="37205"/>
                  <a:pt x="1035770" y="34295"/>
                  <a:pt x="1047202" y="34295"/>
                </a:cubicBezTo>
                <a:cubicBezTo>
                  <a:pt x="1062156" y="34295"/>
                  <a:pt x="1072938" y="38682"/>
                  <a:pt x="1079550" y="47457"/>
                </a:cubicBezTo>
                <a:cubicBezTo>
                  <a:pt x="1083690" y="53018"/>
                  <a:pt x="1085699" y="59012"/>
                  <a:pt x="1085575" y="65438"/>
                </a:cubicBezTo>
                <a:lnTo>
                  <a:pt x="1069818" y="65438"/>
                </a:lnTo>
                <a:cubicBezTo>
                  <a:pt x="1069509" y="61709"/>
                  <a:pt x="1068180" y="58317"/>
                  <a:pt x="1065832" y="55263"/>
                </a:cubicBezTo>
                <a:cubicBezTo>
                  <a:pt x="1062001" y="50924"/>
                  <a:pt x="1055359" y="48754"/>
                  <a:pt x="1045904" y="48754"/>
                </a:cubicBezTo>
                <a:cubicBezTo>
                  <a:pt x="1039601" y="48754"/>
                  <a:pt x="1034828" y="49954"/>
                  <a:pt x="1031584" y="52355"/>
                </a:cubicBezTo>
                <a:cubicBezTo>
                  <a:pt x="1028340" y="54753"/>
                  <a:pt x="1026718" y="57921"/>
                  <a:pt x="1026718" y="61858"/>
                </a:cubicBezTo>
                <a:cubicBezTo>
                  <a:pt x="1026718" y="66164"/>
                  <a:pt x="1028850" y="69609"/>
                  <a:pt x="1033113" y="72193"/>
                </a:cubicBezTo>
                <a:cubicBezTo>
                  <a:pt x="1035585" y="73730"/>
                  <a:pt x="1039231" y="75086"/>
                  <a:pt x="1044051" y="76262"/>
                </a:cubicBezTo>
                <a:lnTo>
                  <a:pt x="1055080" y="78956"/>
                </a:lnTo>
                <a:cubicBezTo>
                  <a:pt x="1067068" y="81866"/>
                  <a:pt x="1075101" y="84683"/>
                  <a:pt x="1079179" y="87405"/>
                </a:cubicBezTo>
                <a:cubicBezTo>
                  <a:pt x="1085668" y="91677"/>
                  <a:pt x="1088912" y="98393"/>
                  <a:pt x="1088912" y="107553"/>
                </a:cubicBezTo>
                <a:cubicBezTo>
                  <a:pt x="1088912" y="116405"/>
                  <a:pt x="1085560" y="124050"/>
                  <a:pt x="1078855" y="130488"/>
                </a:cubicBezTo>
                <a:cubicBezTo>
                  <a:pt x="1072151" y="136926"/>
                  <a:pt x="1061939" y="140145"/>
                  <a:pt x="1048221" y="140145"/>
                </a:cubicBezTo>
                <a:cubicBezTo>
                  <a:pt x="1033453" y="140145"/>
                  <a:pt x="1022995" y="136784"/>
                  <a:pt x="1016846" y="130062"/>
                </a:cubicBezTo>
                <a:cubicBezTo>
                  <a:pt x="1010698" y="123340"/>
                  <a:pt x="1007408" y="115023"/>
                  <a:pt x="1006975" y="105109"/>
                </a:cubicBezTo>
                <a:lnTo>
                  <a:pt x="1023010" y="105109"/>
                </a:lnTo>
                <a:moveTo>
                  <a:pt x="1047665" y="34480"/>
                </a:moveTo>
                <a:lnTo>
                  <a:pt x="1047665" y="34480"/>
                </a:lnTo>
                <a:close/>
                <a:moveTo>
                  <a:pt x="1161241" y="36890"/>
                </a:moveTo>
                <a:lnTo>
                  <a:pt x="1177090" y="36890"/>
                </a:lnTo>
                <a:lnTo>
                  <a:pt x="1177090" y="54130"/>
                </a:lnTo>
                <a:cubicBezTo>
                  <a:pt x="1178388" y="50778"/>
                  <a:pt x="1181570" y="46696"/>
                  <a:pt x="1186637" y="41884"/>
                </a:cubicBezTo>
                <a:cubicBezTo>
                  <a:pt x="1191704" y="37072"/>
                  <a:pt x="1197544" y="34665"/>
                  <a:pt x="1204155" y="34665"/>
                </a:cubicBezTo>
                <a:cubicBezTo>
                  <a:pt x="1204464" y="34665"/>
                  <a:pt x="1204990" y="34703"/>
                  <a:pt x="1205731" y="34778"/>
                </a:cubicBezTo>
                <a:cubicBezTo>
                  <a:pt x="1206473" y="34852"/>
                  <a:pt x="1207739" y="35000"/>
                  <a:pt x="1209531" y="35222"/>
                </a:cubicBezTo>
                <a:lnTo>
                  <a:pt x="1209531" y="52832"/>
                </a:lnTo>
                <a:cubicBezTo>
                  <a:pt x="1208543" y="52610"/>
                  <a:pt x="1207631" y="52463"/>
                  <a:pt x="1206797" y="52389"/>
                </a:cubicBezTo>
                <a:cubicBezTo>
                  <a:pt x="1205963" y="52314"/>
                  <a:pt x="1205051" y="52276"/>
                  <a:pt x="1204063" y="52276"/>
                </a:cubicBezTo>
                <a:cubicBezTo>
                  <a:pt x="1195659" y="52276"/>
                  <a:pt x="1189202" y="54995"/>
                  <a:pt x="1184691" y="60433"/>
                </a:cubicBezTo>
                <a:cubicBezTo>
                  <a:pt x="1180180" y="65871"/>
                  <a:pt x="1177925" y="72112"/>
                  <a:pt x="1177925" y="79156"/>
                </a:cubicBezTo>
                <a:lnTo>
                  <a:pt x="1177925" y="136252"/>
                </a:lnTo>
                <a:lnTo>
                  <a:pt x="1161241" y="136252"/>
                </a:lnTo>
                <a:lnTo>
                  <a:pt x="1161241" y="36890"/>
                </a:lnTo>
                <a:close/>
                <a:moveTo>
                  <a:pt x="1234882" y="109882"/>
                </a:moveTo>
                <a:cubicBezTo>
                  <a:pt x="1234882" y="114717"/>
                  <a:pt x="1236643" y="118529"/>
                  <a:pt x="1240165" y="121318"/>
                </a:cubicBezTo>
                <a:cubicBezTo>
                  <a:pt x="1243687" y="124106"/>
                  <a:pt x="1247858" y="125500"/>
                  <a:pt x="1252678" y="125500"/>
                </a:cubicBezTo>
                <a:cubicBezTo>
                  <a:pt x="1258548" y="125500"/>
                  <a:pt x="1264233" y="124129"/>
                  <a:pt x="1269733" y="121387"/>
                </a:cubicBezTo>
                <a:cubicBezTo>
                  <a:pt x="1279002" y="116838"/>
                  <a:pt x="1283636" y="109434"/>
                  <a:pt x="1283636" y="99177"/>
                </a:cubicBezTo>
                <a:lnTo>
                  <a:pt x="1283636" y="85737"/>
                </a:lnTo>
                <a:cubicBezTo>
                  <a:pt x="1281597" y="87062"/>
                  <a:pt x="1278971" y="88165"/>
                  <a:pt x="1275758" y="89048"/>
                </a:cubicBezTo>
                <a:cubicBezTo>
                  <a:pt x="1272544" y="89930"/>
                  <a:pt x="1269393" y="90551"/>
                  <a:pt x="1266303" y="90910"/>
                </a:cubicBezTo>
                <a:lnTo>
                  <a:pt x="1256200" y="92170"/>
                </a:lnTo>
                <a:cubicBezTo>
                  <a:pt x="1250145" y="92948"/>
                  <a:pt x="1245603" y="94205"/>
                  <a:pt x="1242575" y="95941"/>
                </a:cubicBezTo>
                <a:cubicBezTo>
                  <a:pt x="1237446" y="98853"/>
                  <a:pt x="1234882" y="103500"/>
                  <a:pt x="1234882" y="109882"/>
                </a:cubicBezTo>
                <a:moveTo>
                  <a:pt x="1275294" y="76097"/>
                </a:moveTo>
                <a:cubicBezTo>
                  <a:pt x="1279125" y="75603"/>
                  <a:pt x="1281690" y="73996"/>
                  <a:pt x="1282987" y="71277"/>
                </a:cubicBezTo>
                <a:cubicBezTo>
                  <a:pt x="1283729" y="69789"/>
                  <a:pt x="1284100" y="67648"/>
                  <a:pt x="1284100" y="64856"/>
                </a:cubicBezTo>
                <a:cubicBezTo>
                  <a:pt x="1284100" y="59148"/>
                  <a:pt x="1282076" y="55007"/>
                  <a:pt x="1278028" y="52433"/>
                </a:cubicBezTo>
                <a:cubicBezTo>
                  <a:pt x="1273981" y="49857"/>
                  <a:pt x="1268188" y="48569"/>
                  <a:pt x="1260649" y="48569"/>
                </a:cubicBezTo>
                <a:cubicBezTo>
                  <a:pt x="1251937" y="48569"/>
                  <a:pt x="1245757" y="50928"/>
                  <a:pt x="1242112" y="55648"/>
                </a:cubicBezTo>
                <a:cubicBezTo>
                  <a:pt x="1240073" y="58257"/>
                  <a:pt x="1238744" y="62138"/>
                  <a:pt x="1238126" y="67292"/>
                </a:cubicBezTo>
                <a:lnTo>
                  <a:pt x="1222554" y="67292"/>
                </a:lnTo>
                <a:cubicBezTo>
                  <a:pt x="1222863" y="55022"/>
                  <a:pt x="1226834" y="46486"/>
                  <a:pt x="1234465" y="41684"/>
                </a:cubicBezTo>
                <a:cubicBezTo>
                  <a:pt x="1242096" y="36881"/>
                  <a:pt x="1250948" y="34480"/>
                  <a:pt x="1261020" y="34480"/>
                </a:cubicBezTo>
                <a:cubicBezTo>
                  <a:pt x="1272699" y="34480"/>
                  <a:pt x="1282184" y="36705"/>
                  <a:pt x="1289475" y="41154"/>
                </a:cubicBezTo>
                <a:cubicBezTo>
                  <a:pt x="1296705" y="45603"/>
                  <a:pt x="1300320" y="52529"/>
                  <a:pt x="1300320" y="61933"/>
                </a:cubicBezTo>
                <a:lnTo>
                  <a:pt x="1300320" y="119194"/>
                </a:lnTo>
                <a:cubicBezTo>
                  <a:pt x="1300320" y="120927"/>
                  <a:pt x="1300675" y="122318"/>
                  <a:pt x="1301386" y="123368"/>
                </a:cubicBezTo>
                <a:cubicBezTo>
                  <a:pt x="1302097" y="124419"/>
                  <a:pt x="1303595" y="124944"/>
                  <a:pt x="1305881" y="124944"/>
                </a:cubicBezTo>
                <a:cubicBezTo>
                  <a:pt x="1306623" y="124944"/>
                  <a:pt x="1307457" y="124898"/>
                  <a:pt x="1308384" y="124805"/>
                </a:cubicBezTo>
                <a:cubicBezTo>
                  <a:pt x="1309311" y="124712"/>
                  <a:pt x="1310299" y="124573"/>
                  <a:pt x="1311350" y="124388"/>
                </a:cubicBezTo>
                <a:lnTo>
                  <a:pt x="1311350" y="136808"/>
                </a:lnTo>
                <a:cubicBezTo>
                  <a:pt x="1308755" y="137550"/>
                  <a:pt x="1306777" y="138013"/>
                  <a:pt x="1305418" y="138199"/>
                </a:cubicBezTo>
                <a:cubicBezTo>
                  <a:pt x="1304058" y="138384"/>
                  <a:pt x="1302205" y="138477"/>
                  <a:pt x="1299857" y="138477"/>
                </a:cubicBezTo>
                <a:cubicBezTo>
                  <a:pt x="1294110" y="138477"/>
                  <a:pt x="1289939" y="136425"/>
                  <a:pt x="1287344" y="132321"/>
                </a:cubicBezTo>
                <a:cubicBezTo>
                  <a:pt x="1285984" y="130145"/>
                  <a:pt x="1285026" y="127068"/>
                  <a:pt x="1284470" y="123090"/>
                </a:cubicBezTo>
                <a:cubicBezTo>
                  <a:pt x="1281072" y="127590"/>
                  <a:pt x="1276190" y="131495"/>
                  <a:pt x="1269826" y="134807"/>
                </a:cubicBezTo>
                <a:cubicBezTo>
                  <a:pt x="1263461" y="138118"/>
                  <a:pt x="1256447" y="139774"/>
                  <a:pt x="1248785" y="139774"/>
                </a:cubicBezTo>
                <a:cubicBezTo>
                  <a:pt x="1239578" y="139774"/>
                  <a:pt x="1232055" y="136969"/>
                  <a:pt x="1226216" y="131360"/>
                </a:cubicBezTo>
                <a:cubicBezTo>
                  <a:pt x="1220376" y="125750"/>
                  <a:pt x="1217457" y="118731"/>
                  <a:pt x="1217457" y="110302"/>
                </a:cubicBezTo>
                <a:cubicBezTo>
                  <a:pt x="1217457" y="101066"/>
                  <a:pt x="1220330" y="93907"/>
                  <a:pt x="1226077" y="88825"/>
                </a:cubicBezTo>
                <a:cubicBezTo>
                  <a:pt x="1231823" y="83742"/>
                  <a:pt x="1239362" y="80612"/>
                  <a:pt x="1248693" y="79434"/>
                </a:cubicBezTo>
                <a:lnTo>
                  <a:pt x="1275294" y="76097"/>
                </a:lnTo>
                <a:moveTo>
                  <a:pt x="1261484" y="34480"/>
                </a:moveTo>
                <a:lnTo>
                  <a:pt x="1261484" y="34480"/>
                </a:lnTo>
                <a:close/>
                <a:moveTo>
                  <a:pt x="1330971" y="9269"/>
                </a:moveTo>
                <a:lnTo>
                  <a:pt x="1347840" y="9269"/>
                </a:lnTo>
                <a:lnTo>
                  <a:pt x="1347840" y="36890"/>
                </a:lnTo>
                <a:lnTo>
                  <a:pt x="1363690" y="36890"/>
                </a:lnTo>
                <a:lnTo>
                  <a:pt x="1363690" y="50608"/>
                </a:lnTo>
                <a:lnTo>
                  <a:pt x="1347840" y="50608"/>
                </a:lnTo>
                <a:lnTo>
                  <a:pt x="1347840" y="115316"/>
                </a:lnTo>
                <a:cubicBezTo>
                  <a:pt x="1347840" y="118771"/>
                  <a:pt x="1349014" y="121084"/>
                  <a:pt x="1351363" y="122256"/>
                </a:cubicBezTo>
                <a:cubicBezTo>
                  <a:pt x="1352660" y="122936"/>
                  <a:pt x="1354823" y="123276"/>
                  <a:pt x="1357851" y="123276"/>
                </a:cubicBezTo>
                <a:cubicBezTo>
                  <a:pt x="1358654" y="123276"/>
                  <a:pt x="1359519" y="123255"/>
                  <a:pt x="1360446" y="123215"/>
                </a:cubicBezTo>
                <a:cubicBezTo>
                  <a:pt x="1361373" y="123172"/>
                  <a:pt x="1362454" y="123069"/>
                  <a:pt x="1363690" y="122905"/>
                </a:cubicBezTo>
                <a:lnTo>
                  <a:pt x="1363690" y="136252"/>
                </a:lnTo>
                <a:cubicBezTo>
                  <a:pt x="1361775" y="136841"/>
                  <a:pt x="1359782" y="137266"/>
                  <a:pt x="1357712" y="137527"/>
                </a:cubicBezTo>
                <a:cubicBezTo>
                  <a:pt x="1355642" y="137789"/>
                  <a:pt x="1353402" y="137920"/>
                  <a:pt x="1350992" y="137920"/>
                </a:cubicBezTo>
                <a:cubicBezTo>
                  <a:pt x="1343206" y="137920"/>
                  <a:pt x="1337923" y="135926"/>
                  <a:pt x="1335142" y="131936"/>
                </a:cubicBezTo>
                <a:cubicBezTo>
                  <a:pt x="1332361" y="127947"/>
                  <a:pt x="1330971" y="122766"/>
                  <a:pt x="1330971" y="116394"/>
                </a:cubicBezTo>
                <a:lnTo>
                  <a:pt x="1330971" y="50608"/>
                </a:lnTo>
                <a:lnTo>
                  <a:pt x="1317531" y="50608"/>
                </a:lnTo>
                <a:lnTo>
                  <a:pt x="1317531" y="36890"/>
                </a:lnTo>
                <a:lnTo>
                  <a:pt x="1330971" y="36890"/>
                </a:lnTo>
                <a:lnTo>
                  <a:pt x="1330971" y="9269"/>
                </a:lnTo>
                <a:close/>
                <a:moveTo>
                  <a:pt x="1380406" y="37446"/>
                </a:moveTo>
                <a:lnTo>
                  <a:pt x="1397368" y="37446"/>
                </a:lnTo>
                <a:lnTo>
                  <a:pt x="1397368" y="136252"/>
                </a:lnTo>
                <a:lnTo>
                  <a:pt x="1380406" y="136252"/>
                </a:lnTo>
                <a:lnTo>
                  <a:pt x="1380406" y="37446"/>
                </a:lnTo>
                <a:moveTo>
                  <a:pt x="1380406" y="0"/>
                </a:moveTo>
                <a:lnTo>
                  <a:pt x="1397368" y="0"/>
                </a:lnTo>
                <a:lnTo>
                  <a:pt x="1397368" y="18908"/>
                </a:lnTo>
                <a:lnTo>
                  <a:pt x="1380406" y="18908"/>
                </a:lnTo>
                <a:lnTo>
                  <a:pt x="1380406" y="0"/>
                </a:lnTo>
                <a:close/>
                <a:moveTo>
                  <a:pt x="1461940" y="125315"/>
                </a:moveTo>
                <a:cubicBezTo>
                  <a:pt x="1473001" y="125315"/>
                  <a:pt x="1480586" y="121124"/>
                  <a:pt x="1484695" y="112741"/>
                </a:cubicBezTo>
                <a:cubicBezTo>
                  <a:pt x="1488804" y="104359"/>
                  <a:pt x="1490859" y="95032"/>
                  <a:pt x="1490859" y="84761"/>
                </a:cubicBezTo>
                <a:cubicBezTo>
                  <a:pt x="1490859" y="75480"/>
                  <a:pt x="1489376" y="67933"/>
                  <a:pt x="1486410" y="62119"/>
                </a:cubicBezTo>
                <a:cubicBezTo>
                  <a:pt x="1481714" y="52962"/>
                  <a:pt x="1473619" y="48383"/>
                  <a:pt x="1462125" y="48383"/>
                </a:cubicBezTo>
                <a:cubicBezTo>
                  <a:pt x="1451930" y="48383"/>
                  <a:pt x="1444515" y="52281"/>
                  <a:pt x="1439880" y="60077"/>
                </a:cubicBezTo>
                <a:cubicBezTo>
                  <a:pt x="1435246" y="67872"/>
                  <a:pt x="1432928" y="77276"/>
                  <a:pt x="1432928" y="88289"/>
                </a:cubicBezTo>
                <a:cubicBezTo>
                  <a:pt x="1432928" y="98867"/>
                  <a:pt x="1435246" y="107683"/>
                  <a:pt x="1439880" y="114737"/>
                </a:cubicBezTo>
                <a:cubicBezTo>
                  <a:pt x="1444515" y="121789"/>
                  <a:pt x="1451868" y="125315"/>
                  <a:pt x="1461940" y="125315"/>
                </a:cubicBezTo>
                <a:moveTo>
                  <a:pt x="1462589" y="33924"/>
                </a:moveTo>
                <a:cubicBezTo>
                  <a:pt x="1475380" y="33924"/>
                  <a:pt x="1486193" y="38192"/>
                  <a:pt x="1495030" y="46727"/>
                </a:cubicBezTo>
                <a:cubicBezTo>
                  <a:pt x="1503866" y="55262"/>
                  <a:pt x="1508284" y="67816"/>
                  <a:pt x="1508284" y="84390"/>
                </a:cubicBezTo>
                <a:cubicBezTo>
                  <a:pt x="1508284" y="100410"/>
                  <a:pt x="1504391" y="113646"/>
                  <a:pt x="1496605" y="124098"/>
                </a:cubicBezTo>
                <a:cubicBezTo>
                  <a:pt x="1488820" y="134549"/>
                  <a:pt x="1476739" y="139774"/>
                  <a:pt x="1460364" y="139774"/>
                </a:cubicBezTo>
                <a:cubicBezTo>
                  <a:pt x="1446708" y="139774"/>
                  <a:pt x="1435864" y="135151"/>
                  <a:pt x="1427831" y="125906"/>
                </a:cubicBezTo>
                <a:cubicBezTo>
                  <a:pt x="1419798" y="116660"/>
                  <a:pt x="1415781" y="104245"/>
                  <a:pt x="1415781" y="88659"/>
                </a:cubicBezTo>
                <a:cubicBezTo>
                  <a:pt x="1415781" y="71960"/>
                  <a:pt x="1420014" y="58663"/>
                  <a:pt x="1428479" y="48769"/>
                </a:cubicBezTo>
                <a:cubicBezTo>
                  <a:pt x="1436945" y="38872"/>
                  <a:pt x="1448315" y="33924"/>
                  <a:pt x="1462589" y="33924"/>
                </a:cubicBezTo>
                <a:moveTo>
                  <a:pt x="1462033" y="34480"/>
                </a:moveTo>
                <a:lnTo>
                  <a:pt x="1462033" y="344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filesuccessratio">
            <a:extLst xmlns:a="http://schemas.openxmlformats.org/drawingml/2006/main">
              <a:ext uri="{FF2B5EF4-FFF2-40B4-BE49-F238E27FC236}">
                <a16:creationId xmlns:a16="http://schemas.microsoft.com/office/drawing/2014/main" id="{313F4DAD-99B7-44C7-ABBD-BE32D247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1" y="3001428"/>
            <a:ext cx="1390939" cy="141813"/>
          </a:xfrm>
          <a:custGeom xmlns:a="http://schemas.openxmlformats.org/drawingml/2006/main">
            <a:pathLst>
              <a:path w="1390939" h="141813">
                <a:moveTo>
                  <a:pt x="13811" y="23615"/>
                </a:moveTo>
                <a:cubicBezTo>
                  <a:pt x="14058" y="16727"/>
                  <a:pt x="15263" y="11685"/>
                  <a:pt x="17425" y="8487"/>
                </a:cubicBezTo>
                <a:cubicBezTo>
                  <a:pt x="21318" y="2829"/>
                  <a:pt x="28826" y="0"/>
                  <a:pt x="39949" y="0"/>
                </a:cubicBezTo>
                <a:cubicBezTo>
                  <a:pt x="40999" y="0"/>
                  <a:pt x="42081" y="31"/>
                  <a:pt x="43193" y="93"/>
                </a:cubicBezTo>
                <a:cubicBezTo>
                  <a:pt x="44305" y="154"/>
                  <a:pt x="45572" y="247"/>
                  <a:pt x="46993" y="371"/>
                </a:cubicBezTo>
                <a:lnTo>
                  <a:pt x="46993" y="15572"/>
                </a:lnTo>
                <a:cubicBezTo>
                  <a:pt x="45263" y="15489"/>
                  <a:pt x="44012" y="15437"/>
                  <a:pt x="43239" y="15418"/>
                </a:cubicBezTo>
                <a:cubicBezTo>
                  <a:pt x="42467" y="15397"/>
                  <a:pt x="41741" y="15386"/>
                  <a:pt x="41061" y="15386"/>
                </a:cubicBezTo>
                <a:cubicBezTo>
                  <a:pt x="35994" y="15386"/>
                  <a:pt x="32966" y="16684"/>
                  <a:pt x="31978" y="19279"/>
                </a:cubicBezTo>
                <a:cubicBezTo>
                  <a:pt x="30989" y="21874"/>
                  <a:pt x="30495" y="28486"/>
                  <a:pt x="30495" y="39115"/>
                </a:cubicBezTo>
                <a:lnTo>
                  <a:pt x="46993" y="39115"/>
                </a:lnTo>
                <a:lnTo>
                  <a:pt x="46993" y="52276"/>
                </a:lnTo>
                <a:lnTo>
                  <a:pt x="30309" y="52276"/>
                </a:lnTo>
                <a:lnTo>
                  <a:pt x="30309" y="137920"/>
                </a:lnTo>
                <a:lnTo>
                  <a:pt x="13811" y="137920"/>
                </a:lnTo>
                <a:lnTo>
                  <a:pt x="13811" y="52276"/>
                </a:lnTo>
                <a:lnTo>
                  <a:pt x="0" y="52276"/>
                </a:lnTo>
                <a:lnTo>
                  <a:pt x="0" y="39115"/>
                </a:lnTo>
                <a:lnTo>
                  <a:pt x="13811" y="39115"/>
                </a:lnTo>
                <a:lnTo>
                  <a:pt x="13811" y="23615"/>
                </a:lnTo>
                <a:close/>
                <a:moveTo>
                  <a:pt x="62411" y="39115"/>
                </a:moveTo>
                <a:lnTo>
                  <a:pt x="79373" y="39115"/>
                </a:lnTo>
                <a:lnTo>
                  <a:pt x="79373" y="137920"/>
                </a:lnTo>
                <a:lnTo>
                  <a:pt x="62411" y="137920"/>
                </a:lnTo>
                <a:lnTo>
                  <a:pt x="62411" y="39115"/>
                </a:lnTo>
                <a:moveTo>
                  <a:pt x="62411" y="1668"/>
                </a:moveTo>
                <a:lnTo>
                  <a:pt x="79373" y="1668"/>
                </a:lnTo>
                <a:lnTo>
                  <a:pt x="79373" y="20577"/>
                </a:lnTo>
                <a:lnTo>
                  <a:pt x="62411" y="20577"/>
                </a:lnTo>
                <a:lnTo>
                  <a:pt x="62411" y="1668"/>
                </a:lnTo>
                <a:close/>
                <a:moveTo>
                  <a:pt x="105016" y="1668"/>
                </a:moveTo>
                <a:lnTo>
                  <a:pt x="121700" y="1668"/>
                </a:lnTo>
                <a:lnTo>
                  <a:pt x="121700" y="137920"/>
                </a:lnTo>
                <a:lnTo>
                  <a:pt x="105016" y="137920"/>
                </a:lnTo>
                <a:lnTo>
                  <a:pt x="105016" y="1668"/>
                </a:lnTo>
                <a:close/>
                <a:moveTo>
                  <a:pt x="188033" y="36334"/>
                </a:moveTo>
                <a:cubicBezTo>
                  <a:pt x="195077" y="36334"/>
                  <a:pt x="201906" y="37987"/>
                  <a:pt x="208517" y="41293"/>
                </a:cubicBezTo>
                <a:cubicBezTo>
                  <a:pt x="215129" y="44599"/>
                  <a:pt x="220165" y="48877"/>
                  <a:pt x="223626" y="54127"/>
                </a:cubicBezTo>
                <a:cubicBezTo>
                  <a:pt x="226962" y="59132"/>
                  <a:pt x="229187" y="64971"/>
                  <a:pt x="230299" y="71642"/>
                </a:cubicBezTo>
                <a:cubicBezTo>
                  <a:pt x="231288" y="76215"/>
                  <a:pt x="231782" y="83539"/>
                  <a:pt x="231782" y="93615"/>
                </a:cubicBezTo>
                <a:lnTo>
                  <a:pt x="159022" y="93615"/>
                </a:lnTo>
                <a:cubicBezTo>
                  <a:pt x="159331" y="103688"/>
                  <a:pt x="161710" y="111767"/>
                  <a:pt x="166159" y="117853"/>
                </a:cubicBezTo>
                <a:cubicBezTo>
                  <a:pt x="170608" y="123940"/>
                  <a:pt x="177498" y="126983"/>
                  <a:pt x="186828" y="126983"/>
                </a:cubicBezTo>
                <a:cubicBezTo>
                  <a:pt x="195541" y="126983"/>
                  <a:pt x="202493" y="124136"/>
                  <a:pt x="207683" y="118441"/>
                </a:cubicBezTo>
                <a:cubicBezTo>
                  <a:pt x="210649" y="115136"/>
                  <a:pt x="212750" y="111309"/>
                  <a:pt x="213986" y="106963"/>
                </a:cubicBezTo>
                <a:lnTo>
                  <a:pt x="230392" y="106963"/>
                </a:lnTo>
                <a:cubicBezTo>
                  <a:pt x="229959" y="110589"/>
                  <a:pt x="228523" y="114631"/>
                  <a:pt x="226082" y="119087"/>
                </a:cubicBezTo>
                <a:cubicBezTo>
                  <a:pt x="223641" y="123542"/>
                  <a:pt x="220907" y="127183"/>
                  <a:pt x="217879" y="130010"/>
                </a:cubicBezTo>
                <a:cubicBezTo>
                  <a:pt x="212812" y="134928"/>
                  <a:pt x="206540" y="138248"/>
                  <a:pt x="199063" y="139968"/>
                </a:cubicBezTo>
                <a:cubicBezTo>
                  <a:pt x="195047" y="140951"/>
                  <a:pt x="190505" y="141443"/>
                  <a:pt x="185438" y="141443"/>
                </a:cubicBezTo>
                <a:cubicBezTo>
                  <a:pt x="173079" y="141443"/>
                  <a:pt x="162606" y="136943"/>
                  <a:pt x="154016" y="127945"/>
                </a:cubicBezTo>
                <a:cubicBezTo>
                  <a:pt x="145427" y="118946"/>
                  <a:pt x="141133" y="106345"/>
                  <a:pt x="141133" y="90140"/>
                </a:cubicBezTo>
                <a:cubicBezTo>
                  <a:pt x="141133" y="74184"/>
                  <a:pt x="145458" y="61228"/>
                  <a:pt x="154109" y="51271"/>
                </a:cubicBezTo>
                <a:cubicBezTo>
                  <a:pt x="162760" y="41313"/>
                  <a:pt x="174068" y="36334"/>
                  <a:pt x="188033" y="36334"/>
                </a:cubicBezTo>
                <a:moveTo>
                  <a:pt x="214635" y="80268"/>
                </a:moveTo>
                <a:cubicBezTo>
                  <a:pt x="213955" y="73015"/>
                  <a:pt x="212379" y="67219"/>
                  <a:pt x="209908" y="62880"/>
                </a:cubicBezTo>
                <a:cubicBezTo>
                  <a:pt x="205335" y="54822"/>
                  <a:pt x="197704" y="50793"/>
                  <a:pt x="187014" y="50793"/>
                </a:cubicBezTo>
                <a:cubicBezTo>
                  <a:pt x="179351" y="50793"/>
                  <a:pt x="172925" y="53567"/>
                  <a:pt x="167734" y="59115"/>
                </a:cubicBezTo>
                <a:cubicBezTo>
                  <a:pt x="162544" y="64663"/>
                  <a:pt x="159794" y="71714"/>
                  <a:pt x="159485" y="80268"/>
                </a:cubicBezTo>
                <a:lnTo>
                  <a:pt x="214635" y="80268"/>
                </a:lnTo>
                <a:moveTo>
                  <a:pt x="186457" y="36149"/>
                </a:moveTo>
                <a:lnTo>
                  <a:pt x="186457" y="36149"/>
                </a:lnTo>
                <a:close/>
                <a:moveTo>
                  <a:pt x="314927" y="106777"/>
                </a:moveTo>
                <a:cubicBezTo>
                  <a:pt x="315421" y="112364"/>
                  <a:pt x="316811" y="116647"/>
                  <a:pt x="319098" y="119626"/>
                </a:cubicBezTo>
                <a:cubicBezTo>
                  <a:pt x="323300" y="125025"/>
                  <a:pt x="330591" y="127725"/>
                  <a:pt x="340972" y="127725"/>
                </a:cubicBezTo>
                <a:cubicBezTo>
                  <a:pt x="347151" y="127725"/>
                  <a:pt x="352589" y="126378"/>
                  <a:pt x="357285" y="123684"/>
                </a:cubicBezTo>
                <a:cubicBezTo>
                  <a:pt x="361982" y="120988"/>
                  <a:pt x="364330" y="116821"/>
                  <a:pt x="364330" y="111183"/>
                </a:cubicBezTo>
                <a:cubicBezTo>
                  <a:pt x="364330" y="106907"/>
                  <a:pt x="362445" y="103655"/>
                  <a:pt x="358676" y="101424"/>
                </a:cubicBezTo>
                <a:cubicBezTo>
                  <a:pt x="356266" y="100061"/>
                  <a:pt x="351508" y="98482"/>
                  <a:pt x="344402" y="96689"/>
                </a:cubicBezTo>
                <a:lnTo>
                  <a:pt x="331147" y="93346"/>
                </a:lnTo>
                <a:cubicBezTo>
                  <a:pt x="322682" y="91241"/>
                  <a:pt x="316441" y="88889"/>
                  <a:pt x="312424" y="86290"/>
                </a:cubicBezTo>
                <a:cubicBezTo>
                  <a:pt x="305256" y="81772"/>
                  <a:pt x="301672" y="75519"/>
                  <a:pt x="301672" y="67532"/>
                </a:cubicBezTo>
                <a:cubicBezTo>
                  <a:pt x="301672" y="58124"/>
                  <a:pt x="305055" y="50511"/>
                  <a:pt x="311822" y="44693"/>
                </a:cubicBezTo>
                <a:cubicBezTo>
                  <a:pt x="318588" y="38873"/>
                  <a:pt x="327687" y="35963"/>
                  <a:pt x="339118" y="35963"/>
                </a:cubicBezTo>
                <a:cubicBezTo>
                  <a:pt x="354072" y="35963"/>
                  <a:pt x="364855" y="40350"/>
                  <a:pt x="371467" y="49125"/>
                </a:cubicBezTo>
                <a:cubicBezTo>
                  <a:pt x="375607" y="54686"/>
                  <a:pt x="377615" y="60680"/>
                  <a:pt x="377491" y="67106"/>
                </a:cubicBezTo>
                <a:lnTo>
                  <a:pt x="361734" y="67106"/>
                </a:lnTo>
                <a:cubicBezTo>
                  <a:pt x="361425" y="63378"/>
                  <a:pt x="360097" y="59986"/>
                  <a:pt x="357749" y="56931"/>
                </a:cubicBezTo>
                <a:cubicBezTo>
                  <a:pt x="353918" y="52592"/>
                  <a:pt x="347275" y="50423"/>
                  <a:pt x="337821" y="50423"/>
                </a:cubicBezTo>
                <a:cubicBezTo>
                  <a:pt x="331518" y="50423"/>
                  <a:pt x="326744" y="51623"/>
                  <a:pt x="323500" y="54023"/>
                </a:cubicBezTo>
                <a:cubicBezTo>
                  <a:pt x="320256" y="56421"/>
                  <a:pt x="318634" y="59589"/>
                  <a:pt x="318634" y="63526"/>
                </a:cubicBezTo>
                <a:cubicBezTo>
                  <a:pt x="318634" y="67833"/>
                  <a:pt x="320766" y="71277"/>
                  <a:pt x="325030" y="73861"/>
                </a:cubicBezTo>
                <a:cubicBezTo>
                  <a:pt x="327501" y="75398"/>
                  <a:pt x="331147" y="76755"/>
                  <a:pt x="335967" y="77931"/>
                </a:cubicBezTo>
                <a:lnTo>
                  <a:pt x="346997" y="80624"/>
                </a:lnTo>
                <a:cubicBezTo>
                  <a:pt x="358985" y="83535"/>
                  <a:pt x="367018" y="86351"/>
                  <a:pt x="371096" y="89074"/>
                </a:cubicBezTo>
                <a:cubicBezTo>
                  <a:pt x="377584" y="93345"/>
                  <a:pt x="380828" y="100061"/>
                  <a:pt x="380828" y="109222"/>
                </a:cubicBezTo>
                <a:cubicBezTo>
                  <a:pt x="380828" y="118074"/>
                  <a:pt x="377476" y="125718"/>
                  <a:pt x="370772" y="132156"/>
                </a:cubicBezTo>
                <a:cubicBezTo>
                  <a:pt x="364067" y="138594"/>
                  <a:pt x="353856" y="141813"/>
                  <a:pt x="340138" y="141813"/>
                </a:cubicBezTo>
                <a:cubicBezTo>
                  <a:pt x="325370" y="141813"/>
                  <a:pt x="314911" y="138452"/>
                  <a:pt x="308763" y="131731"/>
                </a:cubicBezTo>
                <a:cubicBezTo>
                  <a:pt x="302615" y="125009"/>
                  <a:pt x="299324" y="116691"/>
                  <a:pt x="298892" y="106777"/>
                </a:cubicBezTo>
                <a:lnTo>
                  <a:pt x="314927" y="106777"/>
                </a:lnTo>
                <a:moveTo>
                  <a:pt x="339582" y="36149"/>
                </a:moveTo>
                <a:lnTo>
                  <a:pt x="339582" y="36149"/>
                </a:lnTo>
                <a:close/>
                <a:moveTo>
                  <a:pt x="416606" y="38558"/>
                </a:moveTo>
                <a:lnTo>
                  <a:pt x="416606" y="104529"/>
                </a:lnTo>
                <a:cubicBezTo>
                  <a:pt x="416606" y="109602"/>
                  <a:pt x="417409" y="113747"/>
                  <a:pt x="419016" y="116964"/>
                </a:cubicBezTo>
                <a:cubicBezTo>
                  <a:pt x="421982" y="122902"/>
                  <a:pt x="427512" y="125871"/>
                  <a:pt x="435607" y="125871"/>
                </a:cubicBezTo>
                <a:cubicBezTo>
                  <a:pt x="447224" y="125871"/>
                  <a:pt x="455134" y="120675"/>
                  <a:pt x="459335" y="110282"/>
                </a:cubicBezTo>
                <a:cubicBezTo>
                  <a:pt x="461622" y="104715"/>
                  <a:pt x="462765" y="97076"/>
                  <a:pt x="462765" y="87365"/>
                </a:cubicBezTo>
                <a:lnTo>
                  <a:pt x="462765" y="38558"/>
                </a:lnTo>
                <a:lnTo>
                  <a:pt x="479449" y="38558"/>
                </a:lnTo>
                <a:lnTo>
                  <a:pt x="479449" y="137920"/>
                </a:lnTo>
                <a:lnTo>
                  <a:pt x="463692" y="137920"/>
                </a:lnTo>
                <a:lnTo>
                  <a:pt x="463877" y="123273"/>
                </a:lnTo>
                <a:cubicBezTo>
                  <a:pt x="461714" y="127063"/>
                  <a:pt x="459026" y="130263"/>
                  <a:pt x="455813" y="132872"/>
                </a:cubicBezTo>
                <a:cubicBezTo>
                  <a:pt x="449449" y="138091"/>
                  <a:pt x="441725" y="140701"/>
                  <a:pt x="432641" y="140701"/>
                </a:cubicBezTo>
                <a:cubicBezTo>
                  <a:pt x="418491" y="140701"/>
                  <a:pt x="408851" y="135965"/>
                  <a:pt x="403722" y="126494"/>
                </a:cubicBezTo>
                <a:cubicBezTo>
                  <a:pt x="400942" y="121417"/>
                  <a:pt x="399551" y="114638"/>
                  <a:pt x="399551" y="106157"/>
                </a:cubicBezTo>
                <a:lnTo>
                  <a:pt x="399551" y="38558"/>
                </a:lnTo>
                <a:lnTo>
                  <a:pt x="416606" y="38558"/>
                </a:lnTo>
                <a:moveTo>
                  <a:pt x="439500" y="36149"/>
                </a:moveTo>
                <a:lnTo>
                  <a:pt x="439500" y="36149"/>
                </a:lnTo>
                <a:close/>
                <a:moveTo>
                  <a:pt x="543746" y="35592"/>
                </a:moveTo>
                <a:cubicBezTo>
                  <a:pt x="554930" y="35592"/>
                  <a:pt x="564029" y="38318"/>
                  <a:pt x="571042" y="43769"/>
                </a:cubicBezTo>
                <a:cubicBezTo>
                  <a:pt x="578056" y="49220"/>
                  <a:pt x="582273" y="58606"/>
                  <a:pt x="583694" y="71926"/>
                </a:cubicBezTo>
                <a:lnTo>
                  <a:pt x="567474" y="71926"/>
                </a:lnTo>
                <a:cubicBezTo>
                  <a:pt x="566485" y="65809"/>
                  <a:pt x="564230" y="60726"/>
                  <a:pt x="560708" y="56679"/>
                </a:cubicBezTo>
                <a:cubicBezTo>
                  <a:pt x="557185" y="52632"/>
                  <a:pt x="551531" y="50608"/>
                  <a:pt x="543746" y="50608"/>
                </a:cubicBezTo>
                <a:cubicBezTo>
                  <a:pt x="533117" y="50608"/>
                  <a:pt x="525517" y="55798"/>
                  <a:pt x="520944" y="66180"/>
                </a:cubicBezTo>
                <a:cubicBezTo>
                  <a:pt x="517978" y="72915"/>
                  <a:pt x="516495" y="81226"/>
                  <a:pt x="516495" y="91113"/>
                </a:cubicBezTo>
                <a:cubicBezTo>
                  <a:pt x="516495" y="101061"/>
                  <a:pt x="518596" y="109434"/>
                  <a:pt x="522798" y="116231"/>
                </a:cubicBezTo>
                <a:cubicBezTo>
                  <a:pt x="527000" y="123029"/>
                  <a:pt x="533612" y="126427"/>
                  <a:pt x="542633" y="126427"/>
                </a:cubicBezTo>
                <a:cubicBezTo>
                  <a:pt x="549554" y="126427"/>
                  <a:pt x="555038" y="124327"/>
                  <a:pt x="559085" y="120127"/>
                </a:cubicBezTo>
                <a:cubicBezTo>
                  <a:pt x="563133" y="115927"/>
                  <a:pt x="565929" y="110180"/>
                  <a:pt x="567474" y="102884"/>
                </a:cubicBezTo>
                <a:lnTo>
                  <a:pt x="583694" y="102884"/>
                </a:lnTo>
                <a:cubicBezTo>
                  <a:pt x="581841" y="116046"/>
                  <a:pt x="577206" y="125670"/>
                  <a:pt x="569791" y="131757"/>
                </a:cubicBezTo>
                <a:cubicBezTo>
                  <a:pt x="562376" y="137843"/>
                  <a:pt x="552891" y="140886"/>
                  <a:pt x="541336" y="140886"/>
                </a:cubicBezTo>
                <a:cubicBezTo>
                  <a:pt x="528359" y="140886"/>
                  <a:pt x="518009" y="136131"/>
                  <a:pt x="510285" y="126621"/>
                </a:cubicBezTo>
                <a:cubicBezTo>
                  <a:pt x="502561" y="117111"/>
                  <a:pt x="498699" y="105230"/>
                  <a:pt x="498699" y="90980"/>
                </a:cubicBezTo>
                <a:cubicBezTo>
                  <a:pt x="498699" y="73510"/>
                  <a:pt x="502932" y="59912"/>
                  <a:pt x="511397" y="50185"/>
                </a:cubicBezTo>
                <a:cubicBezTo>
                  <a:pt x="519863" y="40457"/>
                  <a:pt x="530646" y="35592"/>
                  <a:pt x="543746" y="35592"/>
                </a:cubicBezTo>
                <a:moveTo>
                  <a:pt x="541150" y="36149"/>
                </a:moveTo>
                <a:lnTo>
                  <a:pt x="541150" y="36149"/>
                </a:lnTo>
                <a:close/>
                <a:moveTo>
                  <a:pt x="638659" y="35592"/>
                </a:moveTo>
                <a:cubicBezTo>
                  <a:pt x="649843" y="35592"/>
                  <a:pt x="658942" y="38318"/>
                  <a:pt x="665955" y="43769"/>
                </a:cubicBezTo>
                <a:cubicBezTo>
                  <a:pt x="672969" y="49220"/>
                  <a:pt x="677186" y="58606"/>
                  <a:pt x="678607" y="71926"/>
                </a:cubicBezTo>
                <a:lnTo>
                  <a:pt x="662387" y="71926"/>
                </a:lnTo>
                <a:cubicBezTo>
                  <a:pt x="661398" y="65809"/>
                  <a:pt x="659143" y="60726"/>
                  <a:pt x="655621" y="56679"/>
                </a:cubicBezTo>
                <a:cubicBezTo>
                  <a:pt x="652098" y="52632"/>
                  <a:pt x="646444" y="50608"/>
                  <a:pt x="638659" y="50608"/>
                </a:cubicBezTo>
                <a:cubicBezTo>
                  <a:pt x="628030" y="50608"/>
                  <a:pt x="620430" y="55798"/>
                  <a:pt x="615857" y="66180"/>
                </a:cubicBezTo>
                <a:cubicBezTo>
                  <a:pt x="612891" y="72915"/>
                  <a:pt x="611408" y="81226"/>
                  <a:pt x="611408" y="91113"/>
                </a:cubicBezTo>
                <a:cubicBezTo>
                  <a:pt x="611408" y="101061"/>
                  <a:pt x="613509" y="109434"/>
                  <a:pt x="617711" y="116231"/>
                </a:cubicBezTo>
                <a:cubicBezTo>
                  <a:pt x="621913" y="123029"/>
                  <a:pt x="628525" y="126427"/>
                  <a:pt x="637546" y="126427"/>
                </a:cubicBezTo>
                <a:cubicBezTo>
                  <a:pt x="644467" y="126427"/>
                  <a:pt x="649951" y="124327"/>
                  <a:pt x="653999" y="120127"/>
                </a:cubicBezTo>
                <a:cubicBezTo>
                  <a:pt x="658046" y="115927"/>
                  <a:pt x="660842" y="110180"/>
                  <a:pt x="662387" y="102884"/>
                </a:cubicBezTo>
                <a:lnTo>
                  <a:pt x="678607" y="102884"/>
                </a:lnTo>
                <a:cubicBezTo>
                  <a:pt x="676754" y="116046"/>
                  <a:pt x="672119" y="125670"/>
                  <a:pt x="664704" y="131757"/>
                </a:cubicBezTo>
                <a:cubicBezTo>
                  <a:pt x="657289" y="137843"/>
                  <a:pt x="647804" y="140886"/>
                  <a:pt x="636249" y="140886"/>
                </a:cubicBezTo>
                <a:cubicBezTo>
                  <a:pt x="623272" y="140886"/>
                  <a:pt x="612922" y="136131"/>
                  <a:pt x="605198" y="126621"/>
                </a:cubicBezTo>
                <a:cubicBezTo>
                  <a:pt x="597474" y="117111"/>
                  <a:pt x="593612" y="105230"/>
                  <a:pt x="593612" y="90980"/>
                </a:cubicBezTo>
                <a:cubicBezTo>
                  <a:pt x="593612" y="73510"/>
                  <a:pt x="597845" y="59912"/>
                  <a:pt x="606310" y="50185"/>
                </a:cubicBezTo>
                <a:cubicBezTo>
                  <a:pt x="614776" y="40457"/>
                  <a:pt x="625559" y="35592"/>
                  <a:pt x="638659" y="35592"/>
                </a:cubicBezTo>
                <a:moveTo>
                  <a:pt x="636063" y="36149"/>
                </a:moveTo>
                <a:lnTo>
                  <a:pt x="636063" y="36149"/>
                </a:lnTo>
                <a:close/>
                <a:moveTo>
                  <a:pt x="736630" y="36334"/>
                </a:moveTo>
                <a:cubicBezTo>
                  <a:pt x="743675" y="36334"/>
                  <a:pt x="750503" y="37987"/>
                  <a:pt x="757114" y="41293"/>
                </a:cubicBezTo>
                <a:cubicBezTo>
                  <a:pt x="763726" y="44599"/>
                  <a:pt x="768762" y="48877"/>
                  <a:pt x="772223" y="54127"/>
                </a:cubicBezTo>
                <a:cubicBezTo>
                  <a:pt x="775559" y="59132"/>
                  <a:pt x="777784" y="64971"/>
                  <a:pt x="778896" y="71642"/>
                </a:cubicBezTo>
                <a:cubicBezTo>
                  <a:pt x="779885" y="76215"/>
                  <a:pt x="780379" y="83539"/>
                  <a:pt x="780379" y="93615"/>
                </a:cubicBezTo>
                <a:lnTo>
                  <a:pt x="707619" y="93615"/>
                </a:lnTo>
                <a:cubicBezTo>
                  <a:pt x="707928" y="103688"/>
                  <a:pt x="710307" y="111767"/>
                  <a:pt x="714756" y="117853"/>
                </a:cubicBezTo>
                <a:cubicBezTo>
                  <a:pt x="719205" y="123940"/>
                  <a:pt x="726095" y="126983"/>
                  <a:pt x="735425" y="126983"/>
                </a:cubicBezTo>
                <a:cubicBezTo>
                  <a:pt x="744138" y="126983"/>
                  <a:pt x="751090" y="124136"/>
                  <a:pt x="756280" y="118441"/>
                </a:cubicBezTo>
                <a:cubicBezTo>
                  <a:pt x="759246" y="115136"/>
                  <a:pt x="761347" y="111309"/>
                  <a:pt x="762583" y="106963"/>
                </a:cubicBezTo>
                <a:lnTo>
                  <a:pt x="778989" y="106963"/>
                </a:lnTo>
                <a:cubicBezTo>
                  <a:pt x="778556" y="110589"/>
                  <a:pt x="777120" y="114631"/>
                  <a:pt x="774679" y="119087"/>
                </a:cubicBezTo>
                <a:cubicBezTo>
                  <a:pt x="772238" y="123542"/>
                  <a:pt x="769504" y="127183"/>
                  <a:pt x="766476" y="130010"/>
                </a:cubicBezTo>
                <a:cubicBezTo>
                  <a:pt x="761409" y="134928"/>
                  <a:pt x="755137" y="138248"/>
                  <a:pt x="747660" y="139968"/>
                </a:cubicBezTo>
                <a:cubicBezTo>
                  <a:pt x="743644" y="140951"/>
                  <a:pt x="739102" y="141443"/>
                  <a:pt x="734035" y="141443"/>
                </a:cubicBezTo>
                <a:cubicBezTo>
                  <a:pt x="721677" y="141443"/>
                  <a:pt x="711203" y="136943"/>
                  <a:pt x="702614" y="127945"/>
                </a:cubicBezTo>
                <a:cubicBezTo>
                  <a:pt x="694025" y="118946"/>
                  <a:pt x="689730" y="106345"/>
                  <a:pt x="689730" y="90140"/>
                </a:cubicBezTo>
                <a:cubicBezTo>
                  <a:pt x="689730" y="74184"/>
                  <a:pt x="694055" y="61228"/>
                  <a:pt x="702706" y="51271"/>
                </a:cubicBezTo>
                <a:cubicBezTo>
                  <a:pt x="711357" y="41313"/>
                  <a:pt x="722665" y="36334"/>
                  <a:pt x="736630" y="36334"/>
                </a:cubicBezTo>
                <a:moveTo>
                  <a:pt x="763232" y="80268"/>
                </a:moveTo>
                <a:cubicBezTo>
                  <a:pt x="762552" y="73015"/>
                  <a:pt x="760977" y="67219"/>
                  <a:pt x="758505" y="62880"/>
                </a:cubicBezTo>
                <a:cubicBezTo>
                  <a:pt x="753932" y="54822"/>
                  <a:pt x="746301" y="50793"/>
                  <a:pt x="735611" y="50793"/>
                </a:cubicBezTo>
                <a:cubicBezTo>
                  <a:pt x="727949" y="50793"/>
                  <a:pt x="721522" y="53567"/>
                  <a:pt x="716332" y="59115"/>
                </a:cubicBezTo>
                <a:cubicBezTo>
                  <a:pt x="711141" y="64663"/>
                  <a:pt x="708391" y="71714"/>
                  <a:pt x="708082" y="80268"/>
                </a:cubicBezTo>
                <a:lnTo>
                  <a:pt x="763232" y="80268"/>
                </a:lnTo>
                <a:moveTo>
                  <a:pt x="735055" y="36149"/>
                </a:moveTo>
                <a:lnTo>
                  <a:pt x="735055" y="36149"/>
                </a:lnTo>
                <a:close/>
                <a:moveTo>
                  <a:pt x="810752" y="106777"/>
                </a:moveTo>
                <a:cubicBezTo>
                  <a:pt x="811246" y="112364"/>
                  <a:pt x="812637" y="116647"/>
                  <a:pt x="814923" y="119626"/>
                </a:cubicBezTo>
                <a:cubicBezTo>
                  <a:pt x="819125" y="125025"/>
                  <a:pt x="826416" y="127725"/>
                  <a:pt x="836798" y="127725"/>
                </a:cubicBezTo>
                <a:cubicBezTo>
                  <a:pt x="842977" y="127725"/>
                  <a:pt x="848415" y="126378"/>
                  <a:pt x="853111" y="123684"/>
                </a:cubicBezTo>
                <a:cubicBezTo>
                  <a:pt x="857807" y="120988"/>
                  <a:pt x="860155" y="116821"/>
                  <a:pt x="860155" y="111183"/>
                </a:cubicBezTo>
                <a:cubicBezTo>
                  <a:pt x="860155" y="106907"/>
                  <a:pt x="858270" y="103655"/>
                  <a:pt x="854501" y="101424"/>
                </a:cubicBezTo>
                <a:cubicBezTo>
                  <a:pt x="852091" y="100061"/>
                  <a:pt x="847333" y="98482"/>
                  <a:pt x="840227" y="96689"/>
                </a:cubicBezTo>
                <a:lnTo>
                  <a:pt x="826973" y="93346"/>
                </a:lnTo>
                <a:cubicBezTo>
                  <a:pt x="818507" y="91241"/>
                  <a:pt x="812266" y="88889"/>
                  <a:pt x="808250" y="86290"/>
                </a:cubicBezTo>
                <a:cubicBezTo>
                  <a:pt x="801082" y="81772"/>
                  <a:pt x="797498" y="75519"/>
                  <a:pt x="797498" y="67532"/>
                </a:cubicBezTo>
                <a:cubicBezTo>
                  <a:pt x="797498" y="58124"/>
                  <a:pt x="800881" y="50511"/>
                  <a:pt x="807647" y="44693"/>
                </a:cubicBezTo>
                <a:cubicBezTo>
                  <a:pt x="814413" y="38873"/>
                  <a:pt x="823512" y="35963"/>
                  <a:pt x="834944" y="35963"/>
                </a:cubicBezTo>
                <a:cubicBezTo>
                  <a:pt x="849898" y="35963"/>
                  <a:pt x="860680" y="40350"/>
                  <a:pt x="867292" y="49125"/>
                </a:cubicBezTo>
                <a:cubicBezTo>
                  <a:pt x="871432" y="54686"/>
                  <a:pt x="873440" y="60680"/>
                  <a:pt x="873317" y="67106"/>
                </a:cubicBezTo>
                <a:lnTo>
                  <a:pt x="857560" y="67106"/>
                </a:lnTo>
                <a:cubicBezTo>
                  <a:pt x="857251" y="63378"/>
                  <a:pt x="855922" y="59986"/>
                  <a:pt x="853574" y="56931"/>
                </a:cubicBezTo>
                <a:cubicBezTo>
                  <a:pt x="849743" y="52592"/>
                  <a:pt x="843100" y="50423"/>
                  <a:pt x="833646" y="50423"/>
                </a:cubicBezTo>
                <a:cubicBezTo>
                  <a:pt x="827343" y="50423"/>
                  <a:pt x="822570" y="51623"/>
                  <a:pt x="819326" y="54023"/>
                </a:cubicBezTo>
                <a:cubicBezTo>
                  <a:pt x="816082" y="56421"/>
                  <a:pt x="814460" y="59589"/>
                  <a:pt x="814460" y="63526"/>
                </a:cubicBezTo>
                <a:cubicBezTo>
                  <a:pt x="814460" y="67833"/>
                  <a:pt x="816592" y="71277"/>
                  <a:pt x="820855" y="73861"/>
                </a:cubicBezTo>
                <a:cubicBezTo>
                  <a:pt x="823327" y="75398"/>
                  <a:pt x="826973" y="76755"/>
                  <a:pt x="831792" y="77931"/>
                </a:cubicBezTo>
                <a:lnTo>
                  <a:pt x="842822" y="80624"/>
                </a:lnTo>
                <a:cubicBezTo>
                  <a:pt x="854810" y="83535"/>
                  <a:pt x="862843" y="86351"/>
                  <a:pt x="866921" y="89074"/>
                </a:cubicBezTo>
                <a:cubicBezTo>
                  <a:pt x="873410" y="93345"/>
                  <a:pt x="876654" y="100061"/>
                  <a:pt x="876654" y="109222"/>
                </a:cubicBezTo>
                <a:cubicBezTo>
                  <a:pt x="876654" y="118074"/>
                  <a:pt x="873301" y="125718"/>
                  <a:pt x="866597" y="132156"/>
                </a:cubicBezTo>
                <a:cubicBezTo>
                  <a:pt x="859892" y="138594"/>
                  <a:pt x="849681" y="141813"/>
                  <a:pt x="835963" y="141813"/>
                </a:cubicBezTo>
                <a:cubicBezTo>
                  <a:pt x="821195" y="141813"/>
                  <a:pt x="810737" y="138452"/>
                  <a:pt x="804588" y="131731"/>
                </a:cubicBezTo>
                <a:cubicBezTo>
                  <a:pt x="798440" y="125009"/>
                  <a:pt x="795150" y="116691"/>
                  <a:pt x="794717" y="106777"/>
                </a:cubicBezTo>
                <a:lnTo>
                  <a:pt x="810752" y="106777"/>
                </a:lnTo>
                <a:moveTo>
                  <a:pt x="835407" y="36149"/>
                </a:moveTo>
                <a:lnTo>
                  <a:pt x="835407" y="36149"/>
                </a:lnTo>
                <a:close/>
                <a:moveTo>
                  <a:pt x="905665" y="106777"/>
                </a:moveTo>
                <a:cubicBezTo>
                  <a:pt x="906160" y="112364"/>
                  <a:pt x="907550" y="116647"/>
                  <a:pt x="909836" y="119626"/>
                </a:cubicBezTo>
                <a:cubicBezTo>
                  <a:pt x="914038" y="125025"/>
                  <a:pt x="921330" y="127725"/>
                  <a:pt x="931711" y="127725"/>
                </a:cubicBezTo>
                <a:cubicBezTo>
                  <a:pt x="937890" y="127725"/>
                  <a:pt x="943328" y="126378"/>
                  <a:pt x="948024" y="123684"/>
                </a:cubicBezTo>
                <a:cubicBezTo>
                  <a:pt x="952720" y="120988"/>
                  <a:pt x="955068" y="116821"/>
                  <a:pt x="955068" y="111183"/>
                </a:cubicBezTo>
                <a:cubicBezTo>
                  <a:pt x="955068" y="106907"/>
                  <a:pt x="953183" y="103655"/>
                  <a:pt x="949414" y="101424"/>
                </a:cubicBezTo>
                <a:cubicBezTo>
                  <a:pt x="947004" y="100061"/>
                  <a:pt x="942246" y="98482"/>
                  <a:pt x="935140" y="96689"/>
                </a:cubicBezTo>
                <a:lnTo>
                  <a:pt x="921886" y="93346"/>
                </a:lnTo>
                <a:cubicBezTo>
                  <a:pt x="913420" y="91241"/>
                  <a:pt x="907179" y="88889"/>
                  <a:pt x="903163" y="86290"/>
                </a:cubicBezTo>
                <a:cubicBezTo>
                  <a:pt x="895995" y="81772"/>
                  <a:pt x="892411" y="75519"/>
                  <a:pt x="892411" y="67532"/>
                </a:cubicBezTo>
                <a:cubicBezTo>
                  <a:pt x="892411" y="58124"/>
                  <a:pt x="895794" y="50511"/>
                  <a:pt x="902560" y="44693"/>
                </a:cubicBezTo>
                <a:cubicBezTo>
                  <a:pt x="909326" y="38873"/>
                  <a:pt x="918425" y="35963"/>
                  <a:pt x="929857" y="35963"/>
                </a:cubicBezTo>
                <a:cubicBezTo>
                  <a:pt x="944811" y="35963"/>
                  <a:pt x="955593" y="40350"/>
                  <a:pt x="962205" y="49125"/>
                </a:cubicBezTo>
                <a:cubicBezTo>
                  <a:pt x="966345" y="54686"/>
                  <a:pt x="968353" y="60680"/>
                  <a:pt x="968230" y="67106"/>
                </a:cubicBezTo>
                <a:lnTo>
                  <a:pt x="952473" y="67106"/>
                </a:lnTo>
                <a:cubicBezTo>
                  <a:pt x="952164" y="63378"/>
                  <a:pt x="950835" y="59986"/>
                  <a:pt x="948487" y="56931"/>
                </a:cubicBezTo>
                <a:cubicBezTo>
                  <a:pt x="944656" y="52592"/>
                  <a:pt x="938013" y="50423"/>
                  <a:pt x="928559" y="50423"/>
                </a:cubicBezTo>
                <a:cubicBezTo>
                  <a:pt x="922256" y="50423"/>
                  <a:pt x="917483" y="51623"/>
                  <a:pt x="914239" y="54023"/>
                </a:cubicBezTo>
                <a:cubicBezTo>
                  <a:pt x="910995" y="56421"/>
                  <a:pt x="909373" y="59589"/>
                  <a:pt x="909373" y="63526"/>
                </a:cubicBezTo>
                <a:cubicBezTo>
                  <a:pt x="909373" y="67833"/>
                  <a:pt x="911505" y="71277"/>
                  <a:pt x="915768" y="73861"/>
                </a:cubicBezTo>
                <a:cubicBezTo>
                  <a:pt x="918240" y="75398"/>
                  <a:pt x="921886" y="76755"/>
                  <a:pt x="926705" y="77931"/>
                </a:cubicBezTo>
                <a:lnTo>
                  <a:pt x="937735" y="80624"/>
                </a:lnTo>
                <a:cubicBezTo>
                  <a:pt x="949723" y="83535"/>
                  <a:pt x="957756" y="86351"/>
                  <a:pt x="961834" y="89074"/>
                </a:cubicBezTo>
                <a:cubicBezTo>
                  <a:pt x="968323" y="93345"/>
                  <a:pt x="971567" y="100061"/>
                  <a:pt x="971567" y="109222"/>
                </a:cubicBezTo>
                <a:cubicBezTo>
                  <a:pt x="971567" y="118074"/>
                  <a:pt x="968214" y="125718"/>
                  <a:pt x="961510" y="132156"/>
                </a:cubicBezTo>
                <a:cubicBezTo>
                  <a:pt x="954806" y="138594"/>
                  <a:pt x="944594" y="141813"/>
                  <a:pt x="930876" y="141813"/>
                </a:cubicBezTo>
                <a:cubicBezTo>
                  <a:pt x="916108" y="141813"/>
                  <a:pt x="905650" y="138452"/>
                  <a:pt x="899501" y="131731"/>
                </a:cubicBezTo>
                <a:cubicBezTo>
                  <a:pt x="893353" y="125009"/>
                  <a:pt x="890063" y="116691"/>
                  <a:pt x="889630" y="106777"/>
                </a:cubicBezTo>
                <a:lnTo>
                  <a:pt x="905665" y="106777"/>
                </a:lnTo>
                <a:moveTo>
                  <a:pt x="930320" y="36149"/>
                </a:moveTo>
                <a:lnTo>
                  <a:pt x="930320" y="36149"/>
                </a:lnTo>
                <a:close/>
                <a:moveTo>
                  <a:pt x="1043896" y="38558"/>
                </a:moveTo>
                <a:lnTo>
                  <a:pt x="1059745" y="38558"/>
                </a:lnTo>
                <a:lnTo>
                  <a:pt x="1059745" y="55798"/>
                </a:lnTo>
                <a:cubicBezTo>
                  <a:pt x="1061043" y="52446"/>
                  <a:pt x="1064225" y="48364"/>
                  <a:pt x="1069292" y="43552"/>
                </a:cubicBezTo>
                <a:cubicBezTo>
                  <a:pt x="1074359" y="38740"/>
                  <a:pt x="1080199" y="36334"/>
                  <a:pt x="1086810" y="36334"/>
                </a:cubicBezTo>
                <a:cubicBezTo>
                  <a:pt x="1087119" y="36334"/>
                  <a:pt x="1087645" y="36372"/>
                  <a:pt x="1088386" y="36447"/>
                </a:cubicBezTo>
                <a:cubicBezTo>
                  <a:pt x="1089128" y="36520"/>
                  <a:pt x="1090394" y="36668"/>
                  <a:pt x="1092186" y="36890"/>
                </a:cubicBezTo>
                <a:lnTo>
                  <a:pt x="1092186" y="54501"/>
                </a:lnTo>
                <a:cubicBezTo>
                  <a:pt x="1091198" y="54279"/>
                  <a:pt x="1090286" y="54131"/>
                  <a:pt x="1089452" y="54058"/>
                </a:cubicBezTo>
                <a:cubicBezTo>
                  <a:pt x="1088618" y="53982"/>
                  <a:pt x="1087706" y="53945"/>
                  <a:pt x="1086718" y="53945"/>
                </a:cubicBezTo>
                <a:cubicBezTo>
                  <a:pt x="1078314" y="53945"/>
                  <a:pt x="1071857" y="56664"/>
                  <a:pt x="1067346" y="62101"/>
                </a:cubicBezTo>
                <a:cubicBezTo>
                  <a:pt x="1062835" y="67539"/>
                  <a:pt x="1060580" y="73780"/>
                  <a:pt x="1060580" y="80824"/>
                </a:cubicBezTo>
                <a:lnTo>
                  <a:pt x="1060580" y="137920"/>
                </a:lnTo>
                <a:lnTo>
                  <a:pt x="1043896" y="137920"/>
                </a:lnTo>
                <a:lnTo>
                  <a:pt x="1043896" y="38558"/>
                </a:lnTo>
                <a:close/>
                <a:moveTo>
                  <a:pt x="1117537" y="111551"/>
                </a:moveTo>
                <a:cubicBezTo>
                  <a:pt x="1117537" y="116386"/>
                  <a:pt x="1119298" y="120198"/>
                  <a:pt x="1122820" y="122986"/>
                </a:cubicBezTo>
                <a:cubicBezTo>
                  <a:pt x="1126342" y="125774"/>
                  <a:pt x="1130513" y="127169"/>
                  <a:pt x="1135333" y="127169"/>
                </a:cubicBezTo>
                <a:cubicBezTo>
                  <a:pt x="1141203" y="127169"/>
                  <a:pt x="1146888" y="125798"/>
                  <a:pt x="1152388" y="123056"/>
                </a:cubicBezTo>
                <a:cubicBezTo>
                  <a:pt x="1161657" y="118506"/>
                  <a:pt x="1166291" y="111103"/>
                  <a:pt x="1166291" y="100845"/>
                </a:cubicBezTo>
                <a:lnTo>
                  <a:pt x="1166291" y="87405"/>
                </a:lnTo>
                <a:cubicBezTo>
                  <a:pt x="1164252" y="88730"/>
                  <a:pt x="1161626" y="89833"/>
                  <a:pt x="1158413" y="90716"/>
                </a:cubicBezTo>
                <a:cubicBezTo>
                  <a:pt x="1155199" y="91598"/>
                  <a:pt x="1152048" y="92219"/>
                  <a:pt x="1148958" y="92578"/>
                </a:cubicBezTo>
                <a:lnTo>
                  <a:pt x="1138855" y="93838"/>
                </a:lnTo>
                <a:cubicBezTo>
                  <a:pt x="1132800" y="94617"/>
                  <a:pt x="1128258" y="95874"/>
                  <a:pt x="1125230" y="97610"/>
                </a:cubicBezTo>
                <a:cubicBezTo>
                  <a:pt x="1120101" y="100522"/>
                  <a:pt x="1117537" y="105169"/>
                  <a:pt x="1117537" y="111551"/>
                </a:cubicBezTo>
                <a:moveTo>
                  <a:pt x="1157949" y="77766"/>
                </a:moveTo>
                <a:cubicBezTo>
                  <a:pt x="1161780" y="77271"/>
                  <a:pt x="1164345" y="75665"/>
                  <a:pt x="1165642" y="72946"/>
                </a:cubicBezTo>
                <a:cubicBezTo>
                  <a:pt x="1166384" y="71457"/>
                  <a:pt x="1166754" y="69316"/>
                  <a:pt x="1166754" y="66524"/>
                </a:cubicBezTo>
                <a:cubicBezTo>
                  <a:pt x="1166754" y="60816"/>
                  <a:pt x="1164731" y="56675"/>
                  <a:pt x="1160683" y="54101"/>
                </a:cubicBezTo>
                <a:cubicBezTo>
                  <a:pt x="1156636" y="51525"/>
                  <a:pt x="1150843" y="50237"/>
                  <a:pt x="1143304" y="50237"/>
                </a:cubicBezTo>
                <a:cubicBezTo>
                  <a:pt x="1134592" y="50237"/>
                  <a:pt x="1128412" y="52597"/>
                  <a:pt x="1124767" y="57316"/>
                </a:cubicBezTo>
                <a:cubicBezTo>
                  <a:pt x="1122727" y="59925"/>
                  <a:pt x="1121399" y="63806"/>
                  <a:pt x="1120781" y="68960"/>
                </a:cubicBezTo>
                <a:lnTo>
                  <a:pt x="1105209" y="68960"/>
                </a:lnTo>
                <a:cubicBezTo>
                  <a:pt x="1105518" y="56691"/>
                  <a:pt x="1109488" y="48155"/>
                  <a:pt x="1117120" y="43352"/>
                </a:cubicBezTo>
                <a:cubicBezTo>
                  <a:pt x="1124751" y="38550"/>
                  <a:pt x="1133603" y="36149"/>
                  <a:pt x="1143675" y="36149"/>
                </a:cubicBezTo>
                <a:cubicBezTo>
                  <a:pt x="1155354" y="36149"/>
                  <a:pt x="1164839" y="38373"/>
                  <a:pt x="1172130" y="42822"/>
                </a:cubicBezTo>
                <a:cubicBezTo>
                  <a:pt x="1179360" y="47271"/>
                  <a:pt x="1182975" y="54198"/>
                  <a:pt x="1182975" y="63602"/>
                </a:cubicBezTo>
                <a:lnTo>
                  <a:pt x="1182975" y="120863"/>
                </a:lnTo>
                <a:cubicBezTo>
                  <a:pt x="1182975" y="122595"/>
                  <a:pt x="1183330" y="123986"/>
                  <a:pt x="1184041" y="125037"/>
                </a:cubicBezTo>
                <a:cubicBezTo>
                  <a:pt x="1184752" y="126087"/>
                  <a:pt x="1186250" y="126612"/>
                  <a:pt x="1188536" y="126612"/>
                </a:cubicBezTo>
                <a:cubicBezTo>
                  <a:pt x="1189278" y="126612"/>
                  <a:pt x="1190112" y="126566"/>
                  <a:pt x="1191039" y="126473"/>
                </a:cubicBezTo>
                <a:cubicBezTo>
                  <a:pt x="1191966" y="126381"/>
                  <a:pt x="1192954" y="126242"/>
                  <a:pt x="1194005" y="126056"/>
                </a:cubicBezTo>
                <a:lnTo>
                  <a:pt x="1194005" y="138477"/>
                </a:lnTo>
                <a:cubicBezTo>
                  <a:pt x="1191410" y="139218"/>
                  <a:pt x="1189432" y="139682"/>
                  <a:pt x="1188073" y="139867"/>
                </a:cubicBezTo>
                <a:cubicBezTo>
                  <a:pt x="1186713" y="140052"/>
                  <a:pt x="1184860" y="140145"/>
                  <a:pt x="1182512" y="140145"/>
                </a:cubicBezTo>
                <a:cubicBezTo>
                  <a:pt x="1176765" y="140145"/>
                  <a:pt x="1172594" y="138093"/>
                  <a:pt x="1169999" y="133990"/>
                </a:cubicBezTo>
                <a:cubicBezTo>
                  <a:pt x="1168639" y="131814"/>
                  <a:pt x="1167681" y="128737"/>
                  <a:pt x="1167125" y="124759"/>
                </a:cubicBezTo>
                <a:cubicBezTo>
                  <a:pt x="1163727" y="129258"/>
                  <a:pt x="1158845" y="133163"/>
                  <a:pt x="1152480" y="136475"/>
                </a:cubicBezTo>
                <a:cubicBezTo>
                  <a:pt x="1146116" y="139787"/>
                  <a:pt x="1139102" y="141443"/>
                  <a:pt x="1131440" y="141443"/>
                </a:cubicBezTo>
                <a:cubicBezTo>
                  <a:pt x="1122233" y="141443"/>
                  <a:pt x="1114710" y="138638"/>
                  <a:pt x="1108871" y="133028"/>
                </a:cubicBezTo>
                <a:cubicBezTo>
                  <a:pt x="1103031" y="127419"/>
                  <a:pt x="1100111" y="120399"/>
                  <a:pt x="1100111" y="111971"/>
                </a:cubicBezTo>
                <a:cubicBezTo>
                  <a:pt x="1100111" y="102735"/>
                  <a:pt x="1102985" y="95575"/>
                  <a:pt x="1108732" y="90493"/>
                </a:cubicBezTo>
                <a:cubicBezTo>
                  <a:pt x="1114478" y="85411"/>
                  <a:pt x="1122017" y="82280"/>
                  <a:pt x="1131347" y="81102"/>
                </a:cubicBezTo>
                <a:lnTo>
                  <a:pt x="1157949" y="77766"/>
                </a:lnTo>
                <a:moveTo>
                  <a:pt x="1144139" y="36149"/>
                </a:moveTo>
                <a:lnTo>
                  <a:pt x="1144139" y="36149"/>
                </a:lnTo>
                <a:close/>
                <a:moveTo>
                  <a:pt x="1213626" y="10937"/>
                </a:moveTo>
                <a:lnTo>
                  <a:pt x="1230495" y="10937"/>
                </a:lnTo>
                <a:lnTo>
                  <a:pt x="1230495" y="38558"/>
                </a:lnTo>
                <a:lnTo>
                  <a:pt x="1246345" y="38558"/>
                </a:lnTo>
                <a:lnTo>
                  <a:pt x="1246345" y="52276"/>
                </a:lnTo>
                <a:lnTo>
                  <a:pt x="1230495" y="52276"/>
                </a:lnTo>
                <a:lnTo>
                  <a:pt x="1230495" y="116984"/>
                </a:lnTo>
                <a:cubicBezTo>
                  <a:pt x="1230495" y="120439"/>
                  <a:pt x="1231669" y="122752"/>
                  <a:pt x="1234017" y="123924"/>
                </a:cubicBezTo>
                <a:cubicBezTo>
                  <a:pt x="1235315" y="124604"/>
                  <a:pt x="1237478" y="124944"/>
                  <a:pt x="1240506" y="124944"/>
                </a:cubicBezTo>
                <a:cubicBezTo>
                  <a:pt x="1241309" y="124944"/>
                  <a:pt x="1242174" y="124924"/>
                  <a:pt x="1243101" y="124883"/>
                </a:cubicBezTo>
                <a:cubicBezTo>
                  <a:pt x="1244028" y="124841"/>
                  <a:pt x="1245109" y="124737"/>
                  <a:pt x="1246345" y="124573"/>
                </a:cubicBezTo>
                <a:lnTo>
                  <a:pt x="1246345" y="137920"/>
                </a:lnTo>
                <a:cubicBezTo>
                  <a:pt x="1244429" y="138509"/>
                  <a:pt x="1242437" y="138934"/>
                  <a:pt x="1240367" y="139195"/>
                </a:cubicBezTo>
                <a:cubicBezTo>
                  <a:pt x="1238297" y="139458"/>
                  <a:pt x="1236057" y="139589"/>
                  <a:pt x="1233647" y="139589"/>
                </a:cubicBezTo>
                <a:cubicBezTo>
                  <a:pt x="1225861" y="139589"/>
                  <a:pt x="1220578" y="137594"/>
                  <a:pt x="1217797" y="133605"/>
                </a:cubicBezTo>
                <a:cubicBezTo>
                  <a:pt x="1215016" y="129615"/>
                  <a:pt x="1213626" y="124434"/>
                  <a:pt x="1213626" y="118062"/>
                </a:cubicBezTo>
                <a:lnTo>
                  <a:pt x="1213626" y="52276"/>
                </a:lnTo>
                <a:lnTo>
                  <a:pt x="1200186" y="52276"/>
                </a:lnTo>
                <a:lnTo>
                  <a:pt x="1200186" y="38558"/>
                </a:lnTo>
                <a:lnTo>
                  <a:pt x="1213626" y="38558"/>
                </a:lnTo>
                <a:lnTo>
                  <a:pt x="1213626" y="10937"/>
                </a:lnTo>
                <a:close/>
                <a:moveTo>
                  <a:pt x="1263061" y="39115"/>
                </a:moveTo>
                <a:lnTo>
                  <a:pt x="1280023" y="39115"/>
                </a:lnTo>
                <a:lnTo>
                  <a:pt x="1280023" y="137920"/>
                </a:lnTo>
                <a:lnTo>
                  <a:pt x="1263061" y="137920"/>
                </a:lnTo>
                <a:lnTo>
                  <a:pt x="1263061" y="39115"/>
                </a:lnTo>
                <a:moveTo>
                  <a:pt x="1263061" y="1668"/>
                </a:moveTo>
                <a:lnTo>
                  <a:pt x="1280023" y="1668"/>
                </a:lnTo>
                <a:lnTo>
                  <a:pt x="1280023" y="20577"/>
                </a:lnTo>
                <a:lnTo>
                  <a:pt x="1263061" y="20577"/>
                </a:lnTo>
                <a:lnTo>
                  <a:pt x="1263061" y="1668"/>
                </a:lnTo>
                <a:close/>
                <a:moveTo>
                  <a:pt x="1344595" y="126983"/>
                </a:moveTo>
                <a:cubicBezTo>
                  <a:pt x="1355656" y="126983"/>
                  <a:pt x="1363241" y="122792"/>
                  <a:pt x="1367350" y="114409"/>
                </a:cubicBezTo>
                <a:cubicBezTo>
                  <a:pt x="1371459" y="106027"/>
                  <a:pt x="1373514" y="96700"/>
                  <a:pt x="1373514" y="86429"/>
                </a:cubicBezTo>
                <a:cubicBezTo>
                  <a:pt x="1373514" y="77149"/>
                  <a:pt x="1372031" y="69601"/>
                  <a:pt x="1369065" y="63787"/>
                </a:cubicBezTo>
                <a:cubicBezTo>
                  <a:pt x="1364368" y="54630"/>
                  <a:pt x="1356274" y="50052"/>
                  <a:pt x="1344780" y="50052"/>
                </a:cubicBezTo>
                <a:cubicBezTo>
                  <a:pt x="1334584" y="50052"/>
                  <a:pt x="1327169" y="53950"/>
                  <a:pt x="1322535" y="61745"/>
                </a:cubicBezTo>
                <a:cubicBezTo>
                  <a:pt x="1317901" y="69540"/>
                  <a:pt x="1315583" y="78945"/>
                  <a:pt x="1315583" y="89957"/>
                </a:cubicBezTo>
                <a:cubicBezTo>
                  <a:pt x="1315583" y="100535"/>
                  <a:pt x="1317901" y="109351"/>
                  <a:pt x="1322535" y="116405"/>
                </a:cubicBezTo>
                <a:cubicBezTo>
                  <a:pt x="1327169" y="123457"/>
                  <a:pt x="1334523" y="126983"/>
                  <a:pt x="1344595" y="126983"/>
                </a:cubicBezTo>
                <a:moveTo>
                  <a:pt x="1345244" y="35592"/>
                </a:moveTo>
                <a:cubicBezTo>
                  <a:pt x="1358035" y="35592"/>
                  <a:pt x="1368848" y="39860"/>
                  <a:pt x="1377685" y="48395"/>
                </a:cubicBezTo>
                <a:cubicBezTo>
                  <a:pt x="1386521" y="56930"/>
                  <a:pt x="1390939" y="69485"/>
                  <a:pt x="1390939" y="86058"/>
                </a:cubicBezTo>
                <a:cubicBezTo>
                  <a:pt x="1390939" y="102078"/>
                  <a:pt x="1387046" y="115314"/>
                  <a:pt x="1379260" y="125767"/>
                </a:cubicBezTo>
                <a:cubicBezTo>
                  <a:pt x="1371474" y="136217"/>
                  <a:pt x="1359394" y="141443"/>
                  <a:pt x="1343019" y="141443"/>
                </a:cubicBezTo>
                <a:cubicBezTo>
                  <a:pt x="1329363" y="141443"/>
                  <a:pt x="1318518" y="136820"/>
                  <a:pt x="1310485" y="127574"/>
                </a:cubicBezTo>
                <a:cubicBezTo>
                  <a:pt x="1302452" y="118328"/>
                  <a:pt x="1298436" y="105913"/>
                  <a:pt x="1298436" y="90328"/>
                </a:cubicBezTo>
                <a:cubicBezTo>
                  <a:pt x="1298436" y="73628"/>
                  <a:pt x="1302669" y="60332"/>
                  <a:pt x="1311134" y="50437"/>
                </a:cubicBezTo>
                <a:cubicBezTo>
                  <a:pt x="1319600" y="40541"/>
                  <a:pt x="1330970" y="35592"/>
                  <a:pt x="1345244" y="35592"/>
                </a:cubicBezTo>
                <a:moveTo>
                  <a:pt x="1344687" y="36149"/>
                </a:moveTo>
                <a:lnTo>
                  <a:pt x="1344687" y="361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diffavgsuccess">
            <a:extLst xmlns:a="http://schemas.openxmlformats.org/drawingml/2006/main">
              <a:ext uri="{FF2B5EF4-FFF2-40B4-BE49-F238E27FC236}">
                <a16:creationId xmlns:a16="http://schemas.microsoft.com/office/drawing/2014/main" id="{E9DA071E-4532-4D0D-979F-056C5FC3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6" y="3662174"/>
            <a:ext cx="1334576" cy="180001"/>
          </a:xfrm>
          <a:custGeom xmlns:a="http://schemas.openxmlformats.org/drawingml/2006/main">
            <a:pathLst>
              <a:path w="1334576" h="180001">
                <a:moveTo>
                  <a:pt x="17611" y="89444"/>
                </a:moveTo>
                <a:cubicBezTo>
                  <a:pt x="17611" y="100100"/>
                  <a:pt x="19866" y="109020"/>
                  <a:pt x="24377" y="116205"/>
                </a:cubicBezTo>
                <a:cubicBezTo>
                  <a:pt x="28888" y="123391"/>
                  <a:pt x="36118" y="126983"/>
                  <a:pt x="46066" y="126983"/>
                </a:cubicBezTo>
                <a:cubicBezTo>
                  <a:pt x="53790" y="126983"/>
                  <a:pt x="60139" y="123654"/>
                  <a:pt x="65114" y="116996"/>
                </a:cubicBezTo>
                <a:cubicBezTo>
                  <a:pt x="70088" y="110336"/>
                  <a:pt x="72575" y="100780"/>
                  <a:pt x="72575" y="88329"/>
                </a:cubicBezTo>
                <a:cubicBezTo>
                  <a:pt x="72575" y="75754"/>
                  <a:pt x="70011" y="66448"/>
                  <a:pt x="64882" y="60410"/>
                </a:cubicBezTo>
                <a:cubicBezTo>
                  <a:pt x="59753" y="54370"/>
                  <a:pt x="53419" y="51349"/>
                  <a:pt x="45881" y="51349"/>
                </a:cubicBezTo>
                <a:cubicBezTo>
                  <a:pt x="37477" y="51349"/>
                  <a:pt x="30664" y="54570"/>
                  <a:pt x="25443" y="61012"/>
                </a:cubicBezTo>
                <a:cubicBezTo>
                  <a:pt x="20222" y="67454"/>
                  <a:pt x="17611" y="76931"/>
                  <a:pt x="17611" y="89444"/>
                </a:cubicBezTo>
                <a:moveTo>
                  <a:pt x="42729" y="36890"/>
                </a:moveTo>
                <a:cubicBezTo>
                  <a:pt x="50330" y="36890"/>
                  <a:pt x="56694" y="38486"/>
                  <a:pt x="61823" y="41678"/>
                </a:cubicBezTo>
                <a:cubicBezTo>
                  <a:pt x="64789" y="43520"/>
                  <a:pt x="68157" y="46744"/>
                  <a:pt x="71926" y="51349"/>
                </a:cubicBezTo>
                <a:lnTo>
                  <a:pt x="71926" y="1483"/>
                </a:lnTo>
                <a:lnTo>
                  <a:pt x="87961" y="1483"/>
                </a:lnTo>
                <a:lnTo>
                  <a:pt x="87961" y="137920"/>
                </a:lnTo>
                <a:lnTo>
                  <a:pt x="72946" y="137920"/>
                </a:lnTo>
                <a:lnTo>
                  <a:pt x="72946" y="124197"/>
                </a:lnTo>
                <a:cubicBezTo>
                  <a:pt x="69053" y="130283"/>
                  <a:pt x="64449" y="134679"/>
                  <a:pt x="59135" y="137385"/>
                </a:cubicBezTo>
                <a:cubicBezTo>
                  <a:pt x="53821" y="140090"/>
                  <a:pt x="47735" y="141443"/>
                  <a:pt x="40876" y="141443"/>
                </a:cubicBezTo>
                <a:cubicBezTo>
                  <a:pt x="29815" y="141443"/>
                  <a:pt x="20237" y="136793"/>
                  <a:pt x="12142" y="127493"/>
                </a:cubicBezTo>
                <a:cubicBezTo>
                  <a:pt x="4047" y="118193"/>
                  <a:pt x="0" y="105819"/>
                  <a:pt x="0" y="90371"/>
                </a:cubicBezTo>
                <a:cubicBezTo>
                  <a:pt x="0" y="75912"/>
                  <a:pt x="3692" y="63383"/>
                  <a:pt x="11076" y="52786"/>
                </a:cubicBezTo>
                <a:cubicBezTo>
                  <a:pt x="18460" y="42189"/>
                  <a:pt x="29011" y="36890"/>
                  <a:pt x="42729" y="36890"/>
                </a:cubicBezTo>
                <a:close/>
                <a:moveTo>
                  <a:pt x="112588" y="39115"/>
                </a:moveTo>
                <a:lnTo>
                  <a:pt x="129550" y="39115"/>
                </a:lnTo>
                <a:lnTo>
                  <a:pt x="129550" y="137920"/>
                </a:lnTo>
                <a:lnTo>
                  <a:pt x="112588" y="137920"/>
                </a:lnTo>
                <a:lnTo>
                  <a:pt x="112588" y="39115"/>
                </a:lnTo>
                <a:moveTo>
                  <a:pt x="112588" y="1668"/>
                </a:moveTo>
                <a:lnTo>
                  <a:pt x="129550" y="1668"/>
                </a:lnTo>
                <a:lnTo>
                  <a:pt x="129550" y="20577"/>
                </a:lnTo>
                <a:lnTo>
                  <a:pt x="112588" y="20577"/>
                </a:lnTo>
                <a:lnTo>
                  <a:pt x="112588" y="1668"/>
                </a:lnTo>
                <a:close/>
                <a:moveTo>
                  <a:pt x="158900" y="23615"/>
                </a:moveTo>
                <a:cubicBezTo>
                  <a:pt x="159147" y="16727"/>
                  <a:pt x="160352" y="11685"/>
                  <a:pt x="162515" y="8487"/>
                </a:cubicBezTo>
                <a:cubicBezTo>
                  <a:pt x="166408" y="2829"/>
                  <a:pt x="173916" y="0"/>
                  <a:pt x="185038" y="0"/>
                </a:cubicBezTo>
                <a:cubicBezTo>
                  <a:pt x="186089" y="0"/>
                  <a:pt x="187170" y="31"/>
                  <a:pt x="188282" y="93"/>
                </a:cubicBezTo>
                <a:cubicBezTo>
                  <a:pt x="189395" y="154"/>
                  <a:pt x="190661" y="247"/>
                  <a:pt x="192082" y="371"/>
                </a:cubicBezTo>
                <a:lnTo>
                  <a:pt x="192082" y="15572"/>
                </a:lnTo>
                <a:cubicBezTo>
                  <a:pt x="190352" y="15489"/>
                  <a:pt x="189101" y="15437"/>
                  <a:pt x="188329" y="15418"/>
                </a:cubicBezTo>
                <a:cubicBezTo>
                  <a:pt x="187556" y="15397"/>
                  <a:pt x="186830" y="15386"/>
                  <a:pt x="186150" y="15386"/>
                </a:cubicBezTo>
                <a:cubicBezTo>
                  <a:pt x="181083" y="15386"/>
                  <a:pt x="178056" y="16684"/>
                  <a:pt x="177067" y="19279"/>
                </a:cubicBezTo>
                <a:cubicBezTo>
                  <a:pt x="176078" y="21874"/>
                  <a:pt x="175584" y="28486"/>
                  <a:pt x="175584" y="39115"/>
                </a:cubicBezTo>
                <a:lnTo>
                  <a:pt x="192082" y="39115"/>
                </a:lnTo>
                <a:lnTo>
                  <a:pt x="192082" y="52276"/>
                </a:lnTo>
                <a:lnTo>
                  <a:pt x="175399" y="52276"/>
                </a:lnTo>
                <a:lnTo>
                  <a:pt x="175399" y="137920"/>
                </a:lnTo>
                <a:lnTo>
                  <a:pt x="158900" y="137920"/>
                </a:lnTo>
                <a:lnTo>
                  <a:pt x="158900" y="52276"/>
                </a:lnTo>
                <a:lnTo>
                  <a:pt x="145089" y="52276"/>
                </a:lnTo>
                <a:lnTo>
                  <a:pt x="145089" y="39115"/>
                </a:lnTo>
                <a:lnTo>
                  <a:pt x="158900" y="39115"/>
                </a:lnTo>
                <a:lnTo>
                  <a:pt x="158900" y="23615"/>
                </a:lnTo>
                <a:close/>
                <a:moveTo>
                  <a:pt x="211672" y="23615"/>
                </a:moveTo>
                <a:cubicBezTo>
                  <a:pt x="211919" y="16727"/>
                  <a:pt x="213124" y="11685"/>
                  <a:pt x="215286" y="8487"/>
                </a:cubicBezTo>
                <a:cubicBezTo>
                  <a:pt x="219179" y="2829"/>
                  <a:pt x="226687" y="0"/>
                  <a:pt x="237810" y="0"/>
                </a:cubicBezTo>
                <a:cubicBezTo>
                  <a:pt x="238860" y="0"/>
                  <a:pt x="239942" y="31"/>
                  <a:pt x="241054" y="93"/>
                </a:cubicBezTo>
                <a:cubicBezTo>
                  <a:pt x="242166" y="154"/>
                  <a:pt x="243433" y="247"/>
                  <a:pt x="244854" y="371"/>
                </a:cubicBezTo>
                <a:lnTo>
                  <a:pt x="244854" y="15572"/>
                </a:lnTo>
                <a:cubicBezTo>
                  <a:pt x="243124" y="15489"/>
                  <a:pt x="241873" y="15437"/>
                  <a:pt x="241100" y="15418"/>
                </a:cubicBezTo>
                <a:cubicBezTo>
                  <a:pt x="240328" y="15397"/>
                  <a:pt x="239602" y="15386"/>
                  <a:pt x="238922" y="15386"/>
                </a:cubicBezTo>
                <a:cubicBezTo>
                  <a:pt x="233855" y="15386"/>
                  <a:pt x="230827" y="16684"/>
                  <a:pt x="229839" y="19279"/>
                </a:cubicBezTo>
                <a:cubicBezTo>
                  <a:pt x="228850" y="21874"/>
                  <a:pt x="228356" y="28486"/>
                  <a:pt x="228356" y="39115"/>
                </a:cubicBezTo>
                <a:lnTo>
                  <a:pt x="244854" y="39115"/>
                </a:lnTo>
                <a:lnTo>
                  <a:pt x="244854" y="52276"/>
                </a:lnTo>
                <a:lnTo>
                  <a:pt x="228170" y="52276"/>
                </a:lnTo>
                <a:lnTo>
                  <a:pt x="228170" y="137920"/>
                </a:lnTo>
                <a:lnTo>
                  <a:pt x="211672" y="137920"/>
                </a:lnTo>
                <a:lnTo>
                  <a:pt x="211672" y="52276"/>
                </a:lnTo>
                <a:lnTo>
                  <a:pt x="197861" y="52276"/>
                </a:lnTo>
                <a:lnTo>
                  <a:pt x="197861" y="39115"/>
                </a:lnTo>
                <a:lnTo>
                  <a:pt x="211672" y="39115"/>
                </a:lnTo>
                <a:lnTo>
                  <a:pt x="211672" y="23615"/>
                </a:lnTo>
                <a:close/>
                <a:moveTo>
                  <a:pt x="325835" y="111551"/>
                </a:moveTo>
                <a:cubicBezTo>
                  <a:pt x="325835" y="116386"/>
                  <a:pt x="327596" y="120198"/>
                  <a:pt x="331118" y="122986"/>
                </a:cubicBezTo>
                <a:cubicBezTo>
                  <a:pt x="334640" y="125774"/>
                  <a:pt x="338811" y="127169"/>
                  <a:pt x="343631" y="127169"/>
                </a:cubicBezTo>
                <a:cubicBezTo>
                  <a:pt x="349501" y="127169"/>
                  <a:pt x="355186" y="125798"/>
                  <a:pt x="360686" y="123056"/>
                </a:cubicBezTo>
                <a:cubicBezTo>
                  <a:pt x="369955" y="118506"/>
                  <a:pt x="374589" y="111103"/>
                  <a:pt x="374589" y="100845"/>
                </a:cubicBezTo>
                <a:lnTo>
                  <a:pt x="374589" y="87405"/>
                </a:lnTo>
                <a:cubicBezTo>
                  <a:pt x="372550" y="88730"/>
                  <a:pt x="369924" y="89833"/>
                  <a:pt x="366710" y="90716"/>
                </a:cubicBezTo>
                <a:cubicBezTo>
                  <a:pt x="363497" y="91598"/>
                  <a:pt x="360346" y="92219"/>
                  <a:pt x="357256" y="92578"/>
                </a:cubicBezTo>
                <a:lnTo>
                  <a:pt x="347153" y="93838"/>
                </a:lnTo>
                <a:cubicBezTo>
                  <a:pt x="341098" y="94617"/>
                  <a:pt x="336556" y="95874"/>
                  <a:pt x="333528" y="97610"/>
                </a:cubicBezTo>
                <a:cubicBezTo>
                  <a:pt x="328399" y="100522"/>
                  <a:pt x="325835" y="105169"/>
                  <a:pt x="325835" y="111551"/>
                </a:cubicBezTo>
                <a:moveTo>
                  <a:pt x="366247" y="77766"/>
                </a:moveTo>
                <a:cubicBezTo>
                  <a:pt x="370078" y="77271"/>
                  <a:pt x="372643" y="75665"/>
                  <a:pt x="373940" y="72946"/>
                </a:cubicBezTo>
                <a:cubicBezTo>
                  <a:pt x="374682" y="71457"/>
                  <a:pt x="375052" y="69316"/>
                  <a:pt x="375052" y="66524"/>
                </a:cubicBezTo>
                <a:cubicBezTo>
                  <a:pt x="375052" y="60816"/>
                  <a:pt x="373029" y="56675"/>
                  <a:pt x="368981" y="54101"/>
                </a:cubicBezTo>
                <a:cubicBezTo>
                  <a:pt x="364934" y="51525"/>
                  <a:pt x="359141" y="50237"/>
                  <a:pt x="351602" y="50237"/>
                </a:cubicBezTo>
                <a:cubicBezTo>
                  <a:pt x="342890" y="50237"/>
                  <a:pt x="336710" y="52597"/>
                  <a:pt x="333065" y="57316"/>
                </a:cubicBezTo>
                <a:cubicBezTo>
                  <a:pt x="331025" y="59925"/>
                  <a:pt x="329697" y="63806"/>
                  <a:pt x="329079" y="68960"/>
                </a:cubicBezTo>
                <a:lnTo>
                  <a:pt x="313507" y="68960"/>
                </a:lnTo>
                <a:cubicBezTo>
                  <a:pt x="313816" y="56691"/>
                  <a:pt x="317786" y="48155"/>
                  <a:pt x="325418" y="43352"/>
                </a:cubicBezTo>
                <a:cubicBezTo>
                  <a:pt x="333049" y="38550"/>
                  <a:pt x="341901" y="36149"/>
                  <a:pt x="351973" y="36149"/>
                </a:cubicBezTo>
                <a:cubicBezTo>
                  <a:pt x="363652" y="36149"/>
                  <a:pt x="373137" y="38373"/>
                  <a:pt x="380428" y="42822"/>
                </a:cubicBezTo>
                <a:cubicBezTo>
                  <a:pt x="387658" y="47271"/>
                  <a:pt x="391273" y="54198"/>
                  <a:pt x="391273" y="63602"/>
                </a:cubicBezTo>
                <a:lnTo>
                  <a:pt x="391273" y="120863"/>
                </a:lnTo>
                <a:cubicBezTo>
                  <a:pt x="391273" y="122595"/>
                  <a:pt x="391628" y="123986"/>
                  <a:pt x="392339" y="125037"/>
                </a:cubicBezTo>
                <a:cubicBezTo>
                  <a:pt x="393049" y="126087"/>
                  <a:pt x="394548" y="126612"/>
                  <a:pt x="396834" y="126612"/>
                </a:cubicBezTo>
                <a:cubicBezTo>
                  <a:pt x="397576" y="126612"/>
                  <a:pt x="398410" y="126566"/>
                  <a:pt x="399337" y="126473"/>
                </a:cubicBezTo>
                <a:cubicBezTo>
                  <a:pt x="400264" y="126381"/>
                  <a:pt x="401252" y="126242"/>
                  <a:pt x="402303" y="126056"/>
                </a:cubicBezTo>
                <a:lnTo>
                  <a:pt x="402303" y="138477"/>
                </a:lnTo>
                <a:cubicBezTo>
                  <a:pt x="399708" y="139218"/>
                  <a:pt x="397730" y="139682"/>
                  <a:pt x="396371" y="139867"/>
                </a:cubicBezTo>
                <a:cubicBezTo>
                  <a:pt x="395011" y="140052"/>
                  <a:pt x="393158" y="140145"/>
                  <a:pt x="390809" y="140145"/>
                </a:cubicBezTo>
                <a:cubicBezTo>
                  <a:pt x="385063" y="140145"/>
                  <a:pt x="380892" y="138093"/>
                  <a:pt x="378297" y="133990"/>
                </a:cubicBezTo>
                <a:cubicBezTo>
                  <a:pt x="376937" y="131814"/>
                  <a:pt x="375979" y="128737"/>
                  <a:pt x="375423" y="124759"/>
                </a:cubicBezTo>
                <a:cubicBezTo>
                  <a:pt x="372025" y="129258"/>
                  <a:pt x="367143" y="133163"/>
                  <a:pt x="360778" y="136475"/>
                </a:cubicBezTo>
                <a:cubicBezTo>
                  <a:pt x="354414" y="139787"/>
                  <a:pt x="347400" y="141443"/>
                  <a:pt x="339738" y="141443"/>
                </a:cubicBezTo>
                <a:cubicBezTo>
                  <a:pt x="330531" y="141443"/>
                  <a:pt x="323008" y="138638"/>
                  <a:pt x="317168" y="133028"/>
                </a:cubicBezTo>
                <a:cubicBezTo>
                  <a:pt x="311329" y="127419"/>
                  <a:pt x="308409" y="120399"/>
                  <a:pt x="308409" y="111971"/>
                </a:cubicBezTo>
                <a:cubicBezTo>
                  <a:pt x="308409" y="102735"/>
                  <a:pt x="311283" y="95575"/>
                  <a:pt x="317029" y="90493"/>
                </a:cubicBezTo>
                <a:cubicBezTo>
                  <a:pt x="322776" y="85411"/>
                  <a:pt x="330315" y="82280"/>
                  <a:pt x="339645" y="81102"/>
                </a:cubicBezTo>
                <a:lnTo>
                  <a:pt x="366247" y="77766"/>
                </a:lnTo>
                <a:moveTo>
                  <a:pt x="352436" y="36149"/>
                </a:moveTo>
                <a:lnTo>
                  <a:pt x="352436" y="36149"/>
                </a:lnTo>
                <a:close/>
                <a:moveTo>
                  <a:pt x="422947" y="38558"/>
                </a:moveTo>
                <a:lnTo>
                  <a:pt x="449456" y="119458"/>
                </a:lnTo>
                <a:lnTo>
                  <a:pt x="477170" y="38558"/>
                </a:lnTo>
                <a:lnTo>
                  <a:pt x="495429" y="38558"/>
                </a:lnTo>
                <a:lnTo>
                  <a:pt x="457983" y="137920"/>
                </a:lnTo>
                <a:lnTo>
                  <a:pt x="440187" y="137920"/>
                </a:lnTo>
                <a:lnTo>
                  <a:pt x="403575" y="38558"/>
                </a:lnTo>
                <a:lnTo>
                  <a:pt x="422947" y="38558"/>
                </a:lnTo>
                <a:close/>
                <a:moveTo>
                  <a:pt x="544740" y="36890"/>
                </a:moveTo>
                <a:cubicBezTo>
                  <a:pt x="552526" y="36890"/>
                  <a:pt x="559323" y="38817"/>
                  <a:pt x="565131" y="42671"/>
                </a:cubicBezTo>
                <a:cubicBezTo>
                  <a:pt x="568283" y="44848"/>
                  <a:pt x="571496" y="48018"/>
                  <a:pt x="574771" y="52184"/>
                </a:cubicBezTo>
                <a:lnTo>
                  <a:pt x="574771" y="39485"/>
                </a:lnTo>
                <a:lnTo>
                  <a:pt x="590157" y="39485"/>
                </a:lnTo>
                <a:lnTo>
                  <a:pt x="590157" y="129883"/>
                </a:lnTo>
                <a:cubicBezTo>
                  <a:pt x="590157" y="142506"/>
                  <a:pt x="588303" y="152468"/>
                  <a:pt x="584596" y="159769"/>
                </a:cubicBezTo>
                <a:cubicBezTo>
                  <a:pt x="577675" y="173257"/>
                  <a:pt x="564606" y="180001"/>
                  <a:pt x="545389" y="180001"/>
                </a:cubicBezTo>
                <a:cubicBezTo>
                  <a:pt x="534699" y="180001"/>
                  <a:pt x="525708" y="177607"/>
                  <a:pt x="518416" y="172818"/>
                </a:cubicBezTo>
                <a:cubicBezTo>
                  <a:pt x="511125" y="168029"/>
                  <a:pt x="507046" y="160536"/>
                  <a:pt x="506181" y="150341"/>
                </a:cubicBezTo>
                <a:lnTo>
                  <a:pt x="523143" y="150341"/>
                </a:lnTo>
                <a:cubicBezTo>
                  <a:pt x="523947" y="154765"/>
                  <a:pt x="525553" y="158174"/>
                  <a:pt x="527963" y="160568"/>
                </a:cubicBezTo>
                <a:cubicBezTo>
                  <a:pt x="531732" y="164255"/>
                  <a:pt x="537665" y="166098"/>
                  <a:pt x="545759" y="166098"/>
                </a:cubicBezTo>
                <a:cubicBezTo>
                  <a:pt x="558550" y="166098"/>
                  <a:pt x="566923" y="161587"/>
                  <a:pt x="570878" y="152565"/>
                </a:cubicBezTo>
                <a:cubicBezTo>
                  <a:pt x="573226" y="147253"/>
                  <a:pt x="574307" y="137769"/>
                  <a:pt x="574122" y="124113"/>
                </a:cubicBezTo>
                <a:cubicBezTo>
                  <a:pt x="570785" y="129211"/>
                  <a:pt x="566769" y="133003"/>
                  <a:pt x="562073" y="135490"/>
                </a:cubicBezTo>
                <a:cubicBezTo>
                  <a:pt x="557376" y="137975"/>
                  <a:pt x="551166" y="139218"/>
                  <a:pt x="543442" y="139218"/>
                </a:cubicBezTo>
                <a:cubicBezTo>
                  <a:pt x="532690" y="139218"/>
                  <a:pt x="523282" y="135400"/>
                  <a:pt x="515218" y="127762"/>
                </a:cubicBezTo>
                <a:cubicBezTo>
                  <a:pt x="507155" y="120123"/>
                  <a:pt x="503123" y="107491"/>
                  <a:pt x="503123" y="89864"/>
                </a:cubicBezTo>
                <a:cubicBezTo>
                  <a:pt x="503123" y="73227"/>
                  <a:pt x="507185" y="60239"/>
                  <a:pt x="515311" y="50900"/>
                </a:cubicBezTo>
                <a:cubicBezTo>
                  <a:pt x="523437" y="41560"/>
                  <a:pt x="533246" y="36890"/>
                  <a:pt x="544740" y="36890"/>
                </a:cubicBezTo>
                <a:moveTo>
                  <a:pt x="574771" y="87915"/>
                </a:moveTo>
                <a:cubicBezTo>
                  <a:pt x="574771" y="75634"/>
                  <a:pt x="572237" y="66531"/>
                  <a:pt x="567170" y="60607"/>
                </a:cubicBezTo>
                <a:cubicBezTo>
                  <a:pt x="562103" y="54682"/>
                  <a:pt x="555646" y="51720"/>
                  <a:pt x="547798" y="51720"/>
                </a:cubicBezTo>
                <a:cubicBezTo>
                  <a:pt x="536058" y="51720"/>
                  <a:pt x="528025" y="57213"/>
                  <a:pt x="523699" y="68198"/>
                </a:cubicBezTo>
                <a:cubicBezTo>
                  <a:pt x="521413" y="74061"/>
                  <a:pt x="520270" y="81744"/>
                  <a:pt x="520270" y="91249"/>
                </a:cubicBezTo>
                <a:cubicBezTo>
                  <a:pt x="520270" y="102420"/>
                  <a:pt x="522541" y="110921"/>
                  <a:pt x="527083" y="116753"/>
                </a:cubicBezTo>
                <a:cubicBezTo>
                  <a:pt x="531624" y="122584"/>
                  <a:pt x="537726" y="125500"/>
                  <a:pt x="545389" y="125500"/>
                </a:cubicBezTo>
                <a:cubicBezTo>
                  <a:pt x="557376" y="125500"/>
                  <a:pt x="565811" y="120100"/>
                  <a:pt x="570693" y="109300"/>
                </a:cubicBezTo>
                <a:cubicBezTo>
                  <a:pt x="573411" y="103190"/>
                  <a:pt x="574771" y="96062"/>
                  <a:pt x="574771" y="87915"/>
                </a:cubicBezTo>
                <a:moveTo>
                  <a:pt x="546686" y="36149"/>
                </a:moveTo>
                <a:lnTo>
                  <a:pt x="546686" y="36149"/>
                </a:lnTo>
                <a:close/>
                <a:moveTo>
                  <a:pt x="677936" y="106777"/>
                </a:moveTo>
                <a:cubicBezTo>
                  <a:pt x="678430" y="112364"/>
                  <a:pt x="679821" y="116647"/>
                  <a:pt x="682107" y="119626"/>
                </a:cubicBezTo>
                <a:cubicBezTo>
                  <a:pt x="686309" y="125025"/>
                  <a:pt x="693600" y="127725"/>
                  <a:pt x="703982" y="127725"/>
                </a:cubicBezTo>
                <a:cubicBezTo>
                  <a:pt x="710161" y="127725"/>
                  <a:pt x="715599" y="126378"/>
                  <a:pt x="720295" y="123684"/>
                </a:cubicBezTo>
                <a:cubicBezTo>
                  <a:pt x="724991" y="120988"/>
                  <a:pt x="727339" y="116821"/>
                  <a:pt x="727339" y="111183"/>
                </a:cubicBezTo>
                <a:cubicBezTo>
                  <a:pt x="727339" y="106907"/>
                  <a:pt x="725454" y="103655"/>
                  <a:pt x="721685" y="101424"/>
                </a:cubicBezTo>
                <a:cubicBezTo>
                  <a:pt x="719275" y="100061"/>
                  <a:pt x="714517" y="98482"/>
                  <a:pt x="707411" y="96689"/>
                </a:cubicBezTo>
                <a:lnTo>
                  <a:pt x="694157" y="93346"/>
                </a:lnTo>
                <a:cubicBezTo>
                  <a:pt x="685691" y="91241"/>
                  <a:pt x="679450" y="88889"/>
                  <a:pt x="675434" y="86290"/>
                </a:cubicBezTo>
                <a:cubicBezTo>
                  <a:pt x="668266" y="81772"/>
                  <a:pt x="664682" y="75519"/>
                  <a:pt x="664682" y="67532"/>
                </a:cubicBezTo>
                <a:cubicBezTo>
                  <a:pt x="664682" y="58124"/>
                  <a:pt x="668065" y="50511"/>
                  <a:pt x="674831" y="44693"/>
                </a:cubicBezTo>
                <a:cubicBezTo>
                  <a:pt x="681597" y="38873"/>
                  <a:pt x="690696" y="35963"/>
                  <a:pt x="702128" y="35963"/>
                </a:cubicBezTo>
                <a:cubicBezTo>
                  <a:pt x="717082" y="35963"/>
                  <a:pt x="727864" y="40350"/>
                  <a:pt x="734476" y="49125"/>
                </a:cubicBezTo>
                <a:cubicBezTo>
                  <a:pt x="738616" y="54686"/>
                  <a:pt x="740624" y="60680"/>
                  <a:pt x="740501" y="67106"/>
                </a:cubicBezTo>
                <a:lnTo>
                  <a:pt x="724744" y="67106"/>
                </a:lnTo>
                <a:cubicBezTo>
                  <a:pt x="724435" y="63378"/>
                  <a:pt x="723106" y="59986"/>
                  <a:pt x="720758" y="56931"/>
                </a:cubicBezTo>
                <a:cubicBezTo>
                  <a:pt x="716927" y="52592"/>
                  <a:pt x="710284" y="50423"/>
                  <a:pt x="700830" y="50423"/>
                </a:cubicBezTo>
                <a:cubicBezTo>
                  <a:pt x="694527" y="50423"/>
                  <a:pt x="689754" y="51623"/>
                  <a:pt x="686510" y="54023"/>
                </a:cubicBezTo>
                <a:cubicBezTo>
                  <a:pt x="683266" y="56421"/>
                  <a:pt x="681644" y="59589"/>
                  <a:pt x="681644" y="63526"/>
                </a:cubicBezTo>
                <a:cubicBezTo>
                  <a:pt x="681644" y="67833"/>
                  <a:pt x="683775" y="71277"/>
                  <a:pt x="688039" y="73861"/>
                </a:cubicBezTo>
                <a:cubicBezTo>
                  <a:pt x="690511" y="75398"/>
                  <a:pt x="694157" y="76755"/>
                  <a:pt x="698976" y="77931"/>
                </a:cubicBezTo>
                <a:lnTo>
                  <a:pt x="710006" y="80624"/>
                </a:lnTo>
                <a:cubicBezTo>
                  <a:pt x="721994" y="83535"/>
                  <a:pt x="730027" y="86351"/>
                  <a:pt x="734105" y="89074"/>
                </a:cubicBezTo>
                <a:cubicBezTo>
                  <a:pt x="740594" y="93345"/>
                  <a:pt x="743838" y="100061"/>
                  <a:pt x="743838" y="109222"/>
                </a:cubicBezTo>
                <a:cubicBezTo>
                  <a:pt x="743838" y="118074"/>
                  <a:pt x="740485" y="125718"/>
                  <a:pt x="733781" y="132156"/>
                </a:cubicBezTo>
                <a:cubicBezTo>
                  <a:pt x="727076" y="138594"/>
                  <a:pt x="716865" y="141813"/>
                  <a:pt x="703147" y="141813"/>
                </a:cubicBezTo>
                <a:cubicBezTo>
                  <a:pt x="688379" y="141813"/>
                  <a:pt x="677921" y="138452"/>
                  <a:pt x="671772" y="131731"/>
                </a:cubicBezTo>
                <a:cubicBezTo>
                  <a:pt x="665624" y="125009"/>
                  <a:pt x="662334" y="116691"/>
                  <a:pt x="661901" y="106777"/>
                </a:cubicBezTo>
                <a:lnTo>
                  <a:pt x="677936" y="106777"/>
                </a:lnTo>
                <a:moveTo>
                  <a:pt x="702591" y="36149"/>
                </a:moveTo>
                <a:lnTo>
                  <a:pt x="702591" y="36149"/>
                </a:lnTo>
                <a:close/>
                <a:moveTo>
                  <a:pt x="779615" y="38558"/>
                </a:moveTo>
                <a:lnTo>
                  <a:pt x="779615" y="104529"/>
                </a:lnTo>
                <a:cubicBezTo>
                  <a:pt x="779615" y="109602"/>
                  <a:pt x="780419" y="113747"/>
                  <a:pt x="782025" y="116964"/>
                </a:cubicBezTo>
                <a:cubicBezTo>
                  <a:pt x="784991" y="122902"/>
                  <a:pt x="790522" y="125871"/>
                  <a:pt x="798616" y="125871"/>
                </a:cubicBezTo>
                <a:cubicBezTo>
                  <a:pt x="810233" y="125871"/>
                  <a:pt x="818143" y="120675"/>
                  <a:pt x="822345" y="110282"/>
                </a:cubicBezTo>
                <a:cubicBezTo>
                  <a:pt x="824631" y="104715"/>
                  <a:pt x="825774" y="97076"/>
                  <a:pt x="825774" y="87365"/>
                </a:cubicBezTo>
                <a:lnTo>
                  <a:pt x="825774" y="38558"/>
                </a:lnTo>
                <a:lnTo>
                  <a:pt x="842458" y="38558"/>
                </a:lnTo>
                <a:lnTo>
                  <a:pt x="842458" y="137920"/>
                </a:lnTo>
                <a:lnTo>
                  <a:pt x="826701" y="137920"/>
                </a:lnTo>
                <a:lnTo>
                  <a:pt x="826886" y="123273"/>
                </a:lnTo>
                <a:cubicBezTo>
                  <a:pt x="824724" y="127063"/>
                  <a:pt x="822036" y="130263"/>
                  <a:pt x="818823" y="132872"/>
                </a:cubicBezTo>
                <a:cubicBezTo>
                  <a:pt x="812458" y="138091"/>
                  <a:pt x="804734" y="140701"/>
                  <a:pt x="795650" y="140701"/>
                </a:cubicBezTo>
                <a:cubicBezTo>
                  <a:pt x="781500" y="140701"/>
                  <a:pt x="771860" y="135965"/>
                  <a:pt x="766732" y="126494"/>
                </a:cubicBezTo>
                <a:cubicBezTo>
                  <a:pt x="763951" y="121417"/>
                  <a:pt x="762561" y="114638"/>
                  <a:pt x="762561" y="106157"/>
                </a:cubicBezTo>
                <a:lnTo>
                  <a:pt x="762561" y="38558"/>
                </a:lnTo>
                <a:lnTo>
                  <a:pt x="779615" y="38558"/>
                </a:lnTo>
                <a:moveTo>
                  <a:pt x="802509" y="36149"/>
                </a:moveTo>
                <a:lnTo>
                  <a:pt x="802509" y="36149"/>
                </a:lnTo>
                <a:close/>
                <a:moveTo>
                  <a:pt x="906755" y="35592"/>
                </a:moveTo>
                <a:cubicBezTo>
                  <a:pt x="917939" y="35592"/>
                  <a:pt x="927038" y="38318"/>
                  <a:pt x="934052" y="43769"/>
                </a:cubicBezTo>
                <a:cubicBezTo>
                  <a:pt x="941065" y="49220"/>
                  <a:pt x="945283" y="58606"/>
                  <a:pt x="946704" y="71926"/>
                </a:cubicBezTo>
                <a:lnTo>
                  <a:pt x="930483" y="71926"/>
                </a:lnTo>
                <a:cubicBezTo>
                  <a:pt x="929495" y="65809"/>
                  <a:pt x="927239" y="60726"/>
                  <a:pt x="923717" y="56679"/>
                </a:cubicBezTo>
                <a:cubicBezTo>
                  <a:pt x="920195" y="52632"/>
                  <a:pt x="914541" y="50608"/>
                  <a:pt x="906755" y="50608"/>
                </a:cubicBezTo>
                <a:cubicBezTo>
                  <a:pt x="896127" y="50608"/>
                  <a:pt x="888526" y="55798"/>
                  <a:pt x="883954" y="66180"/>
                </a:cubicBezTo>
                <a:cubicBezTo>
                  <a:pt x="880988" y="72915"/>
                  <a:pt x="879505" y="81226"/>
                  <a:pt x="879505" y="91113"/>
                </a:cubicBezTo>
                <a:cubicBezTo>
                  <a:pt x="879505" y="101061"/>
                  <a:pt x="881606" y="109434"/>
                  <a:pt x="885807" y="116231"/>
                </a:cubicBezTo>
                <a:cubicBezTo>
                  <a:pt x="890009" y="123029"/>
                  <a:pt x="896621" y="126427"/>
                  <a:pt x="905643" y="126427"/>
                </a:cubicBezTo>
                <a:cubicBezTo>
                  <a:pt x="912563" y="126427"/>
                  <a:pt x="918048" y="124327"/>
                  <a:pt x="922095" y="120127"/>
                </a:cubicBezTo>
                <a:cubicBezTo>
                  <a:pt x="926142" y="115927"/>
                  <a:pt x="928938" y="110180"/>
                  <a:pt x="930483" y="102884"/>
                </a:cubicBezTo>
                <a:lnTo>
                  <a:pt x="946704" y="102884"/>
                </a:lnTo>
                <a:cubicBezTo>
                  <a:pt x="944850" y="116046"/>
                  <a:pt x="940216" y="125670"/>
                  <a:pt x="932800" y="131757"/>
                </a:cubicBezTo>
                <a:cubicBezTo>
                  <a:pt x="925385" y="137843"/>
                  <a:pt x="915900" y="140886"/>
                  <a:pt x="904345" y="140886"/>
                </a:cubicBezTo>
                <a:cubicBezTo>
                  <a:pt x="891369" y="140886"/>
                  <a:pt x="881018" y="136131"/>
                  <a:pt x="873294" y="126621"/>
                </a:cubicBezTo>
                <a:cubicBezTo>
                  <a:pt x="865570" y="117111"/>
                  <a:pt x="861708" y="105230"/>
                  <a:pt x="861708" y="90980"/>
                </a:cubicBezTo>
                <a:cubicBezTo>
                  <a:pt x="861708" y="73510"/>
                  <a:pt x="865941" y="59912"/>
                  <a:pt x="874407" y="50185"/>
                </a:cubicBezTo>
                <a:cubicBezTo>
                  <a:pt x="882872" y="40457"/>
                  <a:pt x="893655" y="35592"/>
                  <a:pt x="906755" y="35592"/>
                </a:cubicBezTo>
                <a:moveTo>
                  <a:pt x="904160" y="36149"/>
                </a:moveTo>
                <a:lnTo>
                  <a:pt x="904160" y="36149"/>
                </a:lnTo>
                <a:close/>
                <a:moveTo>
                  <a:pt x="1001668" y="35592"/>
                </a:moveTo>
                <a:cubicBezTo>
                  <a:pt x="1012852" y="35592"/>
                  <a:pt x="1021951" y="38318"/>
                  <a:pt x="1028965" y="43769"/>
                </a:cubicBezTo>
                <a:cubicBezTo>
                  <a:pt x="1035978" y="49220"/>
                  <a:pt x="1040195" y="58606"/>
                  <a:pt x="1041617" y="71926"/>
                </a:cubicBezTo>
                <a:lnTo>
                  <a:pt x="1025396" y="71926"/>
                </a:lnTo>
                <a:cubicBezTo>
                  <a:pt x="1024408" y="65809"/>
                  <a:pt x="1022152" y="60726"/>
                  <a:pt x="1018630" y="56679"/>
                </a:cubicBezTo>
                <a:cubicBezTo>
                  <a:pt x="1015108" y="52632"/>
                  <a:pt x="1009454" y="50608"/>
                  <a:pt x="1001668" y="50608"/>
                </a:cubicBezTo>
                <a:cubicBezTo>
                  <a:pt x="991040" y="50608"/>
                  <a:pt x="983439" y="55798"/>
                  <a:pt x="978867" y="66180"/>
                </a:cubicBezTo>
                <a:cubicBezTo>
                  <a:pt x="975901" y="72915"/>
                  <a:pt x="974418" y="81226"/>
                  <a:pt x="974418" y="91113"/>
                </a:cubicBezTo>
                <a:cubicBezTo>
                  <a:pt x="974418" y="101061"/>
                  <a:pt x="976518" y="109434"/>
                  <a:pt x="980720" y="116231"/>
                </a:cubicBezTo>
                <a:cubicBezTo>
                  <a:pt x="984922" y="123029"/>
                  <a:pt x="991534" y="126427"/>
                  <a:pt x="1000556" y="126427"/>
                </a:cubicBezTo>
                <a:cubicBezTo>
                  <a:pt x="1007476" y="126427"/>
                  <a:pt x="1012961" y="124327"/>
                  <a:pt x="1017008" y="120127"/>
                </a:cubicBezTo>
                <a:cubicBezTo>
                  <a:pt x="1021055" y="115927"/>
                  <a:pt x="1023851" y="110180"/>
                  <a:pt x="1025396" y="102884"/>
                </a:cubicBezTo>
                <a:lnTo>
                  <a:pt x="1041617" y="102884"/>
                </a:lnTo>
                <a:cubicBezTo>
                  <a:pt x="1039763" y="116046"/>
                  <a:pt x="1035129" y="125670"/>
                  <a:pt x="1027713" y="131757"/>
                </a:cubicBezTo>
                <a:cubicBezTo>
                  <a:pt x="1020298" y="137843"/>
                  <a:pt x="1010813" y="140886"/>
                  <a:pt x="999258" y="140886"/>
                </a:cubicBezTo>
                <a:cubicBezTo>
                  <a:pt x="986282" y="140886"/>
                  <a:pt x="975931" y="136131"/>
                  <a:pt x="968207" y="126621"/>
                </a:cubicBezTo>
                <a:cubicBezTo>
                  <a:pt x="960483" y="117111"/>
                  <a:pt x="956621" y="105230"/>
                  <a:pt x="956621" y="90980"/>
                </a:cubicBezTo>
                <a:cubicBezTo>
                  <a:pt x="956621" y="73510"/>
                  <a:pt x="960854" y="59912"/>
                  <a:pt x="969320" y="50185"/>
                </a:cubicBezTo>
                <a:cubicBezTo>
                  <a:pt x="977785" y="40457"/>
                  <a:pt x="988568" y="35592"/>
                  <a:pt x="1001668" y="35592"/>
                </a:cubicBezTo>
                <a:moveTo>
                  <a:pt x="999073" y="36149"/>
                </a:moveTo>
                <a:lnTo>
                  <a:pt x="999073" y="36149"/>
                </a:lnTo>
                <a:close/>
                <a:moveTo>
                  <a:pt x="1099640" y="36334"/>
                </a:moveTo>
                <a:cubicBezTo>
                  <a:pt x="1106684" y="36334"/>
                  <a:pt x="1113512" y="37987"/>
                  <a:pt x="1120124" y="41293"/>
                </a:cubicBezTo>
                <a:cubicBezTo>
                  <a:pt x="1126736" y="44599"/>
                  <a:pt x="1131772" y="48877"/>
                  <a:pt x="1135232" y="54127"/>
                </a:cubicBezTo>
                <a:cubicBezTo>
                  <a:pt x="1138569" y="59132"/>
                  <a:pt x="1140793" y="64971"/>
                  <a:pt x="1141906" y="71642"/>
                </a:cubicBezTo>
                <a:cubicBezTo>
                  <a:pt x="1142894" y="76215"/>
                  <a:pt x="1143389" y="83539"/>
                  <a:pt x="1143389" y="93615"/>
                </a:cubicBezTo>
                <a:lnTo>
                  <a:pt x="1070628" y="93615"/>
                </a:lnTo>
                <a:cubicBezTo>
                  <a:pt x="1070937" y="103688"/>
                  <a:pt x="1073316" y="111767"/>
                  <a:pt x="1077765" y="117853"/>
                </a:cubicBezTo>
                <a:cubicBezTo>
                  <a:pt x="1082214" y="123940"/>
                  <a:pt x="1089104" y="126983"/>
                  <a:pt x="1098435" y="126983"/>
                </a:cubicBezTo>
                <a:cubicBezTo>
                  <a:pt x="1107147" y="126983"/>
                  <a:pt x="1114099" y="124136"/>
                  <a:pt x="1119290" y="118441"/>
                </a:cubicBezTo>
                <a:cubicBezTo>
                  <a:pt x="1122256" y="115136"/>
                  <a:pt x="1124357" y="111309"/>
                  <a:pt x="1125592" y="106963"/>
                </a:cubicBezTo>
                <a:lnTo>
                  <a:pt x="1141998" y="106963"/>
                </a:lnTo>
                <a:cubicBezTo>
                  <a:pt x="1141566" y="110589"/>
                  <a:pt x="1140129" y="114631"/>
                  <a:pt x="1137688" y="119087"/>
                </a:cubicBezTo>
                <a:cubicBezTo>
                  <a:pt x="1135248" y="123542"/>
                  <a:pt x="1132513" y="127183"/>
                  <a:pt x="1129485" y="130010"/>
                </a:cubicBezTo>
                <a:cubicBezTo>
                  <a:pt x="1124418" y="134928"/>
                  <a:pt x="1118147" y="138248"/>
                  <a:pt x="1110670" y="139968"/>
                </a:cubicBezTo>
                <a:cubicBezTo>
                  <a:pt x="1106653" y="140951"/>
                  <a:pt x="1102111" y="141443"/>
                  <a:pt x="1097044" y="141443"/>
                </a:cubicBezTo>
                <a:cubicBezTo>
                  <a:pt x="1084686" y="141443"/>
                  <a:pt x="1074212" y="136943"/>
                  <a:pt x="1065623" y="127945"/>
                </a:cubicBezTo>
                <a:cubicBezTo>
                  <a:pt x="1057034" y="118946"/>
                  <a:pt x="1052739" y="106345"/>
                  <a:pt x="1052739" y="90140"/>
                </a:cubicBezTo>
                <a:cubicBezTo>
                  <a:pt x="1052739" y="74184"/>
                  <a:pt x="1057065" y="61228"/>
                  <a:pt x="1065716" y="51271"/>
                </a:cubicBezTo>
                <a:cubicBezTo>
                  <a:pt x="1074367" y="41313"/>
                  <a:pt x="1085675" y="36334"/>
                  <a:pt x="1099640" y="36334"/>
                </a:cubicBezTo>
                <a:moveTo>
                  <a:pt x="1126241" y="80268"/>
                </a:moveTo>
                <a:cubicBezTo>
                  <a:pt x="1125562" y="73015"/>
                  <a:pt x="1123986" y="67219"/>
                  <a:pt x="1121514" y="62880"/>
                </a:cubicBezTo>
                <a:cubicBezTo>
                  <a:pt x="1116942" y="54822"/>
                  <a:pt x="1109310" y="50793"/>
                  <a:pt x="1098620" y="50793"/>
                </a:cubicBezTo>
                <a:cubicBezTo>
                  <a:pt x="1090958" y="50793"/>
                  <a:pt x="1084531" y="53567"/>
                  <a:pt x="1079341" y="59115"/>
                </a:cubicBezTo>
                <a:cubicBezTo>
                  <a:pt x="1074150" y="64663"/>
                  <a:pt x="1071401" y="71714"/>
                  <a:pt x="1071092" y="80268"/>
                </a:cubicBezTo>
                <a:lnTo>
                  <a:pt x="1126241" y="80268"/>
                </a:lnTo>
                <a:moveTo>
                  <a:pt x="1098064" y="36149"/>
                </a:moveTo>
                <a:lnTo>
                  <a:pt x="1098064" y="36149"/>
                </a:lnTo>
                <a:close/>
                <a:moveTo>
                  <a:pt x="1173762" y="106777"/>
                </a:moveTo>
                <a:cubicBezTo>
                  <a:pt x="1174256" y="112364"/>
                  <a:pt x="1175646" y="116647"/>
                  <a:pt x="1177932" y="119626"/>
                </a:cubicBezTo>
                <a:cubicBezTo>
                  <a:pt x="1182134" y="125025"/>
                  <a:pt x="1189426" y="127725"/>
                  <a:pt x="1199807" y="127725"/>
                </a:cubicBezTo>
                <a:cubicBezTo>
                  <a:pt x="1205986" y="127725"/>
                  <a:pt x="1211424" y="126378"/>
                  <a:pt x="1216120" y="123684"/>
                </a:cubicBezTo>
                <a:cubicBezTo>
                  <a:pt x="1220816" y="120988"/>
                  <a:pt x="1223164" y="116821"/>
                  <a:pt x="1223164" y="111183"/>
                </a:cubicBezTo>
                <a:cubicBezTo>
                  <a:pt x="1223164" y="106907"/>
                  <a:pt x="1221280" y="103655"/>
                  <a:pt x="1217510" y="101424"/>
                </a:cubicBezTo>
                <a:cubicBezTo>
                  <a:pt x="1215101" y="100061"/>
                  <a:pt x="1210343" y="98482"/>
                  <a:pt x="1203236" y="96689"/>
                </a:cubicBezTo>
                <a:lnTo>
                  <a:pt x="1189982" y="93346"/>
                </a:lnTo>
                <a:cubicBezTo>
                  <a:pt x="1181516" y="91241"/>
                  <a:pt x="1175275" y="88889"/>
                  <a:pt x="1171259" y="86290"/>
                </a:cubicBezTo>
                <a:cubicBezTo>
                  <a:pt x="1164091" y="81772"/>
                  <a:pt x="1160507" y="75519"/>
                  <a:pt x="1160507" y="67532"/>
                </a:cubicBezTo>
                <a:cubicBezTo>
                  <a:pt x="1160507" y="58124"/>
                  <a:pt x="1163890" y="50511"/>
                  <a:pt x="1170656" y="44693"/>
                </a:cubicBezTo>
                <a:cubicBezTo>
                  <a:pt x="1177423" y="38873"/>
                  <a:pt x="1186522" y="35963"/>
                  <a:pt x="1197953" y="35963"/>
                </a:cubicBezTo>
                <a:cubicBezTo>
                  <a:pt x="1212907" y="35963"/>
                  <a:pt x="1223690" y="40350"/>
                  <a:pt x="1230301" y="49125"/>
                </a:cubicBezTo>
                <a:cubicBezTo>
                  <a:pt x="1234442" y="54686"/>
                  <a:pt x="1236450" y="60680"/>
                  <a:pt x="1236326" y="67106"/>
                </a:cubicBezTo>
                <a:lnTo>
                  <a:pt x="1220569" y="67106"/>
                </a:lnTo>
                <a:cubicBezTo>
                  <a:pt x="1220260" y="63378"/>
                  <a:pt x="1218932" y="59986"/>
                  <a:pt x="1216584" y="56931"/>
                </a:cubicBezTo>
                <a:cubicBezTo>
                  <a:pt x="1212752" y="52592"/>
                  <a:pt x="1206110" y="50423"/>
                  <a:pt x="1196656" y="50423"/>
                </a:cubicBezTo>
                <a:cubicBezTo>
                  <a:pt x="1190353" y="50423"/>
                  <a:pt x="1185579" y="51623"/>
                  <a:pt x="1182335" y="54023"/>
                </a:cubicBezTo>
                <a:cubicBezTo>
                  <a:pt x="1179091" y="56421"/>
                  <a:pt x="1177469" y="59589"/>
                  <a:pt x="1177469" y="63526"/>
                </a:cubicBezTo>
                <a:cubicBezTo>
                  <a:pt x="1177469" y="67833"/>
                  <a:pt x="1179601" y="71277"/>
                  <a:pt x="1183865" y="73861"/>
                </a:cubicBezTo>
                <a:cubicBezTo>
                  <a:pt x="1186336" y="75398"/>
                  <a:pt x="1189982" y="76755"/>
                  <a:pt x="1194802" y="77931"/>
                </a:cubicBezTo>
                <a:lnTo>
                  <a:pt x="1205832" y="80624"/>
                </a:lnTo>
                <a:cubicBezTo>
                  <a:pt x="1217819" y="83535"/>
                  <a:pt x="1225852" y="86351"/>
                  <a:pt x="1229931" y="89074"/>
                </a:cubicBezTo>
                <a:cubicBezTo>
                  <a:pt x="1236419" y="93345"/>
                  <a:pt x="1239663" y="100061"/>
                  <a:pt x="1239663" y="109222"/>
                </a:cubicBezTo>
                <a:cubicBezTo>
                  <a:pt x="1239663" y="118074"/>
                  <a:pt x="1236311" y="125718"/>
                  <a:pt x="1229606" y="132156"/>
                </a:cubicBezTo>
                <a:cubicBezTo>
                  <a:pt x="1222902" y="138594"/>
                  <a:pt x="1212691" y="141813"/>
                  <a:pt x="1198973" y="141813"/>
                </a:cubicBezTo>
                <a:cubicBezTo>
                  <a:pt x="1184204" y="141813"/>
                  <a:pt x="1173746" y="138452"/>
                  <a:pt x="1167598" y="131731"/>
                </a:cubicBezTo>
                <a:cubicBezTo>
                  <a:pt x="1161449" y="125009"/>
                  <a:pt x="1158159" y="116691"/>
                  <a:pt x="1157726" y="106777"/>
                </a:cubicBezTo>
                <a:lnTo>
                  <a:pt x="1173762" y="106777"/>
                </a:lnTo>
                <a:moveTo>
                  <a:pt x="1198417" y="36149"/>
                </a:moveTo>
                <a:lnTo>
                  <a:pt x="1198417" y="36149"/>
                </a:lnTo>
                <a:close/>
                <a:moveTo>
                  <a:pt x="1268675" y="106777"/>
                </a:moveTo>
                <a:cubicBezTo>
                  <a:pt x="1269169" y="112364"/>
                  <a:pt x="1270559" y="116647"/>
                  <a:pt x="1272846" y="119626"/>
                </a:cubicBezTo>
                <a:cubicBezTo>
                  <a:pt x="1277047" y="125025"/>
                  <a:pt x="1284339" y="127725"/>
                  <a:pt x="1294720" y="127725"/>
                </a:cubicBezTo>
                <a:cubicBezTo>
                  <a:pt x="1300899" y="127725"/>
                  <a:pt x="1306337" y="126378"/>
                  <a:pt x="1311033" y="123684"/>
                </a:cubicBezTo>
                <a:cubicBezTo>
                  <a:pt x="1315729" y="120988"/>
                  <a:pt x="1318077" y="116821"/>
                  <a:pt x="1318077" y="111183"/>
                </a:cubicBezTo>
                <a:cubicBezTo>
                  <a:pt x="1318077" y="106907"/>
                  <a:pt x="1316193" y="103655"/>
                  <a:pt x="1312423" y="101424"/>
                </a:cubicBezTo>
                <a:cubicBezTo>
                  <a:pt x="1310014" y="100061"/>
                  <a:pt x="1305256" y="98482"/>
                  <a:pt x="1298149" y="96689"/>
                </a:cubicBezTo>
                <a:lnTo>
                  <a:pt x="1284895" y="93346"/>
                </a:lnTo>
                <a:cubicBezTo>
                  <a:pt x="1276429" y="91241"/>
                  <a:pt x="1270188" y="88889"/>
                  <a:pt x="1266172" y="86290"/>
                </a:cubicBezTo>
                <a:cubicBezTo>
                  <a:pt x="1259004" y="81772"/>
                  <a:pt x="1255420" y="75519"/>
                  <a:pt x="1255420" y="67532"/>
                </a:cubicBezTo>
                <a:cubicBezTo>
                  <a:pt x="1255420" y="58124"/>
                  <a:pt x="1258803" y="50511"/>
                  <a:pt x="1265569" y="44693"/>
                </a:cubicBezTo>
                <a:cubicBezTo>
                  <a:pt x="1272336" y="38873"/>
                  <a:pt x="1281435" y="35963"/>
                  <a:pt x="1292866" y="35963"/>
                </a:cubicBezTo>
                <a:cubicBezTo>
                  <a:pt x="1307820" y="35963"/>
                  <a:pt x="1318603" y="40350"/>
                  <a:pt x="1325214" y="49125"/>
                </a:cubicBezTo>
                <a:cubicBezTo>
                  <a:pt x="1329355" y="54686"/>
                  <a:pt x="1331363" y="60680"/>
                  <a:pt x="1331239" y="67106"/>
                </a:cubicBezTo>
                <a:lnTo>
                  <a:pt x="1315482" y="67106"/>
                </a:lnTo>
                <a:cubicBezTo>
                  <a:pt x="1315173" y="63378"/>
                  <a:pt x="1313845" y="59986"/>
                  <a:pt x="1311497" y="56931"/>
                </a:cubicBezTo>
                <a:cubicBezTo>
                  <a:pt x="1307665" y="52592"/>
                  <a:pt x="1301023" y="50423"/>
                  <a:pt x="1291569" y="50423"/>
                </a:cubicBezTo>
                <a:cubicBezTo>
                  <a:pt x="1285266" y="50423"/>
                  <a:pt x="1280492" y="51623"/>
                  <a:pt x="1277248" y="54023"/>
                </a:cubicBezTo>
                <a:cubicBezTo>
                  <a:pt x="1274004" y="56421"/>
                  <a:pt x="1272382" y="59589"/>
                  <a:pt x="1272382" y="63526"/>
                </a:cubicBezTo>
                <a:cubicBezTo>
                  <a:pt x="1272382" y="67833"/>
                  <a:pt x="1274514" y="71277"/>
                  <a:pt x="1278778" y="73861"/>
                </a:cubicBezTo>
                <a:cubicBezTo>
                  <a:pt x="1281249" y="75398"/>
                  <a:pt x="1284895" y="76755"/>
                  <a:pt x="1289715" y="77931"/>
                </a:cubicBezTo>
                <a:lnTo>
                  <a:pt x="1300745" y="80624"/>
                </a:lnTo>
                <a:cubicBezTo>
                  <a:pt x="1312732" y="83535"/>
                  <a:pt x="1320765" y="86351"/>
                  <a:pt x="1324844" y="89074"/>
                </a:cubicBezTo>
                <a:cubicBezTo>
                  <a:pt x="1331332" y="93345"/>
                  <a:pt x="1334576" y="100061"/>
                  <a:pt x="1334576" y="109222"/>
                </a:cubicBezTo>
                <a:cubicBezTo>
                  <a:pt x="1334576" y="118074"/>
                  <a:pt x="1331224" y="125718"/>
                  <a:pt x="1324519" y="132156"/>
                </a:cubicBezTo>
                <a:cubicBezTo>
                  <a:pt x="1317815" y="138594"/>
                  <a:pt x="1307604" y="141813"/>
                  <a:pt x="1293886" y="141813"/>
                </a:cubicBezTo>
                <a:cubicBezTo>
                  <a:pt x="1279117" y="141813"/>
                  <a:pt x="1268659" y="138452"/>
                  <a:pt x="1262511" y="131731"/>
                </a:cubicBezTo>
                <a:cubicBezTo>
                  <a:pt x="1256362" y="125009"/>
                  <a:pt x="1253072" y="116691"/>
                  <a:pt x="1252639" y="106777"/>
                </a:cubicBezTo>
                <a:lnTo>
                  <a:pt x="1268675" y="106777"/>
                </a:lnTo>
                <a:moveTo>
                  <a:pt x="1293330" y="36149"/>
                </a:moveTo>
                <a:lnTo>
                  <a:pt x="1293330" y="361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200−25">
            <a:extLst xmlns:a="http://schemas.openxmlformats.org/drawingml/2006/main">
              <a:ext uri="{FF2B5EF4-FFF2-40B4-BE49-F238E27FC236}">
                <a16:creationId xmlns:a16="http://schemas.microsoft.com/office/drawing/2014/main" id="{356004E2-6921-4774-8925-77DD27A7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221" y="3891029"/>
            <a:ext cx="862510" cy="114161"/>
          </a:xfrm>
          <a:custGeom xmlns:a="http://schemas.openxmlformats.org/drawingml/2006/main">
            <a:pathLst>
              <a:path w="862510" h="114161">
                <a:moveTo>
                  <a:pt x="0" y="111072"/>
                </a:moveTo>
                <a:cubicBezTo>
                  <a:pt x="515" y="101545"/>
                  <a:pt x="2485" y="93255"/>
                  <a:pt x="5909" y="86200"/>
                </a:cubicBezTo>
                <a:cubicBezTo>
                  <a:pt x="9333" y="79146"/>
                  <a:pt x="16015" y="72735"/>
                  <a:pt x="25953" y="66967"/>
                </a:cubicBezTo>
                <a:lnTo>
                  <a:pt x="40783" y="58394"/>
                </a:lnTo>
                <a:cubicBezTo>
                  <a:pt x="47426" y="54532"/>
                  <a:pt x="52086" y="51231"/>
                  <a:pt x="54763" y="48490"/>
                </a:cubicBezTo>
                <a:cubicBezTo>
                  <a:pt x="58986" y="44200"/>
                  <a:pt x="61097" y="39290"/>
                  <a:pt x="61097" y="33759"/>
                </a:cubicBezTo>
                <a:cubicBezTo>
                  <a:pt x="61097" y="27296"/>
                  <a:pt x="59166" y="22166"/>
                  <a:pt x="55304" y="18366"/>
                </a:cubicBezTo>
                <a:cubicBezTo>
                  <a:pt x="51442" y="14567"/>
                  <a:pt x="46293" y="12667"/>
                  <a:pt x="39856" y="12667"/>
                </a:cubicBezTo>
                <a:cubicBezTo>
                  <a:pt x="30330" y="12667"/>
                  <a:pt x="23739" y="16293"/>
                  <a:pt x="20083" y="23544"/>
                </a:cubicBezTo>
                <a:cubicBezTo>
                  <a:pt x="18126" y="27428"/>
                  <a:pt x="17044" y="32814"/>
                  <a:pt x="16838" y="39702"/>
                </a:cubicBezTo>
                <a:lnTo>
                  <a:pt x="2703" y="39702"/>
                </a:lnTo>
                <a:cubicBezTo>
                  <a:pt x="2858" y="30053"/>
                  <a:pt x="4634" y="22185"/>
                  <a:pt x="8033" y="16097"/>
                </a:cubicBezTo>
                <a:cubicBezTo>
                  <a:pt x="14058" y="5366"/>
                  <a:pt x="24691" y="0"/>
                  <a:pt x="39933" y="0"/>
                </a:cubicBezTo>
                <a:cubicBezTo>
                  <a:pt x="52601" y="0"/>
                  <a:pt x="61857" y="3429"/>
                  <a:pt x="67701" y="10287"/>
                </a:cubicBezTo>
                <a:cubicBezTo>
                  <a:pt x="73546" y="17144"/>
                  <a:pt x="76468" y="24774"/>
                  <a:pt x="76468" y="33177"/>
                </a:cubicBezTo>
                <a:cubicBezTo>
                  <a:pt x="76468" y="42045"/>
                  <a:pt x="73353" y="49625"/>
                  <a:pt x="67122" y="55915"/>
                </a:cubicBezTo>
                <a:cubicBezTo>
                  <a:pt x="63517" y="59576"/>
                  <a:pt x="57055" y="64007"/>
                  <a:pt x="47735" y="69207"/>
                </a:cubicBezTo>
                <a:lnTo>
                  <a:pt x="37153" y="75078"/>
                </a:lnTo>
                <a:cubicBezTo>
                  <a:pt x="32106" y="77858"/>
                  <a:pt x="28141" y="80510"/>
                  <a:pt x="25258" y="83033"/>
                </a:cubicBezTo>
                <a:cubicBezTo>
                  <a:pt x="20108" y="87513"/>
                  <a:pt x="16864" y="92483"/>
                  <a:pt x="15525" y="97941"/>
                </a:cubicBezTo>
                <a:lnTo>
                  <a:pt x="75927" y="97941"/>
                </a:lnTo>
                <a:lnTo>
                  <a:pt x="75927" y="111072"/>
                </a:lnTo>
                <a:lnTo>
                  <a:pt x="0" y="111072"/>
                </a:lnTo>
                <a:close/>
                <a:moveTo>
                  <a:pt x="125801" y="309"/>
                </a:moveTo>
                <a:cubicBezTo>
                  <a:pt x="140116" y="309"/>
                  <a:pt x="150466" y="6217"/>
                  <a:pt x="156851" y="18033"/>
                </a:cubicBezTo>
                <a:cubicBezTo>
                  <a:pt x="161795" y="27165"/>
                  <a:pt x="164266" y="39678"/>
                  <a:pt x="164266" y="55572"/>
                </a:cubicBezTo>
                <a:cubicBezTo>
                  <a:pt x="164266" y="70639"/>
                  <a:pt x="162026" y="83099"/>
                  <a:pt x="157546" y="92954"/>
                </a:cubicBezTo>
                <a:cubicBezTo>
                  <a:pt x="151058" y="107092"/>
                  <a:pt x="140451" y="114161"/>
                  <a:pt x="125723" y="114161"/>
                </a:cubicBezTo>
                <a:cubicBezTo>
                  <a:pt x="112438" y="114161"/>
                  <a:pt x="102551" y="108382"/>
                  <a:pt x="96063" y="96823"/>
                </a:cubicBezTo>
                <a:cubicBezTo>
                  <a:pt x="90656" y="87175"/>
                  <a:pt x="87953" y="74224"/>
                  <a:pt x="87953" y="57971"/>
                </a:cubicBezTo>
                <a:cubicBezTo>
                  <a:pt x="87953" y="45381"/>
                  <a:pt x="89575" y="34571"/>
                  <a:pt x="92819" y="25540"/>
                </a:cubicBezTo>
                <a:cubicBezTo>
                  <a:pt x="98895" y="8719"/>
                  <a:pt x="109889" y="309"/>
                  <a:pt x="125801" y="309"/>
                </a:cubicBezTo>
                <a:moveTo>
                  <a:pt x="125646" y="101494"/>
                </a:moveTo>
                <a:cubicBezTo>
                  <a:pt x="132855" y="101494"/>
                  <a:pt x="138597" y="98299"/>
                  <a:pt x="142871" y="91909"/>
                </a:cubicBezTo>
                <a:cubicBezTo>
                  <a:pt x="147145" y="85517"/>
                  <a:pt x="149282" y="73612"/>
                  <a:pt x="149282" y="56192"/>
                </a:cubicBezTo>
                <a:cubicBezTo>
                  <a:pt x="149282" y="43617"/>
                  <a:pt x="147737" y="33270"/>
                  <a:pt x="144647" y="25154"/>
                </a:cubicBezTo>
                <a:cubicBezTo>
                  <a:pt x="141558" y="17036"/>
                  <a:pt x="135559" y="12976"/>
                  <a:pt x="126650" y="12976"/>
                </a:cubicBezTo>
                <a:cubicBezTo>
                  <a:pt x="118463" y="12976"/>
                  <a:pt x="112477" y="16829"/>
                  <a:pt x="108692" y="24533"/>
                </a:cubicBezTo>
                <a:cubicBezTo>
                  <a:pt x="104907" y="32238"/>
                  <a:pt x="103015" y="43589"/>
                  <a:pt x="103015" y="58587"/>
                </a:cubicBezTo>
                <a:cubicBezTo>
                  <a:pt x="103015" y="69875"/>
                  <a:pt x="104225" y="78946"/>
                  <a:pt x="106645" y="85800"/>
                </a:cubicBezTo>
                <a:cubicBezTo>
                  <a:pt x="110353" y="96262"/>
                  <a:pt x="116686" y="101494"/>
                  <a:pt x="125646" y="101494"/>
                </a:cubicBezTo>
                <a:close/>
                <a:moveTo>
                  <a:pt x="410223" y="309"/>
                </a:moveTo>
                <a:cubicBezTo>
                  <a:pt x="424539" y="309"/>
                  <a:pt x="434889" y="6217"/>
                  <a:pt x="441274" y="18033"/>
                </a:cubicBezTo>
                <a:cubicBezTo>
                  <a:pt x="446217" y="27165"/>
                  <a:pt x="448689" y="39678"/>
                  <a:pt x="448689" y="55572"/>
                </a:cubicBezTo>
                <a:cubicBezTo>
                  <a:pt x="448689" y="70639"/>
                  <a:pt x="446449" y="83099"/>
                  <a:pt x="441969" y="92954"/>
                </a:cubicBezTo>
                <a:cubicBezTo>
                  <a:pt x="435481" y="107092"/>
                  <a:pt x="424873" y="114161"/>
                  <a:pt x="410146" y="114161"/>
                </a:cubicBezTo>
                <a:cubicBezTo>
                  <a:pt x="396861" y="114161"/>
                  <a:pt x="386974" y="108382"/>
                  <a:pt x="380486" y="96823"/>
                </a:cubicBezTo>
                <a:cubicBezTo>
                  <a:pt x="375079" y="87175"/>
                  <a:pt x="372376" y="74224"/>
                  <a:pt x="372376" y="57971"/>
                </a:cubicBezTo>
                <a:cubicBezTo>
                  <a:pt x="372376" y="45381"/>
                  <a:pt x="373998" y="34571"/>
                  <a:pt x="377242" y="25540"/>
                </a:cubicBezTo>
                <a:cubicBezTo>
                  <a:pt x="383318" y="8719"/>
                  <a:pt x="394312" y="309"/>
                  <a:pt x="410223" y="309"/>
                </a:cubicBezTo>
                <a:moveTo>
                  <a:pt x="410069" y="101494"/>
                </a:moveTo>
                <a:cubicBezTo>
                  <a:pt x="417278" y="101494"/>
                  <a:pt x="423020" y="98299"/>
                  <a:pt x="427293" y="91909"/>
                </a:cubicBezTo>
                <a:cubicBezTo>
                  <a:pt x="431567" y="85517"/>
                  <a:pt x="433704" y="73612"/>
                  <a:pt x="433704" y="56192"/>
                </a:cubicBezTo>
                <a:cubicBezTo>
                  <a:pt x="433704" y="43617"/>
                  <a:pt x="432160" y="33270"/>
                  <a:pt x="429070" y="25154"/>
                </a:cubicBezTo>
                <a:cubicBezTo>
                  <a:pt x="425980" y="17036"/>
                  <a:pt x="419981" y="12976"/>
                  <a:pt x="411073" y="12976"/>
                </a:cubicBezTo>
                <a:cubicBezTo>
                  <a:pt x="402886" y="12976"/>
                  <a:pt x="396899" y="16829"/>
                  <a:pt x="393115" y="24533"/>
                </a:cubicBezTo>
                <a:cubicBezTo>
                  <a:pt x="389330" y="32238"/>
                  <a:pt x="387437" y="43589"/>
                  <a:pt x="387437" y="58587"/>
                </a:cubicBezTo>
                <a:cubicBezTo>
                  <a:pt x="387437" y="69875"/>
                  <a:pt x="388648" y="78946"/>
                  <a:pt x="391068" y="85800"/>
                </a:cubicBezTo>
                <a:cubicBezTo>
                  <a:pt x="394775" y="96262"/>
                  <a:pt x="401109" y="101494"/>
                  <a:pt x="410069" y="101494"/>
                </a:cubicBezTo>
                <a:close/>
                <a:moveTo>
                  <a:pt x="688586" y="64264"/>
                </a:moveTo>
                <a:lnTo>
                  <a:pt x="688586" y="77240"/>
                </a:lnTo>
                <a:lnTo>
                  <a:pt x="608024" y="77240"/>
                </a:lnTo>
                <a:lnTo>
                  <a:pt x="608024" y="64264"/>
                </a:lnTo>
                <a:lnTo>
                  <a:pt x="688586" y="64264"/>
                </a:lnTo>
                <a:close/>
                <a:moveTo>
                  <a:pt x="698243" y="111072"/>
                </a:moveTo>
                <a:cubicBezTo>
                  <a:pt x="698758" y="101545"/>
                  <a:pt x="700728" y="93255"/>
                  <a:pt x="704152" y="86200"/>
                </a:cubicBezTo>
                <a:cubicBezTo>
                  <a:pt x="707577" y="79146"/>
                  <a:pt x="714258" y="72735"/>
                  <a:pt x="724196" y="66967"/>
                </a:cubicBezTo>
                <a:lnTo>
                  <a:pt x="739026" y="58394"/>
                </a:lnTo>
                <a:cubicBezTo>
                  <a:pt x="745669" y="54532"/>
                  <a:pt x="750329" y="51231"/>
                  <a:pt x="753007" y="48490"/>
                </a:cubicBezTo>
                <a:cubicBezTo>
                  <a:pt x="757229" y="44200"/>
                  <a:pt x="759341" y="39290"/>
                  <a:pt x="759341" y="33759"/>
                </a:cubicBezTo>
                <a:cubicBezTo>
                  <a:pt x="759341" y="27296"/>
                  <a:pt x="757410" y="22166"/>
                  <a:pt x="753548" y="18366"/>
                </a:cubicBezTo>
                <a:cubicBezTo>
                  <a:pt x="749686" y="14567"/>
                  <a:pt x="744536" y="12667"/>
                  <a:pt x="738099" y="12667"/>
                </a:cubicBezTo>
                <a:cubicBezTo>
                  <a:pt x="728573" y="12667"/>
                  <a:pt x="721982" y="16293"/>
                  <a:pt x="718326" y="23544"/>
                </a:cubicBezTo>
                <a:cubicBezTo>
                  <a:pt x="716369" y="27428"/>
                  <a:pt x="715288" y="32814"/>
                  <a:pt x="715082" y="39702"/>
                </a:cubicBezTo>
                <a:lnTo>
                  <a:pt x="700947" y="39702"/>
                </a:lnTo>
                <a:cubicBezTo>
                  <a:pt x="701101" y="30053"/>
                  <a:pt x="702878" y="22185"/>
                  <a:pt x="706276" y="16097"/>
                </a:cubicBezTo>
                <a:cubicBezTo>
                  <a:pt x="712301" y="5366"/>
                  <a:pt x="722935" y="0"/>
                  <a:pt x="738177" y="0"/>
                </a:cubicBezTo>
                <a:cubicBezTo>
                  <a:pt x="750844" y="0"/>
                  <a:pt x="760100" y="3429"/>
                  <a:pt x="765945" y="10287"/>
                </a:cubicBezTo>
                <a:cubicBezTo>
                  <a:pt x="771789" y="17144"/>
                  <a:pt x="774711" y="24774"/>
                  <a:pt x="774711" y="33177"/>
                </a:cubicBezTo>
                <a:cubicBezTo>
                  <a:pt x="774711" y="42045"/>
                  <a:pt x="771596" y="49625"/>
                  <a:pt x="765365" y="55915"/>
                </a:cubicBezTo>
                <a:cubicBezTo>
                  <a:pt x="761761" y="59576"/>
                  <a:pt x="755298" y="64007"/>
                  <a:pt x="745978" y="69207"/>
                </a:cubicBezTo>
                <a:lnTo>
                  <a:pt x="735396" y="75078"/>
                </a:lnTo>
                <a:cubicBezTo>
                  <a:pt x="730350" y="77858"/>
                  <a:pt x="726385" y="80510"/>
                  <a:pt x="723501" y="83033"/>
                </a:cubicBezTo>
                <a:cubicBezTo>
                  <a:pt x="718352" y="87513"/>
                  <a:pt x="715108" y="92483"/>
                  <a:pt x="713769" y="97941"/>
                </a:cubicBezTo>
                <a:lnTo>
                  <a:pt x="774171" y="97941"/>
                </a:lnTo>
                <a:lnTo>
                  <a:pt x="774171" y="111072"/>
                </a:lnTo>
                <a:lnTo>
                  <a:pt x="698243" y="111072"/>
                </a:lnTo>
                <a:close/>
                <a:moveTo>
                  <a:pt x="800795" y="82802"/>
                </a:moveTo>
                <a:cubicBezTo>
                  <a:pt x="801721" y="90764"/>
                  <a:pt x="805403" y="96271"/>
                  <a:pt x="811840" y="99322"/>
                </a:cubicBezTo>
                <a:cubicBezTo>
                  <a:pt x="815136" y="100873"/>
                  <a:pt x="818946" y="101648"/>
                  <a:pt x="823272" y="101648"/>
                </a:cubicBezTo>
                <a:cubicBezTo>
                  <a:pt x="831511" y="101648"/>
                  <a:pt x="837613" y="99014"/>
                  <a:pt x="841578" y="93746"/>
                </a:cubicBezTo>
                <a:cubicBezTo>
                  <a:pt x="845543" y="88477"/>
                  <a:pt x="847525" y="82640"/>
                  <a:pt x="847525" y="76234"/>
                </a:cubicBezTo>
                <a:cubicBezTo>
                  <a:pt x="847525" y="68486"/>
                  <a:pt x="845169" y="62494"/>
                  <a:pt x="840458" y="58259"/>
                </a:cubicBezTo>
                <a:cubicBezTo>
                  <a:pt x="835746" y="54023"/>
                  <a:pt x="830094" y="51906"/>
                  <a:pt x="823503" y="51906"/>
                </a:cubicBezTo>
                <a:cubicBezTo>
                  <a:pt x="818714" y="51906"/>
                  <a:pt x="814608" y="52840"/>
                  <a:pt x="811183" y="54708"/>
                </a:cubicBezTo>
                <a:cubicBezTo>
                  <a:pt x="807759" y="56576"/>
                  <a:pt x="804837" y="59195"/>
                  <a:pt x="802417" y="62565"/>
                </a:cubicBezTo>
                <a:lnTo>
                  <a:pt x="790367" y="61792"/>
                </a:lnTo>
                <a:lnTo>
                  <a:pt x="798786" y="2317"/>
                </a:lnTo>
                <a:lnTo>
                  <a:pt x="856253" y="2317"/>
                </a:lnTo>
                <a:lnTo>
                  <a:pt x="856253" y="15757"/>
                </a:lnTo>
                <a:lnTo>
                  <a:pt x="809214" y="15757"/>
                </a:lnTo>
                <a:lnTo>
                  <a:pt x="804502" y="46277"/>
                </a:lnTo>
                <a:cubicBezTo>
                  <a:pt x="807077" y="44296"/>
                  <a:pt x="809523" y="42810"/>
                  <a:pt x="811840" y="41818"/>
                </a:cubicBezTo>
                <a:cubicBezTo>
                  <a:pt x="815959" y="40098"/>
                  <a:pt x="820723" y="39238"/>
                  <a:pt x="826129" y="39238"/>
                </a:cubicBezTo>
                <a:cubicBezTo>
                  <a:pt x="836274" y="39238"/>
                  <a:pt x="844873" y="42522"/>
                  <a:pt x="851928" y="49089"/>
                </a:cubicBezTo>
                <a:cubicBezTo>
                  <a:pt x="858982" y="55656"/>
                  <a:pt x="862510" y="63981"/>
                  <a:pt x="862510" y="74064"/>
                </a:cubicBezTo>
                <a:cubicBezTo>
                  <a:pt x="862510" y="84561"/>
                  <a:pt x="859278" y="93817"/>
                  <a:pt x="852816" y="101832"/>
                </a:cubicBezTo>
                <a:cubicBezTo>
                  <a:pt x="846354" y="109846"/>
                  <a:pt x="836042" y="113852"/>
                  <a:pt x="821881" y="113852"/>
                </a:cubicBezTo>
                <a:cubicBezTo>
                  <a:pt x="812870" y="113852"/>
                  <a:pt x="804901" y="111310"/>
                  <a:pt x="797975" y="106225"/>
                </a:cubicBezTo>
                <a:cubicBezTo>
                  <a:pt x="791049" y="101140"/>
                  <a:pt x="787175" y="93332"/>
                  <a:pt x="786351" y="82802"/>
                </a:cubicBezTo>
                <a:lnTo>
                  <a:pt x="800795" y="82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AD2A5-21D5-4295-97A7-647307B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1031007"/>
            <a:ext cx="475672" cy="10"/>
          </a:xfrm>
          <a:custGeom xmlns:a="http://schemas.openxmlformats.org/drawingml/2006/main">
            <a:pathLst>
              <a:path w="475672" h="1" fill="none">
                <a:moveTo>
                  <a:pt x="0" y="0"/>
                </a:moveTo>
                <a:lnTo>
                  <a:pt x="475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7A5A7-F795-4A16-88F4-E395A139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D5546-C917-4AD2-972C-CB3618A1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732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30C9D-F4AF-48E7-ADF3-8E81193A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233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46FF1-AACF-4C3D-9861-CC57195B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101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D1B1F-18AA-4417-9FB8-B2E8B267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168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D113F-698A-46C1-B1E4-DCFA53E8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099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5B84E-A997-4A9C-9514-7B596BD9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35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A678C-847C-41C0-8DE5-252EC97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741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CE30A-437B-4604-89F9-A70FB17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8848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E1D3A-B70D-4A2B-92DE-A5FAD03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955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660E7-F62E-44E5-BB71-53CAE666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03" y="103100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F0C01-BF77-4445-81E6-9E42784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1031007"/>
            <a:ext cx="475672" cy="10"/>
          </a:xfrm>
          <a:custGeom xmlns:a="http://schemas.openxmlformats.org/drawingml/2006/main">
            <a:pathLst>
              <a:path w="475672" h="1" fill="none">
                <a:moveTo>
                  <a:pt x="0" y="0"/>
                </a:moveTo>
                <a:lnTo>
                  <a:pt x="4756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4" name="Text 00.5">
            <a:extLst xmlns:a="http://schemas.openxmlformats.org/drawingml/2006/main">
              <a:ext uri="{FF2B5EF4-FFF2-40B4-BE49-F238E27FC236}">
                <a16:creationId xmlns:a16="http://schemas.microsoft.com/office/drawing/2014/main" id="{699E8563-2537-436B-A303-CB9550B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98" y="1170499"/>
            <a:ext cx="468146" cy="113852"/>
          </a:xfrm>
          <a:custGeom xmlns:a="http://schemas.openxmlformats.org/drawingml/2006/main">
            <a:pathLst>
              <a:path w="468146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297751" y="0"/>
                </a:moveTo>
                <a:cubicBezTo>
                  <a:pt x="312066" y="0"/>
                  <a:pt x="322417" y="5908"/>
                  <a:pt x="328802" y="17724"/>
                </a:cubicBezTo>
                <a:cubicBezTo>
                  <a:pt x="333745" y="26856"/>
                  <a:pt x="336217" y="39369"/>
                  <a:pt x="336217" y="55263"/>
                </a:cubicBezTo>
                <a:cubicBezTo>
                  <a:pt x="336217" y="70330"/>
                  <a:pt x="333977" y="82790"/>
                  <a:pt x="329497" y="92645"/>
                </a:cubicBezTo>
                <a:cubicBezTo>
                  <a:pt x="323009" y="106783"/>
                  <a:pt x="312401" y="113852"/>
                  <a:pt x="297674" y="113852"/>
                </a:cubicBezTo>
                <a:cubicBezTo>
                  <a:pt x="284389" y="113852"/>
                  <a:pt x="274502" y="108073"/>
                  <a:pt x="268014" y="96514"/>
                </a:cubicBezTo>
                <a:cubicBezTo>
                  <a:pt x="262607" y="86866"/>
                  <a:pt x="259903" y="73915"/>
                  <a:pt x="259903" y="57662"/>
                </a:cubicBezTo>
                <a:cubicBezTo>
                  <a:pt x="259903" y="45072"/>
                  <a:pt x="261525" y="34262"/>
                  <a:pt x="264769" y="25231"/>
                </a:cubicBezTo>
                <a:cubicBezTo>
                  <a:pt x="270846" y="8410"/>
                  <a:pt x="281840" y="0"/>
                  <a:pt x="297751" y="0"/>
                </a:cubicBezTo>
                <a:moveTo>
                  <a:pt x="297597" y="101185"/>
                </a:moveTo>
                <a:cubicBezTo>
                  <a:pt x="304806" y="101185"/>
                  <a:pt x="310547" y="97990"/>
                  <a:pt x="314821" y="91600"/>
                </a:cubicBezTo>
                <a:cubicBezTo>
                  <a:pt x="319095" y="85208"/>
                  <a:pt x="321232" y="73303"/>
                  <a:pt x="321232" y="55883"/>
                </a:cubicBezTo>
                <a:cubicBezTo>
                  <a:pt x="321232" y="43308"/>
                  <a:pt x="319687" y="32962"/>
                  <a:pt x="316598" y="24845"/>
                </a:cubicBezTo>
                <a:cubicBezTo>
                  <a:pt x="313508" y="16727"/>
                  <a:pt x="307509" y="12667"/>
                  <a:pt x="298601" y="12667"/>
                </a:cubicBezTo>
                <a:cubicBezTo>
                  <a:pt x="290413" y="12667"/>
                  <a:pt x="284427" y="16520"/>
                  <a:pt x="280642" y="24225"/>
                </a:cubicBezTo>
                <a:cubicBezTo>
                  <a:pt x="276858" y="31929"/>
                  <a:pt x="274965" y="43280"/>
                  <a:pt x="274965" y="58278"/>
                </a:cubicBezTo>
                <a:cubicBezTo>
                  <a:pt x="274965" y="69566"/>
                  <a:pt x="276175" y="78637"/>
                  <a:pt x="278596" y="85491"/>
                </a:cubicBezTo>
                <a:cubicBezTo>
                  <a:pt x="282303" y="95953"/>
                  <a:pt x="288637" y="101185"/>
                  <a:pt x="297597" y="101185"/>
                </a:cubicBezTo>
                <a:close/>
                <a:moveTo>
                  <a:pt x="356430" y="93924"/>
                </a:moveTo>
                <a:lnTo>
                  <a:pt x="372573" y="93924"/>
                </a:lnTo>
                <a:lnTo>
                  <a:pt x="372573" y="110763"/>
                </a:lnTo>
                <a:lnTo>
                  <a:pt x="356430" y="110763"/>
                </a:lnTo>
                <a:lnTo>
                  <a:pt x="356430" y="93924"/>
                </a:lnTo>
                <a:close/>
                <a:moveTo>
                  <a:pt x="406431" y="82493"/>
                </a:moveTo>
                <a:cubicBezTo>
                  <a:pt x="407358" y="90455"/>
                  <a:pt x="411040" y="95962"/>
                  <a:pt x="417476" y="99013"/>
                </a:cubicBezTo>
                <a:cubicBezTo>
                  <a:pt x="420772" y="100564"/>
                  <a:pt x="424583" y="101339"/>
                  <a:pt x="428908" y="101339"/>
                </a:cubicBezTo>
                <a:cubicBezTo>
                  <a:pt x="437147" y="101339"/>
                  <a:pt x="443249" y="98705"/>
                  <a:pt x="447214" y="93437"/>
                </a:cubicBezTo>
                <a:cubicBezTo>
                  <a:pt x="451179" y="88168"/>
                  <a:pt x="453162" y="82331"/>
                  <a:pt x="453162" y="75925"/>
                </a:cubicBezTo>
                <a:cubicBezTo>
                  <a:pt x="453162" y="68177"/>
                  <a:pt x="450806" y="62185"/>
                  <a:pt x="446094" y="57950"/>
                </a:cubicBezTo>
                <a:cubicBezTo>
                  <a:pt x="441382" y="53714"/>
                  <a:pt x="435731" y="51597"/>
                  <a:pt x="429140" y="51597"/>
                </a:cubicBezTo>
                <a:cubicBezTo>
                  <a:pt x="424351" y="51597"/>
                  <a:pt x="420244" y="52531"/>
                  <a:pt x="416820" y="54399"/>
                </a:cubicBezTo>
                <a:cubicBezTo>
                  <a:pt x="413396" y="56267"/>
                  <a:pt x="410473" y="58886"/>
                  <a:pt x="408053" y="62256"/>
                </a:cubicBezTo>
                <a:lnTo>
                  <a:pt x="396004" y="61483"/>
                </a:lnTo>
                <a:lnTo>
                  <a:pt x="404423" y="2008"/>
                </a:lnTo>
                <a:lnTo>
                  <a:pt x="461890" y="2008"/>
                </a:lnTo>
                <a:lnTo>
                  <a:pt x="461890" y="15448"/>
                </a:lnTo>
                <a:lnTo>
                  <a:pt x="414850" y="15448"/>
                </a:lnTo>
                <a:lnTo>
                  <a:pt x="410139" y="45968"/>
                </a:lnTo>
                <a:cubicBezTo>
                  <a:pt x="412713" y="43987"/>
                  <a:pt x="415159" y="42501"/>
                  <a:pt x="417476" y="41509"/>
                </a:cubicBezTo>
                <a:cubicBezTo>
                  <a:pt x="421596" y="39789"/>
                  <a:pt x="426359" y="38929"/>
                  <a:pt x="431766" y="38929"/>
                </a:cubicBezTo>
                <a:cubicBezTo>
                  <a:pt x="441910" y="38929"/>
                  <a:pt x="450510" y="42213"/>
                  <a:pt x="457564" y="48780"/>
                </a:cubicBezTo>
                <a:cubicBezTo>
                  <a:pt x="464619" y="55347"/>
                  <a:pt x="468146" y="63672"/>
                  <a:pt x="468146" y="73755"/>
                </a:cubicBezTo>
                <a:cubicBezTo>
                  <a:pt x="468146" y="84252"/>
                  <a:pt x="464915" y="93508"/>
                  <a:pt x="458452" y="101523"/>
                </a:cubicBezTo>
                <a:cubicBezTo>
                  <a:pt x="451990" y="109537"/>
                  <a:pt x="441678" y="113543"/>
                  <a:pt x="427518" y="113543"/>
                </a:cubicBezTo>
                <a:cubicBezTo>
                  <a:pt x="418506" y="113543"/>
                  <a:pt x="410538" y="111001"/>
                  <a:pt x="403612" y="105916"/>
                </a:cubicBezTo>
                <a:cubicBezTo>
                  <a:pt x="396686" y="100831"/>
                  <a:pt x="392811" y="93023"/>
                  <a:pt x="391987" y="82493"/>
                </a:cubicBezTo>
                <a:lnTo>
                  <a:pt x="406431" y="82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botsuccessratio">
            <a:extLst xmlns:a="http://schemas.openxmlformats.org/drawingml/2006/main">
              <a:ext uri="{FF2B5EF4-FFF2-40B4-BE49-F238E27FC236}">
                <a16:creationId xmlns:a16="http://schemas.microsoft.com/office/drawing/2014/main" id="{820C2719-22BD-46B6-BCF3-A81055E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" y="1641535"/>
            <a:ext cx="1403858" cy="140330"/>
          </a:xfrm>
          <a:custGeom xmlns:a="http://schemas.openxmlformats.org/drawingml/2006/main">
            <a:pathLst>
              <a:path w="1403858" h="140330">
                <a:moveTo>
                  <a:pt x="0" y="0"/>
                </a:moveTo>
                <a:lnTo>
                  <a:pt x="16220" y="0"/>
                </a:lnTo>
                <a:lnTo>
                  <a:pt x="16220" y="49215"/>
                </a:lnTo>
                <a:cubicBezTo>
                  <a:pt x="19866" y="44428"/>
                  <a:pt x="24223" y="40775"/>
                  <a:pt x="29290" y="38257"/>
                </a:cubicBezTo>
                <a:cubicBezTo>
                  <a:pt x="34357" y="35739"/>
                  <a:pt x="39856" y="34480"/>
                  <a:pt x="45788" y="34480"/>
                </a:cubicBezTo>
                <a:cubicBezTo>
                  <a:pt x="58147" y="34480"/>
                  <a:pt x="68172" y="38732"/>
                  <a:pt x="75866" y="47236"/>
                </a:cubicBezTo>
                <a:cubicBezTo>
                  <a:pt x="83559" y="55741"/>
                  <a:pt x="87405" y="68280"/>
                  <a:pt x="87405" y="84853"/>
                </a:cubicBezTo>
                <a:cubicBezTo>
                  <a:pt x="87405" y="100564"/>
                  <a:pt x="83605" y="113615"/>
                  <a:pt x="76005" y="124006"/>
                </a:cubicBezTo>
                <a:cubicBezTo>
                  <a:pt x="68404" y="134394"/>
                  <a:pt x="57869" y="139589"/>
                  <a:pt x="44398" y="139589"/>
                </a:cubicBezTo>
                <a:cubicBezTo>
                  <a:pt x="36859" y="139589"/>
                  <a:pt x="30495" y="137755"/>
                  <a:pt x="25304" y="134088"/>
                </a:cubicBezTo>
                <a:cubicBezTo>
                  <a:pt x="22214" y="131912"/>
                  <a:pt x="18908" y="128431"/>
                  <a:pt x="15386" y="123646"/>
                </a:cubicBezTo>
                <a:lnTo>
                  <a:pt x="15386" y="136437"/>
                </a:lnTo>
                <a:lnTo>
                  <a:pt x="0" y="136437"/>
                </a:lnTo>
                <a:lnTo>
                  <a:pt x="0" y="0"/>
                </a:lnTo>
                <a:moveTo>
                  <a:pt x="43378" y="124759"/>
                </a:moveTo>
                <a:cubicBezTo>
                  <a:pt x="52400" y="124759"/>
                  <a:pt x="59151" y="121180"/>
                  <a:pt x="63631" y="114021"/>
                </a:cubicBezTo>
                <a:cubicBezTo>
                  <a:pt x="68111" y="106861"/>
                  <a:pt x="70351" y="97418"/>
                  <a:pt x="70351" y="85693"/>
                </a:cubicBezTo>
                <a:cubicBezTo>
                  <a:pt x="70351" y="75262"/>
                  <a:pt x="68111" y="66622"/>
                  <a:pt x="63631" y="59772"/>
                </a:cubicBezTo>
                <a:cubicBezTo>
                  <a:pt x="59151" y="52921"/>
                  <a:pt x="52554" y="49496"/>
                  <a:pt x="43842" y="49496"/>
                </a:cubicBezTo>
                <a:cubicBezTo>
                  <a:pt x="36241" y="49496"/>
                  <a:pt x="29583" y="52304"/>
                  <a:pt x="23867" y="57922"/>
                </a:cubicBezTo>
                <a:cubicBezTo>
                  <a:pt x="18151" y="63537"/>
                  <a:pt x="15294" y="72794"/>
                  <a:pt x="15294" y="85693"/>
                </a:cubicBezTo>
                <a:cubicBezTo>
                  <a:pt x="15294" y="95012"/>
                  <a:pt x="16468" y="102572"/>
                  <a:pt x="18816" y="108373"/>
                </a:cubicBezTo>
                <a:cubicBezTo>
                  <a:pt x="23203" y="119297"/>
                  <a:pt x="31390" y="124759"/>
                  <a:pt x="43378" y="124759"/>
                </a:cubicBezTo>
                <a:close/>
                <a:moveTo>
                  <a:pt x="146234" y="125500"/>
                </a:moveTo>
                <a:cubicBezTo>
                  <a:pt x="157294" y="125500"/>
                  <a:pt x="164879" y="121309"/>
                  <a:pt x="168989" y="112926"/>
                </a:cubicBezTo>
                <a:cubicBezTo>
                  <a:pt x="173098" y="104544"/>
                  <a:pt x="175152" y="95217"/>
                  <a:pt x="175152" y="84946"/>
                </a:cubicBezTo>
                <a:cubicBezTo>
                  <a:pt x="175152" y="75666"/>
                  <a:pt x="173669" y="68118"/>
                  <a:pt x="170703" y="62304"/>
                </a:cubicBezTo>
                <a:cubicBezTo>
                  <a:pt x="166007" y="53147"/>
                  <a:pt x="157912" y="48569"/>
                  <a:pt x="146419" y="48569"/>
                </a:cubicBezTo>
                <a:cubicBezTo>
                  <a:pt x="136223" y="48569"/>
                  <a:pt x="128808" y="52467"/>
                  <a:pt x="124174" y="60262"/>
                </a:cubicBezTo>
                <a:cubicBezTo>
                  <a:pt x="119539" y="68057"/>
                  <a:pt x="117222" y="77462"/>
                  <a:pt x="117222" y="88474"/>
                </a:cubicBezTo>
                <a:cubicBezTo>
                  <a:pt x="117222" y="99052"/>
                  <a:pt x="119539" y="107868"/>
                  <a:pt x="124174" y="114922"/>
                </a:cubicBezTo>
                <a:cubicBezTo>
                  <a:pt x="128808" y="121974"/>
                  <a:pt x="136161" y="125500"/>
                  <a:pt x="146234" y="125500"/>
                </a:cubicBezTo>
                <a:moveTo>
                  <a:pt x="146882" y="34109"/>
                </a:moveTo>
                <a:cubicBezTo>
                  <a:pt x="159673" y="34109"/>
                  <a:pt x="170487" y="38377"/>
                  <a:pt x="179323" y="46912"/>
                </a:cubicBezTo>
                <a:cubicBezTo>
                  <a:pt x="188160" y="55447"/>
                  <a:pt x="192578" y="68001"/>
                  <a:pt x="192578" y="84575"/>
                </a:cubicBezTo>
                <a:cubicBezTo>
                  <a:pt x="192578" y="100595"/>
                  <a:pt x="188685" y="113831"/>
                  <a:pt x="180899" y="124284"/>
                </a:cubicBezTo>
                <a:cubicBezTo>
                  <a:pt x="173113" y="134734"/>
                  <a:pt x="161033" y="139960"/>
                  <a:pt x="144658" y="139960"/>
                </a:cubicBezTo>
                <a:cubicBezTo>
                  <a:pt x="131002" y="139960"/>
                  <a:pt x="120157" y="135337"/>
                  <a:pt x="112124" y="126091"/>
                </a:cubicBezTo>
                <a:cubicBezTo>
                  <a:pt x="104091" y="116845"/>
                  <a:pt x="100075" y="104430"/>
                  <a:pt x="100075" y="88845"/>
                </a:cubicBezTo>
                <a:cubicBezTo>
                  <a:pt x="100075" y="72145"/>
                  <a:pt x="104307" y="58848"/>
                  <a:pt x="112773" y="48954"/>
                </a:cubicBezTo>
                <a:cubicBezTo>
                  <a:pt x="121239" y="39058"/>
                  <a:pt x="132608" y="34109"/>
                  <a:pt x="146882" y="34109"/>
                </a:cubicBezTo>
                <a:moveTo>
                  <a:pt x="146326" y="34665"/>
                </a:moveTo>
                <a:lnTo>
                  <a:pt x="146326" y="34665"/>
                </a:lnTo>
                <a:close/>
                <a:moveTo>
                  <a:pt x="215721" y="9454"/>
                </a:moveTo>
                <a:lnTo>
                  <a:pt x="232590" y="9454"/>
                </a:lnTo>
                <a:lnTo>
                  <a:pt x="232590" y="37075"/>
                </a:lnTo>
                <a:lnTo>
                  <a:pt x="248440" y="37075"/>
                </a:lnTo>
                <a:lnTo>
                  <a:pt x="248440" y="50793"/>
                </a:lnTo>
                <a:lnTo>
                  <a:pt x="232590" y="50793"/>
                </a:lnTo>
                <a:lnTo>
                  <a:pt x="232590" y="115501"/>
                </a:lnTo>
                <a:cubicBezTo>
                  <a:pt x="232590" y="118956"/>
                  <a:pt x="233764" y="121269"/>
                  <a:pt x="236112" y="122441"/>
                </a:cubicBezTo>
                <a:cubicBezTo>
                  <a:pt x="237410" y="123121"/>
                  <a:pt x="239573" y="123461"/>
                  <a:pt x="242601" y="123461"/>
                </a:cubicBezTo>
                <a:cubicBezTo>
                  <a:pt x="243404" y="123461"/>
                  <a:pt x="244269" y="123441"/>
                  <a:pt x="245196" y="123400"/>
                </a:cubicBezTo>
                <a:cubicBezTo>
                  <a:pt x="246123" y="123358"/>
                  <a:pt x="247204" y="123254"/>
                  <a:pt x="248440" y="123090"/>
                </a:cubicBezTo>
                <a:lnTo>
                  <a:pt x="248440" y="136437"/>
                </a:lnTo>
                <a:cubicBezTo>
                  <a:pt x="246524" y="137026"/>
                  <a:pt x="244532" y="137451"/>
                  <a:pt x="242462" y="137712"/>
                </a:cubicBezTo>
                <a:cubicBezTo>
                  <a:pt x="240392" y="137975"/>
                  <a:pt x="238152" y="138106"/>
                  <a:pt x="235742" y="138106"/>
                </a:cubicBezTo>
                <a:cubicBezTo>
                  <a:pt x="227956" y="138106"/>
                  <a:pt x="222673" y="136111"/>
                  <a:pt x="219892" y="132122"/>
                </a:cubicBezTo>
                <a:cubicBezTo>
                  <a:pt x="217111" y="128132"/>
                  <a:pt x="215721" y="122951"/>
                  <a:pt x="215721" y="116579"/>
                </a:cubicBezTo>
                <a:lnTo>
                  <a:pt x="215721" y="50793"/>
                </a:lnTo>
                <a:lnTo>
                  <a:pt x="202281" y="50793"/>
                </a:lnTo>
                <a:lnTo>
                  <a:pt x="202281" y="37075"/>
                </a:lnTo>
                <a:lnTo>
                  <a:pt x="215721" y="37075"/>
                </a:lnTo>
                <a:lnTo>
                  <a:pt x="215721" y="9454"/>
                </a:lnTo>
                <a:close/>
                <a:moveTo>
                  <a:pt x="327845" y="105294"/>
                </a:moveTo>
                <a:cubicBezTo>
                  <a:pt x="328340" y="110881"/>
                  <a:pt x="329730" y="115164"/>
                  <a:pt x="332016" y="118143"/>
                </a:cubicBezTo>
                <a:cubicBezTo>
                  <a:pt x="336218" y="123542"/>
                  <a:pt x="343510" y="126242"/>
                  <a:pt x="353891" y="126242"/>
                </a:cubicBezTo>
                <a:cubicBezTo>
                  <a:pt x="360070" y="126242"/>
                  <a:pt x="365508" y="124895"/>
                  <a:pt x="370204" y="122201"/>
                </a:cubicBezTo>
                <a:cubicBezTo>
                  <a:pt x="374900" y="119505"/>
                  <a:pt x="377248" y="115338"/>
                  <a:pt x="377248" y="109700"/>
                </a:cubicBezTo>
                <a:cubicBezTo>
                  <a:pt x="377248" y="105424"/>
                  <a:pt x="375363" y="102172"/>
                  <a:pt x="371594" y="99941"/>
                </a:cubicBezTo>
                <a:cubicBezTo>
                  <a:pt x="369184" y="98578"/>
                  <a:pt x="364426" y="96999"/>
                  <a:pt x="357320" y="95206"/>
                </a:cubicBezTo>
                <a:lnTo>
                  <a:pt x="344066" y="91863"/>
                </a:lnTo>
                <a:cubicBezTo>
                  <a:pt x="335600" y="89758"/>
                  <a:pt x="329359" y="87406"/>
                  <a:pt x="325343" y="84807"/>
                </a:cubicBezTo>
                <a:cubicBezTo>
                  <a:pt x="318175" y="80288"/>
                  <a:pt x="314591" y="74036"/>
                  <a:pt x="314591" y="66049"/>
                </a:cubicBezTo>
                <a:cubicBezTo>
                  <a:pt x="314591" y="56641"/>
                  <a:pt x="317974" y="49028"/>
                  <a:pt x="324740" y="43210"/>
                </a:cubicBezTo>
                <a:cubicBezTo>
                  <a:pt x="331506" y="37390"/>
                  <a:pt x="340605" y="34480"/>
                  <a:pt x="352037" y="34480"/>
                </a:cubicBezTo>
                <a:cubicBezTo>
                  <a:pt x="366991" y="34480"/>
                  <a:pt x="377773" y="38867"/>
                  <a:pt x="384385" y="47642"/>
                </a:cubicBezTo>
                <a:cubicBezTo>
                  <a:pt x="388525" y="53203"/>
                  <a:pt x="390533" y="59197"/>
                  <a:pt x="390410" y="65623"/>
                </a:cubicBezTo>
                <a:lnTo>
                  <a:pt x="374653" y="65623"/>
                </a:lnTo>
                <a:cubicBezTo>
                  <a:pt x="374344" y="61895"/>
                  <a:pt x="373015" y="58503"/>
                  <a:pt x="370667" y="55448"/>
                </a:cubicBezTo>
                <a:cubicBezTo>
                  <a:pt x="366836" y="51109"/>
                  <a:pt x="360193" y="48940"/>
                  <a:pt x="350739" y="48940"/>
                </a:cubicBezTo>
                <a:cubicBezTo>
                  <a:pt x="344436" y="48940"/>
                  <a:pt x="339663" y="50140"/>
                  <a:pt x="336419" y="52540"/>
                </a:cubicBezTo>
                <a:cubicBezTo>
                  <a:pt x="333175" y="54938"/>
                  <a:pt x="331553" y="58106"/>
                  <a:pt x="331553" y="62043"/>
                </a:cubicBezTo>
                <a:cubicBezTo>
                  <a:pt x="331553" y="66349"/>
                  <a:pt x="333685" y="69794"/>
                  <a:pt x="337948" y="72378"/>
                </a:cubicBezTo>
                <a:cubicBezTo>
                  <a:pt x="340420" y="73915"/>
                  <a:pt x="344066" y="75272"/>
                  <a:pt x="348885" y="76448"/>
                </a:cubicBezTo>
                <a:lnTo>
                  <a:pt x="359915" y="79141"/>
                </a:lnTo>
                <a:cubicBezTo>
                  <a:pt x="371903" y="82052"/>
                  <a:pt x="379936" y="84868"/>
                  <a:pt x="384014" y="87591"/>
                </a:cubicBezTo>
                <a:cubicBezTo>
                  <a:pt x="390503" y="91862"/>
                  <a:pt x="393747" y="98578"/>
                  <a:pt x="393747" y="107739"/>
                </a:cubicBezTo>
                <a:cubicBezTo>
                  <a:pt x="393747" y="116591"/>
                  <a:pt x="390394" y="124235"/>
                  <a:pt x="383690" y="130673"/>
                </a:cubicBezTo>
                <a:cubicBezTo>
                  <a:pt x="376986" y="137111"/>
                  <a:pt x="366774" y="140330"/>
                  <a:pt x="353056" y="140330"/>
                </a:cubicBezTo>
                <a:cubicBezTo>
                  <a:pt x="338288" y="140330"/>
                  <a:pt x="327830" y="136969"/>
                  <a:pt x="321681" y="130248"/>
                </a:cubicBezTo>
                <a:cubicBezTo>
                  <a:pt x="315533" y="123526"/>
                  <a:pt x="312243" y="115208"/>
                  <a:pt x="311810" y="105294"/>
                </a:cubicBezTo>
                <a:lnTo>
                  <a:pt x="327845" y="105294"/>
                </a:lnTo>
                <a:moveTo>
                  <a:pt x="352500" y="34665"/>
                </a:moveTo>
                <a:lnTo>
                  <a:pt x="352500" y="34665"/>
                </a:lnTo>
                <a:close/>
                <a:moveTo>
                  <a:pt x="429524" y="37075"/>
                </a:moveTo>
                <a:lnTo>
                  <a:pt x="429524" y="103046"/>
                </a:lnTo>
                <a:cubicBezTo>
                  <a:pt x="429524" y="108119"/>
                  <a:pt x="430328" y="112264"/>
                  <a:pt x="431934" y="115481"/>
                </a:cubicBezTo>
                <a:cubicBezTo>
                  <a:pt x="434900" y="121419"/>
                  <a:pt x="440431" y="124388"/>
                  <a:pt x="448526" y="124388"/>
                </a:cubicBezTo>
                <a:cubicBezTo>
                  <a:pt x="460142" y="124388"/>
                  <a:pt x="468052" y="119192"/>
                  <a:pt x="472254" y="108799"/>
                </a:cubicBezTo>
                <a:cubicBezTo>
                  <a:pt x="474540" y="103232"/>
                  <a:pt x="475683" y="95593"/>
                  <a:pt x="475683" y="85882"/>
                </a:cubicBezTo>
                <a:lnTo>
                  <a:pt x="475683" y="37075"/>
                </a:lnTo>
                <a:lnTo>
                  <a:pt x="492367" y="37075"/>
                </a:lnTo>
                <a:lnTo>
                  <a:pt x="492367" y="136437"/>
                </a:lnTo>
                <a:lnTo>
                  <a:pt x="476610" y="136437"/>
                </a:lnTo>
                <a:lnTo>
                  <a:pt x="476796" y="121790"/>
                </a:lnTo>
                <a:cubicBezTo>
                  <a:pt x="474633" y="125580"/>
                  <a:pt x="471945" y="128780"/>
                  <a:pt x="468732" y="131389"/>
                </a:cubicBezTo>
                <a:cubicBezTo>
                  <a:pt x="462367" y="136608"/>
                  <a:pt x="454643" y="139218"/>
                  <a:pt x="445560" y="139218"/>
                </a:cubicBezTo>
                <a:cubicBezTo>
                  <a:pt x="431409" y="139218"/>
                  <a:pt x="421769" y="134482"/>
                  <a:pt x="416641" y="125011"/>
                </a:cubicBezTo>
                <a:cubicBezTo>
                  <a:pt x="413860" y="119934"/>
                  <a:pt x="412470" y="113155"/>
                  <a:pt x="412470" y="104674"/>
                </a:cubicBezTo>
                <a:lnTo>
                  <a:pt x="412470" y="37075"/>
                </a:lnTo>
                <a:lnTo>
                  <a:pt x="429524" y="37075"/>
                </a:lnTo>
                <a:moveTo>
                  <a:pt x="452418" y="34665"/>
                </a:moveTo>
                <a:lnTo>
                  <a:pt x="452418" y="34665"/>
                </a:lnTo>
                <a:close/>
                <a:moveTo>
                  <a:pt x="556664" y="34109"/>
                </a:moveTo>
                <a:cubicBezTo>
                  <a:pt x="567848" y="34109"/>
                  <a:pt x="576947" y="36835"/>
                  <a:pt x="583961" y="42286"/>
                </a:cubicBezTo>
                <a:cubicBezTo>
                  <a:pt x="590974" y="47737"/>
                  <a:pt x="595192" y="57123"/>
                  <a:pt x="596613" y="70443"/>
                </a:cubicBezTo>
                <a:lnTo>
                  <a:pt x="580392" y="70443"/>
                </a:lnTo>
                <a:cubicBezTo>
                  <a:pt x="579404" y="64326"/>
                  <a:pt x="577148" y="59243"/>
                  <a:pt x="573626" y="55196"/>
                </a:cubicBezTo>
                <a:cubicBezTo>
                  <a:pt x="570104" y="51149"/>
                  <a:pt x="564450" y="49125"/>
                  <a:pt x="556664" y="49125"/>
                </a:cubicBezTo>
                <a:cubicBezTo>
                  <a:pt x="546036" y="49125"/>
                  <a:pt x="538435" y="54315"/>
                  <a:pt x="533863" y="64697"/>
                </a:cubicBezTo>
                <a:cubicBezTo>
                  <a:pt x="530897" y="71432"/>
                  <a:pt x="529414" y="79743"/>
                  <a:pt x="529414" y="89630"/>
                </a:cubicBezTo>
                <a:cubicBezTo>
                  <a:pt x="529414" y="99578"/>
                  <a:pt x="531515" y="107951"/>
                  <a:pt x="535716" y="114748"/>
                </a:cubicBezTo>
                <a:cubicBezTo>
                  <a:pt x="539918" y="121545"/>
                  <a:pt x="546530" y="124944"/>
                  <a:pt x="555552" y="124944"/>
                </a:cubicBezTo>
                <a:cubicBezTo>
                  <a:pt x="562472" y="124944"/>
                  <a:pt x="567957" y="122844"/>
                  <a:pt x="572004" y="118644"/>
                </a:cubicBezTo>
                <a:cubicBezTo>
                  <a:pt x="576051" y="114444"/>
                  <a:pt x="578847" y="108697"/>
                  <a:pt x="580392" y="101401"/>
                </a:cubicBezTo>
                <a:lnTo>
                  <a:pt x="596613" y="101401"/>
                </a:lnTo>
                <a:cubicBezTo>
                  <a:pt x="594759" y="114563"/>
                  <a:pt x="590125" y="124187"/>
                  <a:pt x="582709" y="130274"/>
                </a:cubicBezTo>
                <a:cubicBezTo>
                  <a:pt x="575294" y="136360"/>
                  <a:pt x="565809" y="139403"/>
                  <a:pt x="554254" y="139403"/>
                </a:cubicBezTo>
                <a:cubicBezTo>
                  <a:pt x="541278" y="139403"/>
                  <a:pt x="530928" y="134648"/>
                  <a:pt x="523203" y="125138"/>
                </a:cubicBezTo>
                <a:cubicBezTo>
                  <a:pt x="515479" y="115628"/>
                  <a:pt x="511617" y="103747"/>
                  <a:pt x="511617" y="89497"/>
                </a:cubicBezTo>
                <a:cubicBezTo>
                  <a:pt x="511617" y="72027"/>
                  <a:pt x="515850" y="58429"/>
                  <a:pt x="524316" y="48702"/>
                </a:cubicBezTo>
                <a:cubicBezTo>
                  <a:pt x="532781" y="38974"/>
                  <a:pt x="543564" y="34109"/>
                  <a:pt x="556664" y="34109"/>
                </a:cubicBezTo>
                <a:moveTo>
                  <a:pt x="554069" y="34665"/>
                </a:moveTo>
                <a:lnTo>
                  <a:pt x="554069" y="34665"/>
                </a:lnTo>
                <a:close/>
                <a:moveTo>
                  <a:pt x="651577" y="34109"/>
                </a:moveTo>
                <a:cubicBezTo>
                  <a:pt x="662761" y="34109"/>
                  <a:pt x="671860" y="36835"/>
                  <a:pt x="678874" y="42286"/>
                </a:cubicBezTo>
                <a:cubicBezTo>
                  <a:pt x="685887" y="47737"/>
                  <a:pt x="690105" y="57123"/>
                  <a:pt x="691526" y="70443"/>
                </a:cubicBezTo>
                <a:lnTo>
                  <a:pt x="675305" y="70443"/>
                </a:lnTo>
                <a:cubicBezTo>
                  <a:pt x="674317" y="64326"/>
                  <a:pt x="672061" y="59243"/>
                  <a:pt x="668539" y="55196"/>
                </a:cubicBezTo>
                <a:cubicBezTo>
                  <a:pt x="665017" y="51149"/>
                  <a:pt x="659363" y="49125"/>
                  <a:pt x="651577" y="49125"/>
                </a:cubicBezTo>
                <a:cubicBezTo>
                  <a:pt x="640949" y="49125"/>
                  <a:pt x="633348" y="54315"/>
                  <a:pt x="628776" y="64697"/>
                </a:cubicBezTo>
                <a:cubicBezTo>
                  <a:pt x="625810" y="71432"/>
                  <a:pt x="624327" y="79743"/>
                  <a:pt x="624327" y="89630"/>
                </a:cubicBezTo>
                <a:cubicBezTo>
                  <a:pt x="624327" y="99578"/>
                  <a:pt x="626428" y="107951"/>
                  <a:pt x="630629" y="114748"/>
                </a:cubicBezTo>
                <a:cubicBezTo>
                  <a:pt x="634831" y="121545"/>
                  <a:pt x="641443" y="124944"/>
                  <a:pt x="650465" y="124944"/>
                </a:cubicBezTo>
                <a:cubicBezTo>
                  <a:pt x="657386" y="124944"/>
                  <a:pt x="662870" y="122844"/>
                  <a:pt x="666917" y="118644"/>
                </a:cubicBezTo>
                <a:cubicBezTo>
                  <a:pt x="670964" y="114444"/>
                  <a:pt x="673760" y="108697"/>
                  <a:pt x="675305" y="101401"/>
                </a:cubicBezTo>
                <a:lnTo>
                  <a:pt x="691526" y="101401"/>
                </a:lnTo>
                <a:cubicBezTo>
                  <a:pt x="689672" y="114563"/>
                  <a:pt x="685038" y="124187"/>
                  <a:pt x="677623" y="130274"/>
                </a:cubicBezTo>
                <a:cubicBezTo>
                  <a:pt x="670207" y="136360"/>
                  <a:pt x="660722" y="139403"/>
                  <a:pt x="649167" y="139403"/>
                </a:cubicBezTo>
                <a:cubicBezTo>
                  <a:pt x="636191" y="139403"/>
                  <a:pt x="625841" y="134648"/>
                  <a:pt x="618117" y="125138"/>
                </a:cubicBezTo>
                <a:cubicBezTo>
                  <a:pt x="610392" y="115628"/>
                  <a:pt x="606530" y="103747"/>
                  <a:pt x="606530" y="89497"/>
                </a:cubicBezTo>
                <a:cubicBezTo>
                  <a:pt x="606530" y="72027"/>
                  <a:pt x="610763" y="58429"/>
                  <a:pt x="619229" y="48702"/>
                </a:cubicBezTo>
                <a:cubicBezTo>
                  <a:pt x="627694" y="38974"/>
                  <a:pt x="638477" y="34109"/>
                  <a:pt x="651577" y="34109"/>
                </a:cubicBezTo>
                <a:moveTo>
                  <a:pt x="648982" y="34665"/>
                </a:moveTo>
                <a:lnTo>
                  <a:pt x="648982" y="34665"/>
                </a:lnTo>
                <a:close/>
                <a:moveTo>
                  <a:pt x="749549" y="34851"/>
                </a:moveTo>
                <a:cubicBezTo>
                  <a:pt x="756593" y="34851"/>
                  <a:pt x="763421" y="36504"/>
                  <a:pt x="770033" y="39810"/>
                </a:cubicBezTo>
                <a:cubicBezTo>
                  <a:pt x="776645" y="43116"/>
                  <a:pt x="781681" y="47394"/>
                  <a:pt x="785141" y="52644"/>
                </a:cubicBezTo>
                <a:cubicBezTo>
                  <a:pt x="788478" y="57649"/>
                  <a:pt x="790702" y="63488"/>
                  <a:pt x="791815" y="70159"/>
                </a:cubicBezTo>
                <a:cubicBezTo>
                  <a:pt x="792803" y="74732"/>
                  <a:pt x="793298" y="82056"/>
                  <a:pt x="793298" y="92132"/>
                </a:cubicBezTo>
                <a:lnTo>
                  <a:pt x="720537" y="92132"/>
                </a:lnTo>
                <a:cubicBezTo>
                  <a:pt x="720846" y="102204"/>
                  <a:pt x="723225" y="110284"/>
                  <a:pt x="727674" y="116370"/>
                </a:cubicBezTo>
                <a:cubicBezTo>
                  <a:pt x="732123" y="122457"/>
                  <a:pt x="739013" y="125500"/>
                  <a:pt x="748344" y="125500"/>
                </a:cubicBezTo>
                <a:cubicBezTo>
                  <a:pt x="757057" y="125500"/>
                  <a:pt x="764008" y="122653"/>
                  <a:pt x="769199" y="116958"/>
                </a:cubicBezTo>
                <a:cubicBezTo>
                  <a:pt x="772165" y="113652"/>
                  <a:pt x="774266" y="109826"/>
                  <a:pt x="775502" y="105479"/>
                </a:cubicBezTo>
                <a:lnTo>
                  <a:pt x="791907" y="105479"/>
                </a:lnTo>
                <a:cubicBezTo>
                  <a:pt x="791475" y="109106"/>
                  <a:pt x="790038" y="113148"/>
                  <a:pt x="787597" y="117604"/>
                </a:cubicBezTo>
                <a:cubicBezTo>
                  <a:pt x="785157" y="122059"/>
                  <a:pt x="782422" y="125700"/>
                  <a:pt x="779394" y="128527"/>
                </a:cubicBezTo>
                <a:cubicBezTo>
                  <a:pt x="774328" y="133445"/>
                  <a:pt x="768056" y="136765"/>
                  <a:pt x="760579" y="138485"/>
                </a:cubicBezTo>
                <a:cubicBezTo>
                  <a:pt x="756562" y="139468"/>
                  <a:pt x="752020" y="139960"/>
                  <a:pt x="746954" y="139960"/>
                </a:cubicBezTo>
                <a:cubicBezTo>
                  <a:pt x="734595" y="139960"/>
                  <a:pt x="724121" y="135460"/>
                  <a:pt x="715532" y="126462"/>
                </a:cubicBezTo>
                <a:cubicBezTo>
                  <a:pt x="706943" y="117463"/>
                  <a:pt x="702648" y="104862"/>
                  <a:pt x="702648" y="88657"/>
                </a:cubicBezTo>
                <a:cubicBezTo>
                  <a:pt x="702648" y="72701"/>
                  <a:pt x="706974" y="59744"/>
                  <a:pt x="715625" y="49788"/>
                </a:cubicBezTo>
                <a:cubicBezTo>
                  <a:pt x="724276" y="39830"/>
                  <a:pt x="735584" y="34851"/>
                  <a:pt x="749549" y="34851"/>
                </a:cubicBezTo>
                <a:moveTo>
                  <a:pt x="776150" y="78785"/>
                </a:moveTo>
                <a:cubicBezTo>
                  <a:pt x="775471" y="71532"/>
                  <a:pt x="773895" y="65736"/>
                  <a:pt x="771423" y="61397"/>
                </a:cubicBezTo>
                <a:cubicBezTo>
                  <a:pt x="766851" y="53339"/>
                  <a:pt x="759219" y="49310"/>
                  <a:pt x="748529" y="49310"/>
                </a:cubicBezTo>
                <a:cubicBezTo>
                  <a:pt x="740867" y="49310"/>
                  <a:pt x="734441" y="52084"/>
                  <a:pt x="729250" y="57632"/>
                </a:cubicBezTo>
                <a:cubicBezTo>
                  <a:pt x="724059" y="63180"/>
                  <a:pt x="721310" y="70231"/>
                  <a:pt x="721001" y="78785"/>
                </a:cubicBezTo>
                <a:lnTo>
                  <a:pt x="776150" y="78785"/>
                </a:lnTo>
                <a:moveTo>
                  <a:pt x="747973" y="34665"/>
                </a:moveTo>
                <a:lnTo>
                  <a:pt x="747973" y="34665"/>
                </a:lnTo>
                <a:close/>
                <a:moveTo>
                  <a:pt x="823671" y="105294"/>
                </a:moveTo>
                <a:cubicBezTo>
                  <a:pt x="824165" y="110881"/>
                  <a:pt x="825555" y="115164"/>
                  <a:pt x="827842" y="118143"/>
                </a:cubicBezTo>
                <a:cubicBezTo>
                  <a:pt x="832043" y="123542"/>
                  <a:pt x="839335" y="126242"/>
                  <a:pt x="849716" y="126242"/>
                </a:cubicBezTo>
                <a:cubicBezTo>
                  <a:pt x="855895" y="126242"/>
                  <a:pt x="861333" y="124895"/>
                  <a:pt x="866029" y="122201"/>
                </a:cubicBezTo>
                <a:cubicBezTo>
                  <a:pt x="870725" y="119505"/>
                  <a:pt x="873074" y="115338"/>
                  <a:pt x="873074" y="109700"/>
                </a:cubicBezTo>
                <a:cubicBezTo>
                  <a:pt x="873074" y="105424"/>
                  <a:pt x="871189" y="102172"/>
                  <a:pt x="867420" y="99941"/>
                </a:cubicBezTo>
                <a:cubicBezTo>
                  <a:pt x="865010" y="98578"/>
                  <a:pt x="860252" y="96999"/>
                  <a:pt x="853146" y="95206"/>
                </a:cubicBezTo>
                <a:lnTo>
                  <a:pt x="839891" y="91863"/>
                </a:lnTo>
                <a:cubicBezTo>
                  <a:pt x="831426" y="89758"/>
                  <a:pt x="825185" y="87406"/>
                  <a:pt x="821168" y="84807"/>
                </a:cubicBezTo>
                <a:cubicBezTo>
                  <a:pt x="814000" y="80288"/>
                  <a:pt x="810416" y="74036"/>
                  <a:pt x="810416" y="66049"/>
                </a:cubicBezTo>
                <a:cubicBezTo>
                  <a:pt x="810416" y="56641"/>
                  <a:pt x="813799" y="49028"/>
                  <a:pt x="820566" y="43210"/>
                </a:cubicBezTo>
                <a:cubicBezTo>
                  <a:pt x="827332" y="37390"/>
                  <a:pt x="836431" y="34480"/>
                  <a:pt x="847862" y="34480"/>
                </a:cubicBezTo>
                <a:cubicBezTo>
                  <a:pt x="862816" y="34480"/>
                  <a:pt x="873599" y="38867"/>
                  <a:pt x="880211" y="47642"/>
                </a:cubicBezTo>
                <a:cubicBezTo>
                  <a:pt x="884351" y="53203"/>
                  <a:pt x="886359" y="59197"/>
                  <a:pt x="886235" y="65623"/>
                </a:cubicBezTo>
                <a:lnTo>
                  <a:pt x="870478" y="65623"/>
                </a:lnTo>
                <a:cubicBezTo>
                  <a:pt x="870169" y="61895"/>
                  <a:pt x="868841" y="58503"/>
                  <a:pt x="866493" y="55448"/>
                </a:cubicBezTo>
                <a:cubicBezTo>
                  <a:pt x="862662" y="51109"/>
                  <a:pt x="856019" y="48940"/>
                  <a:pt x="846565" y="48940"/>
                </a:cubicBezTo>
                <a:cubicBezTo>
                  <a:pt x="840262" y="48940"/>
                  <a:pt x="835488" y="50140"/>
                  <a:pt x="832244" y="52540"/>
                </a:cubicBezTo>
                <a:cubicBezTo>
                  <a:pt x="829000" y="54938"/>
                  <a:pt x="827378" y="58106"/>
                  <a:pt x="827378" y="62043"/>
                </a:cubicBezTo>
                <a:cubicBezTo>
                  <a:pt x="827378" y="66349"/>
                  <a:pt x="829510" y="69794"/>
                  <a:pt x="833774" y="72378"/>
                </a:cubicBezTo>
                <a:cubicBezTo>
                  <a:pt x="836245" y="73915"/>
                  <a:pt x="839891" y="75272"/>
                  <a:pt x="844711" y="76448"/>
                </a:cubicBezTo>
                <a:lnTo>
                  <a:pt x="855741" y="79141"/>
                </a:lnTo>
                <a:cubicBezTo>
                  <a:pt x="867729" y="82052"/>
                  <a:pt x="875762" y="84868"/>
                  <a:pt x="879840" y="87591"/>
                </a:cubicBezTo>
                <a:cubicBezTo>
                  <a:pt x="886328" y="91862"/>
                  <a:pt x="889572" y="98578"/>
                  <a:pt x="889572" y="107739"/>
                </a:cubicBezTo>
                <a:cubicBezTo>
                  <a:pt x="889572" y="116591"/>
                  <a:pt x="886220" y="124235"/>
                  <a:pt x="879515" y="130673"/>
                </a:cubicBezTo>
                <a:cubicBezTo>
                  <a:pt x="872811" y="137111"/>
                  <a:pt x="862600" y="140330"/>
                  <a:pt x="848882" y="140330"/>
                </a:cubicBezTo>
                <a:cubicBezTo>
                  <a:pt x="834113" y="140330"/>
                  <a:pt x="823655" y="136969"/>
                  <a:pt x="817507" y="130248"/>
                </a:cubicBezTo>
                <a:cubicBezTo>
                  <a:pt x="811358" y="123526"/>
                  <a:pt x="808068" y="115208"/>
                  <a:pt x="807635" y="105294"/>
                </a:cubicBezTo>
                <a:lnTo>
                  <a:pt x="823671" y="105294"/>
                </a:lnTo>
                <a:moveTo>
                  <a:pt x="848326" y="34665"/>
                </a:moveTo>
                <a:lnTo>
                  <a:pt x="848326" y="34665"/>
                </a:lnTo>
                <a:close/>
                <a:moveTo>
                  <a:pt x="918584" y="105294"/>
                </a:moveTo>
                <a:cubicBezTo>
                  <a:pt x="919078" y="110881"/>
                  <a:pt x="920468" y="115164"/>
                  <a:pt x="922755" y="118143"/>
                </a:cubicBezTo>
                <a:cubicBezTo>
                  <a:pt x="926957" y="123542"/>
                  <a:pt x="934248" y="126242"/>
                  <a:pt x="944629" y="126242"/>
                </a:cubicBezTo>
                <a:cubicBezTo>
                  <a:pt x="950808" y="126242"/>
                  <a:pt x="956246" y="124895"/>
                  <a:pt x="960942" y="122201"/>
                </a:cubicBezTo>
                <a:cubicBezTo>
                  <a:pt x="965639" y="119505"/>
                  <a:pt x="967987" y="115338"/>
                  <a:pt x="967987" y="109700"/>
                </a:cubicBezTo>
                <a:cubicBezTo>
                  <a:pt x="967987" y="105424"/>
                  <a:pt x="966102" y="102172"/>
                  <a:pt x="962333" y="99941"/>
                </a:cubicBezTo>
                <a:cubicBezTo>
                  <a:pt x="959923" y="98578"/>
                  <a:pt x="955165" y="96999"/>
                  <a:pt x="948059" y="95206"/>
                </a:cubicBezTo>
                <a:lnTo>
                  <a:pt x="934804" y="91863"/>
                </a:lnTo>
                <a:cubicBezTo>
                  <a:pt x="926339" y="89758"/>
                  <a:pt x="920098" y="87406"/>
                  <a:pt x="916081" y="84807"/>
                </a:cubicBezTo>
                <a:cubicBezTo>
                  <a:pt x="908913" y="80288"/>
                  <a:pt x="905329" y="74036"/>
                  <a:pt x="905329" y="66049"/>
                </a:cubicBezTo>
                <a:cubicBezTo>
                  <a:pt x="905329" y="56641"/>
                  <a:pt x="908712" y="49028"/>
                  <a:pt x="915479" y="43210"/>
                </a:cubicBezTo>
                <a:cubicBezTo>
                  <a:pt x="922245" y="37390"/>
                  <a:pt x="931344" y="34480"/>
                  <a:pt x="942775" y="34480"/>
                </a:cubicBezTo>
                <a:cubicBezTo>
                  <a:pt x="957729" y="34480"/>
                  <a:pt x="968512" y="38867"/>
                  <a:pt x="975124" y="47642"/>
                </a:cubicBezTo>
                <a:cubicBezTo>
                  <a:pt x="979264" y="53203"/>
                  <a:pt x="981272" y="59197"/>
                  <a:pt x="981148" y="65623"/>
                </a:cubicBezTo>
                <a:lnTo>
                  <a:pt x="965391" y="65623"/>
                </a:lnTo>
                <a:cubicBezTo>
                  <a:pt x="965082" y="61895"/>
                  <a:pt x="963754" y="58503"/>
                  <a:pt x="961406" y="55448"/>
                </a:cubicBezTo>
                <a:cubicBezTo>
                  <a:pt x="957575" y="51109"/>
                  <a:pt x="950932" y="48940"/>
                  <a:pt x="941478" y="48940"/>
                </a:cubicBezTo>
                <a:cubicBezTo>
                  <a:pt x="935175" y="48940"/>
                  <a:pt x="930401" y="50140"/>
                  <a:pt x="927157" y="52540"/>
                </a:cubicBezTo>
                <a:cubicBezTo>
                  <a:pt x="923913" y="54938"/>
                  <a:pt x="922291" y="58106"/>
                  <a:pt x="922291" y="62043"/>
                </a:cubicBezTo>
                <a:cubicBezTo>
                  <a:pt x="922291" y="66349"/>
                  <a:pt x="924423" y="69794"/>
                  <a:pt x="928687" y="72378"/>
                </a:cubicBezTo>
                <a:cubicBezTo>
                  <a:pt x="931158" y="73915"/>
                  <a:pt x="934804" y="75272"/>
                  <a:pt x="939624" y="76448"/>
                </a:cubicBezTo>
                <a:lnTo>
                  <a:pt x="950654" y="79141"/>
                </a:lnTo>
                <a:cubicBezTo>
                  <a:pt x="962642" y="82052"/>
                  <a:pt x="970675" y="84868"/>
                  <a:pt x="974753" y="87591"/>
                </a:cubicBezTo>
                <a:cubicBezTo>
                  <a:pt x="981241" y="91862"/>
                  <a:pt x="984485" y="98578"/>
                  <a:pt x="984485" y="107739"/>
                </a:cubicBezTo>
                <a:cubicBezTo>
                  <a:pt x="984485" y="116591"/>
                  <a:pt x="981133" y="124235"/>
                  <a:pt x="974428" y="130673"/>
                </a:cubicBezTo>
                <a:cubicBezTo>
                  <a:pt x="967724" y="137111"/>
                  <a:pt x="957513" y="140330"/>
                  <a:pt x="943795" y="140330"/>
                </a:cubicBezTo>
                <a:cubicBezTo>
                  <a:pt x="929027" y="140330"/>
                  <a:pt x="918568" y="136969"/>
                  <a:pt x="912420" y="130248"/>
                </a:cubicBezTo>
                <a:cubicBezTo>
                  <a:pt x="906272" y="123526"/>
                  <a:pt x="902981" y="115208"/>
                  <a:pt x="902549" y="105294"/>
                </a:cubicBezTo>
                <a:lnTo>
                  <a:pt x="918584" y="105294"/>
                </a:lnTo>
                <a:moveTo>
                  <a:pt x="943239" y="34665"/>
                </a:moveTo>
                <a:lnTo>
                  <a:pt x="943239" y="34665"/>
                </a:lnTo>
                <a:close/>
                <a:moveTo>
                  <a:pt x="1056814" y="37075"/>
                </a:moveTo>
                <a:lnTo>
                  <a:pt x="1072664" y="37075"/>
                </a:lnTo>
                <a:lnTo>
                  <a:pt x="1072664" y="54315"/>
                </a:lnTo>
                <a:cubicBezTo>
                  <a:pt x="1073961" y="50963"/>
                  <a:pt x="1077144" y="46881"/>
                  <a:pt x="1082211" y="42069"/>
                </a:cubicBezTo>
                <a:cubicBezTo>
                  <a:pt x="1087278" y="37257"/>
                  <a:pt x="1093117" y="34851"/>
                  <a:pt x="1099729" y="34851"/>
                </a:cubicBezTo>
                <a:cubicBezTo>
                  <a:pt x="1100038" y="34851"/>
                  <a:pt x="1100563" y="34889"/>
                  <a:pt x="1101305" y="34964"/>
                </a:cubicBezTo>
                <a:cubicBezTo>
                  <a:pt x="1102046" y="35037"/>
                  <a:pt x="1103313" y="35185"/>
                  <a:pt x="1105105" y="35407"/>
                </a:cubicBezTo>
                <a:lnTo>
                  <a:pt x="1105105" y="53018"/>
                </a:lnTo>
                <a:cubicBezTo>
                  <a:pt x="1104116" y="52796"/>
                  <a:pt x="1103205" y="52648"/>
                  <a:pt x="1102370" y="52575"/>
                </a:cubicBezTo>
                <a:cubicBezTo>
                  <a:pt x="1101536" y="52499"/>
                  <a:pt x="1100625" y="52462"/>
                  <a:pt x="1099636" y="52462"/>
                </a:cubicBezTo>
                <a:cubicBezTo>
                  <a:pt x="1091232" y="52462"/>
                  <a:pt x="1084775" y="55181"/>
                  <a:pt x="1080264" y="60618"/>
                </a:cubicBezTo>
                <a:cubicBezTo>
                  <a:pt x="1075753" y="66056"/>
                  <a:pt x="1073498" y="72297"/>
                  <a:pt x="1073498" y="79341"/>
                </a:cubicBezTo>
                <a:lnTo>
                  <a:pt x="1073498" y="136437"/>
                </a:lnTo>
                <a:lnTo>
                  <a:pt x="1056814" y="136437"/>
                </a:lnTo>
                <a:lnTo>
                  <a:pt x="1056814" y="37075"/>
                </a:lnTo>
                <a:close/>
                <a:moveTo>
                  <a:pt x="1130455" y="110068"/>
                </a:moveTo>
                <a:cubicBezTo>
                  <a:pt x="1130455" y="114903"/>
                  <a:pt x="1132216" y="118715"/>
                  <a:pt x="1135739" y="121503"/>
                </a:cubicBezTo>
                <a:cubicBezTo>
                  <a:pt x="1139261" y="124291"/>
                  <a:pt x="1143432" y="125686"/>
                  <a:pt x="1148252" y="125686"/>
                </a:cubicBezTo>
                <a:cubicBezTo>
                  <a:pt x="1154122" y="125686"/>
                  <a:pt x="1159807" y="124315"/>
                  <a:pt x="1165306" y="121573"/>
                </a:cubicBezTo>
                <a:cubicBezTo>
                  <a:pt x="1174575" y="117023"/>
                  <a:pt x="1179210" y="109620"/>
                  <a:pt x="1179210" y="99362"/>
                </a:cubicBezTo>
                <a:lnTo>
                  <a:pt x="1179210" y="85922"/>
                </a:lnTo>
                <a:cubicBezTo>
                  <a:pt x="1177170" y="87247"/>
                  <a:pt x="1174544" y="88350"/>
                  <a:pt x="1171331" y="89233"/>
                </a:cubicBezTo>
                <a:cubicBezTo>
                  <a:pt x="1168118" y="90115"/>
                  <a:pt x="1164966" y="90736"/>
                  <a:pt x="1161877" y="91095"/>
                </a:cubicBezTo>
                <a:lnTo>
                  <a:pt x="1151774" y="92355"/>
                </a:lnTo>
                <a:cubicBezTo>
                  <a:pt x="1145718" y="93134"/>
                  <a:pt x="1141176" y="94391"/>
                  <a:pt x="1138149" y="96127"/>
                </a:cubicBezTo>
                <a:cubicBezTo>
                  <a:pt x="1133020" y="99039"/>
                  <a:pt x="1130455" y="103686"/>
                  <a:pt x="1130455" y="110068"/>
                </a:cubicBezTo>
                <a:moveTo>
                  <a:pt x="1170868" y="76283"/>
                </a:moveTo>
                <a:cubicBezTo>
                  <a:pt x="1174699" y="75788"/>
                  <a:pt x="1177263" y="74182"/>
                  <a:pt x="1178561" y="71463"/>
                </a:cubicBezTo>
                <a:cubicBezTo>
                  <a:pt x="1179302" y="69974"/>
                  <a:pt x="1179673" y="67833"/>
                  <a:pt x="1179673" y="65041"/>
                </a:cubicBezTo>
                <a:cubicBezTo>
                  <a:pt x="1179673" y="59333"/>
                  <a:pt x="1177649" y="55192"/>
                  <a:pt x="1173602" y="52618"/>
                </a:cubicBezTo>
                <a:cubicBezTo>
                  <a:pt x="1169554" y="50042"/>
                  <a:pt x="1163761" y="48754"/>
                  <a:pt x="1156223" y="48754"/>
                </a:cubicBezTo>
                <a:cubicBezTo>
                  <a:pt x="1147510" y="48754"/>
                  <a:pt x="1141331" y="51114"/>
                  <a:pt x="1137685" y="55833"/>
                </a:cubicBezTo>
                <a:cubicBezTo>
                  <a:pt x="1135646" y="58442"/>
                  <a:pt x="1134317" y="62323"/>
                  <a:pt x="1133700" y="67477"/>
                </a:cubicBezTo>
                <a:lnTo>
                  <a:pt x="1118128" y="67477"/>
                </a:lnTo>
                <a:cubicBezTo>
                  <a:pt x="1118437" y="55208"/>
                  <a:pt x="1122407" y="46672"/>
                  <a:pt x="1130038" y="41869"/>
                </a:cubicBezTo>
                <a:cubicBezTo>
                  <a:pt x="1137670" y="37067"/>
                  <a:pt x="1146521" y="34665"/>
                  <a:pt x="1156594" y="34665"/>
                </a:cubicBezTo>
                <a:cubicBezTo>
                  <a:pt x="1168272" y="34665"/>
                  <a:pt x="1177757" y="36890"/>
                  <a:pt x="1185049" y="41339"/>
                </a:cubicBezTo>
                <a:cubicBezTo>
                  <a:pt x="1192279" y="45788"/>
                  <a:pt x="1195893" y="52715"/>
                  <a:pt x="1195893" y="62119"/>
                </a:cubicBezTo>
                <a:lnTo>
                  <a:pt x="1195893" y="119380"/>
                </a:lnTo>
                <a:cubicBezTo>
                  <a:pt x="1195893" y="121112"/>
                  <a:pt x="1196249" y="122503"/>
                  <a:pt x="1196959" y="123554"/>
                </a:cubicBezTo>
                <a:cubicBezTo>
                  <a:pt x="1197670" y="124604"/>
                  <a:pt x="1199168" y="125129"/>
                  <a:pt x="1201455" y="125129"/>
                </a:cubicBezTo>
                <a:cubicBezTo>
                  <a:pt x="1202196" y="125129"/>
                  <a:pt x="1203030" y="125083"/>
                  <a:pt x="1203957" y="124990"/>
                </a:cubicBezTo>
                <a:cubicBezTo>
                  <a:pt x="1204884" y="124898"/>
                  <a:pt x="1205873" y="124759"/>
                  <a:pt x="1206923" y="124573"/>
                </a:cubicBezTo>
                <a:lnTo>
                  <a:pt x="1206923" y="136994"/>
                </a:lnTo>
                <a:cubicBezTo>
                  <a:pt x="1204328" y="137735"/>
                  <a:pt x="1202351" y="138199"/>
                  <a:pt x="1200991" y="138384"/>
                </a:cubicBezTo>
                <a:cubicBezTo>
                  <a:pt x="1199632" y="138569"/>
                  <a:pt x="1197778" y="138662"/>
                  <a:pt x="1195430" y="138662"/>
                </a:cubicBezTo>
                <a:cubicBezTo>
                  <a:pt x="1189683" y="138662"/>
                  <a:pt x="1185512" y="136610"/>
                  <a:pt x="1182917" y="132507"/>
                </a:cubicBezTo>
                <a:cubicBezTo>
                  <a:pt x="1181558" y="130331"/>
                  <a:pt x="1180600" y="127254"/>
                  <a:pt x="1180044" y="123276"/>
                </a:cubicBezTo>
                <a:cubicBezTo>
                  <a:pt x="1176645" y="127775"/>
                  <a:pt x="1171764" y="131680"/>
                  <a:pt x="1165399" y="134992"/>
                </a:cubicBezTo>
                <a:cubicBezTo>
                  <a:pt x="1159034" y="138304"/>
                  <a:pt x="1152021" y="139960"/>
                  <a:pt x="1144359" y="139960"/>
                </a:cubicBezTo>
                <a:cubicBezTo>
                  <a:pt x="1135152" y="139960"/>
                  <a:pt x="1127628" y="137155"/>
                  <a:pt x="1121789" y="131545"/>
                </a:cubicBezTo>
                <a:cubicBezTo>
                  <a:pt x="1115950" y="125936"/>
                  <a:pt x="1113030" y="118916"/>
                  <a:pt x="1113030" y="110488"/>
                </a:cubicBezTo>
                <a:cubicBezTo>
                  <a:pt x="1113030" y="101252"/>
                  <a:pt x="1115903" y="94092"/>
                  <a:pt x="1121650" y="89010"/>
                </a:cubicBezTo>
                <a:cubicBezTo>
                  <a:pt x="1127397" y="83927"/>
                  <a:pt x="1134935" y="80797"/>
                  <a:pt x="1144266" y="79619"/>
                </a:cubicBezTo>
                <a:lnTo>
                  <a:pt x="1170868" y="76283"/>
                </a:lnTo>
                <a:moveTo>
                  <a:pt x="1157057" y="34665"/>
                </a:moveTo>
                <a:lnTo>
                  <a:pt x="1157057" y="34665"/>
                </a:lnTo>
                <a:close/>
                <a:moveTo>
                  <a:pt x="1226544" y="9454"/>
                </a:moveTo>
                <a:lnTo>
                  <a:pt x="1243414" y="9454"/>
                </a:lnTo>
                <a:lnTo>
                  <a:pt x="1243414" y="37075"/>
                </a:lnTo>
                <a:lnTo>
                  <a:pt x="1259264" y="37075"/>
                </a:lnTo>
                <a:lnTo>
                  <a:pt x="1259264" y="50793"/>
                </a:lnTo>
                <a:lnTo>
                  <a:pt x="1243414" y="50793"/>
                </a:lnTo>
                <a:lnTo>
                  <a:pt x="1243414" y="115501"/>
                </a:lnTo>
                <a:cubicBezTo>
                  <a:pt x="1243414" y="118956"/>
                  <a:pt x="1244588" y="121269"/>
                  <a:pt x="1246936" y="122441"/>
                </a:cubicBezTo>
                <a:cubicBezTo>
                  <a:pt x="1248234" y="123121"/>
                  <a:pt x="1250396" y="123461"/>
                  <a:pt x="1253424" y="123461"/>
                </a:cubicBezTo>
                <a:cubicBezTo>
                  <a:pt x="1254227" y="123461"/>
                  <a:pt x="1255093" y="123441"/>
                  <a:pt x="1256019" y="123400"/>
                </a:cubicBezTo>
                <a:cubicBezTo>
                  <a:pt x="1256946" y="123358"/>
                  <a:pt x="1258028" y="123254"/>
                  <a:pt x="1259264" y="123090"/>
                </a:cubicBezTo>
                <a:lnTo>
                  <a:pt x="1259264" y="136437"/>
                </a:lnTo>
                <a:cubicBezTo>
                  <a:pt x="1257348" y="137026"/>
                  <a:pt x="1255355" y="137451"/>
                  <a:pt x="1253285" y="137712"/>
                </a:cubicBezTo>
                <a:cubicBezTo>
                  <a:pt x="1251215" y="137975"/>
                  <a:pt x="1248975" y="138106"/>
                  <a:pt x="1246565" y="138106"/>
                </a:cubicBezTo>
                <a:cubicBezTo>
                  <a:pt x="1238779" y="138106"/>
                  <a:pt x="1233496" y="136111"/>
                  <a:pt x="1230715" y="132122"/>
                </a:cubicBezTo>
                <a:cubicBezTo>
                  <a:pt x="1227935" y="128132"/>
                  <a:pt x="1226544" y="122951"/>
                  <a:pt x="1226544" y="116579"/>
                </a:cubicBezTo>
                <a:lnTo>
                  <a:pt x="1226544" y="50793"/>
                </a:lnTo>
                <a:lnTo>
                  <a:pt x="1213105" y="50793"/>
                </a:lnTo>
                <a:lnTo>
                  <a:pt x="1213105" y="37075"/>
                </a:lnTo>
                <a:lnTo>
                  <a:pt x="1226544" y="37075"/>
                </a:lnTo>
                <a:lnTo>
                  <a:pt x="1226544" y="9454"/>
                </a:lnTo>
                <a:close/>
                <a:moveTo>
                  <a:pt x="1275979" y="37632"/>
                </a:moveTo>
                <a:lnTo>
                  <a:pt x="1292941" y="37632"/>
                </a:lnTo>
                <a:lnTo>
                  <a:pt x="1292941" y="136437"/>
                </a:lnTo>
                <a:lnTo>
                  <a:pt x="1275979" y="136437"/>
                </a:lnTo>
                <a:lnTo>
                  <a:pt x="1275979" y="37632"/>
                </a:lnTo>
                <a:moveTo>
                  <a:pt x="1275979" y="185"/>
                </a:moveTo>
                <a:lnTo>
                  <a:pt x="1292941" y="185"/>
                </a:lnTo>
                <a:lnTo>
                  <a:pt x="1292941" y="19094"/>
                </a:lnTo>
                <a:lnTo>
                  <a:pt x="1275979" y="19094"/>
                </a:lnTo>
                <a:lnTo>
                  <a:pt x="1275979" y="185"/>
                </a:lnTo>
                <a:close/>
                <a:moveTo>
                  <a:pt x="1357513" y="125500"/>
                </a:moveTo>
                <a:cubicBezTo>
                  <a:pt x="1368574" y="125500"/>
                  <a:pt x="1376159" y="121309"/>
                  <a:pt x="1380268" y="112926"/>
                </a:cubicBezTo>
                <a:cubicBezTo>
                  <a:pt x="1384378" y="104544"/>
                  <a:pt x="1386432" y="95217"/>
                  <a:pt x="1386432" y="84946"/>
                </a:cubicBezTo>
                <a:cubicBezTo>
                  <a:pt x="1386432" y="75666"/>
                  <a:pt x="1384949" y="68118"/>
                  <a:pt x="1381983" y="62304"/>
                </a:cubicBezTo>
                <a:cubicBezTo>
                  <a:pt x="1377287" y="53147"/>
                  <a:pt x="1369192" y="48569"/>
                  <a:pt x="1357699" y="48569"/>
                </a:cubicBezTo>
                <a:cubicBezTo>
                  <a:pt x="1347503" y="48569"/>
                  <a:pt x="1340088" y="52467"/>
                  <a:pt x="1335453" y="60262"/>
                </a:cubicBezTo>
                <a:cubicBezTo>
                  <a:pt x="1330819" y="68057"/>
                  <a:pt x="1328502" y="77462"/>
                  <a:pt x="1328502" y="88474"/>
                </a:cubicBezTo>
                <a:cubicBezTo>
                  <a:pt x="1328502" y="99052"/>
                  <a:pt x="1330819" y="107868"/>
                  <a:pt x="1335453" y="114922"/>
                </a:cubicBezTo>
                <a:cubicBezTo>
                  <a:pt x="1340088" y="121974"/>
                  <a:pt x="1347441" y="125500"/>
                  <a:pt x="1357513" y="125500"/>
                </a:cubicBezTo>
                <a:moveTo>
                  <a:pt x="1358162" y="34109"/>
                </a:moveTo>
                <a:cubicBezTo>
                  <a:pt x="1370953" y="34109"/>
                  <a:pt x="1381767" y="38377"/>
                  <a:pt x="1390603" y="46912"/>
                </a:cubicBezTo>
                <a:cubicBezTo>
                  <a:pt x="1399439" y="55447"/>
                  <a:pt x="1403858" y="68001"/>
                  <a:pt x="1403858" y="84575"/>
                </a:cubicBezTo>
                <a:cubicBezTo>
                  <a:pt x="1403858" y="100595"/>
                  <a:pt x="1399965" y="113831"/>
                  <a:pt x="1392179" y="124284"/>
                </a:cubicBezTo>
                <a:cubicBezTo>
                  <a:pt x="1384393" y="134734"/>
                  <a:pt x="1372313" y="139960"/>
                  <a:pt x="1355938" y="139960"/>
                </a:cubicBezTo>
                <a:cubicBezTo>
                  <a:pt x="1342282" y="139960"/>
                  <a:pt x="1331437" y="135337"/>
                  <a:pt x="1323404" y="126091"/>
                </a:cubicBezTo>
                <a:cubicBezTo>
                  <a:pt x="1315371" y="116845"/>
                  <a:pt x="1311354" y="104430"/>
                  <a:pt x="1311354" y="88845"/>
                </a:cubicBezTo>
                <a:cubicBezTo>
                  <a:pt x="1311354" y="72145"/>
                  <a:pt x="1315587" y="58848"/>
                  <a:pt x="1324053" y="48954"/>
                </a:cubicBezTo>
                <a:cubicBezTo>
                  <a:pt x="1332518" y="39058"/>
                  <a:pt x="1343888" y="34109"/>
                  <a:pt x="1358162" y="34109"/>
                </a:cubicBezTo>
                <a:moveTo>
                  <a:pt x="1357606" y="34665"/>
                </a:moveTo>
                <a:lnTo>
                  <a:pt x="1357606" y="34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D962E-AA47-4E2E-9996-13562EE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1711217"/>
            <a:ext cx="1399176" cy="10"/>
          </a:xfrm>
          <a:custGeom xmlns:a="http://schemas.openxmlformats.org/drawingml/2006/main">
            <a:pathLst>
              <a:path w="1399176" h="1" fill="none">
                <a:moveTo>
                  <a:pt x="0" y="0"/>
                </a:moveTo>
                <a:lnTo>
                  <a:pt x="1399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A6E7E-28A6-4CAE-8AE2-B7A5A1EF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FDB49-0DAB-4000-A665-6A86AEF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967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C1635-68F4-4540-9FCF-48C03B8A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861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C87BC-805E-4507-9084-C4494D47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755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20806-C859-4156-8C86-37108BDB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650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7EA1C-18E9-463C-AF06-FCE5EA58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24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EBEB0-F798-4FCB-BF7B-C43355F8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569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F6FAB-CEAB-4D34-9B94-E46625C7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239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45FAB-9ACC-4730-BBFA-E9513EF0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909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4106F-8FE0-4EB6-8CD4-68CED3DD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737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E5B89-BF1D-49F9-84CE-D55528CD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407" y="171121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21732-D8AB-46B3-8AE8-C636348E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1711217"/>
            <a:ext cx="1399176" cy="10"/>
          </a:xfrm>
          <a:custGeom xmlns:a="http://schemas.openxmlformats.org/drawingml/2006/main">
            <a:pathLst>
              <a:path w="1399176" h="1" fill="none">
                <a:moveTo>
                  <a:pt x="0" y="0"/>
                </a:moveTo>
                <a:lnTo>
                  <a:pt x="1399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89" name="Text 00.2">
            <a:extLst xmlns:a="http://schemas.openxmlformats.org/drawingml/2006/main">
              <a:ext uri="{FF2B5EF4-FFF2-40B4-BE49-F238E27FC236}">
                <a16:creationId xmlns:a16="http://schemas.microsoft.com/office/drawing/2014/main" id="{864528F1-31A6-4083-A817-D2EA7C64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98" y="1850400"/>
            <a:ext cx="482063" cy="114161"/>
          </a:xfrm>
          <a:custGeom xmlns:a="http://schemas.openxmlformats.org/drawingml/2006/main">
            <a:pathLst>
              <a:path w="482063" h="114161">
                <a:moveTo>
                  <a:pt x="37848" y="309"/>
                </a:moveTo>
                <a:cubicBezTo>
                  <a:pt x="52163" y="309"/>
                  <a:pt x="62513" y="6217"/>
                  <a:pt x="68898" y="18033"/>
                </a:cubicBezTo>
                <a:cubicBezTo>
                  <a:pt x="73842" y="27165"/>
                  <a:pt x="76314" y="39678"/>
                  <a:pt x="76314" y="55572"/>
                </a:cubicBezTo>
                <a:cubicBezTo>
                  <a:pt x="76314" y="70639"/>
                  <a:pt x="74074" y="83099"/>
                  <a:pt x="69594" y="92954"/>
                </a:cubicBezTo>
                <a:cubicBezTo>
                  <a:pt x="63105" y="107092"/>
                  <a:pt x="52498" y="114161"/>
                  <a:pt x="37771" y="114161"/>
                </a:cubicBezTo>
                <a:cubicBezTo>
                  <a:pt x="24485" y="114161"/>
                  <a:pt x="14598" y="108382"/>
                  <a:pt x="8110" y="96823"/>
                </a:cubicBezTo>
                <a:cubicBezTo>
                  <a:pt x="2703" y="87175"/>
                  <a:pt x="0" y="74224"/>
                  <a:pt x="0" y="57971"/>
                </a:cubicBezTo>
                <a:cubicBezTo>
                  <a:pt x="0" y="45381"/>
                  <a:pt x="1622" y="34571"/>
                  <a:pt x="4866" y="25540"/>
                </a:cubicBezTo>
                <a:cubicBezTo>
                  <a:pt x="10942" y="8719"/>
                  <a:pt x="21936" y="309"/>
                  <a:pt x="37848" y="309"/>
                </a:cubicBezTo>
                <a:moveTo>
                  <a:pt x="37693" y="101494"/>
                </a:moveTo>
                <a:cubicBezTo>
                  <a:pt x="44902" y="101494"/>
                  <a:pt x="50644" y="98299"/>
                  <a:pt x="54918" y="91909"/>
                </a:cubicBezTo>
                <a:cubicBezTo>
                  <a:pt x="59192" y="85517"/>
                  <a:pt x="61329" y="73612"/>
                  <a:pt x="61329" y="56192"/>
                </a:cubicBezTo>
                <a:cubicBezTo>
                  <a:pt x="61329" y="43617"/>
                  <a:pt x="59784" y="33270"/>
                  <a:pt x="56694" y="25154"/>
                </a:cubicBezTo>
                <a:cubicBezTo>
                  <a:pt x="53605" y="17036"/>
                  <a:pt x="47606" y="12976"/>
                  <a:pt x="38697" y="12976"/>
                </a:cubicBezTo>
                <a:cubicBezTo>
                  <a:pt x="30510" y="12976"/>
                  <a:pt x="24524" y="16829"/>
                  <a:pt x="20739" y="24533"/>
                </a:cubicBezTo>
                <a:cubicBezTo>
                  <a:pt x="16954" y="32238"/>
                  <a:pt x="15062" y="43589"/>
                  <a:pt x="15062" y="58587"/>
                </a:cubicBezTo>
                <a:cubicBezTo>
                  <a:pt x="15062" y="69875"/>
                  <a:pt x="16272" y="78946"/>
                  <a:pt x="18692" y="85800"/>
                </a:cubicBezTo>
                <a:cubicBezTo>
                  <a:pt x="22400" y="96262"/>
                  <a:pt x="28733" y="101494"/>
                  <a:pt x="37693" y="101494"/>
                </a:cubicBezTo>
                <a:close/>
                <a:moveTo>
                  <a:pt x="311513" y="309"/>
                </a:moveTo>
                <a:cubicBezTo>
                  <a:pt x="325829" y="309"/>
                  <a:pt x="336179" y="6217"/>
                  <a:pt x="342564" y="18033"/>
                </a:cubicBezTo>
                <a:cubicBezTo>
                  <a:pt x="347507" y="27165"/>
                  <a:pt x="349979" y="39678"/>
                  <a:pt x="349979" y="55572"/>
                </a:cubicBezTo>
                <a:cubicBezTo>
                  <a:pt x="349979" y="70639"/>
                  <a:pt x="347739" y="83099"/>
                  <a:pt x="343259" y="92954"/>
                </a:cubicBezTo>
                <a:cubicBezTo>
                  <a:pt x="336771" y="107092"/>
                  <a:pt x="326163" y="114161"/>
                  <a:pt x="311436" y="114161"/>
                </a:cubicBezTo>
                <a:cubicBezTo>
                  <a:pt x="298151" y="114161"/>
                  <a:pt x="288264" y="108382"/>
                  <a:pt x="281776" y="96823"/>
                </a:cubicBezTo>
                <a:cubicBezTo>
                  <a:pt x="276369" y="87175"/>
                  <a:pt x="273666" y="74224"/>
                  <a:pt x="273666" y="57971"/>
                </a:cubicBezTo>
                <a:cubicBezTo>
                  <a:pt x="273666" y="45381"/>
                  <a:pt x="275288" y="34571"/>
                  <a:pt x="278532" y="25540"/>
                </a:cubicBezTo>
                <a:cubicBezTo>
                  <a:pt x="284608" y="8719"/>
                  <a:pt x="295602" y="309"/>
                  <a:pt x="311513" y="309"/>
                </a:cubicBezTo>
                <a:moveTo>
                  <a:pt x="311359" y="101494"/>
                </a:moveTo>
                <a:cubicBezTo>
                  <a:pt x="318568" y="101494"/>
                  <a:pt x="324310" y="98299"/>
                  <a:pt x="328584" y="91909"/>
                </a:cubicBezTo>
                <a:cubicBezTo>
                  <a:pt x="332858" y="85517"/>
                  <a:pt x="334995" y="73612"/>
                  <a:pt x="334995" y="56192"/>
                </a:cubicBezTo>
                <a:cubicBezTo>
                  <a:pt x="334995" y="43617"/>
                  <a:pt x="333450" y="33270"/>
                  <a:pt x="330360" y="25154"/>
                </a:cubicBezTo>
                <a:cubicBezTo>
                  <a:pt x="327270" y="17036"/>
                  <a:pt x="321271" y="12976"/>
                  <a:pt x="312363" y="12976"/>
                </a:cubicBezTo>
                <a:cubicBezTo>
                  <a:pt x="304176" y="12976"/>
                  <a:pt x="298189" y="16829"/>
                  <a:pt x="294405" y="24533"/>
                </a:cubicBezTo>
                <a:cubicBezTo>
                  <a:pt x="290620" y="32238"/>
                  <a:pt x="288728" y="43589"/>
                  <a:pt x="288728" y="58587"/>
                </a:cubicBezTo>
                <a:cubicBezTo>
                  <a:pt x="288728" y="69875"/>
                  <a:pt x="289938" y="78946"/>
                  <a:pt x="292358" y="85800"/>
                </a:cubicBezTo>
                <a:cubicBezTo>
                  <a:pt x="296065" y="96262"/>
                  <a:pt x="302399" y="101494"/>
                  <a:pt x="311359" y="101494"/>
                </a:cubicBezTo>
                <a:close/>
                <a:moveTo>
                  <a:pt x="370192" y="94233"/>
                </a:moveTo>
                <a:lnTo>
                  <a:pt x="386336" y="94233"/>
                </a:lnTo>
                <a:lnTo>
                  <a:pt x="386336" y="111072"/>
                </a:lnTo>
                <a:lnTo>
                  <a:pt x="370192" y="111072"/>
                </a:lnTo>
                <a:lnTo>
                  <a:pt x="370192" y="94233"/>
                </a:lnTo>
                <a:close/>
                <a:moveTo>
                  <a:pt x="405595" y="111072"/>
                </a:moveTo>
                <a:cubicBezTo>
                  <a:pt x="406110" y="101545"/>
                  <a:pt x="408080" y="93255"/>
                  <a:pt x="411504" y="86200"/>
                </a:cubicBezTo>
                <a:cubicBezTo>
                  <a:pt x="414928" y="79146"/>
                  <a:pt x="421609" y="72735"/>
                  <a:pt x="431548" y="66967"/>
                </a:cubicBezTo>
                <a:lnTo>
                  <a:pt x="446378" y="58394"/>
                </a:lnTo>
                <a:cubicBezTo>
                  <a:pt x="453021" y="54532"/>
                  <a:pt x="457681" y="51231"/>
                  <a:pt x="460358" y="48490"/>
                </a:cubicBezTo>
                <a:cubicBezTo>
                  <a:pt x="464581" y="44200"/>
                  <a:pt x="466692" y="39290"/>
                  <a:pt x="466692" y="33759"/>
                </a:cubicBezTo>
                <a:cubicBezTo>
                  <a:pt x="466692" y="27296"/>
                  <a:pt x="464761" y="22166"/>
                  <a:pt x="460899" y="18366"/>
                </a:cubicBezTo>
                <a:cubicBezTo>
                  <a:pt x="457037" y="14567"/>
                  <a:pt x="451888" y="12667"/>
                  <a:pt x="445451" y="12667"/>
                </a:cubicBezTo>
                <a:cubicBezTo>
                  <a:pt x="435925" y="12667"/>
                  <a:pt x="429334" y="16293"/>
                  <a:pt x="425677" y="23544"/>
                </a:cubicBezTo>
                <a:cubicBezTo>
                  <a:pt x="423721" y="27428"/>
                  <a:pt x="422639" y="32814"/>
                  <a:pt x="422433" y="39702"/>
                </a:cubicBezTo>
                <a:lnTo>
                  <a:pt x="408298" y="39702"/>
                </a:lnTo>
                <a:cubicBezTo>
                  <a:pt x="408453" y="30053"/>
                  <a:pt x="410229" y="22185"/>
                  <a:pt x="413628" y="16097"/>
                </a:cubicBezTo>
                <a:cubicBezTo>
                  <a:pt x="419653" y="5366"/>
                  <a:pt x="430286" y="0"/>
                  <a:pt x="445528" y="0"/>
                </a:cubicBezTo>
                <a:cubicBezTo>
                  <a:pt x="458196" y="0"/>
                  <a:pt x="467452" y="3429"/>
                  <a:pt x="473296" y="10287"/>
                </a:cubicBezTo>
                <a:cubicBezTo>
                  <a:pt x="479141" y="17144"/>
                  <a:pt x="482063" y="24774"/>
                  <a:pt x="482063" y="33177"/>
                </a:cubicBezTo>
                <a:cubicBezTo>
                  <a:pt x="482063" y="42045"/>
                  <a:pt x="478948" y="49625"/>
                  <a:pt x="472717" y="55915"/>
                </a:cubicBezTo>
                <a:cubicBezTo>
                  <a:pt x="469112" y="59576"/>
                  <a:pt x="462650" y="64007"/>
                  <a:pt x="453330" y="69207"/>
                </a:cubicBezTo>
                <a:lnTo>
                  <a:pt x="442748" y="75078"/>
                </a:lnTo>
                <a:cubicBezTo>
                  <a:pt x="437701" y="77858"/>
                  <a:pt x="433736" y="80510"/>
                  <a:pt x="430853" y="83033"/>
                </a:cubicBezTo>
                <a:cubicBezTo>
                  <a:pt x="425703" y="87513"/>
                  <a:pt x="422459" y="92483"/>
                  <a:pt x="421120" y="97941"/>
                </a:cubicBezTo>
                <a:lnTo>
                  <a:pt x="481522" y="97941"/>
                </a:lnTo>
                <a:lnTo>
                  <a:pt x="481522" y="111072"/>
                </a:lnTo>
                <a:lnTo>
                  <a:pt x="405595" y="1110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0.5">
            <a:extLst xmlns:a="http://schemas.openxmlformats.org/drawingml/2006/main">
              <a:ext uri="{FF2B5EF4-FFF2-40B4-BE49-F238E27FC236}">
                <a16:creationId xmlns:a16="http://schemas.microsoft.com/office/drawing/2014/main" id="{99B78B04-662F-4145-8B41-A400CEB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326" y="1850709"/>
            <a:ext cx="208243" cy="113852"/>
          </a:xfrm>
          <a:custGeom xmlns:a="http://schemas.openxmlformats.org/drawingml/2006/main">
            <a:pathLst>
              <a:path w="208243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146528" y="82493"/>
                </a:moveTo>
                <a:cubicBezTo>
                  <a:pt x="147454" y="90455"/>
                  <a:pt x="151136" y="95962"/>
                  <a:pt x="157573" y="99013"/>
                </a:cubicBezTo>
                <a:cubicBezTo>
                  <a:pt x="160868" y="100564"/>
                  <a:pt x="164679" y="101339"/>
                  <a:pt x="169004" y="101339"/>
                </a:cubicBezTo>
                <a:cubicBezTo>
                  <a:pt x="177243" y="101339"/>
                  <a:pt x="183345" y="98705"/>
                  <a:pt x="187310" y="93437"/>
                </a:cubicBezTo>
                <a:cubicBezTo>
                  <a:pt x="191275" y="88168"/>
                  <a:pt x="193258" y="82331"/>
                  <a:pt x="193258" y="75925"/>
                </a:cubicBezTo>
                <a:cubicBezTo>
                  <a:pt x="193258" y="68177"/>
                  <a:pt x="190902" y="62185"/>
                  <a:pt x="186190" y="57950"/>
                </a:cubicBezTo>
                <a:cubicBezTo>
                  <a:pt x="181479" y="53714"/>
                  <a:pt x="175827" y="51597"/>
                  <a:pt x="169236" y="51597"/>
                </a:cubicBezTo>
                <a:cubicBezTo>
                  <a:pt x="164447" y="51597"/>
                  <a:pt x="160341" y="52531"/>
                  <a:pt x="156916" y="54399"/>
                </a:cubicBezTo>
                <a:cubicBezTo>
                  <a:pt x="153492" y="56267"/>
                  <a:pt x="150570" y="58886"/>
                  <a:pt x="148150" y="62256"/>
                </a:cubicBezTo>
                <a:lnTo>
                  <a:pt x="136100" y="61483"/>
                </a:lnTo>
                <a:lnTo>
                  <a:pt x="144519" y="2008"/>
                </a:lnTo>
                <a:lnTo>
                  <a:pt x="201986" y="2008"/>
                </a:lnTo>
                <a:lnTo>
                  <a:pt x="201986" y="15448"/>
                </a:lnTo>
                <a:lnTo>
                  <a:pt x="154947" y="15448"/>
                </a:lnTo>
                <a:lnTo>
                  <a:pt x="150235" y="45968"/>
                </a:lnTo>
                <a:cubicBezTo>
                  <a:pt x="152810" y="43987"/>
                  <a:pt x="155256" y="42501"/>
                  <a:pt x="157573" y="41509"/>
                </a:cubicBezTo>
                <a:cubicBezTo>
                  <a:pt x="161692" y="39789"/>
                  <a:pt x="166456" y="38929"/>
                  <a:pt x="171862" y="38929"/>
                </a:cubicBezTo>
                <a:cubicBezTo>
                  <a:pt x="182007" y="38929"/>
                  <a:pt x="190606" y="42213"/>
                  <a:pt x="197661" y="48780"/>
                </a:cubicBezTo>
                <a:cubicBezTo>
                  <a:pt x="204715" y="55347"/>
                  <a:pt x="208243" y="63672"/>
                  <a:pt x="208243" y="73755"/>
                </a:cubicBezTo>
                <a:cubicBezTo>
                  <a:pt x="208243" y="84252"/>
                  <a:pt x="205011" y="93508"/>
                  <a:pt x="198549" y="101523"/>
                </a:cubicBezTo>
                <a:cubicBezTo>
                  <a:pt x="192086" y="109537"/>
                  <a:pt x="181775" y="113543"/>
                  <a:pt x="167614" y="113543"/>
                </a:cubicBezTo>
                <a:cubicBezTo>
                  <a:pt x="158603" y="113543"/>
                  <a:pt x="150634" y="111001"/>
                  <a:pt x="143708" y="105916"/>
                </a:cubicBezTo>
                <a:cubicBezTo>
                  <a:pt x="136782" y="100831"/>
                  <a:pt x="132907" y="93023"/>
                  <a:pt x="132084" y="82493"/>
                </a:cubicBezTo>
                <a:lnTo>
                  <a:pt x="146528" y="82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0.9">
            <a:extLst xmlns:a="http://schemas.openxmlformats.org/drawingml/2006/main">
              <a:ext uri="{FF2B5EF4-FFF2-40B4-BE49-F238E27FC236}">
                <a16:creationId xmlns:a16="http://schemas.microsoft.com/office/drawing/2014/main" id="{C7694D37-0849-456A-A927-94535BB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740" y="1850709"/>
            <a:ext cx="207393" cy="113852"/>
          </a:xfrm>
          <a:custGeom xmlns:a="http://schemas.openxmlformats.org/drawingml/2006/main">
            <a:pathLst>
              <a:path w="207393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147995" y="84038"/>
                </a:moveTo>
                <a:cubicBezTo>
                  <a:pt x="148407" y="91710"/>
                  <a:pt x="151368" y="97014"/>
                  <a:pt x="156877" y="99949"/>
                </a:cubicBezTo>
                <a:cubicBezTo>
                  <a:pt x="159710" y="101494"/>
                  <a:pt x="162902" y="102266"/>
                  <a:pt x="166455" y="102266"/>
                </a:cubicBezTo>
                <a:cubicBezTo>
                  <a:pt x="173098" y="102266"/>
                  <a:pt x="178762" y="99499"/>
                  <a:pt x="183448" y="93963"/>
                </a:cubicBezTo>
                <a:cubicBezTo>
                  <a:pt x="188134" y="88427"/>
                  <a:pt x="191455" y="77189"/>
                  <a:pt x="193412" y="60248"/>
                </a:cubicBezTo>
                <a:cubicBezTo>
                  <a:pt x="190323" y="65139"/>
                  <a:pt x="186499" y="68577"/>
                  <a:pt x="181942" y="70559"/>
                </a:cubicBezTo>
                <a:cubicBezTo>
                  <a:pt x="177385" y="72542"/>
                  <a:pt x="172480" y="73533"/>
                  <a:pt x="167228" y="73533"/>
                </a:cubicBezTo>
                <a:cubicBezTo>
                  <a:pt x="156568" y="73533"/>
                  <a:pt x="148136" y="70212"/>
                  <a:pt x="141931" y="63569"/>
                </a:cubicBezTo>
                <a:cubicBezTo>
                  <a:pt x="135726" y="56926"/>
                  <a:pt x="132624" y="48378"/>
                  <a:pt x="132624" y="37925"/>
                </a:cubicBezTo>
                <a:cubicBezTo>
                  <a:pt x="132624" y="27884"/>
                  <a:pt x="135688" y="19053"/>
                  <a:pt x="141816" y="11432"/>
                </a:cubicBezTo>
                <a:cubicBezTo>
                  <a:pt x="147943" y="3811"/>
                  <a:pt x="156980" y="0"/>
                  <a:pt x="168927" y="0"/>
                </a:cubicBezTo>
                <a:cubicBezTo>
                  <a:pt x="185044" y="0"/>
                  <a:pt x="196167" y="7261"/>
                  <a:pt x="202295" y="21782"/>
                </a:cubicBezTo>
                <a:cubicBezTo>
                  <a:pt x="205693" y="29763"/>
                  <a:pt x="207393" y="39753"/>
                  <a:pt x="207393" y="51751"/>
                </a:cubicBezTo>
                <a:cubicBezTo>
                  <a:pt x="207393" y="65294"/>
                  <a:pt x="205359" y="77292"/>
                  <a:pt x="201291" y="87745"/>
                </a:cubicBezTo>
                <a:cubicBezTo>
                  <a:pt x="194545" y="105150"/>
                  <a:pt x="183113" y="113852"/>
                  <a:pt x="166996" y="113852"/>
                </a:cubicBezTo>
                <a:cubicBezTo>
                  <a:pt x="156182" y="113852"/>
                  <a:pt x="147969" y="111020"/>
                  <a:pt x="142356" y="105356"/>
                </a:cubicBezTo>
                <a:cubicBezTo>
                  <a:pt x="136743" y="99692"/>
                  <a:pt x="133937" y="92585"/>
                  <a:pt x="133937" y="84038"/>
                </a:cubicBezTo>
                <a:lnTo>
                  <a:pt x="147995" y="84038"/>
                </a:lnTo>
                <a:moveTo>
                  <a:pt x="169081" y="61329"/>
                </a:moveTo>
                <a:cubicBezTo>
                  <a:pt x="174591" y="61329"/>
                  <a:pt x="179625" y="59514"/>
                  <a:pt x="184182" y="55883"/>
                </a:cubicBezTo>
                <a:cubicBezTo>
                  <a:pt x="188739" y="52253"/>
                  <a:pt x="191018" y="45907"/>
                  <a:pt x="191018" y="36844"/>
                </a:cubicBezTo>
                <a:cubicBezTo>
                  <a:pt x="191018" y="28708"/>
                  <a:pt x="188971" y="22644"/>
                  <a:pt x="184877" y="18654"/>
                </a:cubicBezTo>
                <a:cubicBezTo>
                  <a:pt x="180783" y="14663"/>
                  <a:pt x="175570" y="12667"/>
                  <a:pt x="169236" y="12667"/>
                </a:cubicBezTo>
                <a:cubicBezTo>
                  <a:pt x="162439" y="12667"/>
                  <a:pt x="157045" y="14946"/>
                  <a:pt x="153054" y="19503"/>
                </a:cubicBezTo>
                <a:cubicBezTo>
                  <a:pt x="149063" y="24060"/>
                  <a:pt x="147068" y="30150"/>
                  <a:pt x="147068" y="37771"/>
                </a:cubicBezTo>
                <a:cubicBezTo>
                  <a:pt x="147068" y="44980"/>
                  <a:pt x="148819" y="50708"/>
                  <a:pt x="152320" y="54957"/>
                </a:cubicBezTo>
                <a:cubicBezTo>
                  <a:pt x="155822" y="59205"/>
                  <a:pt x="161409" y="61329"/>
                  <a:pt x="169081" y="613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jobsuccessratio">
            <a:extLst xmlns:a="http://schemas.openxmlformats.org/drawingml/2006/main">
              <a:ext uri="{FF2B5EF4-FFF2-40B4-BE49-F238E27FC236}">
                <a16:creationId xmlns:a16="http://schemas.microsoft.com/office/drawing/2014/main" id="{F54274D8-27DE-46CF-9841-B7EE78D5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4" y="2303231"/>
            <a:ext cx="1407687" cy="176479"/>
          </a:xfrm>
          <a:custGeom xmlns:a="http://schemas.openxmlformats.org/drawingml/2006/main">
            <a:pathLst>
              <a:path w="1407687" h="176479">
                <a:moveTo>
                  <a:pt x="32441" y="19465"/>
                </a:moveTo>
                <a:lnTo>
                  <a:pt x="15757" y="19465"/>
                </a:lnTo>
                <a:lnTo>
                  <a:pt x="15757" y="185"/>
                </a:lnTo>
                <a:lnTo>
                  <a:pt x="32441" y="185"/>
                </a:lnTo>
                <a:lnTo>
                  <a:pt x="32441" y="19465"/>
                </a:lnTo>
                <a:moveTo>
                  <a:pt x="0" y="161649"/>
                </a:moveTo>
                <a:cubicBezTo>
                  <a:pt x="7477" y="161402"/>
                  <a:pt x="11972" y="160737"/>
                  <a:pt x="13486" y="159656"/>
                </a:cubicBezTo>
                <a:cubicBezTo>
                  <a:pt x="15000" y="158575"/>
                  <a:pt x="15757" y="155191"/>
                  <a:pt x="15757" y="149507"/>
                </a:cubicBezTo>
                <a:lnTo>
                  <a:pt x="15757" y="37724"/>
                </a:lnTo>
                <a:lnTo>
                  <a:pt x="32441" y="37724"/>
                </a:lnTo>
                <a:lnTo>
                  <a:pt x="32441" y="151268"/>
                </a:lnTo>
                <a:cubicBezTo>
                  <a:pt x="32441" y="158497"/>
                  <a:pt x="31267" y="163904"/>
                  <a:pt x="28919" y="167488"/>
                </a:cubicBezTo>
                <a:cubicBezTo>
                  <a:pt x="25026" y="173482"/>
                  <a:pt x="17642" y="176479"/>
                  <a:pt x="6766" y="176479"/>
                </a:cubicBezTo>
                <a:cubicBezTo>
                  <a:pt x="5963" y="176479"/>
                  <a:pt x="5113" y="176454"/>
                  <a:pt x="4217" y="176404"/>
                </a:cubicBezTo>
                <a:cubicBezTo>
                  <a:pt x="3321" y="176355"/>
                  <a:pt x="1916" y="176257"/>
                  <a:pt x="0" y="176108"/>
                </a:cubicBezTo>
                <a:lnTo>
                  <a:pt x="0" y="161649"/>
                </a:lnTo>
                <a:close/>
                <a:moveTo>
                  <a:pt x="97291" y="125500"/>
                </a:moveTo>
                <a:cubicBezTo>
                  <a:pt x="108352" y="125500"/>
                  <a:pt x="115937" y="121309"/>
                  <a:pt x="120046" y="112926"/>
                </a:cubicBezTo>
                <a:cubicBezTo>
                  <a:pt x="124155" y="104544"/>
                  <a:pt x="126210" y="95217"/>
                  <a:pt x="126210" y="84946"/>
                </a:cubicBezTo>
                <a:cubicBezTo>
                  <a:pt x="126210" y="75666"/>
                  <a:pt x="124727" y="68118"/>
                  <a:pt x="121761" y="62304"/>
                </a:cubicBezTo>
                <a:cubicBezTo>
                  <a:pt x="117065" y="53147"/>
                  <a:pt x="108970" y="48569"/>
                  <a:pt x="97476" y="48569"/>
                </a:cubicBezTo>
                <a:cubicBezTo>
                  <a:pt x="87281" y="48569"/>
                  <a:pt x="79866" y="52467"/>
                  <a:pt x="75231" y="60262"/>
                </a:cubicBezTo>
                <a:cubicBezTo>
                  <a:pt x="70597" y="68057"/>
                  <a:pt x="68280" y="77462"/>
                  <a:pt x="68280" y="88474"/>
                </a:cubicBezTo>
                <a:cubicBezTo>
                  <a:pt x="68280" y="99052"/>
                  <a:pt x="70597" y="107868"/>
                  <a:pt x="75231" y="114922"/>
                </a:cubicBezTo>
                <a:cubicBezTo>
                  <a:pt x="79866" y="121974"/>
                  <a:pt x="87219" y="125500"/>
                  <a:pt x="97291" y="125500"/>
                </a:cubicBezTo>
                <a:moveTo>
                  <a:pt x="97940" y="34109"/>
                </a:moveTo>
                <a:cubicBezTo>
                  <a:pt x="110731" y="34109"/>
                  <a:pt x="121545" y="38377"/>
                  <a:pt x="130381" y="46912"/>
                </a:cubicBezTo>
                <a:cubicBezTo>
                  <a:pt x="139217" y="55447"/>
                  <a:pt x="143635" y="68001"/>
                  <a:pt x="143635" y="84575"/>
                </a:cubicBezTo>
                <a:cubicBezTo>
                  <a:pt x="143635" y="100595"/>
                  <a:pt x="139742" y="113831"/>
                  <a:pt x="131957" y="124284"/>
                </a:cubicBezTo>
                <a:cubicBezTo>
                  <a:pt x="124171" y="134734"/>
                  <a:pt x="112090" y="139960"/>
                  <a:pt x="95715" y="139960"/>
                </a:cubicBezTo>
                <a:cubicBezTo>
                  <a:pt x="82059" y="139960"/>
                  <a:pt x="71215" y="135337"/>
                  <a:pt x="63182" y="126091"/>
                </a:cubicBezTo>
                <a:cubicBezTo>
                  <a:pt x="55149" y="116845"/>
                  <a:pt x="51132" y="104430"/>
                  <a:pt x="51132" y="88845"/>
                </a:cubicBezTo>
                <a:cubicBezTo>
                  <a:pt x="51132" y="72145"/>
                  <a:pt x="55365" y="58848"/>
                  <a:pt x="63831" y="48954"/>
                </a:cubicBezTo>
                <a:cubicBezTo>
                  <a:pt x="72296" y="39058"/>
                  <a:pt x="83666" y="34109"/>
                  <a:pt x="97940" y="34109"/>
                </a:cubicBezTo>
                <a:moveTo>
                  <a:pt x="97384" y="34665"/>
                </a:moveTo>
                <a:lnTo>
                  <a:pt x="97384" y="34665"/>
                </a:lnTo>
                <a:close/>
                <a:moveTo>
                  <a:pt x="162144" y="0"/>
                </a:moveTo>
                <a:lnTo>
                  <a:pt x="178365" y="0"/>
                </a:lnTo>
                <a:lnTo>
                  <a:pt x="178365" y="49215"/>
                </a:lnTo>
                <a:cubicBezTo>
                  <a:pt x="182010" y="44428"/>
                  <a:pt x="186367" y="40775"/>
                  <a:pt x="191434" y="38257"/>
                </a:cubicBezTo>
                <a:cubicBezTo>
                  <a:pt x="196501" y="35739"/>
                  <a:pt x="202000" y="34480"/>
                  <a:pt x="207932" y="34480"/>
                </a:cubicBezTo>
                <a:cubicBezTo>
                  <a:pt x="220291" y="34480"/>
                  <a:pt x="230316" y="38732"/>
                  <a:pt x="238010" y="47236"/>
                </a:cubicBezTo>
                <a:cubicBezTo>
                  <a:pt x="245703" y="55741"/>
                  <a:pt x="249549" y="68280"/>
                  <a:pt x="249549" y="84853"/>
                </a:cubicBezTo>
                <a:cubicBezTo>
                  <a:pt x="249549" y="100564"/>
                  <a:pt x="245749" y="113615"/>
                  <a:pt x="238149" y="124006"/>
                </a:cubicBezTo>
                <a:cubicBezTo>
                  <a:pt x="230548" y="134394"/>
                  <a:pt x="220013" y="139589"/>
                  <a:pt x="206542" y="139589"/>
                </a:cubicBezTo>
                <a:cubicBezTo>
                  <a:pt x="199003" y="139589"/>
                  <a:pt x="192639" y="137755"/>
                  <a:pt x="187448" y="134088"/>
                </a:cubicBezTo>
                <a:cubicBezTo>
                  <a:pt x="184358" y="131912"/>
                  <a:pt x="181053" y="128431"/>
                  <a:pt x="177530" y="123646"/>
                </a:cubicBezTo>
                <a:lnTo>
                  <a:pt x="177530" y="136437"/>
                </a:lnTo>
                <a:lnTo>
                  <a:pt x="162144" y="136437"/>
                </a:lnTo>
                <a:lnTo>
                  <a:pt x="162144" y="0"/>
                </a:lnTo>
                <a:moveTo>
                  <a:pt x="205522" y="124759"/>
                </a:moveTo>
                <a:cubicBezTo>
                  <a:pt x="214544" y="124759"/>
                  <a:pt x="221295" y="121180"/>
                  <a:pt x="225775" y="114021"/>
                </a:cubicBezTo>
                <a:cubicBezTo>
                  <a:pt x="230255" y="106861"/>
                  <a:pt x="232495" y="97418"/>
                  <a:pt x="232495" y="85693"/>
                </a:cubicBezTo>
                <a:cubicBezTo>
                  <a:pt x="232495" y="75262"/>
                  <a:pt x="230255" y="66622"/>
                  <a:pt x="225775" y="59772"/>
                </a:cubicBezTo>
                <a:cubicBezTo>
                  <a:pt x="221295" y="52921"/>
                  <a:pt x="214698" y="49496"/>
                  <a:pt x="205986" y="49496"/>
                </a:cubicBezTo>
                <a:cubicBezTo>
                  <a:pt x="198385" y="49496"/>
                  <a:pt x="191727" y="52304"/>
                  <a:pt x="186011" y="57922"/>
                </a:cubicBezTo>
                <a:cubicBezTo>
                  <a:pt x="180296" y="63537"/>
                  <a:pt x="177438" y="72794"/>
                  <a:pt x="177438" y="85693"/>
                </a:cubicBezTo>
                <a:cubicBezTo>
                  <a:pt x="177438" y="95012"/>
                  <a:pt x="178612" y="102572"/>
                  <a:pt x="180960" y="108373"/>
                </a:cubicBezTo>
                <a:cubicBezTo>
                  <a:pt x="185347" y="119297"/>
                  <a:pt x="193535" y="124759"/>
                  <a:pt x="205522" y="124759"/>
                </a:cubicBezTo>
                <a:close/>
                <a:moveTo>
                  <a:pt x="331674" y="105294"/>
                </a:moveTo>
                <a:cubicBezTo>
                  <a:pt x="332169" y="110881"/>
                  <a:pt x="333559" y="115164"/>
                  <a:pt x="335845" y="118143"/>
                </a:cubicBezTo>
                <a:cubicBezTo>
                  <a:pt x="340047" y="123542"/>
                  <a:pt x="347339" y="126242"/>
                  <a:pt x="357720" y="126242"/>
                </a:cubicBezTo>
                <a:cubicBezTo>
                  <a:pt x="363899" y="126242"/>
                  <a:pt x="369337" y="124895"/>
                  <a:pt x="374033" y="122201"/>
                </a:cubicBezTo>
                <a:cubicBezTo>
                  <a:pt x="378729" y="119505"/>
                  <a:pt x="381077" y="115338"/>
                  <a:pt x="381077" y="109700"/>
                </a:cubicBezTo>
                <a:cubicBezTo>
                  <a:pt x="381077" y="105424"/>
                  <a:pt x="379193" y="102172"/>
                  <a:pt x="375423" y="99941"/>
                </a:cubicBezTo>
                <a:cubicBezTo>
                  <a:pt x="373013" y="98578"/>
                  <a:pt x="368255" y="96999"/>
                  <a:pt x="361149" y="95206"/>
                </a:cubicBezTo>
                <a:lnTo>
                  <a:pt x="347895" y="91863"/>
                </a:lnTo>
                <a:cubicBezTo>
                  <a:pt x="339429" y="89758"/>
                  <a:pt x="333188" y="87406"/>
                  <a:pt x="329172" y="84807"/>
                </a:cubicBezTo>
                <a:cubicBezTo>
                  <a:pt x="322004" y="80288"/>
                  <a:pt x="318420" y="74036"/>
                  <a:pt x="318420" y="66049"/>
                </a:cubicBezTo>
                <a:cubicBezTo>
                  <a:pt x="318420" y="56641"/>
                  <a:pt x="321803" y="49028"/>
                  <a:pt x="328569" y="43210"/>
                </a:cubicBezTo>
                <a:cubicBezTo>
                  <a:pt x="335336" y="37390"/>
                  <a:pt x="344434" y="34480"/>
                  <a:pt x="355866" y="34480"/>
                </a:cubicBezTo>
                <a:cubicBezTo>
                  <a:pt x="370820" y="34480"/>
                  <a:pt x="381603" y="38867"/>
                  <a:pt x="388214" y="47642"/>
                </a:cubicBezTo>
                <a:cubicBezTo>
                  <a:pt x="392354" y="53203"/>
                  <a:pt x="394363" y="59197"/>
                  <a:pt x="394239" y="65623"/>
                </a:cubicBezTo>
                <a:lnTo>
                  <a:pt x="378482" y="65623"/>
                </a:lnTo>
                <a:cubicBezTo>
                  <a:pt x="378173" y="61895"/>
                  <a:pt x="376845" y="58503"/>
                  <a:pt x="374496" y="55448"/>
                </a:cubicBezTo>
                <a:cubicBezTo>
                  <a:pt x="370665" y="51109"/>
                  <a:pt x="364023" y="48940"/>
                  <a:pt x="354568" y="48940"/>
                </a:cubicBezTo>
                <a:cubicBezTo>
                  <a:pt x="348266" y="48940"/>
                  <a:pt x="343492" y="50140"/>
                  <a:pt x="340248" y="52540"/>
                </a:cubicBezTo>
                <a:cubicBezTo>
                  <a:pt x="337004" y="54938"/>
                  <a:pt x="335382" y="58106"/>
                  <a:pt x="335382" y="62043"/>
                </a:cubicBezTo>
                <a:cubicBezTo>
                  <a:pt x="335382" y="66349"/>
                  <a:pt x="337514" y="69794"/>
                  <a:pt x="341777" y="72378"/>
                </a:cubicBezTo>
                <a:cubicBezTo>
                  <a:pt x="344249" y="73915"/>
                  <a:pt x="347895" y="75272"/>
                  <a:pt x="352715" y="76448"/>
                </a:cubicBezTo>
                <a:lnTo>
                  <a:pt x="363745" y="79141"/>
                </a:lnTo>
                <a:cubicBezTo>
                  <a:pt x="375732" y="82052"/>
                  <a:pt x="383765" y="84868"/>
                  <a:pt x="387844" y="87591"/>
                </a:cubicBezTo>
                <a:cubicBezTo>
                  <a:pt x="394332" y="91862"/>
                  <a:pt x="397576" y="98578"/>
                  <a:pt x="397576" y="107739"/>
                </a:cubicBezTo>
                <a:cubicBezTo>
                  <a:pt x="397576" y="116591"/>
                  <a:pt x="394224" y="124235"/>
                  <a:pt x="387519" y="130673"/>
                </a:cubicBezTo>
                <a:cubicBezTo>
                  <a:pt x="380815" y="137111"/>
                  <a:pt x="370604" y="140330"/>
                  <a:pt x="356886" y="140330"/>
                </a:cubicBezTo>
                <a:cubicBezTo>
                  <a:pt x="342117" y="140330"/>
                  <a:pt x="331659" y="136969"/>
                  <a:pt x="325511" y="130248"/>
                </a:cubicBezTo>
                <a:cubicBezTo>
                  <a:pt x="319362" y="123526"/>
                  <a:pt x="316072" y="115208"/>
                  <a:pt x="315639" y="105294"/>
                </a:cubicBezTo>
                <a:lnTo>
                  <a:pt x="331674" y="105294"/>
                </a:lnTo>
                <a:moveTo>
                  <a:pt x="356329" y="34665"/>
                </a:moveTo>
                <a:lnTo>
                  <a:pt x="356329" y="34665"/>
                </a:lnTo>
                <a:close/>
                <a:moveTo>
                  <a:pt x="433354" y="37075"/>
                </a:moveTo>
                <a:lnTo>
                  <a:pt x="433354" y="103046"/>
                </a:lnTo>
                <a:cubicBezTo>
                  <a:pt x="433354" y="108119"/>
                  <a:pt x="434157" y="112264"/>
                  <a:pt x="435764" y="115481"/>
                </a:cubicBezTo>
                <a:cubicBezTo>
                  <a:pt x="438730" y="121419"/>
                  <a:pt x="444260" y="124388"/>
                  <a:pt x="452355" y="124388"/>
                </a:cubicBezTo>
                <a:cubicBezTo>
                  <a:pt x="463972" y="124388"/>
                  <a:pt x="471881" y="119192"/>
                  <a:pt x="476083" y="108799"/>
                </a:cubicBezTo>
                <a:cubicBezTo>
                  <a:pt x="478369" y="103232"/>
                  <a:pt x="479513" y="95593"/>
                  <a:pt x="479513" y="85882"/>
                </a:cubicBezTo>
                <a:lnTo>
                  <a:pt x="479513" y="37075"/>
                </a:lnTo>
                <a:lnTo>
                  <a:pt x="496196" y="37075"/>
                </a:lnTo>
                <a:lnTo>
                  <a:pt x="496196" y="136437"/>
                </a:lnTo>
                <a:lnTo>
                  <a:pt x="480439" y="136437"/>
                </a:lnTo>
                <a:lnTo>
                  <a:pt x="480625" y="121790"/>
                </a:lnTo>
                <a:cubicBezTo>
                  <a:pt x="478462" y="125580"/>
                  <a:pt x="475774" y="128780"/>
                  <a:pt x="472561" y="131389"/>
                </a:cubicBezTo>
                <a:cubicBezTo>
                  <a:pt x="466196" y="136608"/>
                  <a:pt x="458472" y="139218"/>
                  <a:pt x="449389" y="139218"/>
                </a:cubicBezTo>
                <a:cubicBezTo>
                  <a:pt x="435238" y="139218"/>
                  <a:pt x="425599" y="134482"/>
                  <a:pt x="420470" y="125011"/>
                </a:cubicBezTo>
                <a:cubicBezTo>
                  <a:pt x="417689" y="119934"/>
                  <a:pt x="416299" y="113155"/>
                  <a:pt x="416299" y="104674"/>
                </a:cubicBezTo>
                <a:lnTo>
                  <a:pt x="416299" y="37075"/>
                </a:lnTo>
                <a:lnTo>
                  <a:pt x="433354" y="37075"/>
                </a:lnTo>
                <a:moveTo>
                  <a:pt x="456248" y="34665"/>
                </a:moveTo>
                <a:lnTo>
                  <a:pt x="456248" y="34665"/>
                </a:lnTo>
                <a:close/>
                <a:moveTo>
                  <a:pt x="560493" y="34109"/>
                </a:moveTo>
                <a:cubicBezTo>
                  <a:pt x="571678" y="34109"/>
                  <a:pt x="580777" y="36835"/>
                  <a:pt x="587790" y="42286"/>
                </a:cubicBezTo>
                <a:cubicBezTo>
                  <a:pt x="594803" y="47737"/>
                  <a:pt x="599021" y="57123"/>
                  <a:pt x="600442" y="70443"/>
                </a:cubicBezTo>
                <a:lnTo>
                  <a:pt x="584222" y="70443"/>
                </a:lnTo>
                <a:cubicBezTo>
                  <a:pt x="583233" y="64326"/>
                  <a:pt x="580977" y="59243"/>
                  <a:pt x="577455" y="55196"/>
                </a:cubicBezTo>
                <a:cubicBezTo>
                  <a:pt x="573933" y="51149"/>
                  <a:pt x="568279" y="49125"/>
                  <a:pt x="560493" y="49125"/>
                </a:cubicBezTo>
                <a:cubicBezTo>
                  <a:pt x="549865" y="49125"/>
                  <a:pt x="542265" y="54315"/>
                  <a:pt x="537692" y="64697"/>
                </a:cubicBezTo>
                <a:cubicBezTo>
                  <a:pt x="534726" y="71432"/>
                  <a:pt x="533243" y="79743"/>
                  <a:pt x="533243" y="89630"/>
                </a:cubicBezTo>
                <a:cubicBezTo>
                  <a:pt x="533243" y="99578"/>
                  <a:pt x="535344" y="107951"/>
                  <a:pt x="539546" y="114748"/>
                </a:cubicBezTo>
                <a:cubicBezTo>
                  <a:pt x="543748" y="121545"/>
                  <a:pt x="550359" y="124944"/>
                  <a:pt x="559381" y="124944"/>
                </a:cubicBezTo>
                <a:cubicBezTo>
                  <a:pt x="566302" y="124944"/>
                  <a:pt x="571786" y="122844"/>
                  <a:pt x="575833" y="118644"/>
                </a:cubicBezTo>
                <a:cubicBezTo>
                  <a:pt x="579881" y="114444"/>
                  <a:pt x="582677" y="108697"/>
                  <a:pt x="584222" y="101401"/>
                </a:cubicBezTo>
                <a:lnTo>
                  <a:pt x="600442" y="101401"/>
                </a:lnTo>
                <a:cubicBezTo>
                  <a:pt x="598588" y="114563"/>
                  <a:pt x="593954" y="124187"/>
                  <a:pt x="586539" y="130274"/>
                </a:cubicBezTo>
                <a:cubicBezTo>
                  <a:pt x="579124" y="136360"/>
                  <a:pt x="569639" y="139403"/>
                  <a:pt x="558083" y="139403"/>
                </a:cubicBezTo>
                <a:cubicBezTo>
                  <a:pt x="545107" y="139403"/>
                  <a:pt x="534757" y="134648"/>
                  <a:pt x="527033" y="125138"/>
                </a:cubicBezTo>
                <a:cubicBezTo>
                  <a:pt x="519309" y="115628"/>
                  <a:pt x="515447" y="103747"/>
                  <a:pt x="515447" y="89497"/>
                </a:cubicBezTo>
                <a:cubicBezTo>
                  <a:pt x="515447" y="72027"/>
                  <a:pt x="519679" y="58429"/>
                  <a:pt x="528145" y="48702"/>
                </a:cubicBezTo>
                <a:cubicBezTo>
                  <a:pt x="536611" y="38974"/>
                  <a:pt x="547393" y="34109"/>
                  <a:pt x="560493" y="34109"/>
                </a:cubicBezTo>
                <a:moveTo>
                  <a:pt x="557898" y="34665"/>
                </a:moveTo>
                <a:lnTo>
                  <a:pt x="557898" y="34665"/>
                </a:lnTo>
                <a:close/>
                <a:moveTo>
                  <a:pt x="655406" y="34109"/>
                </a:moveTo>
                <a:cubicBezTo>
                  <a:pt x="666591" y="34109"/>
                  <a:pt x="675690" y="36835"/>
                  <a:pt x="682703" y="42286"/>
                </a:cubicBezTo>
                <a:cubicBezTo>
                  <a:pt x="689716" y="47737"/>
                  <a:pt x="693934" y="57123"/>
                  <a:pt x="695355" y="70443"/>
                </a:cubicBezTo>
                <a:lnTo>
                  <a:pt x="679135" y="70443"/>
                </a:lnTo>
                <a:cubicBezTo>
                  <a:pt x="678146" y="64326"/>
                  <a:pt x="675890" y="59243"/>
                  <a:pt x="672368" y="55196"/>
                </a:cubicBezTo>
                <a:cubicBezTo>
                  <a:pt x="668846" y="51149"/>
                  <a:pt x="663192" y="49125"/>
                  <a:pt x="655406" y="49125"/>
                </a:cubicBezTo>
                <a:cubicBezTo>
                  <a:pt x="644778" y="49125"/>
                  <a:pt x="637178" y="54315"/>
                  <a:pt x="632605" y="64697"/>
                </a:cubicBezTo>
                <a:cubicBezTo>
                  <a:pt x="629639" y="71432"/>
                  <a:pt x="628156" y="79743"/>
                  <a:pt x="628156" y="89630"/>
                </a:cubicBezTo>
                <a:cubicBezTo>
                  <a:pt x="628156" y="99578"/>
                  <a:pt x="630257" y="107951"/>
                  <a:pt x="634459" y="114748"/>
                </a:cubicBezTo>
                <a:cubicBezTo>
                  <a:pt x="638661" y="121545"/>
                  <a:pt x="645272" y="124944"/>
                  <a:pt x="654294" y="124944"/>
                </a:cubicBezTo>
                <a:cubicBezTo>
                  <a:pt x="661215" y="124944"/>
                  <a:pt x="666699" y="122844"/>
                  <a:pt x="670746" y="118644"/>
                </a:cubicBezTo>
                <a:cubicBezTo>
                  <a:pt x="674794" y="114444"/>
                  <a:pt x="677590" y="108697"/>
                  <a:pt x="679135" y="101401"/>
                </a:cubicBezTo>
                <a:lnTo>
                  <a:pt x="695355" y="101401"/>
                </a:lnTo>
                <a:cubicBezTo>
                  <a:pt x="693501" y="114563"/>
                  <a:pt x="688867" y="124187"/>
                  <a:pt x="681452" y="130274"/>
                </a:cubicBezTo>
                <a:cubicBezTo>
                  <a:pt x="674037" y="136360"/>
                  <a:pt x="664552" y="139403"/>
                  <a:pt x="652996" y="139403"/>
                </a:cubicBezTo>
                <a:cubicBezTo>
                  <a:pt x="640020" y="139403"/>
                  <a:pt x="629670" y="134648"/>
                  <a:pt x="621946" y="125138"/>
                </a:cubicBezTo>
                <a:cubicBezTo>
                  <a:pt x="614222" y="115628"/>
                  <a:pt x="610360" y="103747"/>
                  <a:pt x="610360" y="89497"/>
                </a:cubicBezTo>
                <a:cubicBezTo>
                  <a:pt x="610360" y="72027"/>
                  <a:pt x="614592" y="58429"/>
                  <a:pt x="623058" y="48702"/>
                </a:cubicBezTo>
                <a:cubicBezTo>
                  <a:pt x="631524" y="38974"/>
                  <a:pt x="642306" y="34109"/>
                  <a:pt x="655406" y="34109"/>
                </a:cubicBezTo>
                <a:moveTo>
                  <a:pt x="652811" y="34665"/>
                </a:moveTo>
                <a:lnTo>
                  <a:pt x="652811" y="34665"/>
                </a:lnTo>
                <a:close/>
                <a:moveTo>
                  <a:pt x="753378" y="34851"/>
                </a:moveTo>
                <a:cubicBezTo>
                  <a:pt x="760422" y="34851"/>
                  <a:pt x="767250" y="36504"/>
                  <a:pt x="773862" y="39810"/>
                </a:cubicBezTo>
                <a:cubicBezTo>
                  <a:pt x="780474" y="43116"/>
                  <a:pt x="785510" y="47394"/>
                  <a:pt x="788970" y="52644"/>
                </a:cubicBezTo>
                <a:cubicBezTo>
                  <a:pt x="792307" y="57649"/>
                  <a:pt x="794532" y="63488"/>
                  <a:pt x="795644" y="70159"/>
                </a:cubicBezTo>
                <a:cubicBezTo>
                  <a:pt x="796633" y="74732"/>
                  <a:pt x="797127" y="82056"/>
                  <a:pt x="797127" y="92132"/>
                </a:cubicBezTo>
                <a:lnTo>
                  <a:pt x="724366" y="92132"/>
                </a:lnTo>
                <a:cubicBezTo>
                  <a:pt x="724675" y="102204"/>
                  <a:pt x="727054" y="110284"/>
                  <a:pt x="731503" y="116370"/>
                </a:cubicBezTo>
                <a:cubicBezTo>
                  <a:pt x="735952" y="122457"/>
                  <a:pt x="742842" y="125500"/>
                  <a:pt x="752173" y="125500"/>
                </a:cubicBezTo>
                <a:cubicBezTo>
                  <a:pt x="760886" y="125500"/>
                  <a:pt x="767837" y="122653"/>
                  <a:pt x="773028" y="116958"/>
                </a:cubicBezTo>
                <a:cubicBezTo>
                  <a:pt x="775994" y="113652"/>
                  <a:pt x="778095" y="109826"/>
                  <a:pt x="779331" y="105479"/>
                </a:cubicBezTo>
                <a:lnTo>
                  <a:pt x="795737" y="105479"/>
                </a:lnTo>
                <a:cubicBezTo>
                  <a:pt x="795304" y="109106"/>
                  <a:pt x="793867" y="113148"/>
                  <a:pt x="791427" y="117604"/>
                </a:cubicBezTo>
                <a:cubicBezTo>
                  <a:pt x="788986" y="122059"/>
                  <a:pt x="786251" y="125700"/>
                  <a:pt x="783224" y="128527"/>
                </a:cubicBezTo>
                <a:cubicBezTo>
                  <a:pt x="778157" y="133445"/>
                  <a:pt x="771885" y="136765"/>
                  <a:pt x="764408" y="138485"/>
                </a:cubicBezTo>
                <a:cubicBezTo>
                  <a:pt x="760391" y="139468"/>
                  <a:pt x="755850" y="139960"/>
                  <a:pt x="750783" y="139960"/>
                </a:cubicBezTo>
                <a:cubicBezTo>
                  <a:pt x="738424" y="139960"/>
                  <a:pt x="727950" y="135460"/>
                  <a:pt x="719361" y="126462"/>
                </a:cubicBezTo>
                <a:cubicBezTo>
                  <a:pt x="710772" y="117463"/>
                  <a:pt x="706478" y="104862"/>
                  <a:pt x="706478" y="88657"/>
                </a:cubicBezTo>
                <a:cubicBezTo>
                  <a:pt x="706478" y="72701"/>
                  <a:pt x="710803" y="59744"/>
                  <a:pt x="719454" y="49788"/>
                </a:cubicBezTo>
                <a:cubicBezTo>
                  <a:pt x="728105" y="39830"/>
                  <a:pt x="739413" y="34851"/>
                  <a:pt x="753378" y="34851"/>
                </a:cubicBezTo>
                <a:moveTo>
                  <a:pt x="779980" y="78785"/>
                </a:moveTo>
                <a:cubicBezTo>
                  <a:pt x="779300" y="71532"/>
                  <a:pt x="777724" y="65736"/>
                  <a:pt x="775252" y="61397"/>
                </a:cubicBezTo>
                <a:cubicBezTo>
                  <a:pt x="770680" y="53339"/>
                  <a:pt x="763048" y="49310"/>
                  <a:pt x="752358" y="49310"/>
                </a:cubicBezTo>
                <a:cubicBezTo>
                  <a:pt x="744696" y="49310"/>
                  <a:pt x="738270" y="52084"/>
                  <a:pt x="733079" y="57632"/>
                </a:cubicBezTo>
                <a:cubicBezTo>
                  <a:pt x="727889" y="63180"/>
                  <a:pt x="725139" y="70231"/>
                  <a:pt x="724830" y="78785"/>
                </a:cubicBezTo>
                <a:lnTo>
                  <a:pt x="779980" y="78785"/>
                </a:lnTo>
                <a:moveTo>
                  <a:pt x="751802" y="34665"/>
                </a:moveTo>
                <a:lnTo>
                  <a:pt x="751802" y="34665"/>
                </a:lnTo>
                <a:close/>
                <a:moveTo>
                  <a:pt x="827500" y="105294"/>
                </a:moveTo>
                <a:cubicBezTo>
                  <a:pt x="827994" y="110881"/>
                  <a:pt x="829385" y="115164"/>
                  <a:pt x="831671" y="118143"/>
                </a:cubicBezTo>
                <a:cubicBezTo>
                  <a:pt x="835873" y="123542"/>
                  <a:pt x="843164" y="126242"/>
                  <a:pt x="853545" y="126242"/>
                </a:cubicBezTo>
                <a:cubicBezTo>
                  <a:pt x="859725" y="126242"/>
                  <a:pt x="865162" y="124895"/>
                  <a:pt x="869858" y="122201"/>
                </a:cubicBezTo>
                <a:cubicBezTo>
                  <a:pt x="874555" y="119505"/>
                  <a:pt x="876903" y="115338"/>
                  <a:pt x="876903" y="109700"/>
                </a:cubicBezTo>
                <a:cubicBezTo>
                  <a:pt x="876903" y="105424"/>
                  <a:pt x="875018" y="102172"/>
                  <a:pt x="871249" y="99941"/>
                </a:cubicBezTo>
                <a:cubicBezTo>
                  <a:pt x="868839" y="98578"/>
                  <a:pt x="864081" y="96999"/>
                  <a:pt x="856975" y="95206"/>
                </a:cubicBezTo>
                <a:lnTo>
                  <a:pt x="843720" y="91863"/>
                </a:lnTo>
                <a:cubicBezTo>
                  <a:pt x="835255" y="89758"/>
                  <a:pt x="829014" y="87406"/>
                  <a:pt x="824997" y="84807"/>
                </a:cubicBezTo>
                <a:cubicBezTo>
                  <a:pt x="817829" y="80288"/>
                  <a:pt x="814245" y="74036"/>
                  <a:pt x="814245" y="66049"/>
                </a:cubicBezTo>
                <a:cubicBezTo>
                  <a:pt x="814245" y="56641"/>
                  <a:pt x="817629" y="49028"/>
                  <a:pt x="824395" y="43210"/>
                </a:cubicBezTo>
                <a:cubicBezTo>
                  <a:pt x="831161" y="37390"/>
                  <a:pt x="840260" y="34480"/>
                  <a:pt x="851692" y="34480"/>
                </a:cubicBezTo>
                <a:cubicBezTo>
                  <a:pt x="866645" y="34480"/>
                  <a:pt x="877428" y="38867"/>
                  <a:pt x="884040" y="47642"/>
                </a:cubicBezTo>
                <a:cubicBezTo>
                  <a:pt x="888180" y="53203"/>
                  <a:pt x="890188" y="59197"/>
                  <a:pt x="890065" y="65623"/>
                </a:cubicBezTo>
                <a:lnTo>
                  <a:pt x="874308" y="65623"/>
                </a:lnTo>
                <a:cubicBezTo>
                  <a:pt x="873999" y="61895"/>
                  <a:pt x="872670" y="58503"/>
                  <a:pt x="870322" y="55448"/>
                </a:cubicBezTo>
                <a:cubicBezTo>
                  <a:pt x="866491" y="51109"/>
                  <a:pt x="859848" y="48940"/>
                  <a:pt x="850394" y="48940"/>
                </a:cubicBezTo>
                <a:cubicBezTo>
                  <a:pt x="844091" y="48940"/>
                  <a:pt x="839318" y="50140"/>
                  <a:pt x="836074" y="52540"/>
                </a:cubicBezTo>
                <a:cubicBezTo>
                  <a:pt x="832829" y="54938"/>
                  <a:pt x="831207" y="58106"/>
                  <a:pt x="831207" y="62043"/>
                </a:cubicBezTo>
                <a:cubicBezTo>
                  <a:pt x="831207" y="66349"/>
                  <a:pt x="833339" y="69794"/>
                  <a:pt x="837603" y="72378"/>
                </a:cubicBezTo>
                <a:cubicBezTo>
                  <a:pt x="840075" y="73915"/>
                  <a:pt x="843720" y="75272"/>
                  <a:pt x="848540" y="76448"/>
                </a:cubicBezTo>
                <a:lnTo>
                  <a:pt x="859570" y="79141"/>
                </a:lnTo>
                <a:cubicBezTo>
                  <a:pt x="871558" y="82052"/>
                  <a:pt x="879591" y="84868"/>
                  <a:pt x="883669" y="87591"/>
                </a:cubicBezTo>
                <a:cubicBezTo>
                  <a:pt x="890157" y="91862"/>
                  <a:pt x="893401" y="98578"/>
                  <a:pt x="893401" y="107739"/>
                </a:cubicBezTo>
                <a:cubicBezTo>
                  <a:pt x="893401" y="116591"/>
                  <a:pt x="890049" y="124235"/>
                  <a:pt x="883345" y="130673"/>
                </a:cubicBezTo>
                <a:cubicBezTo>
                  <a:pt x="876640" y="137111"/>
                  <a:pt x="866429" y="140330"/>
                  <a:pt x="852711" y="140330"/>
                </a:cubicBezTo>
                <a:cubicBezTo>
                  <a:pt x="837943" y="140330"/>
                  <a:pt x="827484" y="136969"/>
                  <a:pt x="821336" y="130248"/>
                </a:cubicBezTo>
                <a:cubicBezTo>
                  <a:pt x="815188" y="123526"/>
                  <a:pt x="811897" y="115208"/>
                  <a:pt x="811465" y="105294"/>
                </a:cubicBezTo>
                <a:lnTo>
                  <a:pt x="827500" y="105294"/>
                </a:lnTo>
                <a:moveTo>
                  <a:pt x="852155" y="34665"/>
                </a:moveTo>
                <a:lnTo>
                  <a:pt x="852155" y="34665"/>
                </a:lnTo>
                <a:close/>
                <a:moveTo>
                  <a:pt x="922413" y="105294"/>
                </a:moveTo>
                <a:cubicBezTo>
                  <a:pt x="922907" y="110881"/>
                  <a:pt x="924297" y="115164"/>
                  <a:pt x="926584" y="118143"/>
                </a:cubicBezTo>
                <a:cubicBezTo>
                  <a:pt x="930786" y="123542"/>
                  <a:pt x="938077" y="126242"/>
                  <a:pt x="948458" y="126242"/>
                </a:cubicBezTo>
                <a:cubicBezTo>
                  <a:pt x="954637" y="126242"/>
                  <a:pt x="960075" y="124895"/>
                  <a:pt x="964771" y="122201"/>
                </a:cubicBezTo>
                <a:cubicBezTo>
                  <a:pt x="969468" y="119505"/>
                  <a:pt x="971816" y="115338"/>
                  <a:pt x="971816" y="109700"/>
                </a:cubicBezTo>
                <a:cubicBezTo>
                  <a:pt x="971816" y="105424"/>
                  <a:pt x="969931" y="102172"/>
                  <a:pt x="966162" y="99941"/>
                </a:cubicBezTo>
                <a:cubicBezTo>
                  <a:pt x="963752" y="98578"/>
                  <a:pt x="958994" y="96999"/>
                  <a:pt x="951888" y="95206"/>
                </a:cubicBezTo>
                <a:lnTo>
                  <a:pt x="938633" y="91863"/>
                </a:lnTo>
                <a:cubicBezTo>
                  <a:pt x="930168" y="89758"/>
                  <a:pt x="923927" y="87406"/>
                  <a:pt x="919910" y="84807"/>
                </a:cubicBezTo>
                <a:cubicBezTo>
                  <a:pt x="912742" y="80288"/>
                  <a:pt x="909158" y="74036"/>
                  <a:pt x="909158" y="66049"/>
                </a:cubicBezTo>
                <a:cubicBezTo>
                  <a:pt x="909158" y="56641"/>
                  <a:pt x="912541" y="49028"/>
                  <a:pt x="919308" y="43210"/>
                </a:cubicBezTo>
                <a:cubicBezTo>
                  <a:pt x="926074" y="37390"/>
                  <a:pt x="935173" y="34480"/>
                  <a:pt x="946604" y="34480"/>
                </a:cubicBezTo>
                <a:cubicBezTo>
                  <a:pt x="961558" y="34480"/>
                  <a:pt x="972341" y="38867"/>
                  <a:pt x="978953" y="47642"/>
                </a:cubicBezTo>
                <a:cubicBezTo>
                  <a:pt x="983093" y="53203"/>
                  <a:pt x="985101" y="59197"/>
                  <a:pt x="984978" y="65623"/>
                </a:cubicBezTo>
                <a:lnTo>
                  <a:pt x="969220" y="65623"/>
                </a:lnTo>
                <a:cubicBezTo>
                  <a:pt x="968912" y="61895"/>
                  <a:pt x="967583" y="58503"/>
                  <a:pt x="965235" y="55448"/>
                </a:cubicBezTo>
                <a:cubicBezTo>
                  <a:pt x="961404" y="51109"/>
                  <a:pt x="954761" y="48940"/>
                  <a:pt x="945307" y="48940"/>
                </a:cubicBezTo>
                <a:cubicBezTo>
                  <a:pt x="939004" y="48940"/>
                  <a:pt x="934231" y="50140"/>
                  <a:pt x="930986" y="52540"/>
                </a:cubicBezTo>
                <a:cubicBezTo>
                  <a:pt x="927742" y="54938"/>
                  <a:pt x="926120" y="58106"/>
                  <a:pt x="926120" y="62043"/>
                </a:cubicBezTo>
                <a:cubicBezTo>
                  <a:pt x="926120" y="66349"/>
                  <a:pt x="928252" y="69794"/>
                  <a:pt x="932516" y="72378"/>
                </a:cubicBezTo>
                <a:cubicBezTo>
                  <a:pt x="934988" y="73915"/>
                  <a:pt x="938633" y="75272"/>
                  <a:pt x="943453" y="76448"/>
                </a:cubicBezTo>
                <a:lnTo>
                  <a:pt x="954483" y="79141"/>
                </a:lnTo>
                <a:cubicBezTo>
                  <a:pt x="966471" y="82052"/>
                  <a:pt x="974504" y="84868"/>
                  <a:pt x="978582" y="87591"/>
                </a:cubicBezTo>
                <a:cubicBezTo>
                  <a:pt x="985070" y="91862"/>
                  <a:pt x="988314" y="98578"/>
                  <a:pt x="988314" y="107739"/>
                </a:cubicBezTo>
                <a:cubicBezTo>
                  <a:pt x="988314" y="116591"/>
                  <a:pt x="984962" y="124235"/>
                  <a:pt x="978258" y="130673"/>
                </a:cubicBezTo>
                <a:cubicBezTo>
                  <a:pt x="971553" y="137111"/>
                  <a:pt x="961342" y="140330"/>
                  <a:pt x="947624" y="140330"/>
                </a:cubicBezTo>
                <a:cubicBezTo>
                  <a:pt x="932856" y="140330"/>
                  <a:pt x="922397" y="136969"/>
                  <a:pt x="916249" y="130248"/>
                </a:cubicBezTo>
                <a:cubicBezTo>
                  <a:pt x="910101" y="123526"/>
                  <a:pt x="906810" y="115208"/>
                  <a:pt x="906378" y="105294"/>
                </a:cubicBezTo>
                <a:lnTo>
                  <a:pt x="922413" y="105294"/>
                </a:lnTo>
                <a:moveTo>
                  <a:pt x="947068" y="34665"/>
                </a:moveTo>
                <a:lnTo>
                  <a:pt x="947068" y="34665"/>
                </a:lnTo>
                <a:close/>
                <a:moveTo>
                  <a:pt x="1060643" y="37075"/>
                </a:moveTo>
                <a:lnTo>
                  <a:pt x="1076493" y="37075"/>
                </a:lnTo>
                <a:lnTo>
                  <a:pt x="1076493" y="54315"/>
                </a:lnTo>
                <a:cubicBezTo>
                  <a:pt x="1077790" y="50963"/>
                  <a:pt x="1080973" y="46881"/>
                  <a:pt x="1086040" y="42069"/>
                </a:cubicBezTo>
                <a:cubicBezTo>
                  <a:pt x="1091107" y="37257"/>
                  <a:pt x="1096946" y="34851"/>
                  <a:pt x="1103558" y="34851"/>
                </a:cubicBezTo>
                <a:cubicBezTo>
                  <a:pt x="1103867" y="34851"/>
                  <a:pt x="1104392" y="34889"/>
                  <a:pt x="1105134" y="34964"/>
                </a:cubicBezTo>
                <a:cubicBezTo>
                  <a:pt x="1105875" y="35037"/>
                  <a:pt x="1107142" y="35185"/>
                  <a:pt x="1108934" y="35407"/>
                </a:cubicBezTo>
                <a:lnTo>
                  <a:pt x="1108934" y="53018"/>
                </a:lnTo>
                <a:cubicBezTo>
                  <a:pt x="1107945" y="52796"/>
                  <a:pt x="1107034" y="52648"/>
                  <a:pt x="1106199" y="52575"/>
                </a:cubicBezTo>
                <a:cubicBezTo>
                  <a:pt x="1105365" y="52499"/>
                  <a:pt x="1104454" y="52462"/>
                  <a:pt x="1103465" y="52462"/>
                </a:cubicBezTo>
                <a:cubicBezTo>
                  <a:pt x="1095061" y="52462"/>
                  <a:pt x="1088604" y="55181"/>
                  <a:pt x="1084093" y="60618"/>
                </a:cubicBezTo>
                <a:cubicBezTo>
                  <a:pt x="1079582" y="66056"/>
                  <a:pt x="1077327" y="72297"/>
                  <a:pt x="1077327" y="79341"/>
                </a:cubicBezTo>
                <a:lnTo>
                  <a:pt x="1077327" y="136437"/>
                </a:lnTo>
                <a:lnTo>
                  <a:pt x="1060643" y="136437"/>
                </a:lnTo>
                <a:lnTo>
                  <a:pt x="1060643" y="37075"/>
                </a:lnTo>
                <a:close/>
                <a:moveTo>
                  <a:pt x="1134285" y="110068"/>
                </a:moveTo>
                <a:cubicBezTo>
                  <a:pt x="1134285" y="114903"/>
                  <a:pt x="1136046" y="118715"/>
                  <a:pt x="1139568" y="121503"/>
                </a:cubicBezTo>
                <a:cubicBezTo>
                  <a:pt x="1143090" y="124291"/>
                  <a:pt x="1147261" y="125686"/>
                  <a:pt x="1152081" y="125686"/>
                </a:cubicBezTo>
                <a:cubicBezTo>
                  <a:pt x="1157951" y="125686"/>
                  <a:pt x="1163636" y="124315"/>
                  <a:pt x="1169135" y="121573"/>
                </a:cubicBezTo>
                <a:cubicBezTo>
                  <a:pt x="1178404" y="117023"/>
                  <a:pt x="1183039" y="109620"/>
                  <a:pt x="1183039" y="99362"/>
                </a:cubicBezTo>
                <a:lnTo>
                  <a:pt x="1183039" y="85922"/>
                </a:lnTo>
                <a:cubicBezTo>
                  <a:pt x="1181000" y="87247"/>
                  <a:pt x="1178373" y="88350"/>
                  <a:pt x="1175160" y="89233"/>
                </a:cubicBezTo>
                <a:cubicBezTo>
                  <a:pt x="1171947" y="90115"/>
                  <a:pt x="1168796" y="90736"/>
                  <a:pt x="1165706" y="91095"/>
                </a:cubicBezTo>
                <a:lnTo>
                  <a:pt x="1155603" y="92355"/>
                </a:lnTo>
                <a:cubicBezTo>
                  <a:pt x="1149547" y="93134"/>
                  <a:pt x="1145006" y="94391"/>
                  <a:pt x="1141978" y="96127"/>
                </a:cubicBezTo>
                <a:cubicBezTo>
                  <a:pt x="1136849" y="99039"/>
                  <a:pt x="1134285" y="103686"/>
                  <a:pt x="1134285" y="110068"/>
                </a:cubicBezTo>
                <a:moveTo>
                  <a:pt x="1174697" y="76283"/>
                </a:moveTo>
                <a:cubicBezTo>
                  <a:pt x="1178528" y="75788"/>
                  <a:pt x="1181092" y="74182"/>
                  <a:pt x="1182390" y="71463"/>
                </a:cubicBezTo>
                <a:cubicBezTo>
                  <a:pt x="1183131" y="69974"/>
                  <a:pt x="1183502" y="67833"/>
                  <a:pt x="1183502" y="65041"/>
                </a:cubicBezTo>
                <a:cubicBezTo>
                  <a:pt x="1183502" y="59333"/>
                  <a:pt x="1181479" y="55192"/>
                  <a:pt x="1177431" y="52618"/>
                </a:cubicBezTo>
                <a:cubicBezTo>
                  <a:pt x="1173384" y="50042"/>
                  <a:pt x="1167591" y="48754"/>
                  <a:pt x="1160052" y="48754"/>
                </a:cubicBezTo>
                <a:cubicBezTo>
                  <a:pt x="1151339" y="48754"/>
                  <a:pt x="1145160" y="51114"/>
                  <a:pt x="1141514" y="55833"/>
                </a:cubicBezTo>
                <a:cubicBezTo>
                  <a:pt x="1139475" y="58442"/>
                  <a:pt x="1138147" y="62323"/>
                  <a:pt x="1137529" y="67477"/>
                </a:cubicBezTo>
                <a:lnTo>
                  <a:pt x="1121957" y="67477"/>
                </a:lnTo>
                <a:cubicBezTo>
                  <a:pt x="1122266" y="55208"/>
                  <a:pt x="1126236" y="46672"/>
                  <a:pt x="1133868" y="41869"/>
                </a:cubicBezTo>
                <a:cubicBezTo>
                  <a:pt x="1141499" y="37067"/>
                  <a:pt x="1150351" y="34665"/>
                  <a:pt x="1160423" y="34665"/>
                </a:cubicBezTo>
                <a:cubicBezTo>
                  <a:pt x="1172102" y="34665"/>
                  <a:pt x="1181587" y="36890"/>
                  <a:pt x="1188878" y="41339"/>
                </a:cubicBezTo>
                <a:cubicBezTo>
                  <a:pt x="1196108" y="45788"/>
                  <a:pt x="1199723" y="52715"/>
                  <a:pt x="1199723" y="62119"/>
                </a:cubicBezTo>
                <a:lnTo>
                  <a:pt x="1199723" y="119380"/>
                </a:lnTo>
                <a:cubicBezTo>
                  <a:pt x="1199723" y="121112"/>
                  <a:pt x="1200078" y="122503"/>
                  <a:pt x="1200789" y="123554"/>
                </a:cubicBezTo>
                <a:cubicBezTo>
                  <a:pt x="1201499" y="124604"/>
                  <a:pt x="1202998" y="125129"/>
                  <a:pt x="1205284" y="125129"/>
                </a:cubicBezTo>
                <a:cubicBezTo>
                  <a:pt x="1206026" y="125129"/>
                  <a:pt x="1206860" y="125083"/>
                  <a:pt x="1207787" y="124990"/>
                </a:cubicBezTo>
                <a:cubicBezTo>
                  <a:pt x="1208713" y="124898"/>
                  <a:pt x="1209702" y="124759"/>
                  <a:pt x="1210753" y="124573"/>
                </a:cubicBezTo>
                <a:lnTo>
                  <a:pt x="1210753" y="136994"/>
                </a:lnTo>
                <a:cubicBezTo>
                  <a:pt x="1208157" y="137735"/>
                  <a:pt x="1206180" y="138199"/>
                  <a:pt x="1204821" y="138384"/>
                </a:cubicBezTo>
                <a:cubicBezTo>
                  <a:pt x="1203461" y="138569"/>
                  <a:pt x="1201607" y="138662"/>
                  <a:pt x="1199259" y="138662"/>
                </a:cubicBezTo>
                <a:cubicBezTo>
                  <a:pt x="1193513" y="138662"/>
                  <a:pt x="1189342" y="136610"/>
                  <a:pt x="1186746" y="132507"/>
                </a:cubicBezTo>
                <a:cubicBezTo>
                  <a:pt x="1185387" y="130331"/>
                  <a:pt x="1184429" y="127254"/>
                  <a:pt x="1183873" y="123276"/>
                </a:cubicBezTo>
                <a:cubicBezTo>
                  <a:pt x="1180474" y="127775"/>
                  <a:pt x="1175593" y="131680"/>
                  <a:pt x="1169228" y="134992"/>
                </a:cubicBezTo>
                <a:cubicBezTo>
                  <a:pt x="1162864" y="138304"/>
                  <a:pt x="1155850" y="139960"/>
                  <a:pt x="1148188" y="139960"/>
                </a:cubicBezTo>
                <a:cubicBezTo>
                  <a:pt x="1138981" y="139960"/>
                  <a:pt x="1131458" y="137155"/>
                  <a:pt x="1125618" y="131545"/>
                </a:cubicBezTo>
                <a:cubicBezTo>
                  <a:pt x="1119779" y="125936"/>
                  <a:pt x="1116859" y="118916"/>
                  <a:pt x="1116859" y="110488"/>
                </a:cubicBezTo>
                <a:cubicBezTo>
                  <a:pt x="1116859" y="101252"/>
                  <a:pt x="1119733" y="94092"/>
                  <a:pt x="1125479" y="89010"/>
                </a:cubicBezTo>
                <a:cubicBezTo>
                  <a:pt x="1131226" y="83927"/>
                  <a:pt x="1138765" y="80797"/>
                  <a:pt x="1148095" y="79619"/>
                </a:cubicBezTo>
                <a:lnTo>
                  <a:pt x="1174697" y="76283"/>
                </a:lnTo>
                <a:moveTo>
                  <a:pt x="1160886" y="34665"/>
                </a:moveTo>
                <a:lnTo>
                  <a:pt x="1160886" y="34665"/>
                </a:lnTo>
                <a:close/>
                <a:moveTo>
                  <a:pt x="1230374" y="9454"/>
                </a:moveTo>
                <a:lnTo>
                  <a:pt x="1247243" y="9454"/>
                </a:lnTo>
                <a:lnTo>
                  <a:pt x="1247243" y="37075"/>
                </a:lnTo>
                <a:lnTo>
                  <a:pt x="1263093" y="37075"/>
                </a:lnTo>
                <a:lnTo>
                  <a:pt x="1263093" y="50793"/>
                </a:lnTo>
                <a:lnTo>
                  <a:pt x="1247243" y="50793"/>
                </a:lnTo>
                <a:lnTo>
                  <a:pt x="1247243" y="115501"/>
                </a:lnTo>
                <a:cubicBezTo>
                  <a:pt x="1247243" y="118956"/>
                  <a:pt x="1248417" y="121269"/>
                  <a:pt x="1250765" y="122441"/>
                </a:cubicBezTo>
                <a:cubicBezTo>
                  <a:pt x="1252063" y="123121"/>
                  <a:pt x="1254226" y="123461"/>
                  <a:pt x="1257253" y="123461"/>
                </a:cubicBezTo>
                <a:cubicBezTo>
                  <a:pt x="1258057" y="123461"/>
                  <a:pt x="1258922" y="123441"/>
                  <a:pt x="1259849" y="123400"/>
                </a:cubicBezTo>
                <a:cubicBezTo>
                  <a:pt x="1260776" y="123358"/>
                  <a:pt x="1261857" y="123254"/>
                  <a:pt x="1263093" y="123090"/>
                </a:cubicBezTo>
                <a:lnTo>
                  <a:pt x="1263093" y="136437"/>
                </a:lnTo>
                <a:cubicBezTo>
                  <a:pt x="1261177" y="137026"/>
                  <a:pt x="1259184" y="137451"/>
                  <a:pt x="1257114" y="137712"/>
                </a:cubicBezTo>
                <a:cubicBezTo>
                  <a:pt x="1255044" y="137975"/>
                  <a:pt x="1252804" y="138106"/>
                  <a:pt x="1250394" y="138106"/>
                </a:cubicBezTo>
                <a:cubicBezTo>
                  <a:pt x="1242609" y="138106"/>
                  <a:pt x="1237325" y="136111"/>
                  <a:pt x="1234545" y="132122"/>
                </a:cubicBezTo>
                <a:cubicBezTo>
                  <a:pt x="1231764" y="128132"/>
                  <a:pt x="1230374" y="122951"/>
                  <a:pt x="1230374" y="116579"/>
                </a:cubicBezTo>
                <a:lnTo>
                  <a:pt x="1230374" y="50793"/>
                </a:lnTo>
                <a:lnTo>
                  <a:pt x="1216934" y="50793"/>
                </a:lnTo>
                <a:lnTo>
                  <a:pt x="1216934" y="37075"/>
                </a:lnTo>
                <a:lnTo>
                  <a:pt x="1230374" y="37075"/>
                </a:lnTo>
                <a:lnTo>
                  <a:pt x="1230374" y="9454"/>
                </a:lnTo>
                <a:close/>
                <a:moveTo>
                  <a:pt x="1279809" y="37632"/>
                </a:moveTo>
                <a:lnTo>
                  <a:pt x="1296771" y="37632"/>
                </a:lnTo>
                <a:lnTo>
                  <a:pt x="1296771" y="136437"/>
                </a:lnTo>
                <a:lnTo>
                  <a:pt x="1279809" y="136437"/>
                </a:lnTo>
                <a:lnTo>
                  <a:pt x="1279809" y="37632"/>
                </a:lnTo>
                <a:moveTo>
                  <a:pt x="1279809" y="185"/>
                </a:moveTo>
                <a:lnTo>
                  <a:pt x="1296771" y="185"/>
                </a:lnTo>
                <a:lnTo>
                  <a:pt x="1296771" y="19094"/>
                </a:lnTo>
                <a:lnTo>
                  <a:pt x="1279809" y="19094"/>
                </a:lnTo>
                <a:lnTo>
                  <a:pt x="1279809" y="185"/>
                </a:lnTo>
                <a:close/>
                <a:moveTo>
                  <a:pt x="1361343" y="125500"/>
                </a:moveTo>
                <a:cubicBezTo>
                  <a:pt x="1372403" y="125500"/>
                  <a:pt x="1379988" y="121309"/>
                  <a:pt x="1384098" y="112926"/>
                </a:cubicBezTo>
                <a:cubicBezTo>
                  <a:pt x="1388207" y="104544"/>
                  <a:pt x="1390261" y="95217"/>
                  <a:pt x="1390261" y="84946"/>
                </a:cubicBezTo>
                <a:cubicBezTo>
                  <a:pt x="1390261" y="75666"/>
                  <a:pt x="1388778" y="68118"/>
                  <a:pt x="1385812" y="62304"/>
                </a:cubicBezTo>
                <a:cubicBezTo>
                  <a:pt x="1381116" y="53147"/>
                  <a:pt x="1373021" y="48569"/>
                  <a:pt x="1361528" y="48569"/>
                </a:cubicBezTo>
                <a:cubicBezTo>
                  <a:pt x="1351332" y="48569"/>
                  <a:pt x="1343917" y="52467"/>
                  <a:pt x="1339283" y="60262"/>
                </a:cubicBezTo>
                <a:cubicBezTo>
                  <a:pt x="1334648" y="68057"/>
                  <a:pt x="1332331" y="77462"/>
                  <a:pt x="1332331" y="88474"/>
                </a:cubicBezTo>
                <a:cubicBezTo>
                  <a:pt x="1332331" y="99052"/>
                  <a:pt x="1334648" y="107868"/>
                  <a:pt x="1339283" y="114922"/>
                </a:cubicBezTo>
                <a:cubicBezTo>
                  <a:pt x="1343917" y="121974"/>
                  <a:pt x="1351270" y="125500"/>
                  <a:pt x="1361343" y="125500"/>
                </a:cubicBezTo>
                <a:moveTo>
                  <a:pt x="1361991" y="34109"/>
                </a:moveTo>
                <a:cubicBezTo>
                  <a:pt x="1374782" y="34109"/>
                  <a:pt x="1385596" y="38377"/>
                  <a:pt x="1394432" y="46912"/>
                </a:cubicBezTo>
                <a:cubicBezTo>
                  <a:pt x="1403269" y="55447"/>
                  <a:pt x="1407687" y="68001"/>
                  <a:pt x="1407687" y="84575"/>
                </a:cubicBezTo>
                <a:cubicBezTo>
                  <a:pt x="1407687" y="100595"/>
                  <a:pt x="1403794" y="113831"/>
                  <a:pt x="1396008" y="124284"/>
                </a:cubicBezTo>
                <a:cubicBezTo>
                  <a:pt x="1388222" y="134734"/>
                  <a:pt x="1376142" y="139960"/>
                  <a:pt x="1359767" y="139960"/>
                </a:cubicBezTo>
                <a:cubicBezTo>
                  <a:pt x="1346111" y="139960"/>
                  <a:pt x="1335266" y="135337"/>
                  <a:pt x="1327233" y="126091"/>
                </a:cubicBezTo>
                <a:cubicBezTo>
                  <a:pt x="1319200" y="116845"/>
                  <a:pt x="1315184" y="104430"/>
                  <a:pt x="1315184" y="88845"/>
                </a:cubicBezTo>
                <a:cubicBezTo>
                  <a:pt x="1315184" y="72145"/>
                  <a:pt x="1319416" y="58848"/>
                  <a:pt x="1327882" y="48954"/>
                </a:cubicBezTo>
                <a:cubicBezTo>
                  <a:pt x="1336348" y="39058"/>
                  <a:pt x="1347717" y="34109"/>
                  <a:pt x="1361991" y="34109"/>
                </a:cubicBezTo>
                <a:moveTo>
                  <a:pt x="1361435" y="34665"/>
                </a:moveTo>
                <a:lnTo>
                  <a:pt x="1361435" y="34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B3C03-32D2-4851-BB65-B1685BA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2391427"/>
            <a:ext cx="1011140" cy="10"/>
          </a:xfrm>
          <a:custGeom xmlns:a="http://schemas.openxmlformats.org/drawingml/2006/main">
            <a:pathLst>
              <a:path w="1011140" h="1" fill="none">
                <a:moveTo>
                  <a:pt x="0" y="0"/>
                </a:moveTo>
                <a:lnTo>
                  <a:pt x="1011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B3192-4A0D-433D-B442-505260B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CE6A0-9506-4AF2-9886-63F31BEE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292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915EF-1FCB-404E-934C-48BC05B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54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81AC6-C13B-47DE-A68E-6872E6F5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15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E6BFD-4B67-432B-AC11-AEE6BCC1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634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A8DED-EB0D-46BA-BE6D-E7B4BD36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713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6F1FA-DB01-4289-8683-2858994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63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B5A52-EA87-4D5C-A34D-6B9202C2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290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95675-0EB4-461F-BBF1-D309B953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907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A8A10-F0F7-4EDD-8838-D42B22FA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952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3DAB6-CA05-4B3F-BB23-33BAB0C3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371" y="239142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0499A2-AA2D-4CAA-865D-7B4642C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2391427"/>
            <a:ext cx="1011140" cy="10"/>
          </a:xfrm>
          <a:custGeom xmlns:a="http://schemas.openxmlformats.org/drawingml/2006/main">
            <a:pathLst>
              <a:path w="1011140" h="1" fill="none">
                <a:moveTo>
                  <a:pt x="0" y="0"/>
                </a:moveTo>
                <a:lnTo>
                  <a:pt x="10111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6" name="Text 00.70.9">
            <a:extLst xmlns:a="http://schemas.openxmlformats.org/drawingml/2006/main">
              <a:ext uri="{FF2B5EF4-FFF2-40B4-BE49-F238E27FC236}">
                <a16:creationId xmlns:a16="http://schemas.microsoft.com/office/drawing/2014/main" id="{93EC40DC-D6FF-4EC6-B1C3-15F03EC7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98" y="2530918"/>
            <a:ext cx="927150" cy="113852"/>
          </a:xfrm>
          <a:custGeom xmlns:a="http://schemas.openxmlformats.org/drawingml/2006/main">
            <a:pathLst>
              <a:path w="927150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343942" y="0"/>
                </a:moveTo>
                <a:cubicBezTo>
                  <a:pt x="358258" y="0"/>
                  <a:pt x="368608" y="5908"/>
                  <a:pt x="374993" y="17724"/>
                </a:cubicBezTo>
                <a:cubicBezTo>
                  <a:pt x="379936" y="26856"/>
                  <a:pt x="382408" y="39369"/>
                  <a:pt x="382408" y="55263"/>
                </a:cubicBezTo>
                <a:cubicBezTo>
                  <a:pt x="382408" y="70330"/>
                  <a:pt x="380168" y="82790"/>
                  <a:pt x="375688" y="92645"/>
                </a:cubicBezTo>
                <a:cubicBezTo>
                  <a:pt x="369200" y="106783"/>
                  <a:pt x="358592" y="113852"/>
                  <a:pt x="343865" y="113852"/>
                </a:cubicBezTo>
                <a:cubicBezTo>
                  <a:pt x="330580" y="113852"/>
                  <a:pt x="320693" y="108073"/>
                  <a:pt x="314205" y="96514"/>
                </a:cubicBezTo>
                <a:cubicBezTo>
                  <a:pt x="308798" y="86866"/>
                  <a:pt x="306095" y="73915"/>
                  <a:pt x="306095" y="57662"/>
                </a:cubicBezTo>
                <a:cubicBezTo>
                  <a:pt x="306095" y="45072"/>
                  <a:pt x="307717" y="34262"/>
                  <a:pt x="310961" y="25231"/>
                </a:cubicBezTo>
                <a:cubicBezTo>
                  <a:pt x="317037" y="8410"/>
                  <a:pt x="328031" y="0"/>
                  <a:pt x="343942" y="0"/>
                </a:cubicBezTo>
                <a:moveTo>
                  <a:pt x="343788" y="101185"/>
                </a:moveTo>
                <a:cubicBezTo>
                  <a:pt x="350997" y="101185"/>
                  <a:pt x="356739" y="97990"/>
                  <a:pt x="361012" y="91600"/>
                </a:cubicBezTo>
                <a:cubicBezTo>
                  <a:pt x="365286" y="85208"/>
                  <a:pt x="367423" y="73303"/>
                  <a:pt x="367423" y="55883"/>
                </a:cubicBezTo>
                <a:cubicBezTo>
                  <a:pt x="367423" y="43308"/>
                  <a:pt x="365879" y="32962"/>
                  <a:pt x="362789" y="24845"/>
                </a:cubicBezTo>
                <a:cubicBezTo>
                  <a:pt x="359699" y="16727"/>
                  <a:pt x="353700" y="12667"/>
                  <a:pt x="344792" y="12667"/>
                </a:cubicBezTo>
                <a:cubicBezTo>
                  <a:pt x="336605" y="12667"/>
                  <a:pt x="330618" y="16520"/>
                  <a:pt x="326834" y="24225"/>
                </a:cubicBezTo>
                <a:cubicBezTo>
                  <a:pt x="323049" y="31929"/>
                  <a:pt x="321156" y="43280"/>
                  <a:pt x="321156" y="58278"/>
                </a:cubicBezTo>
                <a:cubicBezTo>
                  <a:pt x="321156" y="69566"/>
                  <a:pt x="322367" y="78637"/>
                  <a:pt x="324787" y="85491"/>
                </a:cubicBezTo>
                <a:cubicBezTo>
                  <a:pt x="328494" y="95953"/>
                  <a:pt x="334828" y="101185"/>
                  <a:pt x="343788" y="101185"/>
                </a:cubicBezTo>
                <a:close/>
                <a:moveTo>
                  <a:pt x="402621" y="93924"/>
                </a:moveTo>
                <a:lnTo>
                  <a:pt x="418764" y="93924"/>
                </a:lnTo>
                <a:lnTo>
                  <a:pt x="418764" y="110763"/>
                </a:lnTo>
                <a:lnTo>
                  <a:pt x="402621" y="110763"/>
                </a:lnTo>
                <a:lnTo>
                  <a:pt x="402621" y="93924"/>
                </a:lnTo>
                <a:close/>
                <a:moveTo>
                  <a:pt x="515804" y="2008"/>
                </a:moveTo>
                <a:lnTo>
                  <a:pt x="515804" y="14203"/>
                </a:lnTo>
                <a:cubicBezTo>
                  <a:pt x="512251" y="17608"/>
                  <a:pt x="507527" y="23584"/>
                  <a:pt x="501631" y="32132"/>
                </a:cubicBezTo>
                <a:cubicBezTo>
                  <a:pt x="495735" y="40680"/>
                  <a:pt x="490521" y="49897"/>
                  <a:pt x="485990" y="59784"/>
                </a:cubicBezTo>
                <a:cubicBezTo>
                  <a:pt x="481510" y="69413"/>
                  <a:pt x="478111" y="78193"/>
                  <a:pt x="475794" y="86123"/>
                </a:cubicBezTo>
                <a:cubicBezTo>
                  <a:pt x="474301" y="91221"/>
                  <a:pt x="472370" y="99434"/>
                  <a:pt x="470001" y="110763"/>
                </a:cubicBezTo>
                <a:lnTo>
                  <a:pt x="454630" y="110763"/>
                </a:lnTo>
                <a:cubicBezTo>
                  <a:pt x="458132" y="89668"/>
                  <a:pt x="465856" y="68676"/>
                  <a:pt x="477802" y="47785"/>
                </a:cubicBezTo>
                <a:cubicBezTo>
                  <a:pt x="484857" y="35539"/>
                  <a:pt x="492272" y="24966"/>
                  <a:pt x="500047" y="16066"/>
                </a:cubicBezTo>
                <a:lnTo>
                  <a:pt x="438873" y="16066"/>
                </a:lnTo>
                <a:lnTo>
                  <a:pt x="438873" y="2008"/>
                </a:lnTo>
                <a:lnTo>
                  <a:pt x="515804" y="2008"/>
                </a:lnTo>
                <a:close/>
                <a:moveTo>
                  <a:pt x="757605" y="0"/>
                </a:moveTo>
                <a:cubicBezTo>
                  <a:pt x="771920" y="0"/>
                  <a:pt x="782270" y="5908"/>
                  <a:pt x="788655" y="17724"/>
                </a:cubicBezTo>
                <a:cubicBezTo>
                  <a:pt x="793599" y="26856"/>
                  <a:pt x="796070" y="39369"/>
                  <a:pt x="796070" y="55263"/>
                </a:cubicBezTo>
                <a:cubicBezTo>
                  <a:pt x="796070" y="70330"/>
                  <a:pt x="793830" y="82790"/>
                  <a:pt x="789350" y="92645"/>
                </a:cubicBezTo>
                <a:cubicBezTo>
                  <a:pt x="782862" y="106783"/>
                  <a:pt x="772255" y="113852"/>
                  <a:pt x="757527" y="113852"/>
                </a:cubicBezTo>
                <a:cubicBezTo>
                  <a:pt x="744242" y="113852"/>
                  <a:pt x="734355" y="108073"/>
                  <a:pt x="727867" y="96514"/>
                </a:cubicBezTo>
                <a:cubicBezTo>
                  <a:pt x="722460" y="86866"/>
                  <a:pt x="719757" y="73915"/>
                  <a:pt x="719757" y="57662"/>
                </a:cubicBezTo>
                <a:cubicBezTo>
                  <a:pt x="719757" y="45072"/>
                  <a:pt x="721379" y="34262"/>
                  <a:pt x="724623" y="25231"/>
                </a:cubicBezTo>
                <a:cubicBezTo>
                  <a:pt x="730699" y="8410"/>
                  <a:pt x="741693" y="0"/>
                  <a:pt x="757605" y="0"/>
                </a:cubicBezTo>
                <a:moveTo>
                  <a:pt x="757450" y="101185"/>
                </a:moveTo>
                <a:cubicBezTo>
                  <a:pt x="764659" y="101185"/>
                  <a:pt x="770401" y="97990"/>
                  <a:pt x="774675" y="91600"/>
                </a:cubicBezTo>
                <a:cubicBezTo>
                  <a:pt x="778949" y="85208"/>
                  <a:pt x="781086" y="73303"/>
                  <a:pt x="781086" y="55883"/>
                </a:cubicBezTo>
                <a:cubicBezTo>
                  <a:pt x="781086" y="43308"/>
                  <a:pt x="779541" y="32962"/>
                  <a:pt x="776451" y="24845"/>
                </a:cubicBezTo>
                <a:cubicBezTo>
                  <a:pt x="773362" y="16727"/>
                  <a:pt x="767363" y="12667"/>
                  <a:pt x="758454" y="12667"/>
                </a:cubicBezTo>
                <a:cubicBezTo>
                  <a:pt x="750267" y="12667"/>
                  <a:pt x="744281" y="16520"/>
                  <a:pt x="740496" y="24225"/>
                </a:cubicBezTo>
                <a:cubicBezTo>
                  <a:pt x="736711" y="31929"/>
                  <a:pt x="734819" y="43280"/>
                  <a:pt x="734819" y="58278"/>
                </a:cubicBezTo>
                <a:cubicBezTo>
                  <a:pt x="734819" y="69566"/>
                  <a:pt x="736029" y="78637"/>
                  <a:pt x="738449" y="85491"/>
                </a:cubicBezTo>
                <a:cubicBezTo>
                  <a:pt x="742157" y="95953"/>
                  <a:pt x="748490" y="101185"/>
                  <a:pt x="757450" y="101185"/>
                </a:cubicBezTo>
                <a:close/>
                <a:moveTo>
                  <a:pt x="816283" y="93924"/>
                </a:moveTo>
                <a:lnTo>
                  <a:pt x="832426" y="93924"/>
                </a:lnTo>
                <a:lnTo>
                  <a:pt x="832426" y="110763"/>
                </a:lnTo>
                <a:lnTo>
                  <a:pt x="816283" y="110763"/>
                </a:lnTo>
                <a:lnTo>
                  <a:pt x="816283" y="93924"/>
                </a:lnTo>
                <a:close/>
                <a:moveTo>
                  <a:pt x="867752" y="84038"/>
                </a:moveTo>
                <a:cubicBezTo>
                  <a:pt x="868164" y="91710"/>
                  <a:pt x="871125" y="97014"/>
                  <a:pt x="876635" y="99949"/>
                </a:cubicBezTo>
                <a:cubicBezTo>
                  <a:pt x="879467" y="101494"/>
                  <a:pt x="882659" y="102266"/>
                  <a:pt x="886212" y="102266"/>
                </a:cubicBezTo>
                <a:cubicBezTo>
                  <a:pt x="892855" y="102266"/>
                  <a:pt x="898519" y="99499"/>
                  <a:pt x="903205" y="93963"/>
                </a:cubicBezTo>
                <a:cubicBezTo>
                  <a:pt x="907891" y="88427"/>
                  <a:pt x="911212" y="77189"/>
                  <a:pt x="913169" y="60248"/>
                </a:cubicBezTo>
                <a:cubicBezTo>
                  <a:pt x="910080" y="65139"/>
                  <a:pt x="906256" y="68577"/>
                  <a:pt x="901699" y="70559"/>
                </a:cubicBezTo>
                <a:cubicBezTo>
                  <a:pt x="897142" y="72542"/>
                  <a:pt x="892237" y="73533"/>
                  <a:pt x="886985" y="73533"/>
                </a:cubicBezTo>
                <a:cubicBezTo>
                  <a:pt x="876326" y="73533"/>
                  <a:pt x="867893" y="70212"/>
                  <a:pt x="861689" y="63569"/>
                </a:cubicBezTo>
                <a:cubicBezTo>
                  <a:pt x="855484" y="56926"/>
                  <a:pt x="852381" y="48378"/>
                  <a:pt x="852381" y="37925"/>
                </a:cubicBezTo>
                <a:cubicBezTo>
                  <a:pt x="852381" y="27884"/>
                  <a:pt x="855445" y="19053"/>
                  <a:pt x="861573" y="11432"/>
                </a:cubicBezTo>
                <a:cubicBezTo>
                  <a:pt x="867700" y="3811"/>
                  <a:pt x="876738" y="0"/>
                  <a:pt x="888684" y="0"/>
                </a:cubicBezTo>
                <a:cubicBezTo>
                  <a:pt x="904802" y="0"/>
                  <a:pt x="915924" y="7261"/>
                  <a:pt x="922052" y="21782"/>
                </a:cubicBezTo>
                <a:cubicBezTo>
                  <a:pt x="925450" y="29763"/>
                  <a:pt x="927150" y="39753"/>
                  <a:pt x="927150" y="51751"/>
                </a:cubicBezTo>
                <a:cubicBezTo>
                  <a:pt x="927150" y="65294"/>
                  <a:pt x="925116" y="77292"/>
                  <a:pt x="921048" y="87745"/>
                </a:cubicBezTo>
                <a:cubicBezTo>
                  <a:pt x="914302" y="105150"/>
                  <a:pt x="902871" y="113852"/>
                  <a:pt x="886753" y="113852"/>
                </a:cubicBezTo>
                <a:cubicBezTo>
                  <a:pt x="875939" y="113852"/>
                  <a:pt x="867726" y="111020"/>
                  <a:pt x="862113" y="105356"/>
                </a:cubicBezTo>
                <a:cubicBezTo>
                  <a:pt x="856501" y="99692"/>
                  <a:pt x="853694" y="92585"/>
                  <a:pt x="853694" y="84038"/>
                </a:cubicBezTo>
                <a:lnTo>
                  <a:pt x="867752" y="84038"/>
                </a:lnTo>
                <a:moveTo>
                  <a:pt x="888839" y="61329"/>
                </a:moveTo>
                <a:cubicBezTo>
                  <a:pt x="894348" y="61329"/>
                  <a:pt x="899382" y="59514"/>
                  <a:pt x="903939" y="55883"/>
                </a:cubicBezTo>
                <a:cubicBezTo>
                  <a:pt x="908496" y="52253"/>
                  <a:pt x="910775" y="45907"/>
                  <a:pt x="910775" y="36844"/>
                </a:cubicBezTo>
                <a:cubicBezTo>
                  <a:pt x="910775" y="28708"/>
                  <a:pt x="908728" y="22644"/>
                  <a:pt x="904634" y="18654"/>
                </a:cubicBezTo>
                <a:cubicBezTo>
                  <a:pt x="900540" y="14663"/>
                  <a:pt x="895327" y="12667"/>
                  <a:pt x="888993" y="12667"/>
                </a:cubicBezTo>
                <a:cubicBezTo>
                  <a:pt x="882196" y="12667"/>
                  <a:pt x="876802" y="14946"/>
                  <a:pt x="872811" y="19503"/>
                </a:cubicBezTo>
                <a:cubicBezTo>
                  <a:pt x="868820" y="24060"/>
                  <a:pt x="866825" y="30150"/>
                  <a:pt x="866825" y="37771"/>
                </a:cubicBezTo>
                <a:cubicBezTo>
                  <a:pt x="866825" y="44980"/>
                  <a:pt x="868576" y="50708"/>
                  <a:pt x="872077" y="54957"/>
                </a:cubicBezTo>
                <a:cubicBezTo>
                  <a:pt x="875579" y="59205"/>
                  <a:pt x="881166" y="61329"/>
                  <a:pt x="888839" y="613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4C940-D6D6-4D99-9A3A-A3B4A35A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071637"/>
            <a:ext cx="235384" cy="10"/>
          </a:xfrm>
          <a:custGeom xmlns:a="http://schemas.openxmlformats.org/drawingml/2006/main">
            <a:pathLst>
              <a:path w="235384" h="1" fill="none">
                <a:moveTo>
                  <a:pt x="0" y="0"/>
                </a:moveTo>
                <a:lnTo>
                  <a:pt x="2353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C0613-CA09-4D21-96CE-C4EE32F1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87EF2-7A85-4C7C-B174-82D65C0D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020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70F02-A231-41DF-A957-5DDC7DCB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957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B996D4-51BB-4914-9ECC-7DF0C053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30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B2D36-F140-4AD9-BFCE-109DF043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232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0821C-1164-4757-B230-CCE5E255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53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C0BBA-FFAE-4DD2-9847-35346ED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435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3DC48-5CE8-4BEF-99C7-B20B0EA1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559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DBB5C-FE70-4653-A7FC-D89C098A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525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3779C-C13B-471C-AB57-F2253126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649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B97C3-B1AF-409C-8179-13F2EC48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615" y="307163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02C8B-39A9-47BD-AE97-6AA22807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071637"/>
            <a:ext cx="235384" cy="10"/>
          </a:xfrm>
          <a:custGeom xmlns:a="http://schemas.openxmlformats.org/drawingml/2006/main">
            <a:pathLst>
              <a:path w="235384" h="1" fill="none">
                <a:moveTo>
                  <a:pt x="0" y="0"/>
                </a:moveTo>
                <a:lnTo>
                  <a:pt x="2353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0" name="Text 01">
            <a:extLst xmlns:a="http://schemas.openxmlformats.org/drawingml/2006/main">
              <a:ext uri="{FF2B5EF4-FFF2-40B4-BE49-F238E27FC236}">
                <a16:creationId xmlns:a16="http://schemas.microsoft.com/office/drawing/2014/main" id="{E4527FC7-50EF-40BD-A282-3477831E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98" y="3211128"/>
            <a:ext cx="286440" cy="113852"/>
          </a:xfrm>
          <a:custGeom xmlns:a="http://schemas.openxmlformats.org/drawingml/2006/main">
            <a:pathLst>
              <a:path w="286440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245580" y="32441"/>
                </a:moveTo>
                <a:lnTo>
                  <a:pt x="245580" y="21782"/>
                </a:lnTo>
                <a:cubicBezTo>
                  <a:pt x="255621" y="20803"/>
                  <a:pt x="262624" y="19168"/>
                  <a:pt x="266589" y="16877"/>
                </a:cubicBezTo>
                <a:cubicBezTo>
                  <a:pt x="270554" y="14586"/>
                  <a:pt x="273515" y="9166"/>
                  <a:pt x="275472" y="618"/>
                </a:cubicBezTo>
                <a:lnTo>
                  <a:pt x="286440" y="618"/>
                </a:lnTo>
                <a:lnTo>
                  <a:pt x="286440" y="110763"/>
                </a:lnTo>
                <a:lnTo>
                  <a:pt x="271610" y="110763"/>
                </a:lnTo>
                <a:lnTo>
                  <a:pt x="271610" y="32441"/>
                </a:lnTo>
                <a:lnTo>
                  <a:pt x="245580" y="3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1A5B3-4223-4918-B380-B7B21F93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751847"/>
            <a:ext cx="974915" cy="10"/>
          </a:xfrm>
          <a:custGeom xmlns:a="http://schemas.openxmlformats.org/drawingml/2006/main">
            <a:pathLst>
              <a:path w="974915" h="1" fill="none">
                <a:moveTo>
                  <a:pt x="0" y="0"/>
                </a:moveTo>
                <a:lnTo>
                  <a:pt x="974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2FE52-00BE-40BC-AF58-15C27248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0EFF6-2BAD-4515-9A6D-83593A14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647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4687C-8CB7-42B6-B084-000FE90F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063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35A8E-558B-494B-A533-F47073E5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37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05D51-CE8D-41D8-8C9C-3B3B1E3B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630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DF6F08-DC5E-4C78-A32E-5E01CE73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03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16F90-6D40-43A4-9821-39625229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502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18F55-0606-4271-B7C6-F3A06F7D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043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F0C94-B437-498F-B3C9-34FE755A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584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E5C9A-90A8-4AF7-94BB-A5A6B539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283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AF44D-0C57-4096-9F79-C9D8C14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824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B852A-7E1C-4BE3-A0A8-9AB283C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365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E60B0-3BC6-4478-90EB-13D5807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064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4B682-26FD-42A2-BD02-B95CE6F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605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2E72B-19E0-4198-A786-8CD9E1C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146" y="375184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5D2A0-FCD3-4F6C-9A2D-92C9D05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3751847"/>
            <a:ext cx="974915" cy="10"/>
          </a:xfrm>
          <a:custGeom xmlns:a="http://schemas.openxmlformats.org/drawingml/2006/main">
            <a:pathLst>
              <a:path w="974915" h="1" fill="none">
                <a:moveTo>
                  <a:pt x="0" y="0"/>
                </a:moveTo>
                <a:lnTo>
                  <a:pt x="9749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38" name="Text diffavgfailure">
            <a:extLst xmlns:a="http://schemas.openxmlformats.org/drawingml/2006/main">
              <a:ext uri="{FF2B5EF4-FFF2-40B4-BE49-F238E27FC236}">
                <a16:creationId xmlns:a16="http://schemas.microsoft.com/office/drawing/2014/main" id="{C3522CF4-991E-4892-88AE-DD8BAB5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6" y="4342378"/>
            <a:ext cx="1158765" cy="180001"/>
          </a:xfrm>
          <a:custGeom xmlns:a="http://schemas.openxmlformats.org/drawingml/2006/main">
            <a:pathLst>
              <a:path w="1158765" h="180001">
                <a:moveTo>
                  <a:pt x="17611" y="89444"/>
                </a:moveTo>
                <a:cubicBezTo>
                  <a:pt x="17611" y="100100"/>
                  <a:pt x="19866" y="109020"/>
                  <a:pt x="24377" y="116205"/>
                </a:cubicBezTo>
                <a:cubicBezTo>
                  <a:pt x="28888" y="123391"/>
                  <a:pt x="36118" y="126983"/>
                  <a:pt x="46066" y="126983"/>
                </a:cubicBezTo>
                <a:cubicBezTo>
                  <a:pt x="53790" y="126983"/>
                  <a:pt x="60139" y="123654"/>
                  <a:pt x="65114" y="116996"/>
                </a:cubicBezTo>
                <a:cubicBezTo>
                  <a:pt x="70088" y="110336"/>
                  <a:pt x="72575" y="100780"/>
                  <a:pt x="72575" y="88329"/>
                </a:cubicBezTo>
                <a:cubicBezTo>
                  <a:pt x="72575" y="75754"/>
                  <a:pt x="70011" y="66448"/>
                  <a:pt x="64882" y="60410"/>
                </a:cubicBezTo>
                <a:cubicBezTo>
                  <a:pt x="59753" y="54370"/>
                  <a:pt x="53419" y="51349"/>
                  <a:pt x="45881" y="51349"/>
                </a:cubicBezTo>
                <a:cubicBezTo>
                  <a:pt x="37477" y="51349"/>
                  <a:pt x="30664" y="54570"/>
                  <a:pt x="25443" y="61012"/>
                </a:cubicBezTo>
                <a:cubicBezTo>
                  <a:pt x="20222" y="67454"/>
                  <a:pt x="17611" y="76931"/>
                  <a:pt x="17611" y="89444"/>
                </a:cubicBezTo>
                <a:moveTo>
                  <a:pt x="42729" y="36890"/>
                </a:moveTo>
                <a:cubicBezTo>
                  <a:pt x="50330" y="36890"/>
                  <a:pt x="56694" y="38486"/>
                  <a:pt x="61823" y="41678"/>
                </a:cubicBezTo>
                <a:cubicBezTo>
                  <a:pt x="64789" y="43520"/>
                  <a:pt x="68157" y="46744"/>
                  <a:pt x="71926" y="51349"/>
                </a:cubicBezTo>
                <a:lnTo>
                  <a:pt x="71926" y="1483"/>
                </a:lnTo>
                <a:lnTo>
                  <a:pt x="87961" y="1483"/>
                </a:lnTo>
                <a:lnTo>
                  <a:pt x="87961" y="137920"/>
                </a:lnTo>
                <a:lnTo>
                  <a:pt x="72946" y="137920"/>
                </a:lnTo>
                <a:lnTo>
                  <a:pt x="72946" y="124197"/>
                </a:lnTo>
                <a:cubicBezTo>
                  <a:pt x="69053" y="130283"/>
                  <a:pt x="64449" y="134679"/>
                  <a:pt x="59135" y="137385"/>
                </a:cubicBezTo>
                <a:cubicBezTo>
                  <a:pt x="53821" y="140090"/>
                  <a:pt x="47735" y="141443"/>
                  <a:pt x="40876" y="141443"/>
                </a:cubicBezTo>
                <a:cubicBezTo>
                  <a:pt x="29815" y="141443"/>
                  <a:pt x="20237" y="136793"/>
                  <a:pt x="12142" y="127493"/>
                </a:cubicBezTo>
                <a:cubicBezTo>
                  <a:pt x="4047" y="118193"/>
                  <a:pt x="0" y="105819"/>
                  <a:pt x="0" y="90371"/>
                </a:cubicBezTo>
                <a:cubicBezTo>
                  <a:pt x="0" y="75912"/>
                  <a:pt x="3692" y="63383"/>
                  <a:pt x="11076" y="52786"/>
                </a:cubicBezTo>
                <a:cubicBezTo>
                  <a:pt x="18460" y="42189"/>
                  <a:pt x="29011" y="36890"/>
                  <a:pt x="42729" y="36890"/>
                </a:cubicBezTo>
                <a:close/>
                <a:moveTo>
                  <a:pt x="112588" y="39115"/>
                </a:moveTo>
                <a:lnTo>
                  <a:pt x="129550" y="39115"/>
                </a:lnTo>
                <a:lnTo>
                  <a:pt x="129550" y="137920"/>
                </a:lnTo>
                <a:lnTo>
                  <a:pt x="112588" y="137920"/>
                </a:lnTo>
                <a:lnTo>
                  <a:pt x="112588" y="39115"/>
                </a:lnTo>
                <a:moveTo>
                  <a:pt x="112588" y="1668"/>
                </a:moveTo>
                <a:lnTo>
                  <a:pt x="129550" y="1668"/>
                </a:lnTo>
                <a:lnTo>
                  <a:pt x="129550" y="20577"/>
                </a:lnTo>
                <a:lnTo>
                  <a:pt x="112588" y="20577"/>
                </a:lnTo>
                <a:lnTo>
                  <a:pt x="112588" y="1668"/>
                </a:lnTo>
                <a:close/>
                <a:moveTo>
                  <a:pt x="158900" y="23615"/>
                </a:moveTo>
                <a:cubicBezTo>
                  <a:pt x="159147" y="16727"/>
                  <a:pt x="160352" y="11685"/>
                  <a:pt x="162515" y="8487"/>
                </a:cubicBezTo>
                <a:cubicBezTo>
                  <a:pt x="166408" y="2829"/>
                  <a:pt x="173916" y="0"/>
                  <a:pt x="185038" y="0"/>
                </a:cubicBezTo>
                <a:cubicBezTo>
                  <a:pt x="186089" y="0"/>
                  <a:pt x="187170" y="31"/>
                  <a:pt x="188282" y="93"/>
                </a:cubicBezTo>
                <a:cubicBezTo>
                  <a:pt x="189395" y="154"/>
                  <a:pt x="190661" y="247"/>
                  <a:pt x="192082" y="371"/>
                </a:cubicBezTo>
                <a:lnTo>
                  <a:pt x="192082" y="15572"/>
                </a:lnTo>
                <a:cubicBezTo>
                  <a:pt x="190352" y="15489"/>
                  <a:pt x="189101" y="15437"/>
                  <a:pt x="188329" y="15418"/>
                </a:cubicBezTo>
                <a:cubicBezTo>
                  <a:pt x="187556" y="15397"/>
                  <a:pt x="186830" y="15386"/>
                  <a:pt x="186150" y="15386"/>
                </a:cubicBezTo>
                <a:cubicBezTo>
                  <a:pt x="181083" y="15386"/>
                  <a:pt x="178056" y="16684"/>
                  <a:pt x="177067" y="19279"/>
                </a:cubicBezTo>
                <a:cubicBezTo>
                  <a:pt x="176078" y="21874"/>
                  <a:pt x="175584" y="28486"/>
                  <a:pt x="175584" y="39115"/>
                </a:cubicBezTo>
                <a:lnTo>
                  <a:pt x="192082" y="39115"/>
                </a:lnTo>
                <a:lnTo>
                  <a:pt x="192082" y="52276"/>
                </a:lnTo>
                <a:lnTo>
                  <a:pt x="175399" y="52276"/>
                </a:lnTo>
                <a:lnTo>
                  <a:pt x="175399" y="137920"/>
                </a:lnTo>
                <a:lnTo>
                  <a:pt x="158900" y="137920"/>
                </a:lnTo>
                <a:lnTo>
                  <a:pt x="158900" y="52276"/>
                </a:lnTo>
                <a:lnTo>
                  <a:pt x="145089" y="52276"/>
                </a:lnTo>
                <a:lnTo>
                  <a:pt x="145089" y="39115"/>
                </a:lnTo>
                <a:lnTo>
                  <a:pt x="158900" y="39115"/>
                </a:lnTo>
                <a:lnTo>
                  <a:pt x="158900" y="23615"/>
                </a:lnTo>
                <a:close/>
                <a:moveTo>
                  <a:pt x="211672" y="23615"/>
                </a:moveTo>
                <a:cubicBezTo>
                  <a:pt x="211919" y="16727"/>
                  <a:pt x="213124" y="11685"/>
                  <a:pt x="215286" y="8487"/>
                </a:cubicBezTo>
                <a:cubicBezTo>
                  <a:pt x="219179" y="2829"/>
                  <a:pt x="226687" y="0"/>
                  <a:pt x="237810" y="0"/>
                </a:cubicBezTo>
                <a:cubicBezTo>
                  <a:pt x="238860" y="0"/>
                  <a:pt x="239942" y="31"/>
                  <a:pt x="241054" y="93"/>
                </a:cubicBezTo>
                <a:cubicBezTo>
                  <a:pt x="242166" y="154"/>
                  <a:pt x="243433" y="247"/>
                  <a:pt x="244854" y="371"/>
                </a:cubicBezTo>
                <a:lnTo>
                  <a:pt x="244854" y="15572"/>
                </a:lnTo>
                <a:cubicBezTo>
                  <a:pt x="243124" y="15489"/>
                  <a:pt x="241873" y="15437"/>
                  <a:pt x="241100" y="15418"/>
                </a:cubicBezTo>
                <a:cubicBezTo>
                  <a:pt x="240328" y="15397"/>
                  <a:pt x="239602" y="15386"/>
                  <a:pt x="238922" y="15386"/>
                </a:cubicBezTo>
                <a:cubicBezTo>
                  <a:pt x="233855" y="15386"/>
                  <a:pt x="230827" y="16684"/>
                  <a:pt x="229839" y="19279"/>
                </a:cubicBezTo>
                <a:cubicBezTo>
                  <a:pt x="228850" y="21874"/>
                  <a:pt x="228356" y="28486"/>
                  <a:pt x="228356" y="39115"/>
                </a:cubicBezTo>
                <a:lnTo>
                  <a:pt x="244854" y="39115"/>
                </a:lnTo>
                <a:lnTo>
                  <a:pt x="244854" y="52276"/>
                </a:lnTo>
                <a:lnTo>
                  <a:pt x="228170" y="52276"/>
                </a:lnTo>
                <a:lnTo>
                  <a:pt x="228170" y="137920"/>
                </a:lnTo>
                <a:lnTo>
                  <a:pt x="211672" y="137920"/>
                </a:lnTo>
                <a:lnTo>
                  <a:pt x="211672" y="52276"/>
                </a:lnTo>
                <a:lnTo>
                  <a:pt x="197861" y="52276"/>
                </a:lnTo>
                <a:lnTo>
                  <a:pt x="197861" y="39115"/>
                </a:lnTo>
                <a:lnTo>
                  <a:pt x="211672" y="39115"/>
                </a:lnTo>
                <a:lnTo>
                  <a:pt x="211672" y="23615"/>
                </a:lnTo>
                <a:close/>
                <a:moveTo>
                  <a:pt x="325835" y="111551"/>
                </a:moveTo>
                <a:cubicBezTo>
                  <a:pt x="325835" y="116386"/>
                  <a:pt x="327596" y="120198"/>
                  <a:pt x="331118" y="122986"/>
                </a:cubicBezTo>
                <a:cubicBezTo>
                  <a:pt x="334640" y="125774"/>
                  <a:pt x="338811" y="127169"/>
                  <a:pt x="343631" y="127169"/>
                </a:cubicBezTo>
                <a:cubicBezTo>
                  <a:pt x="349501" y="127169"/>
                  <a:pt x="355186" y="125798"/>
                  <a:pt x="360686" y="123056"/>
                </a:cubicBezTo>
                <a:cubicBezTo>
                  <a:pt x="369955" y="118506"/>
                  <a:pt x="374589" y="111103"/>
                  <a:pt x="374589" y="100845"/>
                </a:cubicBezTo>
                <a:lnTo>
                  <a:pt x="374589" y="87405"/>
                </a:lnTo>
                <a:cubicBezTo>
                  <a:pt x="372550" y="88730"/>
                  <a:pt x="369924" y="89833"/>
                  <a:pt x="366710" y="90716"/>
                </a:cubicBezTo>
                <a:cubicBezTo>
                  <a:pt x="363497" y="91598"/>
                  <a:pt x="360346" y="92219"/>
                  <a:pt x="357256" y="92578"/>
                </a:cubicBezTo>
                <a:lnTo>
                  <a:pt x="347153" y="93838"/>
                </a:lnTo>
                <a:cubicBezTo>
                  <a:pt x="341098" y="94617"/>
                  <a:pt x="336556" y="95874"/>
                  <a:pt x="333528" y="97610"/>
                </a:cubicBezTo>
                <a:cubicBezTo>
                  <a:pt x="328399" y="100522"/>
                  <a:pt x="325835" y="105169"/>
                  <a:pt x="325835" y="111551"/>
                </a:cubicBezTo>
                <a:moveTo>
                  <a:pt x="366247" y="77766"/>
                </a:moveTo>
                <a:cubicBezTo>
                  <a:pt x="370078" y="77271"/>
                  <a:pt x="372643" y="75665"/>
                  <a:pt x="373940" y="72946"/>
                </a:cubicBezTo>
                <a:cubicBezTo>
                  <a:pt x="374682" y="71457"/>
                  <a:pt x="375052" y="69316"/>
                  <a:pt x="375052" y="66524"/>
                </a:cubicBezTo>
                <a:cubicBezTo>
                  <a:pt x="375052" y="60816"/>
                  <a:pt x="373029" y="56675"/>
                  <a:pt x="368981" y="54101"/>
                </a:cubicBezTo>
                <a:cubicBezTo>
                  <a:pt x="364934" y="51525"/>
                  <a:pt x="359141" y="50237"/>
                  <a:pt x="351602" y="50237"/>
                </a:cubicBezTo>
                <a:cubicBezTo>
                  <a:pt x="342890" y="50237"/>
                  <a:pt x="336710" y="52597"/>
                  <a:pt x="333065" y="57316"/>
                </a:cubicBezTo>
                <a:cubicBezTo>
                  <a:pt x="331025" y="59925"/>
                  <a:pt x="329697" y="63806"/>
                  <a:pt x="329079" y="68960"/>
                </a:cubicBezTo>
                <a:lnTo>
                  <a:pt x="313507" y="68960"/>
                </a:lnTo>
                <a:cubicBezTo>
                  <a:pt x="313816" y="56691"/>
                  <a:pt x="317786" y="48155"/>
                  <a:pt x="325418" y="43352"/>
                </a:cubicBezTo>
                <a:cubicBezTo>
                  <a:pt x="333049" y="38550"/>
                  <a:pt x="341901" y="36149"/>
                  <a:pt x="351973" y="36149"/>
                </a:cubicBezTo>
                <a:cubicBezTo>
                  <a:pt x="363652" y="36149"/>
                  <a:pt x="373137" y="38373"/>
                  <a:pt x="380428" y="42822"/>
                </a:cubicBezTo>
                <a:cubicBezTo>
                  <a:pt x="387658" y="47271"/>
                  <a:pt x="391273" y="54198"/>
                  <a:pt x="391273" y="63602"/>
                </a:cubicBezTo>
                <a:lnTo>
                  <a:pt x="391273" y="120863"/>
                </a:lnTo>
                <a:cubicBezTo>
                  <a:pt x="391273" y="122595"/>
                  <a:pt x="391628" y="123986"/>
                  <a:pt x="392339" y="125037"/>
                </a:cubicBezTo>
                <a:cubicBezTo>
                  <a:pt x="393049" y="126087"/>
                  <a:pt x="394548" y="126612"/>
                  <a:pt x="396834" y="126612"/>
                </a:cubicBezTo>
                <a:cubicBezTo>
                  <a:pt x="397576" y="126612"/>
                  <a:pt x="398410" y="126566"/>
                  <a:pt x="399337" y="126473"/>
                </a:cubicBezTo>
                <a:cubicBezTo>
                  <a:pt x="400264" y="126381"/>
                  <a:pt x="401252" y="126242"/>
                  <a:pt x="402303" y="126056"/>
                </a:cubicBezTo>
                <a:lnTo>
                  <a:pt x="402303" y="138477"/>
                </a:lnTo>
                <a:cubicBezTo>
                  <a:pt x="399708" y="139218"/>
                  <a:pt x="397730" y="139682"/>
                  <a:pt x="396371" y="139867"/>
                </a:cubicBezTo>
                <a:cubicBezTo>
                  <a:pt x="395011" y="140052"/>
                  <a:pt x="393158" y="140145"/>
                  <a:pt x="390809" y="140145"/>
                </a:cubicBezTo>
                <a:cubicBezTo>
                  <a:pt x="385063" y="140145"/>
                  <a:pt x="380892" y="138093"/>
                  <a:pt x="378297" y="133990"/>
                </a:cubicBezTo>
                <a:cubicBezTo>
                  <a:pt x="376937" y="131814"/>
                  <a:pt x="375979" y="128737"/>
                  <a:pt x="375423" y="124759"/>
                </a:cubicBezTo>
                <a:cubicBezTo>
                  <a:pt x="372025" y="129258"/>
                  <a:pt x="367143" y="133163"/>
                  <a:pt x="360778" y="136475"/>
                </a:cubicBezTo>
                <a:cubicBezTo>
                  <a:pt x="354414" y="139787"/>
                  <a:pt x="347400" y="141443"/>
                  <a:pt x="339738" y="141443"/>
                </a:cubicBezTo>
                <a:cubicBezTo>
                  <a:pt x="330531" y="141443"/>
                  <a:pt x="323008" y="138638"/>
                  <a:pt x="317168" y="133028"/>
                </a:cubicBezTo>
                <a:cubicBezTo>
                  <a:pt x="311329" y="127419"/>
                  <a:pt x="308409" y="120399"/>
                  <a:pt x="308409" y="111971"/>
                </a:cubicBezTo>
                <a:cubicBezTo>
                  <a:pt x="308409" y="102735"/>
                  <a:pt x="311283" y="95575"/>
                  <a:pt x="317029" y="90493"/>
                </a:cubicBezTo>
                <a:cubicBezTo>
                  <a:pt x="322776" y="85411"/>
                  <a:pt x="330315" y="82280"/>
                  <a:pt x="339645" y="81102"/>
                </a:cubicBezTo>
                <a:lnTo>
                  <a:pt x="366247" y="77766"/>
                </a:lnTo>
                <a:moveTo>
                  <a:pt x="352436" y="36149"/>
                </a:moveTo>
                <a:lnTo>
                  <a:pt x="352436" y="36149"/>
                </a:lnTo>
                <a:close/>
                <a:moveTo>
                  <a:pt x="422947" y="38558"/>
                </a:moveTo>
                <a:lnTo>
                  <a:pt x="449456" y="119458"/>
                </a:lnTo>
                <a:lnTo>
                  <a:pt x="477170" y="38558"/>
                </a:lnTo>
                <a:lnTo>
                  <a:pt x="495429" y="38558"/>
                </a:lnTo>
                <a:lnTo>
                  <a:pt x="457983" y="137920"/>
                </a:lnTo>
                <a:lnTo>
                  <a:pt x="440187" y="137920"/>
                </a:lnTo>
                <a:lnTo>
                  <a:pt x="403575" y="38558"/>
                </a:lnTo>
                <a:lnTo>
                  <a:pt x="422947" y="38558"/>
                </a:lnTo>
                <a:close/>
                <a:moveTo>
                  <a:pt x="544740" y="36890"/>
                </a:moveTo>
                <a:cubicBezTo>
                  <a:pt x="552526" y="36890"/>
                  <a:pt x="559323" y="38817"/>
                  <a:pt x="565131" y="42671"/>
                </a:cubicBezTo>
                <a:cubicBezTo>
                  <a:pt x="568283" y="44848"/>
                  <a:pt x="571496" y="48018"/>
                  <a:pt x="574771" y="52184"/>
                </a:cubicBezTo>
                <a:lnTo>
                  <a:pt x="574771" y="39485"/>
                </a:lnTo>
                <a:lnTo>
                  <a:pt x="590157" y="39485"/>
                </a:lnTo>
                <a:lnTo>
                  <a:pt x="590157" y="129883"/>
                </a:lnTo>
                <a:cubicBezTo>
                  <a:pt x="590157" y="142506"/>
                  <a:pt x="588303" y="152468"/>
                  <a:pt x="584596" y="159769"/>
                </a:cubicBezTo>
                <a:cubicBezTo>
                  <a:pt x="577675" y="173257"/>
                  <a:pt x="564606" y="180001"/>
                  <a:pt x="545389" y="180001"/>
                </a:cubicBezTo>
                <a:cubicBezTo>
                  <a:pt x="534699" y="180001"/>
                  <a:pt x="525708" y="177607"/>
                  <a:pt x="518416" y="172818"/>
                </a:cubicBezTo>
                <a:cubicBezTo>
                  <a:pt x="511125" y="168029"/>
                  <a:pt x="507046" y="160536"/>
                  <a:pt x="506181" y="150341"/>
                </a:cubicBezTo>
                <a:lnTo>
                  <a:pt x="523143" y="150341"/>
                </a:lnTo>
                <a:cubicBezTo>
                  <a:pt x="523947" y="154765"/>
                  <a:pt x="525553" y="158174"/>
                  <a:pt x="527963" y="160568"/>
                </a:cubicBezTo>
                <a:cubicBezTo>
                  <a:pt x="531732" y="164255"/>
                  <a:pt x="537665" y="166098"/>
                  <a:pt x="545759" y="166098"/>
                </a:cubicBezTo>
                <a:cubicBezTo>
                  <a:pt x="558550" y="166098"/>
                  <a:pt x="566923" y="161587"/>
                  <a:pt x="570878" y="152565"/>
                </a:cubicBezTo>
                <a:cubicBezTo>
                  <a:pt x="573226" y="147253"/>
                  <a:pt x="574307" y="137769"/>
                  <a:pt x="574122" y="124113"/>
                </a:cubicBezTo>
                <a:cubicBezTo>
                  <a:pt x="570785" y="129211"/>
                  <a:pt x="566769" y="133003"/>
                  <a:pt x="562073" y="135490"/>
                </a:cubicBezTo>
                <a:cubicBezTo>
                  <a:pt x="557376" y="137975"/>
                  <a:pt x="551166" y="139218"/>
                  <a:pt x="543442" y="139218"/>
                </a:cubicBezTo>
                <a:cubicBezTo>
                  <a:pt x="532690" y="139218"/>
                  <a:pt x="523282" y="135400"/>
                  <a:pt x="515218" y="127762"/>
                </a:cubicBezTo>
                <a:cubicBezTo>
                  <a:pt x="507155" y="120123"/>
                  <a:pt x="503123" y="107491"/>
                  <a:pt x="503123" y="89864"/>
                </a:cubicBezTo>
                <a:cubicBezTo>
                  <a:pt x="503123" y="73227"/>
                  <a:pt x="507185" y="60239"/>
                  <a:pt x="515311" y="50900"/>
                </a:cubicBezTo>
                <a:cubicBezTo>
                  <a:pt x="523437" y="41560"/>
                  <a:pt x="533246" y="36890"/>
                  <a:pt x="544740" y="36890"/>
                </a:cubicBezTo>
                <a:moveTo>
                  <a:pt x="574771" y="87915"/>
                </a:moveTo>
                <a:cubicBezTo>
                  <a:pt x="574771" y="75634"/>
                  <a:pt x="572237" y="66531"/>
                  <a:pt x="567170" y="60607"/>
                </a:cubicBezTo>
                <a:cubicBezTo>
                  <a:pt x="562103" y="54682"/>
                  <a:pt x="555646" y="51720"/>
                  <a:pt x="547798" y="51720"/>
                </a:cubicBezTo>
                <a:cubicBezTo>
                  <a:pt x="536058" y="51720"/>
                  <a:pt x="528025" y="57213"/>
                  <a:pt x="523699" y="68198"/>
                </a:cubicBezTo>
                <a:cubicBezTo>
                  <a:pt x="521413" y="74061"/>
                  <a:pt x="520270" y="81744"/>
                  <a:pt x="520270" y="91249"/>
                </a:cubicBezTo>
                <a:cubicBezTo>
                  <a:pt x="520270" y="102420"/>
                  <a:pt x="522541" y="110921"/>
                  <a:pt x="527083" y="116753"/>
                </a:cubicBezTo>
                <a:cubicBezTo>
                  <a:pt x="531624" y="122584"/>
                  <a:pt x="537726" y="125500"/>
                  <a:pt x="545389" y="125500"/>
                </a:cubicBezTo>
                <a:cubicBezTo>
                  <a:pt x="557376" y="125500"/>
                  <a:pt x="565811" y="120100"/>
                  <a:pt x="570693" y="109300"/>
                </a:cubicBezTo>
                <a:cubicBezTo>
                  <a:pt x="573411" y="103190"/>
                  <a:pt x="574771" y="96062"/>
                  <a:pt x="574771" y="87915"/>
                </a:cubicBezTo>
                <a:moveTo>
                  <a:pt x="546686" y="36149"/>
                </a:moveTo>
                <a:lnTo>
                  <a:pt x="546686" y="36149"/>
                </a:lnTo>
                <a:close/>
                <a:moveTo>
                  <a:pt x="672189" y="23615"/>
                </a:moveTo>
                <a:cubicBezTo>
                  <a:pt x="672437" y="16727"/>
                  <a:pt x="673642" y="11685"/>
                  <a:pt x="675804" y="8487"/>
                </a:cubicBezTo>
                <a:cubicBezTo>
                  <a:pt x="679697" y="2829"/>
                  <a:pt x="687205" y="0"/>
                  <a:pt x="698328" y="0"/>
                </a:cubicBezTo>
                <a:cubicBezTo>
                  <a:pt x="699378" y="0"/>
                  <a:pt x="700459" y="31"/>
                  <a:pt x="701572" y="93"/>
                </a:cubicBezTo>
                <a:cubicBezTo>
                  <a:pt x="702684" y="154"/>
                  <a:pt x="703951" y="247"/>
                  <a:pt x="705372" y="371"/>
                </a:cubicBezTo>
                <a:lnTo>
                  <a:pt x="705372" y="15572"/>
                </a:lnTo>
                <a:cubicBezTo>
                  <a:pt x="703642" y="15489"/>
                  <a:pt x="702390" y="15437"/>
                  <a:pt x="701618" y="15418"/>
                </a:cubicBezTo>
                <a:cubicBezTo>
                  <a:pt x="700846" y="15397"/>
                  <a:pt x="700120" y="15386"/>
                  <a:pt x="699440" y="15386"/>
                </a:cubicBezTo>
                <a:cubicBezTo>
                  <a:pt x="694373" y="15386"/>
                  <a:pt x="691345" y="16684"/>
                  <a:pt x="690356" y="19279"/>
                </a:cubicBezTo>
                <a:cubicBezTo>
                  <a:pt x="689368" y="21874"/>
                  <a:pt x="688873" y="28486"/>
                  <a:pt x="688873" y="39115"/>
                </a:cubicBezTo>
                <a:lnTo>
                  <a:pt x="705372" y="39115"/>
                </a:lnTo>
                <a:lnTo>
                  <a:pt x="705372" y="52276"/>
                </a:lnTo>
                <a:lnTo>
                  <a:pt x="688688" y="52276"/>
                </a:lnTo>
                <a:lnTo>
                  <a:pt x="688688" y="137920"/>
                </a:lnTo>
                <a:lnTo>
                  <a:pt x="672189" y="137920"/>
                </a:lnTo>
                <a:lnTo>
                  <a:pt x="672189" y="52276"/>
                </a:lnTo>
                <a:lnTo>
                  <a:pt x="658379" y="52276"/>
                </a:lnTo>
                <a:lnTo>
                  <a:pt x="658379" y="39115"/>
                </a:lnTo>
                <a:lnTo>
                  <a:pt x="672189" y="39115"/>
                </a:lnTo>
                <a:lnTo>
                  <a:pt x="672189" y="23615"/>
                </a:lnTo>
                <a:close/>
                <a:moveTo>
                  <a:pt x="727886" y="111551"/>
                </a:moveTo>
                <a:cubicBezTo>
                  <a:pt x="727886" y="116386"/>
                  <a:pt x="729647" y="120198"/>
                  <a:pt x="733169" y="122986"/>
                </a:cubicBezTo>
                <a:cubicBezTo>
                  <a:pt x="736692" y="125774"/>
                  <a:pt x="740863" y="127169"/>
                  <a:pt x="745682" y="127169"/>
                </a:cubicBezTo>
                <a:cubicBezTo>
                  <a:pt x="751553" y="127169"/>
                  <a:pt x="757238" y="125798"/>
                  <a:pt x="762737" y="123056"/>
                </a:cubicBezTo>
                <a:cubicBezTo>
                  <a:pt x="772006" y="118506"/>
                  <a:pt x="776640" y="111103"/>
                  <a:pt x="776640" y="100845"/>
                </a:cubicBezTo>
                <a:lnTo>
                  <a:pt x="776640" y="87405"/>
                </a:lnTo>
                <a:cubicBezTo>
                  <a:pt x="774601" y="88730"/>
                  <a:pt x="771975" y="89833"/>
                  <a:pt x="768762" y="90716"/>
                </a:cubicBezTo>
                <a:cubicBezTo>
                  <a:pt x="765549" y="91598"/>
                  <a:pt x="762397" y="92219"/>
                  <a:pt x="759308" y="92578"/>
                </a:cubicBezTo>
                <a:lnTo>
                  <a:pt x="749205" y="93838"/>
                </a:lnTo>
                <a:cubicBezTo>
                  <a:pt x="743149" y="94617"/>
                  <a:pt x="738607" y="95874"/>
                  <a:pt x="735579" y="97610"/>
                </a:cubicBezTo>
                <a:cubicBezTo>
                  <a:pt x="730451" y="100522"/>
                  <a:pt x="727886" y="105169"/>
                  <a:pt x="727886" y="111551"/>
                </a:cubicBezTo>
                <a:moveTo>
                  <a:pt x="768298" y="77766"/>
                </a:moveTo>
                <a:cubicBezTo>
                  <a:pt x="772130" y="77271"/>
                  <a:pt x="774694" y="75665"/>
                  <a:pt x="775992" y="72946"/>
                </a:cubicBezTo>
                <a:cubicBezTo>
                  <a:pt x="776733" y="71457"/>
                  <a:pt x="777104" y="69316"/>
                  <a:pt x="777104" y="66524"/>
                </a:cubicBezTo>
                <a:cubicBezTo>
                  <a:pt x="777104" y="60816"/>
                  <a:pt x="775080" y="56675"/>
                  <a:pt x="771033" y="54101"/>
                </a:cubicBezTo>
                <a:cubicBezTo>
                  <a:pt x="766985" y="51525"/>
                  <a:pt x="761192" y="50237"/>
                  <a:pt x="753654" y="50237"/>
                </a:cubicBezTo>
                <a:cubicBezTo>
                  <a:pt x="744941" y="50237"/>
                  <a:pt x="738762" y="52597"/>
                  <a:pt x="735116" y="57316"/>
                </a:cubicBezTo>
                <a:cubicBezTo>
                  <a:pt x="733077" y="59925"/>
                  <a:pt x="731748" y="63806"/>
                  <a:pt x="731130" y="68960"/>
                </a:cubicBezTo>
                <a:lnTo>
                  <a:pt x="715559" y="68960"/>
                </a:lnTo>
                <a:cubicBezTo>
                  <a:pt x="715868" y="56691"/>
                  <a:pt x="719838" y="48155"/>
                  <a:pt x="727469" y="43352"/>
                </a:cubicBezTo>
                <a:cubicBezTo>
                  <a:pt x="735100" y="38550"/>
                  <a:pt x="743952" y="36149"/>
                  <a:pt x="754024" y="36149"/>
                </a:cubicBezTo>
                <a:cubicBezTo>
                  <a:pt x="765703" y="36149"/>
                  <a:pt x="775188" y="38373"/>
                  <a:pt x="782480" y="42822"/>
                </a:cubicBezTo>
                <a:cubicBezTo>
                  <a:pt x="789709" y="47271"/>
                  <a:pt x="793324" y="54198"/>
                  <a:pt x="793324" y="63602"/>
                </a:cubicBezTo>
                <a:lnTo>
                  <a:pt x="793324" y="120863"/>
                </a:lnTo>
                <a:cubicBezTo>
                  <a:pt x="793324" y="122595"/>
                  <a:pt x="793680" y="123986"/>
                  <a:pt x="794390" y="125037"/>
                </a:cubicBezTo>
                <a:cubicBezTo>
                  <a:pt x="795101" y="126087"/>
                  <a:pt x="796599" y="126612"/>
                  <a:pt x="798886" y="126612"/>
                </a:cubicBezTo>
                <a:cubicBezTo>
                  <a:pt x="799627" y="126612"/>
                  <a:pt x="800461" y="126566"/>
                  <a:pt x="801388" y="126473"/>
                </a:cubicBezTo>
                <a:cubicBezTo>
                  <a:pt x="802315" y="126381"/>
                  <a:pt x="803304" y="126242"/>
                  <a:pt x="804354" y="126056"/>
                </a:cubicBezTo>
                <a:lnTo>
                  <a:pt x="804354" y="138477"/>
                </a:lnTo>
                <a:cubicBezTo>
                  <a:pt x="801759" y="139218"/>
                  <a:pt x="799782" y="139682"/>
                  <a:pt x="798422" y="139867"/>
                </a:cubicBezTo>
                <a:cubicBezTo>
                  <a:pt x="797063" y="140052"/>
                  <a:pt x="795209" y="140145"/>
                  <a:pt x="792861" y="140145"/>
                </a:cubicBezTo>
                <a:cubicBezTo>
                  <a:pt x="787114" y="140145"/>
                  <a:pt x="782943" y="138093"/>
                  <a:pt x="780348" y="133990"/>
                </a:cubicBezTo>
                <a:cubicBezTo>
                  <a:pt x="778988" y="131814"/>
                  <a:pt x="778031" y="128737"/>
                  <a:pt x="777475" y="124759"/>
                </a:cubicBezTo>
                <a:cubicBezTo>
                  <a:pt x="774076" y="129258"/>
                  <a:pt x="769194" y="133163"/>
                  <a:pt x="762830" y="136475"/>
                </a:cubicBezTo>
                <a:cubicBezTo>
                  <a:pt x="756465" y="139787"/>
                  <a:pt x="749452" y="141443"/>
                  <a:pt x="741789" y="141443"/>
                </a:cubicBezTo>
                <a:cubicBezTo>
                  <a:pt x="732582" y="141443"/>
                  <a:pt x="725059" y="138638"/>
                  <a:pt x="719220" y="133028"/>
                </a:cubicBezTo>
                <a:cubicBezTo>
                  <a:pt x="713380" y="127419"/>
                  <a:pt x="710461" y="120399"/>
                  <a:pt x="710461" y="111971"/>
                </a:cubicBezTo>
                <a:cubicBezTo>
                  <a:pt x="710461" y="102735"/>
                  <a:pt x="713334" y="95575"/>
                  <a:pt x="719081" y="90493"/>
                </a:cubicBezTo>
                <a:cubicBezTo>
                  <a:pt x="724827" y="85411"/>
                  <a:pt x="732366" y="82280"/>
                  <a:pt x="741697" y="81102"/>
                </a:cubicBezTo>
                <a:lnTo>
                  <a:pt x="768298" y="77766"/>
                </a:lnTo>
                <a:moveTo>
                  <a:pt x="754488" y="36149"/>
                </a:moveTo>
                <a:lnTo>
                  <a:pt x="754488" y="36149"/>
                </a:lnTo>
                <a:close/>
                <a:moveTo>
                  <a:pt x="820638" y="39115"/>
                </a:moveTo>
                <a:lnTo>
                  <a:pt x="837600" y="39115"/>
                </a:lnTo>
                <a:lnTo>
                  <a:pt x="837600" y="137920"/>
                </a:lnTo>
                <a:lnTo>
                  <a:pt x="820638" y="137920"/>
                </a:lnTo>
                <a:lnTo>
                  <a:pt x="820638" y="39115"/>
                </a:lnTo>
                <a:moveTo>
                  <a:pt x="820638" y="1668"/>
                </a:moveTo>
                <a:lnTo>
                  <a:pt x="837600" y="1668"/>
                </a:lnTo>
                <a:lnTo>
                  <a:pt x="837600" y="20577"/>
                </a:lnTo>
                <a:lnTo>
                  <a:pt x="820638" y="20577"/>
                </a:lnTo>
                <a:lnTo>
                  <a:pt x="820638" y="1668"/>
                </a:lnTo>
                <a:close/>
                <a:moveTo>
                  <a:pt x="863243" y="1668"/>
                </a:moveTo>
                <a:lnTo>
                  <a:pt x="879927" y="1668"/>
                </a:lnTo>
                <a:lnTo>
                  <a:pt x="879927" y="137920"/>
                </a:lnTo>
                <a:lnTo>
                  <a:pt x="863243" y="137920"/>
                </a:lnTo>
                <a:lnTo>
                  <a:pt x="863243" y="1668"/>
                </a:lnTo>
                <a:close/>
                <a:moveTo>
                  <a:pt x="921605" y="38558"/>
                </a:moveTo>
                <a:lnTo>
                  <a:pt x="921605" y="104529"/>
                </a:lnTo>
                <a:cubicBezTo>
                  <a:pt x="921605" y="109602"/>
                  <a:pt x="922408" y="113747"/>
                  <a:pt x="924015" y="116964"/>
                </a:cubicBezTo>
                <a:cubicBezTo>
                  <a:pt x="926981" y="122902"/>
                  <a:pt x="932511" y="125871"/>
                  <a:pt x="940606" y="125871"/>
                </a:cubicBezTo>
                <a:cubicBezTo>
                  <a:pt x="952223" y="125871"/>
                  <a:pt x="960133" y="120675"/>
                  <a:pt x="964335" y="110282"/>
                </a:cubicBezTo>
                <a:cubicBezTo>
                  <a:pt x="966621" y="104715"/>
                  <a:pt x="967764" y="97076"/>
                  <a:pt x="967764" y="87365"/>
                </a:cubicBezTo>
                <a:lnTo>
                  <a:pt x="967764" y="38558"/>
                </a:lnTo>
                <a:lnTo>
                  <a:pt x="984448" y="38558"/>
                </a:lnTo>
                <a:lnTo>
                  <a:pt x="984448" y="137920"/>
                </a:lnTo>
                <a:lnTo>
                  <a:pt x="968691" y="137920"/>
                </a:lnTo>
                <a:lnTo>
                  <a:pt x="968876" y="123273"/>
                </a:lnTo>
                <a:cubicBezTo>
                  <a:pt x="966714" y="127063"/>
                  <a:pt x="964026" y="130263"/>
                  <a:pt x="960812" y="132872"/>
                </a:cubicBezTo>
                <a:cubicBezTo>
                  <a:pt x="954448" y="138091"/>
                  <a:pt x="946724" y="140701"/>
                  <a:pt x="937640" y="140701"/>
                </a:cubicBezTo>
                <a:cubicBezTo>
                  <a:pt x="923490" y="140701"/>
                  <a:pt x="913850" y="135965"/>
                  <a:pt x="908721" y="126494"/>
                </a:cubicBezTo>
                <a:cubicBezTo>
                  <a:pt x="905941" y="121417"/>
                  <a:pt x="904550" y="114638"/>
                  <a:pt x="904550" y="106157"/>
                </a:cubicBezTo>
                <a:lnTo>
                  <a:pt x="904550" y="38558"/>
                </a:lnTo>
                <a:lnTo>
                  <a:pt x="921605" y="38558"/>
                </a:lnTo>
                <a:moveTo>
                  <a:pt x="944499" y="36149"/>
                </a:moveTo>
                <a:lnTo>
                  <a:pt x="944499" y="36149"/>
                </a:lnTo>
                <a:close/>
                <a:moveTo>
                  <a:pt x="1010928" y="38558"/>
                </a:moveTo>
                <a:lnTo>
                  <a:pt x="1026778" y="38558"/>
                </a:lnTo>
                <a:lnTo>
                  <a:pt x="1026778" y="55798"/>
                </a:lnTo>
                <a:cubicBezTo>
                  <a:pt x="1028075" y="52446"/>
                  <a:pt x="1031258" y="48364"/>
                  <a:pt x="1036324" y="43552"/>
                </a:cubicBezTo>
                <a:cubicBezTo>
                  <a:pt x="1041391" y="38740"/>
                  <a:pt x="1047231" y="36334"/>
                  <a:pt x="1053843" y="36334"/>
                </a:cubicBezTo>
                <a:cubicBezTo>
                  <a:pt x="1054152" y="36334"/>
                  <a:pt x="1054677" y="36372"/>
                  <a:pt x="1055418" y="36447"/>
                </a:cubicBezTo>
                <a:cubicBezTo>
                  <a:pt x="1056160" y="36520"/>
                  <a:pt x="1057427" y="36668"/>
                  <a:pt x="1059219" y="36890"/>
                </a:cubicBezTo>
                <a:lnTo>
                  <a:pt x="1059219" y="54501"/>
                </a:lnTo>
                <a:cubicBezTo>
                  <a:pt x="1058230" y="54279"/>
                  <a:pt x="1057318" y="54131"/>
                  <a:pt x="1056484" y="54058"/>
                </a:cubicBezTo>
                <a:cubicBezTo>
                  <a:pt x="1055650" y="53982"/>
                  <a:pt x="1054739" y="53945"/>
                  <a:pt x="1053750" y="53945"/>
                </a:cubicBezTo>
                <a:cubicBezTo>
                  <a:pt x="1045346" y="53945"/>
                  <a:pt x="1038889" y="56664"/>
                  <a:pt x="1034378" y="62101"/>
                </a:cubicBezTo>
                <a:cubicBezTo>
                  <a:pt x="1029867" y="67539"/>
                  <a:pt x="1027612" y="73780"/>
                  <a:pt x="1027612" y="80824"/>
                </a:cubicBezTo>
                <a:lnTo>
                  <a:pt x="1027612" y="137920"/>
                </a:lnTo>
                <a:lnTo>
                  <a:pt x="1010928" y="137920"/>
                </a:lnTo>
                <a:lnTo>
                  <a:pt x="1010928" y="38558"/>
                </a:lnTo>
                <a:close/>
                <a:moveTo>
                  <a:pt x="1115016" y="36334"/>
                </a:moveTo>
                <a:cubicBezTo>
                  <a:pt x="1122060" y="36334"/>
                  <a:pt x="1128888" y="37987"/>
                  <a:pt x="1135500" y="41293"/>
                </a:cubicBezTo>
                <a:cubicBezTo>
                  <a:pt x="1142112" y="44599"/>
                  <a:pt x="1147148" y="48877"/>
                  <a:pt x="1150608" y="54127"/>
                </a:cubicBezTo>
                <a:cubicBezTo>
                  <a:pt x="1153945" y="59132"/>
                  <a:pt x="1156169" y="64971"/>
                  <a:pt x="1157282" y="71642"/>
                </a:cubicBezTo>
                <a:cubicBezTo>
                  <a:pt x="1158270" y="76215"/>
                  <a:pt x="1158765" y="83539"/>
                  <a:pt x="1158765" y="93615"/>
                </a:cubicBezTo>
                <a:lnTo>
                  <a:pt x="1086004" y="93615"/>
                </a:lnTo>
                <a:cubicBezTo>
                  <a:pt x="1086313" y="103688"/>
                  <a:pt x="1088692" y="111767"/>
                  <a:pt x="1093141" y="117853"/>
                </a:cubicBezTo>
                <a:cubicBezTo>
                  <a:pt x="1097590" y="123940"/>
                  <a:pt x="1104480" y="126983"/>
                  <a:pt x="1113811" y="126983"/>
                </a:cubicBezTo>
                <a:cubicBezTo>
                  <a:pt x="1122523" y="126983"/>
                  <a:pt x="1129475" y="124136"/>
                  <a:pt x="1134666" y="118441"/>
                </a:cubicBezTo>
                <a:cubicBezTo>
                  <a:pt x="1137632" y="115136"/>
                  <a:pt x="1139733" y="111309"/>
                  <a:pt x="1140968" y="106963"/>
                </a:cubicBezTo>
                <a:lnTo>
                  <a:pt x="1157374" y="106963"/>
                </a:lnTo>
                <a:cubicBezTo>
                  <a:pt x="1156942" y="110589"/>
                  <a:pt x="1155505" y="114631"/>
                  <a:pt x="1153064" y="119087"/>
                </a:cubicBezTo>
                <a:cubicBezTo>
                  <a:pt x="1150623" y="123542"/>
                  <a:pt x="1147889" y="127183"/>
                  <a:pt x="1144861" y="130010"/>
                </a:cubicBezTo>
                <a:cubicBezTo>
                  <a:pt x="1139794" y="134928"/>
                  <a:pt x="1133522" y="138248"/>
                  <a:pt x="1126046" y="139968"/>
                </a:cubicBezTo>
                <a:cubicBezTo>
                  <a:pt x="1122029" y="140951"/>
                  <a:pt x="1117487" y="141443"/>
                  <a:pt x="1112420" y="141443"/>
                </a:cubicBezTo>
                <a:cubicBezTo>
                  <a:pt x="1100062" y="141443"/>
                  <a:pt x="1089588" y="136943"/>
                  <a:pt x="1080999" y="127945"/>
                </a:cubicBezTo>
                <a:cubicBezTo>
                  <a:pt x="1072410" y="118946"/>
                  <a:pt x="1068115" y="106345"/>
                  <a:pt x="1068115" y="90140"/>
                </a:cubicBezTo>
                <a:cubicBezTo>
                  <a:pt x="1068115" y="74184"/>
                  <a:pt x="1072441" y="61228"/>
                  <a:pt x="1081092" y="51271"/>
                </a:cubicBezTo>
                <a:cubicBezTo>
                  <a:pt x="1089743" y="41313"/>
                  <a:pt x="1101051" y="36334"/>
                  <a:pt x="1115016" y="36334"/>
                </a:cubicBezTo>
                <a:moveTo>
                  <a:pt x="1141617" y="80268"/>
                </a:moveTo>
                <a:cubicBezTo>
                  <a:pt x="1140938" y="73015"/>
                  <a:pt x="1139362" y="67219"/>
                  <a:pt x="1136890" y="62880"/>
                </a:cubicBezTo>
                <a:cubicBezTo>
                  <a:pt x="1132317" y="54822"/>
                  <a:pt x="1124686" y="50793"/>
                  <a:pt x="1113996" y="50793"/>
                </a:cubicBezTo>
                <a:cubicBezTo>
                  <a:pt x="1106334" y="50793"/>
                  <a:pt x="1099907" y="53567"/>
                  <a:pt x="1094717" y="59115"/>
                </a:cubicBezTo>
                <a:cubicBezTo>
                  <a:pt x="1089526" y="64663"/>
                  <a:pt x="1086777" y="71714"/>
                  <a:pt x="1086468" y="80268"/>
                </a:cubicBezTo>
                <a:lnTo>
                  <a:pt x="1141617" y="80268"/>
                </a:lnTo>
                <a:moveTo>
                  <a:pt x="1113440" y="36149"/>
                </a:moveTo>
                <a:lnTo>
                  <a:pt x="1113440" y="361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7819F-D5B2-457E-B65A-BE7BBE43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4432057"/>
            <a:ext cx="4968221" cy="10"/>
          </a:xfrm>
          <a:custGeom xmlns:a="http://schemas.openxmlformats.org/drawingml/2006/main">
            <a:pathLst>
              <a:path w="4968221" h="1" fill="none">
                <a:moveTo>
                  <a:pt x="0" y="0"/>
                </a:moveTo>
                <a:lnTo>
                  <a:pt x="4968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7BB28-C002-4077-87B6-70551635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9FACE-27B1-4298-B41E-AFCED9C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057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DC033-582B-4FEE-9B49-FFF9CD0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726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534EA-6130-4432-AAB3-B98B79EA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553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9FAAB-18A9-4BB4-909E-DE434B9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379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A7FA2-5B2E-4494-B6A4-47324ED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206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87A27-F68C-4403-9460-B4D1344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033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B90CE-84C4-41AD-A861-8C5AFAE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859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E5530-E398-4BAB-AE4F-ECD0E17F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686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8EC49-C8DC-4424-B4EE-6B346392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513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D282E-E2A2-4987-9D8D-318783D5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339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9950F-AC17-4F14-AC72-EC803EC0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166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18A8A-CA6B-4311-BC19-70B359CB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27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823AA-7377-451A-8E76-DC041D45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996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7AA02-A1DB-4720-9B13-8C4773AF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724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28859-D4AD-4CDF-BC2E-BF06C9EA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452" y="443205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DCC74-F75C-4C59-AD1A-8CCBA6F5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4432057"/>
            <a:ext cx="4968221" cy="10"/>
          </a:xfrm>
          <a:custGeom xmlns:a="http://schemas.openxmlformats.org/drawingml/2006/main">
            <a:pathLst>
              <a:path w="4968221" h="1" fill="none">
                <a:moveTo>
                  <a:pt x="0" y="0"/>
                </a:moveTo>
                <a:lnTo>
                  <a:pt x="4968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57" name="Text −60−45−30−15">
            <a:extLst xmlns:a="http://schemas.openxmlformats.org/drawingml/2006/main">
              <a:ext uri="{FF2B5EF4-FFF2-40B4-BE49-F238E27FC236}">
                <a16:creationId xmlns:a16="http://schemas.microsoft.com/office/drawing/2014/main" id="{A96F35F4-914C-4638-8244-95C26FC8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193" y="4571239"/>
            <a:ext cx="1710767" cy="114161"/>
          </a:xfrm>
          <a:custGeom xmlns:a="http://schemas.openxmlformats.org/drawingml/2006/main">
            <a:pathLst>
              <a:path w="1710767" h="114161">
                <a:moveTo>
                  <a:pt x="80562" y="64264"/>
                </a:moveTo>
                <a:lnTo>
                  <a:pt x="80562" y="77240"/>
                </a:lnTo>
                <a:lnTo>
                  <a:pt x="0" y="77240"/>
                </a:lnTo>
                <a:lnTo>
                  <a:pt x="0" y="64264"/>
                </a:lnTo>
                <a:lnTo>
                  <a:pt x="80562" y="64264"/>
                </a:lnTo>
                <a:close/>
                <a:moveTo>
                  <a:pt x="131543" y="0"/>
                </a:moveTo>
                <a:cubicBezTo>
                  <a:pt x="143901" y="0"/>
                  <a:pt x="152514" y="3214"/>
                  <a:pt x="157380" y="9643"/>
                </a:cubicBezTo>
                <a:cubicBezTo>
                  <a:pt x="162246" y="16070"/>
                  <a:pt x="164679" y="22691"/>
                  <a:pt x="164679" y="29506"/>
                </a:cubicBezTo>
                <a:lnTo>
                  <a:pt x="150930" y="29506"/>
                </a:lnTo>
                <a:cubicBezTo>
                  <a:pt x="150106" y="25110"/>
                  <a:pt x="148793" y="21670"/>
                  <a:pt x="146991" y="19187"/>
                </a:cubicBezTo>
                <a:cubicBezTo>
                  <a:pt x="143644" y="14532"/>
                  <a:pt x="138572" y="12204"/>
                  <a:pt x="131775" y="12204"/>
                </a:cubicBezTo>
                <a:cubicBezTo>
                  <a:pt x="123999" y="12204"/>
                  <a:pt x="117820" y="15803"/>
                  <a:pt x="113237" y="23001"/>
                </a:cubicBezTo>
                <a:cubicBezTo>
                  <a:pt x="108654" y="30197"/>
                  <a:pt x="106105" y="40501"/>
                  <a:pt x="105590" y="53914"/>
                </a:cubicBezTo>
                <a:cubicBezTo>
                  <a:pt x="108783" y="49228"/>
                  <a:pt x="112799" y="45726"/>
                  <a:pt x="117640" y="43409"/>
                </a:cubicBezTo>
                <a:cubicBezTo>
                  <a:pt x="122068" y="41349"/>
                  <a:pt x="127011" y="40319"/>
                  <a:pt x="132470" y="40319"/>
                </a:cubicBezTo>
                <a:cubicBezTo>
                  <a:pt x="141739" y="40319"/>
                  <a:pt x="149823" y="43280"/>
                  <a:pt x="156723" y="49202"/>
                </a:cubicBezTo>
                <a:cubicBezTo>
                  <a:pt x="163623" y="55124"/>
                  <a:pt x="167073" y="63955"/>
                  <a:pt x="167073" y="75696"/>
                </a:cubicBezTo>
                <a:cubicBezTo>
                  <a:pt x="167073" y="85737"/>
                  <a:pt x="163804" y="94632"/>
                  <a:pt x="157264" y="102382"/>
                </a:cubicBezTo>
                <a:cubicBezTo>
                  <a:pt x="150724" y="110132"/>
                  <a:pt x="141404" y="114007"/>
                  <a:pt x="129303" y="114007"/>
                </a:cubicBezTo>
                <a:cubicBezTo>
                  <a:pt x="118953" y="114007"/>
                  <a:pt x="110019" y="110078"/>
                  <a:pt x="102500" y="102220"/>
                </a:cubicBezTo>
                <a:cubicBezTo>
                  <a:pt x="94982" y="94361"/>
                  <a:pt x="91223" y="81131"/>
                  <a:pt x="91223" y="62531"/>
                </a:cubicBezTo>
                <a:cubicBezTo>
                  <a:pt x="91223" y="48772"/>
                  <a:pt x="92897" y="37101"/>
                  <a:pt x="96244" y="27517"/>
                </a:cubicBezTo>
                <a:cubicBezTo>
                  <a:pt x="102681" y="9172"/>
                  <a:pt x="114447" y="0"/>
                  <a:pt x="131543" y="0"/>
                </a:cubicBezTo>
                <a:moveTo>
                  <a:pt x="130539" y="101648"/>
                </a:moveTo>
                <a:cubicBezTo>
                  <a:pt x="137851" y="101648"/>
                  <a:pt x="143322" y="99190"/>
                  <a:pt x="146952" y="94272"/>
                </a:cubicBezTo>
                <a:cubicBezTo>
                  <a:pt x="150583" y="89354"/>
                  <a:pt x="152398" y="83548"/>
                  <a:pt x="152398" y="76854"/>
                </a:cubicBezTo>
                <a:cubicBezTo>
                  <a:pt x="152398" y="71190"/>
                  <a:pt x="150776" y="65796"/>
                  <a:pt x="147532" y="60672"/>
                </a:cubicBezTo>
                <a:cubicBezTo>
                  <a:pt x="144287" y="55549"/>
                  <a:pt x="138391" y="52987"/>
                  <a:pt x="129844" y="52987"/>
                </a:cubicBezTo>
                <a:cubicBezTo>
                  <a:pt x="123870" y="52987"/>
                  <a:pt x="118631" y="54969"/>
                  <a:pt x="114125" y="58934"/>
                </a:cubicBezTo>
                <a:cubicBezTo>
                  <a:pt x="109619" y="62899"/>
                  <a:pt x="107367" y="68873"/>
                  <a:pt x="107367" y="76854"/>
                </a:cubicBezTo>
                <a:cubicBezTo>
                  <a:pt x="107367" y="83857"/>
                  <a:pt x="109413" y="89740"/>
                  <a:pt x="113507" y="94504"/>
                </a:cubicBezTo>
                <a:cubicBezTo>
                  <a:pt x="117601" y="99267"/>
                  <a:pt x="123278" y="101648"/>
                  <a:pt x="130539" y="101648"/>
                </a:cubicBezTo>
                <a:close/>
                <a:moveTo>
                  <a:pt x="216020" y="309"/>
                </a:moveTo>
                <a:cubicBezTo>
                  <a:pt x="230335" y="309"/>
                  <a:pt x="240685" y="6217"/>
                  <a:pt x="247070" y="18033"/>
                </a:cubicBezTo>
                <a:cubicBezTo>
                  <a:pt x="252014" y="27165"/>
                  <a:pt x="254485" y="39678"/>
                  <a:pt x="254485" y="55572"/>
                </a:cubicBezTo>
                <a:cubicBezTo>
                  <a:pt x="254485" y="70639"/>
                  <a:pt x="252245" y="83099"/>
                  <a:pt x="247765" y="92954"/>
                </a:cubicBezTo>
                <a:cubicBezTo>
                  <a:pt x="241277" y="107092"/>
                  <a:pt x="230670" y="114161"/>
                  <a:pt x="215942" y="114161"/>
                </a:cubicBezTo>
                <a:cubicBezTo>
                  <a:pt x="202657" y="114161"/>
                  <a:pt x="192770" y="108382"/>
                  <a:pt x="186282" y="96823"/>
                </a:cubicBezTo>
                <a:cubicBezTo>
                  <a:pt x="180875" y="87175"/>
                  <a:pt x="178172" y="74224"/>
                  <a:pt x="178172" y="57971"/>
                </a:cubicBezTo>
                <a:cubicBezTo>
                  <a:pt x="178172" y="45381"/>
                  <a:pt x="179794" y="34571"/>
                  <a:pt x="183038" y="25540"/>
                </a:cubicBezTo>
                <a:cubicBezTo>
                  <a:pt x="189114" y="8719"/>
                  <a:pt x="200108" y="309"/>
                  <a:pt x="216020" y="309"/>
                </a:cubicBezTo>
                <a:moveTo>
                  <a:pt x="215865" y="101494"/>
                </a:moveTo>
                <a:cubicBezTo>
                  <a:pt x="223074" y="101494"/>
                  <a:pt x="228816" y="98299"/>
                  <a:pt x="233090" y="91909"/>
                </a:cubicBezTo>
                <a:cubicBezTo>
                  <a:pt x="237364" y="85517"/>
                  <a:pt x="239501" y="73612"/>
                  <a:pt x="239501" y="56192"/>
                </a:cubicBezTo>
                <a:cubicBezTo>
                  <a:pt x="239501" y="43617"/>
                  <a:pt x="237956" y="33270"/>
                  <a:pt x="234866" y="25154"/>
                </a:cubicBezTo>
                <a:cubicBezTo>
                  <a:pt x="231777" y="17036"/>
                  <a:pt x="225778" y="12976"/>
                  <a:pt x="216869" y="12976"/>
                </a:cubicBezTo>
                <a:cubicBezTo>
                  <a:pt x="208682" y="12976"/>
                  <a:pt x="202696" y="16829"/>
                  <a:pt x="198911" y="24533"/>
                </a:cubicBezTo>
                <a:cubicBezTo>
                  <a:pt x="195126" y="32238"/>
                  <a:pt x="193234" y="43589"/>
                  <a:pt x="193234" y="58587"/>
                </a:cubicBezTo>
                <a:cubicBezTo>
                  <a:pt x="193234" y="69875"/>
                  <a:pt x="194444" y="78946"/>
                  <a:pt x="196864" y="85800"/>
                </a:cubicBezTo>
                <a:cubicBezTo>
                  <a:pt x="200572" y="96262"/>
                  <a:pt x="206905" y="101494"/>
                  <a:pt x="215865" y="101494"/>
                </a:cubicBezTo>
                <a:close/>
                <a:moveTo>
                  <a:pt x="565883" y="64264"/>
                </a:moveTo>
                <a:lnTo>
                  <a:pt x="565883" y="77240"/>
                </a:lnTo>
                <a:lnTo>
                  <a:pt x="485322" y="77240"/>
                </a:lnTo>
                <a:lnTo>
                  <a:pt x="485322" y="64264"/>
                </a:lnTo>
                <a:lnTo>
                  <a:pt x="565883" y="64264"/>
                </a:lnTo>
                <a:close/>
                <a:moveTo>
                  <a:pt x="622890" y="71834"/>
                </a:moveTo>
                <a:lnTo>
                  <a:pt x="622890" y="21915"/>
                </a:lnTo>
                <a:lnTo>
                  <a:pt x="587436" y="71834"/>
                </a:lnTo>
                <a:lnTo>
                  <a:pt x="622890" y="71834"/>
                </a:lnTo>
                <a:moveTo>
                  <a:pt x="623121" y="111072"/>
                </a:moveTo>
                <a:lnTo>
                  <a:pt x="623121" y="84038"/>
                </a:lnTo>
                <a:lnTo>
                  <a:pt x="574614" y="84038"/>
                </a:lnTo>
                <a:lnTo>
                  <a:pt x="574614" y="70368"/>
                </a:lnTo>
                <a:lnTo>
                  <a:pt x="625284" y="154"/>
                </a:lnTo>
                <a:lnTo>
                  <a:pt x="637025" y="154"/>
                </a:lnTo>
                <a:lnTo>
                  <a:pt x="637025" y="71834"/>
                </a:lnTo>
                <a:lnTo>
                  <a:pt x="653322" y="71834"/>
                </a:lnTo>
                <a:lnTo>
                  <a:pt x="653322" y="84038"/>
                </a:lnTo>
                <a:lnTo>
                  <a:pt x="637025" y="84038"/>
                </a:lnTo>
                <a:lnTo>
                  <a:pt x="637025" y="111072"/>
                </a:lnTo>
                <a:lnTo>
                  <a:pt x="623121" y="111072"/>
                </a:lnTo>
                <a:close/>
                <a:moveTo>
                  <a:pt x="678092" y="82802"/>
                </a:moveTo>
                <a:cubicBezTo>
                  <a:pt x="679019" y="90764"/>
                  <a:pt x="682701" y="96271"/>
                  <a:pt x="689138" y="99322"/>
                </a:cubicBezTo>
                <a:cubicBezTo>
                  <a:pt x="692433" y="100873"/>
                  <a:pt x="696244" y="101648"/>
                  <a:pt x="700569" y="101648"/>
                </a:cubicBezTo>
                <a:cubicBezTo>
                  <a:pt x="708808" y="101648"/>
                  <a:pt x="714910" y="99014"/>
                  <a:pt x="718875" y="93746"/>
                </a:cubicBezTo>
                <a:cubicBezTo>
                  <a:pt x="722840" y="88477"/>
                  <a:pt x="724823" y="82640"/>
                  <a:pt x="724823" y="76234"/>
                </a:cubicBezTo>
                <a:cubicBezTo>
                  <a:pt x="724823" y="68486"/>
                  <a:pt x="722467" y="62494"/>
                  <a:pt x="717755" y="58259"/>
                </a:cubicBezTo>
                <a:cubicBezTo>
                  <a:pt x="713043" y="54023"/>
                  <a:pt x="707392" y="51906"/>
                  <a:pt x="700801" y="51906"/>
                </a:cubicBezTo>
                <a:cubicBezTo>
                  <a:pt x="696012" y="51906"/>
                  <a:pt x="691905" y="52840"/>
                  <a:pt x="688481" y="54708"/>
                </a:cubicBezTo>
                <a:cubicBezTo>
                  <a:pt x="685057" y="56576"/>
                  <a:pt x="682134" y="59195"/>
                  <a:pt x="679714" y="62565"/>
                </a:cubicBezTo>
                <a:lnTo>
                  <a:pt x="667665" y="61792"/>
                </a:lnTo>
                <a:lnTo>
                  <a:pt x="676084" y="2317"/>
                </a:lnTo>
                <a:lnTo>
                  <a:pt x="733551" y="2317"/>
                </a:lnTo>
                <a:lnTo>
                  <a:pt x="733551" y="15757"/>
                </a:lnTo>
                <a:lnTo>
                  <a:pt x="686511" y="15757"/>
                </a:lnTo>
                <a:lnTo>
                  <a:pt x="681800" y="46277"/>
                </a:lnTo>
                <a:cubicBezTo>
                  <a:pt x="684374" y="44296"/>
                  <a:pt x="686820" y="42810"/>
                  <a:pt x="689138" y="41818"/>
                </a:cubicBezTo>
                <a:cubicBezTo>
                  <a:pt x="693257" y="40098"/>
                  <a:pt x="698020" y="39238"/>
                  <a:pt x="703427" y="39238"/>
                </a:cubicBezTo>
                <a:cubicBezTo>
                  <a:pt x="713571" y="39238"/>
                  <a:pt x="722171" y="42522"/>
                  <a:pt x="729225" y="49089"/>
                </a:cubicBezTo>
                <a:cubicBezTo>
                  <a:pt x="736280" y="55656"/>
                  <a:pt x="739807" y="63981"/>
                  <a:pt x="739807" y="74064"/>
                </a:cubicBezTo>
                <a:cubicBezTo>
                  <a:pt x="739807" y="84561"/>
                  <a:pt x="736576" y="93817"/>
                  <a:pt x="730114" y="101832"/>
                </a:cubicBezTo>
                <a:cubicBezTo>
                  <a:pt x="723651" y="109846"/>
                  <a:pt x="713340" y="113852"/>
                  <a:pt x="699179" y="113852"/>
                </a:cubicBezTo>
                <a:cubicBezTo>
                  <a:pt x="690167" y="113852"/>
                  <a:pt x="682199" y="111310"/>
                  <a:pt x="675273" y="106225"/>
                </a:cubicBezTo>
                <a:cubicBezTo>
                  <a:pt x="668347" y="101140"/>
                  <a:pt x="664472" y="93332"/>
                  <a:pt x="663648" y="82802"/>
                </a:cubicBezTo>
                <a:lnTo>
                  <a:pt x="678092" y="82802"/>
                </a:lnTo>
                <a:close/>
                <a:moveTo>
                  <a:pt x="1051363" y="64264"/>
                </a:moveTo>
                <a:lnTo>
                  <a:pt x="1051363" y="77240"/>
                </a:lnTo>
                <a:lnTo>
                  <a:pt x="970802" y="77240"/>
                </a:lnTo>
                <a:lnTo>
                  <a:pt x="970802" y="64264"/>
                </a:lnTo>
                <a:lnTo>
                  <a:pt x="1051363" y="64264"/>
                </a:lnTo>
                <a:close/>
                <a:moveTo>
                  <a:pt x="1097170" y="114161"/>
                </a:moveTo>
                <a:cubicBezTo>
                  <a:pt x="1084090" y="114161"/>
                  <a:pt x="1074603" y="110562"/>
                  <a:pt x="1068707" y="103365"/>
                </a:cubicBezTo>
                <a:cubicBezTo>
                  <a:pt x="1062811" y="96165"/>
                  <a:pt x="1059863" y="87406"/>
                  <a:pt x="1059863" y="77086"/>
                </a:cubicBezTo>
                <a:lnTo>
                  <a:pt x="1074384" y="77086"/>
                </a:lnTo>
                <a:cubicBezTo>
                  <a:pt x="1075002" y="84266"/>
                  <a:pt x="1076340" y="89484"/>
                  <a:pt x="1078400" y="92739"/>
                </a:cubicBezTo>
                <a:cubicBezTo>
                  <a:pt x="1082005" y="98576"/>
                  <a:pt x="1088519" y="101494"/>
                  <a:pt x="1097942" y="101494"/>
                </a:cubicBezTo>
                <a:cubicBezTo>
                  <a:pt x="1105254" y="101494"/>
                  <a:pt x="1111124" y="99537"/>
                  <a:pt x="1115553" y="95624"/>
                </a:cubicBezTo>
                <a:cubicBezTo>
                  <a:pt x="1119981" y="91710"/>
                  <a:pt x="1122196" y="86664"/>
                  <a:pt x="1122196" y="80485"/>
                </a:cubicBezTo>
                <a:cubicBezTo>
                  <a:pt x="1122196" y="72863"/>
                  <a:pt x="1119865" y="67534"/>
                  <a:pt x="1115205" y="64496"/>
                </a:cubicBezTo>
                <a:cubicBezTo>
                  <a:pt x="1110545" y="61458"/>
                  <a:pt x="1104070" y="59939"/>
                  <a:pt x="1095779" y="59939"/>
                </a:cubicBezTo>
                <a:cubicBezTo>
                  <a:pt x="1094852" y="59939"/>
                  <a:pt x="1093913" y="59951"/>
                  <a:pt x="1092960" y="59977"/>
                </a:cubicBezTo>
                <a:cubicBezTo>
                  <a:pt x="1092007" y="60003"/>
                  <a:pt x="1091042" y="60042"/>
                  <a:pt x="1090064" y="60093"/>
                </a:cubicBezTo>
                <a:lnTo>
                  <a:pt x="1090064" y="47735"/>
                </a:lnTo>
                <a:cubicBezTo>
                  <a:pt x="1091505" y="47920"/>
                  <a:pt x="1092715" y="48044"/>
                  <a:pt x="1093694" y="48106"/>
                </a:cubicBezTo>
                <a:cubicBezTo>
                  <a:pt x="1094672" y="48167"/>
                  <a:pt x="1095728" y="48198"/>
                  <a:pt x="1096861" y="48198"/>
                </a:cubicBezTo>
                <a:cubicBezTo>
                  <a:pt x="1102062" y="48198"/>
                  <a:pt x="1106335" y="47373"/>
                  <a:pt x="1109683" y="45721"/>
                </a:cubicBezTo>
                <a:cubicBezTo>
                  <a:pt x="1115553" y="42831"/>
                  <a:pt x="1118488" y="37671"/>
                  <a:pt x="1118488" y="30240"/>
                </a:cubicBezTo>
                <a:cubicBezTo>
                  <a:pt x="1118488" y="24717"/>
                  <a:pt x="1116531" y="20459"/>
                  <a:pt x="1112618" y="17466"/>
                </a:cubicBezTo>
                <a:cubicBezTo>
                  <a:pt x="1108704" y="14473"/>
                  <a:pt x="1104147" y="12976"/>
                  <a:pt x="1098946" y="12976"/>
                </a:cubicBezTo>
                <a:cubicBezTo>
                  <a:pt x="1089677" y="12976"/>
                  <a:pt x="1083266" y="16066"/>
                  <a:pt x="1079713" y="22245"/>
                </a:cubicBezTo>
                <a:cubicBezTo>
                  <a:pt x="1077757" y="25644"/>
                  <a:pt x="1076649" y="30484"/>
                  <a:pt x="1076392" y="36766"/>
                </a:cubicBezTo>
                <a:lnTo>
                  <a:pt x="1062643" y="36766"/>
                </a:lnTo>
                <a:cubicBezTo>
                  <a:pt x="1062643" y="28527"/>
                  <a:pt x="1064291" y="21524"/>
                  <a:pt x="1067587" y="15757"/>
                </a:cubicBezTo>
                <a:cubicBezTo>
                  <a:pt x="1073251" y="5458"/>
                  <a:pt x="1083215" y="309"/>
                  <a:pt x="1097479" y="309"/>
                </a:cubicBezTo>
                <a:cubicBezTo>
                  <a:pt x="1108756" y="309"/>
                  <a:pt x="1117484" y="2823"/>
                  <a:pt x="1123663" y="7852"/>
                </a:cubicBezTo>
                <a:cubicBezTo>
                  <a:pt x="1129842" y="12879"/>
                  <a:pt x="1132932" y="20163"/>
                  <a:pt x="1132932" y="29704"/>
                </a:cubicBezTo>
                <a:cubicBezTo>
                  <a:pt x="1132932" y="36511"/>
                  <a:pt x="1131104" y="42028"/>
                  <a:pt x="1127448" y="46257"/>
                </a:cubicBezTo>
                <a:cubicBezTo>
                  <a:pt x="1125182" y="48888"/>
                  <a:pt x="1122247" y="50951"/>
                  <a:pt x="1118642" y="52446"/>
                </a:cubicBezTo>
                <a:cubicBezTo>
                  <a:pt x="1124461" y="54043"/>
                  <a:pt x="1129006" y="57119"/>
                  <a:pt x="1132275" y="61676"/>
                </a:cubicBezTo>
                <a:cubicBezTo>
                  <a:pt x="1135545" y="66234"/>
                  <a:pt x="1137180" y="71808"/>
                  <a:pt x="1137180" y="78399"/>
                </a:cubicBezTo>
                <a:cubicBezTo>
                  <a:pt x="1137180" y="88955"/>
                  <a:pt x="1133704" y="97555"/>
                  <a:pt x="1126753" y="104197"/>
                </a:cubicBezTo>
                <a:cubicBezTo>
                  <a:pt x="1119801" y="110840"/>
                  <a:pt x="1109940" y="114161"/>
                  <a:pt x="1097170" y="114161"/>
                </a:cubicBezTo>
                <a:close/>
                <a:moveTo>
                  <a:pt x="1186822" y="309"/>
                </a:moveTo>
                <a:cubicBezTo>
                  <a:pt x="1201137" y="309"/>
                  <a:pt x="1211487" y="6217"/>
                  <a:pt x="1217872" y="18033"/>
                </a:cubicBezTo>
                <a:cubicBezTo>
                  <a:pt x="1222816" y="27165"/>
                  <a:pt x="1225287" y="39678"/>
                  <a:pt x="1225287" y="55572"/>
                </a:cubicBezTo>
                <a:cubicBezTo>
                  <a:pt x="1225287" y="70639"/>
                  <a:pt x="1223047" y="83099"/>
                  <a:pt x="1218567" y="92954"/>
                </a:cubicBezTo>
                <a:cubicBezTo>
                  <a:pt x="1212079" y="107092"/>
                  <a:pt x="1201472" y="114161"/>
                  <a:pt x="1186744" y="114161"/>
                </a:cubicBezTo>
                <a:cubicBezTo>
                  <a:pt x="1173459" y="114161"/>
                  <a:pt x="1163572" y="108382"/>
                  <a:pt x="1157084" y="96823"/>
                </a:cubicBezTo>
                <a:cubicBezTo>
                  <a:pt x="1151677" y="87175"/>
                  <a:pt x="1148974" y="74224"/>
                  <a:pt x="1148974" y="57971"/>
                </a:cubicBezTo>
                <a:cubicBezTo>
                  <a:pt x="1148974" y="45381"/>
                  <a:pt x="1150596" y="34571"/>
                  <a:pt x="1153840" y="25540"/>
                </a:cubicBezTo>
                <a:cubicBezTo>
                  <a:pt x="1159916" y="8719"/>
                  <a:pt x="1170910" y="309"/>
                  <a:pt x="1186822" y="309"/>
                </a:cubicBezTo>
                <a:moveTo>
                  <a:pt x="1186667" y="101494"/>
                </a:moveTo>
                <a:cubicBezTo>
                  <a:pt x="1193876" y="101494"/>
                  <a:pt x="1199618" y="98299"/>
                  <a:pt x="1203892" y="91909"/>
                </a:cubicBezTo>
                <a:cubicBezTo>
                  <a:pt x="1208166" y="85517"/>
                  <a:pt x="1210303" y="73612"/>
                  <a:pt x="1210303" y="56192"/>
                </a:cubicBezTo>
                <a:cubicBezTo>
                  <a:pt x="1210303" y="43617"/>
                  <a:pt x="1208758" y="33270"/>
                  <a:pt x="1205668" y="25154"/>
                </a:cubicBezTo>
                <a:cubicBezTo>
                  <a:pt x="1202579" y="17036"/>
                  <a:pt x="1196580" y="12976"/>
                  <a:pt x="1187671" y="12976"/>
                </a:cubicBezTo>
                <a:cubicBezTo>
                  <a:pt x="1179484" y="12976"/>
                  <a:pt x="1173498" y="16829"/>
                  <a:pt x="1169713" y="24533"/>
                </a:cubicBezTo>
                <a:cubicBezTo>
                  <a:pt x="1165928" y="32238"/>
                  <a:pt x="1164036" y="43589"/>
                  <a:pt x="1164036" y="58587"/>
                </a:cubicBezTo>
                <a:cubicBezTo>
                  <a:pt x="1164036" y="69875"/>
                  <a:pt x="1165246" y="78946"/>
                  <a:pt x="1167666" y="85800"/>
                </a:cubicBezTo>
                <a:cubicBezTo>
                  <a:pt x="1171374" y="96262"/>
                  <a:pt x="1177707" y="101494"/>
                  <a:pt x="1186667" y="101494"/>
                </a:cubicBezTo>
                <a:close/>
                <a:moveTo>
                  <a:pt x="1536844" y="64264"/>
                </a:moveTo>
                <a:lnTo>
                  <a:pt x="1536844" y="77240"/>
                </a:lnTo>
                <a:lnTo>
                  <a:pt x="1456282" y="77240"/>
                </a:lnTo>
                <a:lnTo>
                  <a:pt x="1456282" y="64264"/>
                </a:lnTo>
                <a:lnTo>
                  <a:pt x="1536844" y="64264"/>
                </a:lnTo>
                <a:close/>
                <a:moveTo>
                  <a:pt x="1556697" y="32750"/>
                </a:moveTo>
                <a:lnTo>
                  <a:pt x="1556697" y="22091"/>
                </a:lnTo>
                <a:cubicBezTo>
                  <a:pt x="1566738" y="21112"/>
                  <a:pt x="1573741" y="19477"/>
                  <a:pt x="1577706" y="17186"/>
                </a:cubicBezTo>
                <a:cubicBezTo>
                  <a:pt x="1581671" y="14895"/>
                  <a:pt x="1584632" y="9475"/>
                  <a:pt x="1586589" y="927"/>
                </a:cubicBezTo>
                <a:lnTo>
                  <a:pt x="1597557" y="927"/>
                </a:lnTo>
                <a:lnTo>
                  <a:pt x="1597557" y="111072"/>
                </a:lnTo>
                <a:lnTo>
                  <a:pt x="1582727" y="111072"/>
                </a:lnTo>
                <a:lnTo>
                  <a:pt x="1582727" y="32750"/>
                </a:lnTo>
                <a:lnTo>
                  <a:pt x="1556697" y="32750"/>
                </a:lnTo>
                <a:close/>
                <a:moveTo>
                  <a:pt x="1649052" y="82802"/>
                </a:moveTo>
                <a:cubicBezTo>
                  <a:pt x="1649979" y="90764"/>
                  <a:pt x="1653661" y="96271"/>
                  <a:pt x="1660097" y="99322"/>
                </a:cubicBezTo>
                <a:cubicBezTo>
                  <a:pt x="1663393" y="100873"/>
                  <a:pt x="1667204" y="101648"/>
                  <a:pt x="1671529" y="101648"/>
                </a:cubicBezTo>
                <a:cubicBezTo>
                  <a:pt x="1679768" y="101648"/>
                  <a:pt x="1685870" y="99014"/>
                  <a:pt x="1689835" y="93746"/>
                </a:cubicBezTo>
                <a:cubicBezTo>
                  <a:pt x="1693800" y="88477"/>
                  <a:pt x="1695783" y="82640"/>
                  <a:pt x="1695783" y="76234"/>
                </a:cubicBezTo>
                <a:cubicBezTo>
                  <a:pt x="1695783" y="68486"/>
                  <a:pt x="1693427" y="62494"/>
                  <a:pt x="1688715" y="58259"/>
                </a:cubicBezTo>
                <a:cubicBezTo>
                  <a:pt x="1684003" y="54023"/>
                  <a:pt x="1678352" y="51906"/>
                  <a:pt x="1671761" y="51906"/>
                </a:cubicBezTo>
                <a:cubicBezTo>
                  <a:pt x="1666972" y="51906"/>
                  <a:pt x="1662865" y="52840"/>
                  <a:pt x="1659441" y="54708"/>
                </a:cubicBezTo>
                <a:cubicBezTo>
                  <a:pt x="1656017" y="56576"/>
                  <a:pt x="1653094" y="59195"/>
                  <a:pt x="1650674" y="62565"/>
                </a:cubicBezTo>
                <a:lnTo>
                  <a:pt x="1638625" y="61792"/>
                </a:lnTo>
                <a:lnTo>
                  <a:pt x="1647044" y="2317"/>
                </a:lnTo>
                <a:lnTo>
                  <a:pt x="1704511" y="2317"/>
                </a:lnTo>
                <a:lnTo>
                  <a:pt x="1704511" y="15757"/>
                </a:lnTo>
                <a:lnTo>
                  <a:pt x="1657471" y="15757"/>
                </a:lnTo>
                <a:lnTo>
                  <a:pt x="1652760" y="46277"/>
                </a:lnTo>
                <a:cubicBezTo>
                  <a:pt x="1655334" y="44296"/>
                  <a:pt x="1657780" y="42810"/>
                  <a:pt x="1660097" y="41818"/>
                </a:cubicBezTo>
                <a:cubicBezTo>
                  <a:pt x="1664217" y="40098"/>
                  <a:pt x="1668980" y="39238"/>
                  <a:pt x="1674387" y="39238"/>
                </a:cubicBezTo>
                <a:cubicBezTo>
                  <a:pt x="1684531" y="39238"/>
                  <a:pt x="1693131" y="42522"/>
                  <a:pt x="1700185" y="49089"/>
                </a:cubicBezTo>
                <a:cubicBezTo>
                  <a:pt x="1707240" y="55656"/>
                  <a:pt x="1710767" y="63981"/>
                  <a:pt x="1710767" y="74064"/>
                </a:cubicBezTo>
                <a:cubicBezTo>
                  <a:pt x="1710767" y="84561"/>
                  <a:pt x="1707536" y="93817"/>
                  <a:pt x="1701073" y="101832"/>
                </a:cubicBezTo>
                <a:cubicBezTo>
                  <a:pt x="1694611" y="109846"/>
                  <a:pt x="1684299" y="113852"/>
                  <a:pt x="1670139" y="113852"/>
                </a:cubicBezTo>
                <a:cubicBezTo>
                  <a:pt x="1661127" y="113852"/>
                  <a:pt x="1653159" y="111310"/>
                  <a:pt x="1646233" y="106225"/>
                </a:cubicBezTo>
                <a:cubicBezTo>
                  <a:pt x="1639307" y="101140"/>
                  <a:pt x="1635432" y="93332"/>
                  <a:pt x="1634608" y="82802"/>
                </a:cubicBezTo>
                <a:lnTo>
                  <a:pt x="1649052" y="82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0">
            <a:extLst xmlns:a="http://schemas.openxmlformats.org/drawingml/2006/main">
              <a:ext uri="{FF2B5EF4-FFF2-40B4-BE49-F238E27FC236}">
                <a16:creationId xmlns:a16="http://schemas.microsoft.com/office/drawing/2014/main" id="{7D75BE26-6056-45D0-9413-1839BF7D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794" y="4571548"/>
            <a:ext cx="76314" cy="113852"/>
          </a:xfrm>
          <a:custGeom xmlns:a="http://schemas.openxmlformats.org/drawingml/2006/main">
            <a:pathLst>
              <a:path w="76314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5">
            <a:extLst xmlns:a="http://schemas.openxmlformats.org/drawingml/2006/main">
              <a:ext uri="{FF2B5EF4-FFF2-40B4-BE49-F238E27FC236}">
                <a16:creationId xmlns:a16="http://schemas.microsoft.com/office/drawing/2014/main" id="{E32C9163-B55A-46DF-A707-9C6AF3D3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18" y="4573556"/>
            <a:ext cx="76159" cy="111535"/>
          </a:xfrm>
          <a:custGeom xmlns:a="http://schemas.openxmlformats.org/drawingml/2006/main">
            <a:pathLst>
              <a:path w="76159" h="111535">
                <a:moveTo>
                  <a:pt x="14444" y="80484"/>
                </a:moveTo>
                <a:cubicBezTo>
                  <a:pt x="15371" y="88447"/>
                  <a:pt x="19053" y="93953"/>
                  <a:pt x="25489" y="97004"/>
                </a:cubicBezTo>
                <a:cubicBezTo>
                  <a:pt x="28785" y="98556"/>
                  <a:pt x="32595" y="99331"/>
                  <a:pt x="36921" y="99331"/>
                </a:cubicBezTo>
                <a:cubicBezTo>
                  <a:pt x="45160" y="99331"/>
                  <a:pt x="51262" y="96697"/>
                  <a:pt x="55227" y="91428"/>
                </a:cubicBezTo>
                <a:cubicBezTo>
                  <a:pt x="59192" y="86160"/>
                  <a:pt x="61174" y="80323"/>
                  <a:pt x="61174" y="73917"/>
                </a:cubicBezTo>
                <a:cubicBezTo>
                  <a:pt x="61174" y="66168"/>
                  <a:pt x="58819" y="60177"/>
                  <a:pt x="54107" y="55941"/>
                </a:cubicBezTo>
                <a:cubicBezTo>
                  <a:pt x="49395" y="51706"/>
                  <a:pt x="43744" y="49588"/>
                  <a:pt x="37153" y="49588"/>
                </a:cubicBezTo>
                <a:cubicBezTo>
                  <a:pt x="32364" y="49588"/>
                  <a:pt x="28257" y="50522"/>
                  <a:pt x="24833" y="52391"/>
                </a:cubicBezTo>
                <a:cubicBezTo>
                  <a:pt x="21408" y="54259"/>
                  <a:pt x="18486" y="56878"/>
                  <a:pt x="16066" y="60248"/>
                </a:cubicBezTo>
                <a:lnTo>
                  <a:pt x="4017" y="59475"/>
                </a:lnTo>
                <a:lnTo>
                  <a:pt x="12436" y="0"/>
                </a:lnTo>
                <a:lnTo>
                  <a:pt x="69903" y="0"/>
                </a:lnTo>
                <a:lnTo>
                  <a:pt x="69903" y="13440"/>
                </a:lnTo>
                <a:lnTo>
                  <a:pt x="22863" y="13440"/>
                </a:lnTo>
                <a:lnTo>
                  <a:pt x="18151" y="43959"/>
                </a:lnTo>
                <a:cubicBezTo>
                  <a:pt x="20726" y="41979"/>
                  <a:pt x="23172" y="40492"/>
                  <a:pt x="25489" y="39501"/>
                </a:cubicBezTo>
                <a:cubicBezTo>
                  <a:pt x="29609" y="37781"/>
                  <a:pt x="34372" y="36921"/>
                  <a:pt x="39779" y="36921"/>
                </a:cubicBezTo>
                <a:cubicBezTo>
                  <a:pt x="49923" y="36921"/>
                  <a:pt x="58522" y="40204"/>
                  <a:pt x="65577" y="46771"/>
                </a:cubicBezTo>
                <a:cubicBezTo>
                  <a:pt x="72632" y="53339"/>
                  <a:pt x="76159" y="61664"/>
                  <a:pt x="76159" y="71747"/>
                </a:cubicBezTo>
                <a:cubicBezTo>
                  <a:pt x="76159" y="82243"/>
                  <a:pt x="72928" y="91499"/>
                  <a:pt x="66465" y="99515"/>
                </a:cubicBezTo>
                <a:cubicBezTo>
                  <a:pt x="60003" y="107528"/>
                  <a:pt x="49691" y="111535"/>
                  <a:pt x="35531" y="111535"/>
                </a:cubicBezTo>
                <a:cubicBezTo>
                  <a:pt x="26519" y="111535"/>
                  <a:pt x="18551" y="108993"/>
                  <a:pt x="11625" y="103908"/>
                </a:cubicBezTo>
                <a:cubicBezTo>
                  <a:pt x="4699" y="98823"/>
                  <a:pt x="824" y="91015"/>
                  <a:pt x="0" y="80484"/>
                </a:cubicBezTo>
                <a:lnTo>
                  <a:pt x="14444" y="80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10">
            <a:extLst xmlns:a="http://schemas.openxmlformats.org/drawingml/2006/main">
              <a:ext uri="{FF2B5EF4-FFF2-40B4-BE49-F238E27FC236}">
                <a16:creationId xmlns:a16="http://schemas.microsoft.com/office/drawing/2014/main" id="{F9B5FAC2-D5D3-458F-9188-35983CAC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10" y="4571548"/>
            <a:ext cx="154071" cy="113852"/>
          </a:xfrm>
          <a:custGeom xmlns:a="http://schemas.openxmlformats.org/drawingml/2006/main">
            <a:pathLst>
              <a:path w="154071" h="113852">
                <a:moveTo>
                  <a:pt x="0" y="32441"/>
                </a:moveTo>
                <a:lnTo>
                  <a:pt x="0" y="21782"/>
                </a:lnTo>
                <a:cubicBezTo>
                  <a:pt x="10041" y="20803"/>
                  <a:pt x="17044" y="19168"/>
                  <a:pt x="21009" y="16877"/>
                </a:cubicBezTo>
                <a:cubicBezTo>
                  <a:pt x="24974" y="14586"/>
                  <a:pt x="27935" y="9166"/>
                  <a:pt x="29892" y="618"/>
                </a:cubicBezTo>
                <a:lnTo>
                  <a:pt x="40860" y="618"/>
                </a:lnTo>
                <a:lnTo>
                  <a:pt x="40860" y="110763"/>
                </a:lnTo>
                <a:lnTo>
                  <a:pt x="26030" y="110763"/>
                </a:lnTo>
                <a:lnTo>
                  <a:pt x="26030" y="32441"/>
                </a:lnTo>
                <a:lnTo>
                  <a:pt x="0" y="32441"/>
                </a:lnTo>
                <a:close/>
                <a:moveTo>
                  <a:pt x="115605" y="0"/>
                </a:moveTo>
                <a:cubicBezTo>
                  <a:pt x="129920" y="0"/>
                  <a:pt x="140270" y="5908"/>
                  <a:pt x="146656" y="17724"/>
                </a:cubicBezTo>
                <a:cubicBezTo>
                  <a:pt x="151599" y="26856"/>
                  <a:pt x="154071" y="39369"/>
                  <a:pt x="154071" y="55263"/>
                </a:cubicBezTo>
                <a:cubicBezTo>
                  <a:pt x="154071" y="70330"/>
                  <a:pt x="151831" y="82790"/>
                  <a:pt x="147351" y="92645"/>
                </a:cubicBezTo>
                <a:cubicBezTo>
                  <a:pt x="140863" y="106783"/>
                  <a:pt x="130255" y="113852"/>
                  <a:pt x="115528" y="113852"/>
                </a:cubicBezTo>
                <a:cubicBezTo>
                  <a:pt x="102242" y="113852"/>
                  <a:pt x="92356" y="108073"/>
                  <a:pt x="85868" y="96514"/>
                </a:cubicBezTo>
                <a:cubicBezTo>
                  <a:pt x="80461" y="86866"/>
                  <a:pt x="77757" y="73915"/>
                  <a:pt x="77757" y="57662"/>
                </a:cubicBezTo>
                <a:cubicBezTo>
                  <a:pt x="77757" y="45072"/>
                  <a:pt x="79379" y="34262"/>
                  <a:pt x="82623" y="25231"/>
                </a:cubicBezTo>
                <a:cubicBezTo>
                  <a:pt x="88700" y="8410"/>
                  <a:pt x="99694" y="0"/>
                  <a:pt x="115605" y="0"/>
                </a:cubicBezTo>
                <a:moveTo>
                  <a:pt x="115451" y="101185"/>
                </a:moveTo>
                <a:cubicBezTo>
                  <a:pt x="122660" y="101185"/>
                  <a:pt x="128401" y="97990"/>
                  <a:pt x="132675" y="91600"/>
                </a:cubicBezTo>
                <a:cubicBezTo>
                  <a:pt x="136949" y="85208"/>
                  <a:pt x="139086" y="73303"/>
                  <a:pt x="139086" y="55883"/>
                </a:cubicBezTo>
                <a:cubicBezTo>
                  <a:pt x="139086" y="43308"/>
                  <a:pt x="137541" y="32962"/>
                  <a:pt x="134452" y="24845"/>
                </a:cubicBezTo>
                <a:cubicBezTo>
                  <a:pt x="131362" y="16727"/>
                  <a:pt x="125363" y="12667"/>
                  <a:pt x="116455" y="12667"/>
                </a:cubicBezTo>
                <a:cubicBezTo>
                  <a:pt x="108267" y="12667"/>
                  <a:pt x="102281" y="16520"/>
                  <a:pt x="98496" y="24225"/>
                </a:cubicBezTo>
                <a:cubicBezTo>
                  <a:pt x="94712" y="31929"/>
                  <a:pt x="92819" y="43280"/>
                  <a:pt x="92819" y="58278"/>
                </a:cubicBezTo>
                <a:cubicBezTo>
                  <a:pt x="92819" y="69566"/>
                  <a:pt x="94029" y="78637"/>
                  <a:pt x="96449" y="85491"/>
                </a:cubicBezTo>
                <a:cubicBezTo>
                  <a:pt x="100157" y="95953"/>
                  <a:pt x="106491" y="101185"/>
                  <a:pt x="115451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15">
            <a:extLst xmlns:a="http://schemas.openxmlformats.org/drawingml/2006/main">
              <a:ext uri="{FF2B5EF4-FFF2-40B4-BE49-F238E27FC236}">
                <a16:creationId xmlns:a16="http://schemas.microsoft.com/office/drawing/2014/main" id="{47F305D2-FE7D-48D5-BB60-1673894E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638" y="4572166"/>
            <a:ext cx="154070" cy="112925"/>
          </a:xfrm>
          <a:custGeom xmlns:a="http://schemas.openxmlformats.org/drawingml/2006/main">
            <a:pathLst>
              <a:path w="154070" h="112925">
                <a:moveTo>
                  <a:pt x="0" y="31823"/>
                </a:moveTo>
                <a:lnTo>
                  <a:pt x="0" y="21164"/>
                </a:lnTo>
                <a:cubicBezTo>
                  <a:pt x="10041" y="20185"/>
                  <a:pt x="17044" y="18551"/>
                  <a:pt x="21009" y="16259"/>
                </a:cubicBezTo>
                <a:cubicBezTo>
                  <a:pt x="24974" y="13968"/>
                  <a:pt x="27935" y="8548"/>
                  <a:pt x="29892" y="0"/>
                </a:cubicBezTo>
                <a:lnTo>
                  <a:pt x="40860" y="0"/>
                </a:lnTo>
                <a:lnTo>
                  <a:pt x="40860" y="110145"/>
                </a:lnTo>
                <a:lnTo>
                  <a:pt x="26030" y="110145"/>
                </a:lnTo>
                <a:lnTo>
                  <a:pt x="26030" y="31823"/>
                </a:lnTo>
                <a:lnTo>
                  <a:pt x="0" y="31823"/>
                </a:lnTo>
                <a:close/>
                <a:moveTo>
                  <a:pt x="92355" y="81875"/>
                </a:moveTo>
                <a:cubicBezTo>
                  <a:pt x="93282" y="89837"/>
                  <a:pt x="96964" y="95344"/>
                  <a:pt x="103401" y="98395"/>
                </a:cubicBezTo>
                <a:cubicBezTo>
                  <a:pt x="106696" y="99946"/>
                  <a:pt x="110507" y="100721"/>
                  <a:pt x="114832" y="100721"/>
                </a:cubicBezTo>
                <a:cubicBezTo>
                  <a:pt x="123071" y="100721"/>
                  <a:pt x="129173" y="98087"/>
                  <a:pt x="133138" y="92819"/>
                </a:cubicBezTo>
                <a:cubicBezTo>
                  <a:pt x="137103" y="87550"/>
                  <a:pt x="139086" y="81713"/>
                  <a:pt x="139086" y="75307"/>
                </a:cubicBezTo>
                <a:cubicBezTo>
                  <a:pt x="139086" y="67559"/>
                  <a:pt x="136730" y="61567"/>
                  <a:pt x="132018" y="57332"/>
                </a:cubicBezTo>
                <a:cubicBezTo>
                  <a:pt x="127307" y="53096"/>
                  <a:pt x="121655" y="50979"/>
                  <a:pt x="115064" y="50979"/>
                </a:cubicBezTo>
                <a:cubicBezTo>
                  <a:pt x="110275" y="50979"/>
                  <a:pt x="106169" y="51913"/>
                  <a:pt x="102744" y="53781"/>
                </a:cubicBezTo>
                <a:cubicBezTo>
                  <a:pt x="99320" y="55649"/>
                  <a:pt x="96398" y="58268"/>
                  <a:pt x="93977" y="61638"/>
                </a:cubicBezTo>
                <a:lnTo>
                  <a:pt x="81928" y="60865"/>
                </a:lnTo>
                <a:lnTo>
                  <a:pt x="90347" y="1390"/>
                </a:lnTo>
                <a:lnTo>
                  <a:pt x="147814" y="1390"/>
                </a:lnTo>
                <a:lnTo>
                  <a:pt x="147814" y="14830"/>
                </a:lnTo>
                <a:lnTo>
                  <a:pt x="100775" y="14830"/>
                </a:lnTo>
                <a:lnTo>
                  <a:pt x="96063" y="45350"/>
                </a:lnTo>
                <a:cubicBezTo>
                  <a:pt x="98638" y="43369"/>
                  <a:pt x="101084" y="41883"/>
                  <a:pt x="103401" y="40892"/>
                </a:cubicBezTo>
                <a:cubicBezTo>
                  <a:pt x="107520" y="39171"/>
                  <a:pt x="112283" y="38311"/>
                  <a:pt x="117690" y="38311"/>
                </a:cubicBezTo>
                <a:cubicBezTo>
                  <a:pt x="127834" y="38311"/>
                  <a:pt x="136434" y="41595"/>
                  <a:pt x="143489" y="48162"/>
                </a:cubicBezTo>
                <a:cubicBezTo>
                  <a:pt x="150543" y="54729"/>
                  <a:pt x="154070" y="63054"/>
                  <a:pt x="154070" y="73137"/>
                </a:cubicBezTo>
                <a:cubicBezTo>
                  <a:pt x="154070" y="83634"/>
                  <a:pt x="150839" y="92890"/>
                  <a:pt x="144377" y="100905"/>
                </a:cubicBezTo>
                <a:cubicBezTo>
                  <a:pt x="137914" y="108919"/>
                  <a:pt x="127603" y="112925"/>
                  <a:pt x="113442" y="112925"/>
                </a:cubicBezTo>
                <a:cubicBezTo>
                  <a:pt x="104431" y="112925"/>
                  <a:pt x="96462" y="110383"/>
                  <a:pt x="89536" y="105298"/>
                </a:cubicBezTo>
                <a:cubicBezTo>
                  <a:pt x="82610" y="100213"/>
                  <a:pt x="78735" y="92405"/>
                  <a:pt x="77911" y="81875"/>
                </a:cubicBezTo>
                <a:lnTo>
                  <a:pt x="92355" y="818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T">
            <a:extLst xmlns:a="http://schemas.openxmlformats.org/drawingml/2006/main">
              <a:ext uri="{FF2B5EF4-FFF2-40B4-BE49-F238E27FC236}">
                <a16:creationId xmlns:a16="http://schemas.microsoft.com/office/drawing/2014/main" id="{7EA27022-5CFF-4AE2-B17A-69A7D667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4" y="5042777"/>
            <a:ext cx="110485" cy="136252"/>
          </a:xfrm>
          <a:custGeom xmlns:a="http://schemas.openxmlformats.org/drawingml/2006/main">
            <a:pathLst>
              <a:path w="110485" h="136252">
                <a:moveTo>
                  <a:pt x="110485" y="0"/>
                </a:moveTo>
                <a:lnTo>
                  <a:pt x="110485" y="16313"/>
                </a:lnTo>
                <a:lnTo>
                  <a:pt x="64604" y="16313"/>
                </a:lnTo>
                <a:lnTo>
                  <a:pt x="64604" y="136252"/>
                </a:lnTo>
                <a:lnTo>
                  <a:pt x="45881" y="136252"/>
                </a:lnTo>
                <a:lnTo>
                  <a:pt x="45881" y="16313"/>
                </a:lnTo>
                <a:lnTo>
                  <a:pt x="0" y="16313"/>
                </a:lnTo>
                <a:lnTo>
                  <a:pt x="0" y="0"/>
                </a:lnTo>
                <a:lnTo>
                  <a:pt x="11048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otalPoints">
            <a:extLst xmlns:a="http://schemas.openxmlformats.org/drawingml/2006/main">
              <a:ext uri="{FF2B5EF4-FFF2-40B4-BE49-F238E27FC236}">
                <a16:creationId xmlns:a16="http://schemas.microsoft.com/office/drawing/2014/main" id="{E26B598B-EE0D-4B30-8559-49C624DD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39" y="5042777"/>
            <a:ext cx="864479" cy="140145"/>
          </a:xfrm>
          <a:custGeom xmlns:a="http://schemas.openxmlformats.org/drawingml/2006/main">
            <a:pathLst>
              <a:path w="864479" h="140145">
                <a:moveTo>
                  <a:pt x="46159" y="125315"/>
                </a:moveTo>
                <a:cubicBezTo>
                  <a:pt x="57220" y="125315"/>
                  <a:pt x="64805" y="121124"/>
                  <a:pt x="68914" y="112741"/>
                </a:cubicBezTo>
                <a:cubicBezTo>
                  <a:pt x="73023" y="104359"/>
                  <a:pt x="75078" y="95032"/>
                  <a:pt x="75078" y="84761"/>
                </a:cubicBezTo>
                <a:cubicBezTo>
                  <a:pt x="75078" y="75480"/>
                  <a:pt x="73595" y="67933"/>
                  <a:pt x="70629" y="62119"/>
                </a:cubicBezTo>
                <a:cubicBezTo>
                  <a:pt x="65932" y="52962"/>
                  <a:pt x="57838" y="48383"/>
                  <a:pt x="46344" y="48383"/>
                </a:cubicBezTo>
                <a:cubicBezTo>
                  <a:pt x="36149" y="48383"/>
                  <a:pt x="28733" y="52281"/>
                  <a:pt x="24099" y="60077"/>
                </a:cubicBezTo>
                <a:cubicBezTo>
                  <a:pt x="19465" y="67872"/>
                  <a:pt x="17147" y="77276"/>
                  <a:pt x="17147" y="88289"/>
                </a:cubicBezTo>
                <a:cubicBezTo>
                  <a:pt x="17147" y="98867"/>
                  <a:pt x="19465" y="107683"/>
                  <a:pt x="24099" y="114737"/>
                </a:cubicBezTo>
                <a:cubicBezTo>
                  <a:pt x="28733" y="121789"/>
                  <a:pt x="36087" y="125315"/>
                  <a:pt x="46159" y="125315"/>
                </a:cubicBezTo>
                <a:moveTo>
                  <a:pt x="46808" y="33924"/>
                </a:moveTo>
                <a:cubicBezTo>
                  <a:pt x="59599" y="33924"/>
                  <a:pt x="70412" y="38192"/>
                  <a:pt x="79249" y="46727"/>
                </a:cubicBezTo>
                <a:cubicBezTo>
                  <a:pt x="88085" y="55262"/>
                  <a:pt x="92503" y="67816"/>
                  <a:pt x="92503" y="84390"/>
                </a:cubicBezTo>
                <a:cubicBezTo>
                  <a:pt x="92503" y="100410"/>
                  <a:pt x="88610" y="113646"/>
                  <a:pt x="80824" y="124098"/>
                </a:cubicBezTo>
                <a:cubicBezTo>
                  <a:pt x="73039" y="134549"/>
                  <a:pt x="60958" y="139774"/>
                  <a:pt x="44583" y="139774"/>
                </a:cubicBezTo>
                <a:cubicBezTo>
                  <a:pt x="30927" y="139774"/>
                  <a:pt x="20083" y="135151"/>
                  <a:pt x="12050" y="125906"/>
                </a:cubicBezTo>
                <a:cubicBezTo>
                  <a:pt x="4017" y="116660"/>
                  <a:pt x="0" y="104245"/>
                  <a:pt x="0" y="88659"/>
                </a:cubicBezTo>
                <a:cubicBezTo>
                  <a:pt x="0" y="71960"/>
                  <a:pt x="4233" y="58663"/>
                  <a:pt x="12698" y="48769"/>
                </a:cubicBezTo>
                <a:cubicBezTo>
                  <a:pt x="21164" y="38872"/>
                  <a:pt x="32534" y="33924"/>
                  <a:pt x="46808" y="33924"/>
                </a:cubicBezTo>
                <a:moveTo>
                  <a:pt x="46252" y="34480"/>
                </a:moveTo>
                <a:lnTo>
                  <a:pt x="46252" y="34480"/>
                </a:lnTo>
                <a:close/>
                <a:moveTo>
                  <a:pt x="115646" y="9269"/>
                </a:moveTo>
                <a:lnTo>
                  <a:pt x="132516" y="9269"/>
                </a:lnTo>
                <a:lnTo>
                  <a:pt x="132516" y="36890"/>
                </a:lnTo>
                <a:lnTo>
                  <a:pt x="148365" y="36890"/>
                </a:lnTo>
                <a:lnTo>
                  <a:pt x="148365" y="50608"/>
                </a:lnTo>
                <a:lnTo>
                  <a:pt x="132516" y="50608"/>
                </a:lnTo>
                <a:lnTo>
                  <a:pt x="132516" y="115316"/>
                </a:lnTo>
                <a:cubicBezTo>
                  <a:pt x="132516" y="118771"/>
                  <a:pt x="133690" y="121084"/>
                  <a:pt x="136038" y="122256"/>
                </a:cubicBezTo>
                <a:cubicBezTo>
                  <a:pt x="137335" y="122936"/>
                  <a:pt x="139498" y="123276"/>
                  <a:pt x="142526" y="123276"/>
                </a:cubicBezTo>
                <a:cubicBezTo>
                  <a:pt x="143329" y="123276"/>
                  <a:pt x="144194" y="123255"/>
                  <a:pt x="145121" y="123215"/>
                </a:cubicBezTo>
                <a:cubicBezTo>
                  <a:pt x="146048" y="123172"/>
                  <a:pt x="147130" y="123069"/>
                  <a:pt x="148365" y="122905"/>
                </a:cubicBezTo>
                <a:lnTo>
                  <a:pt x="148365" y="136252"/>
                </a:lnTo>
                <a:cubicBezTo>
                  <a:pt x="146450" y="136841"/>
                  <a:pt x="144457" y="137266"/>
                  <a:pt x="142387" y="137527"/>
                </a:cubicBezTo>
                <a:cubicBezTo>
                  <a:pt x="140317" y="137789"/>
                  <a:pt x="138077" y="137920"/>
                  <a:pt x="135667" y="137920"/>
                </a:cubicBezTo>
                <a:cubicBezTo>
                  <a:pt x="127881" y="137920"/>
                  <a:pt x="122598" y="135926"/>
                  <a:pt x="119817" y="131936"/>
                </a:cubicBezTo>
                <a:cubicBezTo>
                  <a:pt x="117037" y="127947"/>
                  <a:pt x="115646" y="122766"/>
                  <a:pt x="115646" y="116394"/>
                </a:cubicBezTo>
                <a:lnTo>
                  <a:pt x="115646" y="50608"/>
                </a:lnTo>
                <a:lnTo>
                  <a:pt x="102207" y="50608"/>
                </a:lnTo>
                <a:lnTo>
                  <a:pt x="102207" y="36890"/>
                </a:lnTo>
                <a:lnTo>
                  <a:pt x="115646" y="36890"/>
                </a:lnTo>
                <a:lnTo>
                  <a:pt x="115646" y="9269"/>
                </a:lnTo>
                <a:close/>
                <a:moveTo>
                  <a:pt x="177872" y="109882"/>
                </a:moveTo>
                <a:cubicBezTo>
                  <a:pt x="177872" y="114717"/>
                  <a:pt x="179633" y="118529"/>
                  <a:pt x="183155" y="121318"/>
                </a:cubicBezTo>
                <a:cubicBezTo>
                  <a:pt x="186678" y="124106"/>
                  <a:pt x="190849" y="125500"/>
                  <a:pt x="195668" y="125500"/>
                </a:cubicBezTo>
                <a:cubicBezTo>
                  <a:pt x="201539" y="125500"/>
                  <a:pt x="207224" y="124129"/>
                  <a:pt x="212723" y="121387"/>
                </a:cubicBezTo>
                <a:cubicBezTo>
                  <a:pt x="221992" y="116838"/>
                  <a:pt x="226626" y="109434"/>
                  <a:pt x="226626" y="99177"/>
                </a:cubicBezTo>
                <a:lnTo>
                  <a:pt x="226626" y="85737"/>
                </a:lnTo>
                <a:cubicBezTo>
                  <a:pt x="224587" y="87062"/>
                  <a:pt x="221961" y="88165"/>
                  <a:pt x="218748" y="89048"/>
                </a:cubicBezTo>
                <a:cubicBezTo>
                  <a:pt x="215535" y="89930"/>
                  <a:pt x="212383" y="90551"/>
                  <a:pt x="209294" y="90910"/>
                </a:cubicBezTo>
                <a:lnTo>
                  <a:pt x="199191" y="92170"/>
                </a:lnTo>
                <a:cubicBezTo>
                  <a:pt x="193135" y="92948"/>
                  <a:pt x="188593" y="94205"/>
                  <a:pt x="185565" y="95941"/>
                </a:cubicBezTo>
                <a:cubicBezTo>
                  <a:pt x="180437" y="98853"/>
                  <a:pt x="177872" y="103500"/>
                  <a:pt x="177872" y="109882"/>
                </a:cubicBezTo>
                <a:moveTo>
                  <a:pt x="218284" y="76097"/>
                </a:moveTo>
                <a:cubicBezTo>
                  <a:pt x="222116" y="75603"/>
                  <a:pt x="224680" y="73996"/>
                  <a:pt x="225978" y="71277"/>
                </a:cubicBezTo>
                <a:cubicBezTo>
                  <a:pt x="226719" y="69789"/>
                  <a:pt x="227090" y="67648"/>
                  <a:pt x="227090" y="64856"/>
                </a:cubicBezTo>
                <a:cubicBezTo>
                  <a:pt x="227090" y="59148"/>
                  <a:pt x="225066" y="55007"/>
                  <a:pt x="221019" y="52433"/>
                </a:cubicBezTo>
                <a:cubicBezTo>
                  <a:pt x="216971" y="49857"/>
                  <a:pt x="211178" y="48569"/>
                  <a:pt x="203640" y="48569"/>
                </a:cubicBezTo>
                <a:cubicBezTo>
                  <a:pt x="194927" y="48569"/>
                  <a:pt x="188748" y="50928"/>
                  <a:pt x="185102" y="55648"/>
                </a:cubicBezTo>
                <a:cubicBezTo>
                  <a:pt x="183063" y="58257"/>
                  <a:pt x="181734" y="62138"/>
                  <a:pt x="181116" y="67292"/>
                </a:cubicBezTo>
                <a:lnTo>
                  <a:pt x="165545" y="67292"/>
                </a:lnTo>
                <a:cubicBezTo>
                  <a:pt x="165854" y="55022"/>
                  <a:pt x="169824" y="46486"/>
                  <a:pt x="177455" y="41684"/>
                </a:cubicBezTo>
                <a:cubicBezTo>
                  <a:pt x="185086" y="36881"/>
                  <a:pt x="193938" y="34480"/>
                  <a:pt x="204010" y="34480"/>
                </a:cubicBezTo>
                <a:cubicBezTo>
                  <a:pt x="215689" y="34480"/>
                  <a:pt x="225174" y="36705"/>
                  <a:pt x="232466" y="41154"/>
                </a:cubicBezTo>
                <a:cubicBezTo>
                  <a:pt x="239695" y="45603"/>
                  <a:pt x="243310" y="52529"/>
                  <a:pt x="243310" y="61933"/>
                </a:cubicBezTo>
                <a:lnTo>
                  <a:pt x="243310" y="119194"/>
                </a:lnTo>
                <a:cubicBezTo>
                  <a:pt x="243310" y="120927"/>
                  <a:pt x="243666" y="122318"/>
                  <a:pt x="244376" y="123368"/>
                </a:cubicBezTo>
                <a:cubicBezTo>
                  <a:pt x="245087" y="124419"/>
                  <a:pt x="246585" y="124944"/>
                  <a:pt x="248872" y="124944"/>
                </a:cubicBezTo>
                <a:cubicBezTo>
                  <a:pt x="249613" y="124944"/>
                  <a:pt x="250447" y="124898"/>
                  <a:pt x="251374" y="124805"/>
                </a:cubicBezTo>
                <a:cubicBezTo>
                  <a:pt x="252301" y="124712"/>
                  <a:pt x="253290" y="124573"/>
                  <a:pt x="254340" y="124388"/>
                </a:cubicBezTo>
                <a:lnTo>
                  <a:pt x="254340" y="136808"/>
                </a:lnTo>
                <a:cubicBezTo>
                  <a:pt x="251745" y="137550"/>
                  <a:pt x="249768" y="138013"/>
                  <a:pt x="248408" y="138199"/>
                </a:cubicBezTo>
                <a:cubicBezTo>
                  <a:pt x="247049" y="138384"/>
                  <a:pt x="245195" y="138477"/>
                  <a:pt x="242847" y="138477"/>
                </a:cubicBezTo>
                <a:cubicBezTo>
                  <a:pt x="237100" y="138477"/>
                  <a:pt x="232929" y="136425"/>
                  <a:pt x="230334" y="132321"/>
                </a:cubicBezTo>
                <a:cubicBezTo>
                  <a:pt x="228974" y="130145"/>
                  <a:pt x="228017" y="127068"/>
                  <a:pt x="227461" y="123090"/>
                </a:cubicBezTo>
                <a:cubicBezTo>
                  <a:pt x="224062" y="127590"/>
                  <a:pt x="219180" y="131495"/>
                  <a:pt x="212816" y="134807"/>
                </a:cubicBezTo>
                <a:cubicBezTo>
                  <a:pt x="206451" y="138118"/>
                  <a:pt x="199438" y="139774"/>
                  <a:pt x="191776" y="139774"/>
                </a:cubicBezTo>
                <a:cubicBezTo>
                  <a:pt x="182568" y="139774"/>
                  <a:pt x="175045" y="136969"/>
                  <a:pt x="169206" y="131360"/>
                </a:cubicBezTo>
                <a:cubicBezTo>
                  <a:pt x="163366" y="125750"/>
                  <a:pt x="160447" y="118731"/>
                  <a:pt x="160447" y="110302"/>
                </a:cubicBezTo>
                <a:cubicBezTo>
                  <a:pt x="160447" y="101066"/>
                  <a:pt x="163320" y="93907"/>
                  <a:pt x="169067" y="88825"/>
                </a:cubicBezTo>
                <a:cubicBezTo>
                  <a:pt x="174814" y="83742"/>
                  <a:pt x="182352" y="80612"/>
                  <a:pt x="191683" y="79434"/>
                </a:cubicBezTo>
                <a:lnTo>
                  <a:pt x="218284" y="76097"/>
                </a:lnTo>
                <a:moveTo>
                  <a:pt x="204474" y="34480"/>
                </a:moveTo>
                <a:lnTo>
                  <a:pt x="204474" y="34480"/>
                </a:lnTo>
                <a:close/>
                <a:moveTo>
                  <a:pt x="271088" y="0"/>
                </a:moveTo>
                <a:lnTo>
                  <a:pt x="287772" y="0"/>
                </a:lnTo>
                <a:lnTo>
                  <a:pt x="287772" y="136252"/>
                </a:lnTo>
                <a:lnTo>
                  <a:pt x="271088" y="136252"/>
                </a:lnTo>
                <a:lnTo>
                  <a:pt x="271088" y="0"/>
                </a:lnTo>
                <a:close/>
                <a:moveTo>
                  <a:pt x="369523" y="0"/>
                </a:moveTo>
                <a:lnTo>
                  <a:pt x="430790" y="0"/>
                </a:lnTo>
                <a:cubicBezTo>
                  <a:pt x="442902" y="0"/>
                  <a:pt x="452665" y="3414"/>
                  <a:pt x="460080" y="10242"/>
                </a:cubicBezTo>
                <a:cubicBezTo>
                  <a:pt x="467495" y="17070"/>
                  <a:pt x="471202" y="26663"/>
                  <a:pt x="471202" y="39022"/>
                </a:cubicBezTo>
                <a:cubicBezTo>
                  <a:pt x="471202" y="49650"/>
                  <a:pt x="467897" y="58904"/>
                  <a:pt x="461285" y="66782"/>
                </a:cubicBezTo>
                <a:cubicBezTo>
                  <a:pt x="454673" y="74661"/>
                  <a:pt x="444508" y="78600"/>
                  <a:pt x="430790" y="78600"/>
                </a:cubicBezTo>
                <a:lnTo>
                  <a:pt x="387968" y="78600"/>
                </a:lnTo>
                <a:lnTo>
                  <a:pt x="387968" y="136252"/>
                </a:lnTo>
                <a:lnTo>
                  <a:pt x="369523" y="136252"/>
                </a:lnTo>
                <a:lnTo>
                  <a:pt x="369523" y="0"/>
                </a:lnTo>
                <a:moveTo>
                  <a:pt x="452572" y="39161"/>
                </a:moveTo>
                <a:cubicBezTo>
                  <a:pt x="452572" y="29170"/>
                  <a:pt x="448865" y="22386"/>
                  <a:pt x="441449" y="18810"/>
                </a:cubicBezTo>
                <a:cubicBezTo>
                  <a:pt x="437371" y="16898"/>
                  <a:pt x="431779" y="15942"/>
                  <a:pt x="424673" y="15942"/>
                </a:cubicBezTo>
                <a:lnTo>
                  <a:pt x="387968" y="15942"/>
                </a:lnTo>
                <a:lnTo>
                  <a:pt x="387968" y="63028"/>
                </a:lnTo>
                <a:lnTo>
                  <a:pt x="424673" y="63028"/>
                </a:lnTo>
                <a:cubicBezTo>
                  <a:pt x="432953" y="63028"/>
                  <a:pt x="439673" y="61271"/>
                  <a:pt x="444833" y="57757"/>
                </a:cubicBezTo>
                <a:cubicBezTo>
                  <a:pt x="449992" y="54240"/>
                  <a:pt x="452572" y="48042"/>
                  <a:pt x="452572" y="39161"/>
                </a:cubicBezTo>
                <a:close/>
                <a:moveTo>
                  <a:pt x="522053" y="125315"/>
                </a:moveTo>
                <a:cubicBezTo>
                  <a:pt x="533114" y="125315"/>
                  <a:pt x="540699" y="121124"/>
                  <a:pt x="544808" y="112741"/>
                </a:cubicBezTo>
                <a:cubicBezTo>
                  <a:pt x="548917" y="104359"/>
                  <a:pt x="550972" y="95032"/>
                  <a:pt x="550972" y="84761"/>
                </a:cubicBezTo>
                <a:cubicBezTo>
                  <a:pt x="550972" y="75480"/>
                  <a:pt x="549489" y="67933"/>
                  <a:pt x="546523" y="62119"/>
                </a:cubicBezTo>
                <a:cubicBezTo>
                  <a:pt x="541826" y="52962"/>
                  <a:pt x="533732" y="48383"/>
                  <a:pt x="522238" y="48383"/>
                </a:cubicBezTo>
                <a:cubicBezTo>
                  <a:pt x="512042" y="48383"/>
                  <a:pt x="504627" y="52281"/>
                  <a:pt x="499993" y="60077"/>
                </a:cubicBezTo>
                <a:cubicBezTo>
                  <a:pt x="495359" y="67872"/>
                  <a:pt x="493041" y="77276"/>
                  <a:pt x="493041" y="88289"/>
                </a:cubicBezTo>
                <a:cubicBezTo>
                  <a:pt x="493041" y="98867"/>
                  <a:pt x="495359" y="107683"/>
                  <a:pt x="499993" y="114737"/>
                </a:cubicBezTo>
                <a:cubicBezTo>
                  <a:pt x="504627" y="121789"/>
                  <a:pt x="511981" y="125315"/>
                  <a:pt x="522053" y="125315"/>
                </a:cubicBezTo>
                <a:moveTo>
                  <a:pt x="522702" y="33924"/>
                </a:moveTo>
                <a:cubicBezTo>
                  <a:pt x="535493" y="33924"/>
                  <a:pt x="546306" y="38192"/>
                  <a:pt x="555143" y="46727"/>
                </a:cubicBezTo>
                <a:cubicBezTo>
                  <a:pt x="563979" y="55262"/>
                  <a:pt x="568397" y="67816"/>
                  <a:pt x="568397" y="84390"/>
                </a:cubicBezTo>
                <a:cubicBezTo>
                  <a:pt x="568397" y="100410"/>
                  <a:pt x="564504" y="113646"/>
                  <a:pt x="556718" y="124098"/>
                </a:cubicBezTo>
                <a:cubicBezTo>
                  <a:pt x="548932" y="134549"/>
                  <a:pt x="536852" y="139774"/>
                  <a:pt x="520477" y="139774"/>
                </a:cubicBezTo>
                <a:cubicBezTo>
                  <a:pt x="506821" y="139774"/>
                  <a:pt x="495976" y="135151"/>
                  <a:pt x="487943" y="125906"/>
                </a:cubicBezTo>
                <a:cubicBezTo>
                  <a:pt x="479910" y="116660"/>
                  <a:pt x="475894" y="104245"/>
                  <a:pt x="475894" y="88659"/>
                </a:cubicBezTo>
                <a:cubicBezTo>
                  <a:pt x="475894" y="71960"/>
                  <a:pt x="480127" y="58663"/>
                  <a:pt x="488592" y="48769"/>
                </a:cubicBezTo>
                <a:cubicBezTo>
                  <a:pt x="497058" y="38872"/>
                  <a:pt x="508428" y="33924"/>
                  <a:pt x="522702" y="33924"/>
                </a:cubicBezTo>
                <a:moveTo>
                  <a:pt x="522145" y="34480"/>
                </a:moveTo>
                <a:lnTo>
                  <a:pt x="522145" y="34480"/>
                </a:lnTo>
                <a:close/>
                <a:moveTo>
                  <a:pt x="588203" y="37446"/>
                </a:moveTo>
                <a:lnTo>
                  <a:pt x="605165" y="37446"/>
                </a:lnTo>
                <a:lnTo>
                  <a:pt x="605165" y="136252"/>
                </a:lnTo>
                <a:lnTo>
                  <a:pt x="588203" y="136252"/>
                </a:lnTo>
                <a:lnTo>
                  <a:pt x="588203" y="37446"/>
                </a:lnTo>
                <a:moveTo>
                  <a:pt x="588203" y="0"/>
                </a:moveTo>
                <a:lnTo>
                  <a:pt x="605165" y="0"/>
                </a:lnTo>
                <a:lnTo>
                  <a:pt x="605165" y="18908"/>
                </a:lnTo>
                <a:lnTo>
                  <a:pt x="588203" y="18908"/>
                </a:lnTo>
                <a:lnTo>
                  <a:pt x="588203" y="0"/>
                </a:lnTo>
                <a:close/>
                <a:moveTo>
                  <a:pt x="630345" y="36890"/>
                </a:moveTo>
                <a:lnTo>
                  <a:pt x="646195" y="36890"/>
                </a:lnTo>
                <a:lnTo>
                  <a:pt x="646195" y="50979"/>
                </a:lnTo>
                <a:cubicBezTo>
                  <a:pt x="650891" y="45170"/>
                  <a:pt x="655865" y="40999"/>
                  <a:pt x="661117" y="38466"/>
                </a:cubicBezTo>
                <a:cubicBezTo>
                  <a:pt x="666370" y="35932"/>
                  <a:pt x="672209" y="34665"/>
                  <a:pt x="678636" y="34665"/>
                </a:cubicBezTo>
                <a:cubicBezTo>
                  <a:pt x="692724" y="34665"/>
                  <a:pt x="702240" y="39583"/>
                  <a:pt x="707184" y="49417"/>
                </a:cubicBezTo>
                <a:cubicBezTo>
                  <a:pt x="709902" y="54797"/>
                  <a:pt x="711262" y="62497"/>
                  <a:pt x="711262" y="72517"/>
                </a:cubicBezTo>
                <a:lnTo>
                  <a:pt x="711262" y="136252"/>
                </a:lnTo>
                <a:lnTo>
                  <a:pt x="694300" y="136252"/>
                </a:lnTo>
                <a:lnTo>
                  <a:pt x="694300" y="73621"/>
                </a:lnTo>
                <a:cubicBezTo>
                  <a:pt x="694300" y="67557"/>
                  <a:pt x="693404" y="62670"/>
                  <a:pt x="691612" y="58959"/>
                </a:cubicBezTo>
                <a:cubicBezTo>
                  <a:pt x="688646" y="52774"/>
                  <a:pt x="683270" y="49681"/>
                  <a:pt x="675484" y="49681"/>
                </a:cubicBezTo>
                <a:cubicBezTo>
                  <a:pt x="671529" y="49681"/>
                  <a:pt x="668285" y="50083"/>
                  <a:pt x="665752" y="50886"/>
                </a:cubicBezTo>
                <a:cubicBezTo>
                  <a:pt x="661179" y="52247"/>
                  <a:pt x="657163" y="54969"/>
                  <a:pt x="653702" y="59051"/>
                </a:cubicBezTo>
                <a:cubicBezTo>
                  <a:pt x="650922" y="62330"/>
                  <a:pt x="649114" y="65717"/>
                  <a:pt x="648280" y="69212"/>
                </a:cubicBezTo>
                <a:cubicBezTo>
                  <a:pt x="647446" y="72707"/>
                  <a:pt x="647029" y="77702"/>
                  <a:pt x="647029" y="84196"/>
                </a:cubicBezTo>
                <a:lnTo>
                  <a:pt x="647029" y="136252"/>
                </a:lnTo>
                <a:lnTo>
                  <a:pt x="630345" y="136252"/>
                </a:lnTo>
                <a:lnTo>
                  <a:pt x="630345" y="36890"/>
                </a:lnTo>
                <a:moveTo>
                  <a:pt x="669552" y="34480"/>
                </a:moveTo>
                <a:lnTo>
                  <a:pt x="669552" y="34480"/>
                </a:lnTo>
                <a:close/>
                <a:moveTo>
                  <a:pt x="739225" y="9269"/>
                </a:moveTo>
                <a:lnTo>
                  <a:pt x="756094" y="9269"/>
                </a:lnTo>
                <a:lnTo>
                  <a:pt x="756094" y="36890"/>
                </a:lnTo>
                <a:lnTo>
                  <a:pt x="771944" y="36890"/>
                </a:lnTo>
                <a:lnTo>
                  <a:pt x="771944" y="50608"/>
                </a:lnTo>
                <a:lnTo>
                  <a:pt x="756094" y="50608"/>
                </a:lnTo>
                <a:lnTo>
                  <a:pt x="756094" y="115316"/>
                </a:lnTo>
                <a:cubicBezTo>
                  <a:pt x="756094" y="118771"/>
                  <a:pt x="757268" y="121084"/>
                  <a:pt x="759616" y="122256"/>
                </a:cubicBezTo>
                <a:cubicBezTo>
                  <a:pt x="760914" y="122936"/>
                  <a:pt x="763077" y="123276"/>
                  <a:pt x="766104" y="123276"/>
                </a:cubicBezTo>
                <a:cubicBezTo>
                  <a:pt x="766908" y="123276"/>
                  <a:pt x="767773" y="123255"/>
                  <a:pt x="768700" y="123215"/>
                </a:cubicBezTo>
                <a:cubicBezTo>
                  <a:pt x="769627" y="123172"/>
                  <a:pt x="770708" y="123069"/>
                  <a:pt x="771944" y="122905"/>
                </a:cubicBezTo>
                <a:lnTo>
                  <a:pt x="771944" y="136252"/>
                </a:lnTo>
                <a:cubicBezTo>
                  <a:pt x="770028" y="136841"/>
                  <a:pt x="768035" y="137266"/>
                  <a:pt x="765965" y="137527"/>
                </a:cubicBezTo>
                <a:cubicBezTo>
                  <a:pt x="763895" y="137789"/>
                  <a:pt x="761655" y="137920"/>
                  <a:pt x="759245" y="137920"/>
                </a:cubicBezTo>
                <a:cubicBezTo>
                  <a:pt x="751460" y="137920"/>
                  <a:pt x="746176" y="135926"/>
                  <a:pt x="743396" y="131936"/>
                </a:cubicBezTo>
                <a:cubicBezTo>
                  <a:pt x="740615" y="127947"/>
                  <a:pt x="739225" y="122766"/>
                  <a:pt x="739225" y="116394"/>
                </a:cubicBezTo>
                <a:lnTo>
                  <a:pt x="739225" y="50608"/>
                </a:lnTo>
                <a:lnTo>
                  <a:pt x="725785" y="50608"/>
                </a:lnTo>
                <a:lnTo>
                  <a:pt x="725785" y="36890"/>
                </a:lnTo>
                <a:lnTo>
                  <a:pt x="739225" y="36890"/>
                </a:lnTo>
                <a:lnTo>
                  <a:pt x="739225" y="9269"/>
                </a:lnTo>
                <a:close/>
                <a:moveTo>
                  <a:pt x="798577" y="105109"/>
                </a:moveTo>
                <a:cubicBezTo>
                  <a:pt x="799072" y="110695"/>
                  <a:pt x="800462" y="114978"/>
                  <a:pt x="802748" y="117958"/>
                </a:cubicBezTo>
                <a:cubicBezTo>
                  <a:pt x="806950" y="123357"/>
                  <a:pt x="814242" y="126056"/>
                  <a:pt x="824623" y="126056"/>
                </a:cubicBezTo>
                <a:cubicBezTo>
                  <a:pt x="830802" y="126056"/>
                  <a:pt x="836240" y="124709"/>
                  <a:pt x="840936" y="122016"/>
                </a:cubicBezTo>
                <a:cubicBezTo>
                  <a:pt x="845632" y="119320"/>
                  <a:pt x="847980" y="115153"/>
                  <a:pt x="847980" y="109514"/>
                </a:cubicBezTo>
                <a:cubicBezTo>
                  <a:pt x="847980" y="105239"/>
                  <a:pt x="846096" y="101986"/>
                  <a:pt x="842326" y="99756"/>
                </a:cubicBezTo>
                <a:cubicBezTo>
                  <a:pt x="839916" y="98393"/>
                  <a:pt x="835158" y="96814"/>
                  <a:pt x="828052" y="95020"/>
                </a:cubicBezTo>
                <a:lnTo>
                  <a:pt x="814798" y="91678"/>
                </a:lnTo>
                <a:cubicBezTo>
                  <a:pt x="806332" y="89573"/>
                  <a:pt x="800091" y="87221"/>
                  <a:pt x="796075" y="84622"/>
                </a:cubicBezTo>
                <a:cubicBezTo>
                  <a:pt x="788907" y="80103"/>
                  <a:pt x="785323" y="73851"/>
                  <a:pt x="785323" y="65864"/>
                </a:cubicBezTo>
                <a:cubicBezTo>
                  <a:pt x="785323" y="56456"/>
                  <a:pt x="788706" y="48843"/>
                  <a:pt x="795472" y="43025"/>
                </a:cubicBezTo>
                <a:cubicBezTo>
                  <a:pt x="802239" y="37205"/>
                  <a:pt x="811337" y="34295"/>
                  <a:pt x="822769" y="34295"/>
                </a:cubicBezTo>
                <a:cubicBezTo>
                  <a:pt x="837723" y="34295"/>
                  <a:pt x="848506" y="38682"/>
                  <a:pt x="855117" y="47457"/>
                </a:cubicBezTo>
                <a:cubicBezTo>
                  <a:pt x="859257" y="53018"/>
                  <a:pt x="861266" y="59012"/>
                  <a:pt x="861142" y="65438"/>
                </a:cubicBezTo>
                <a:lnTo>
                  <a:pt x="845385" y="65438"/>
                </a:lnTo>
                <a:cubicBezTo>
                  <a:pt x="845076" y="61709"/>
                  <a:pt x="843747" y="58317"/>
                  <a:pt x="841399" y="55263"/>
                </a:cubicBezTo>
                <a:cubicBezTo>
                  <a:pt x="837568" y="50924"/>
                  <a:pt x="830926" y="48754"/>
                  <a:pt x="821471" y="48754"/>
                </a:cubicBezTo>
                <a:cubicBezTo>
                  <a:pt x="815169" y="48754"/>
                  <a:pt x="810395" y="49954"/>
                  <a:pt x="807151" y="52355"/>
                </a:cubicBezTo>
                <a:cubicBezTo>
                  <a:pt x="803907" y="54753"/>
                  <a:pt x="802285" y="57921"/>
                  <a:pt x="802285" y="61858"/>
                </a:cubicBezTo>
                <a:cubicBezTo>
                  <a:pt x="802285" y="66164"/>
                  <a:pt x="804417" y="69609"/>
                  <a:pt x="808680" y="72193"/>
                </a:cubicBezTo>
                <a:cubicBezTo>
                  <a:pt x="811152" y="73730"/>
                  <a:pt x="814798" y="75086"/>
                  <a:pt x="819618" y="76262"/>
                </a:cubicBezTo>
                <a:lnTo>
                  <a:pt x="830648" y="78956"/>
                </a:lnTo>
                <a:cubicBezTo>
                  <a:pt x="842635" y="81866"/>
                  <a:pt x="850668" y="84683"/>
                  <a:pt x="854747" y="87405"/>
                </a:cubicBezTo>
                <a:cubicBezTo>
                  <a:pt x="861235" y="91677"/>
                  <a:pt x="864479" y="98393"/>
                  <a:pt x="864479" y="107553"/>
                </a:cubicBezTo>
                <a:cubicBezTo>
                  <a:pt x="864479" y="116405"/>
                  <a:pt x="861127" y="124050"/>
                  <a:pt x="854422" y="130488"/>
                </a:cubicBezTo>
                <a:cubicBezTo>
                  <a:pt x="847718" y="136926"/>
                  <a:pt x="837506" y="140145"/>
                  <a:pt x="823789" y="140145"/>
                </a:cubicBezTo>
                <a:cubicBezTo>
                  <a:pt x="809020" y="140145"/>
                  <a:pt x="798562" y="136784"/>
                  <a:pt x="792414" y="130062"/>
                </a:cubicBezTo>
                <a:cubicBezTo>
                  <a:pt x="786265" y="123340"/>
                  <a:pt x="782975" y="115023"/>
                  <a:pt x="782542" y="105109"/>
                </a:cubicBezTo>
                <a:lnTo>
                  <a:pt x="798577" y="105109"/>
                </a:lnTo>
                <a:moveTo>
                  <a:pt x="823232" y="34480"/>
                </a:moveTo>
                <a:lnTo>
                  <a:pt x="823232" y="344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46B1D-8D85-434D-9E8B-346DDC8E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5112267"/>
            <a:ext cx="4968221" cy="10"/>
          </a:xfrm>
          <a:custGeom xmlns:a="http://schemas.openxmlformats.org/drawingml/2006/main">
            <a:pathLst>
              <a:path w="4968221" h="1" fill="none">
                <a:moveTo>
                  <a:pt x="0" y="0"/>
                </a:moveTo>
                <a:lnTo>
                  <a:pt x="4968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DEF34-F18F-4060-9344-F161815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A3428-015B-45AE-906E-E594738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278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9A4F3-EF3C-45FC-A8C9-65DEB73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167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42086-1508-4E40-8760-805425BD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15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F0DB54-7718-4337-8860-8584866E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62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1C27F-A1F4-4A63-AC09-110CE409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310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D3839-F873-496E-A6B1-CE36236E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357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01A57-1145-44D1-8DF2-831155C3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405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B3AE7E-2DF2-48D2-8EEA-E1F7312B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452" y="511226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1DF48-8098-4002-8E73-A564E4C3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5112267"/>
            <a:ext cx="4968221" cy="10"/>
          </a:xfrm>
          <a:custGeom xmlns:a="http://schemas.openxmlformats.org/drawingml/2006/main">
            <a:pathLst>
              <a:path w="4968221" h="1" fill="none">
                <a:moveTo>
                  <a:pt x="0" y="0"/>
                </a:moveTo>
                <a:lnTo>
                  <a:pt x="4968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75" name="Text 0">
            <a:extLst xmlns:a="http://schemas.openxmlformats.org/drawingml/2006/main">
              <a:ext uri="{FF2B5EF4-FFF2-40B4-BE49-F238E27FC236}">
                <a16:creationId xmlns:a16="http://schemas.microsoft.com/office/drawing/2014/main" id="{CED2F2B0-E5F7-486A-BC54-4C85BDCF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198" y="5251758"/>
            <a:ext cx="76314" cy="113852"/>
          </a:xfrm>
          <a:custGeom xmlns:a="http://schemas.openxmlformats.org/drawingml/2006/main">
            <a:pathLst>
              <a:path w="76314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20">
            <a:extLst xmlns:a="http://schemas.openxmlformats.org/drawingml/2006/main">
              <a:ext uri="{FF2B5EF4-FFF2-40B4-BE49-F238E27FC236}">
                <a16:creationId xmlns:a16="http://schemas.microsoft.com/office/drawing/2014/main" id="{EBCA9B4D-0CFB-44EB-9C30-F448C469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269" y="5251449"/>
            <a:ext cx="164267" cy="114161"/>
          </a:xfrm>
          <a:custGeom xmlns:a="http://schemas.openxmlformats.org/drawingml/2006/main">
            <a:pathLst>
              <a:path w="164267" h="114161">
                <a:moveTo>
                  <a:pt x="0" y="111072"/>
                </a:moveTo>
                <a:cubicBezTo>
                  <a:pt x="515" y="101545"/>
                  <a:pt x="2485" y="93255"/>
                  <a:pt x="5909" y="86200"/>
                </a:cubicBezTo>
                <a:cubicBezTo>
                  <a:pt x="9333" y="79146"/>
                  <a:pt x="16015" y="72735"/>
                  <a:pt x="25953" y="66967"/>
                </a:cubicBezTo>
                <a:lnTo>
                  <a:pt x="40783" y="58394"/>
                </a:lnTo>
                <a:cubicBezTo>
                  <a:pt x="47426" y="54532"/>
                  <a:pt x="52086" y="51231"/>
                  <a:pt x="54763" y="48490"/>
                </a:cubicBezTo>
                <a:cubicBezTo>
                  <a:pt x="58986" y="44200"/>
                  <a:pt x="61097" y="39290"/>
                  <a:pt x="61097" y="33759"/>
                </a:cubicBezTo>
                <a:cubicBezTo>
                  <a:pt x="61097" y="27296"/>
                  <a:pt x="59166" y="22166"/>
                  <a:pt x="55304" y="18366"/>
                </a:cubicBezTo>
                <a:cubicBezTo>
                  <a:pt x="51442" y="14567"/>
                  <a:pt x="46293" y="12667"/>
                  <a:pt x="39856" y="12667"/>
                </a:cubicBezTo>
                <a:cubicBezTo>
                  <a:pt x="30330" y="12667"/>
                  <a:pt x="23739" y="16293"/>
                  <a:pt x="20083" y="23544"/>
                </a:cubicBezTo>
                <a:cubicBezTo>
                  <a:pt x="18126" y="27428"/>
                  <a:pt x="17044" y="32814"/>
                  <a:pt x="16838" y="39702"/>
                </a:cubicBezTo>
                <a:lnTo>
                  <a:pt x="2703" y="39702"/>
                </a:lnTo>
                <a:cubicBezTo>
                  <a:pt x="2858" y="30053"/>
                  <a:pt x="4634" y="22185"/>
                  <a:pt x="8033" y="16097"/>
                </a:cubicBezTo>
                <a:cubicBezTo>
                  <a:pt x="14058" y="5366"/>
                  <a:pt x="24691" y="0"/>
                  <a:pt x="39933" y="0"/>
                </a:cubicBezTo>
                <a:cubicBezTo>
                  <a:pt x="52601" y="0"/>
                  <a:pt x="61857" y="3429"/>
                  <a:pt x="67701" y="10287"/>
                </a:cubicBezTo>
                <a:cubicBezTo>
                  <a:pt x="73546" y="17144"/>
                  <a:pt x="76468" y="24774"/>
                  <a:pt x="76468" y="33177"/>
                </a:cubicBezTo>
                <a:cubicBezTo>
                  <a:pt x="76468" y="42045"/>
                  <a:pt x="73353" y="49625"/>
                  <a:pt x="67122" y="55915"/>
                </a:cubicBezTo>
                <a:cubicBezTo>
                  <a:pt x="63517" y="59576"/>
                  <a:pt x="57055" y="64007"/>
                  <a:pt x="47735" y="69207"/>
                </a:cubicBezTo>
                <a:lnTo>
                  <a:pt x="37153" y="75078"/>
                </a:lnTo>
                <a:cubicBezTo>
                  <a:pt x="32106" y="77858"/>
                  <a:pt x="28141" y="80510"/>
                  <a:pt x="25258" y="83033"/>
                </a:cubicBezTo>
                <a:cubicBezTo>
                  <a:pt x="20108" y="87513"/>
                  <a:pt x="16864" y="92483"/>
                  <a:pt x="15525" y="97941"/>
                </a:cubicBezTo>
                <a:lnTo>
                  <a:pt x="75927" y="97941"/>
                </a:lnTo>
                <a:lnTo>
                  <a:pt x="75927" y="111072"/>
                </a:lnTo>
                <a:lnTo>
                  <a:pt x="0" y="111072"/>
                </a:lnTo>
                <a:close/>
                <a:moveTo>
                  <a:pt x="125801" y="309"/>
                </a:moveTo>
                <a:cubicBezTo>
                  <a:pt x="140116" y="309"/>
                  <a:pt x="150466" y="6217"/>
                  <a:pt x="156851" y="18033"/>
                </a:cubicBezTo>
                <a:cubicBezTo>
                  <a:pt x="161795" y="27165"/>
                  <a:pt x="164267" y="39678"/>
                  <a:pt x="164267" y="55572"/>
                </a:cubicBezTo>
                <a:cubicBezTo>
                  <a:pt x="164267" y="70639"/>
                  <a:pt x="162027" y="83099"/>
                  <a:pt x="157547" y="92954"/>
                </a:cubicBezTo>
                <a:cubicBezTo>
                  <a:pt x="151058" y="107092"/>
                  <a:pt x="140451" y="114161"/>
                  <a:pt x="125724" y="114161"/>
                </a:cubicBezTo>
                <a:cubicBezTo>
                  <a:pt x="112438" y="114161"/>
                  <a:pt x="102551" y="108382"/>
                  <a:pt x="96063" y="96823"/>
                </a:cubicBezTo>
                <a:cubicBezTo>
                  <a:pt x="90656" y="87175"/>
                  <a:pt x="87953" y="74224"/>
                  <a:pt x="87953" y="57971"/>
                </a:cubicBezTo>
                <a:cubicBezTo>
                  <a:pt x="87953" y="45381"/>
                  <a:pt x="89575" y="34571"/>
                  <a:pt x="92819" y="25540"/>
                </a:cubicBezTo>
                <a:cubicBezTo>
                  <a:pt x="98895" y="8719"/>
                  <a:pt x="109889" y="309"/>
                  <a:pt x="125801" y="309"/>
                </a:cubicBezTo>
                <a:moveTo>
                  <a:pt x="125646" y="101494"/>
                </a:moveTo>
                <a:cubicBezTo>
                  <a:pt x="132855" y="101494"/>
                  <a:pt x="138597" y="98299"/>
                  <a:pt x="142871" y="91909"/>
                </a:cubicBezTo>
                <a:cubicBezTo>
                  <a:pt x="147145" y="85517"/>
                  <a:pt x="149282" y="73612"/>
                  <a:pt x="149282" y="56192"/>
                </a:cubicBezTo>
                <a:cubicBezTo>
                  <a:pt x="149282" y="43617"/>
                  <a:pt x="147737" y="33270"/>
                  <a:pt x="144647" y="25154"/>
                </a:cubicBezTo>
                <a:cubicBezTo>
                  <a:pt x="141558" y="17036"/>
                  <a:pt x="135559" y="12976"/>
                  <a:pt x="126650" y="12976"/>
                </a:cubicBezTo>
                <a:cubicBezTo>
                  <a:pt x="118463" y="12976"/>
                  <a:pt x="112477" y="16829"/>
                  <a:pt x="108692" y="24533"/>
                </a:cubicBezTo>
                <a:cubicBezTo>
                  <a:pt x="104907" y="32238"/>
                  <a:pt x="103015" y="43589"/>
                  <a:pt x="103015" y="58587"/>
                </a:cubicBezTo>
                <a:cubicBezTo>
                  <a:pt x="103015" y="69875"/>
                  <a:pt x="104225" y="78946"/>
                  <a:pt x="106645" y="85800"/>
                </a:cubicBezTo>
                <a:cubicBezTo>
                  <a:pt x="110353" y="96262"/>
                  <a:pt x="116686" y="101494"/>
                  <a:pt x="125646" y="101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40">
            <a:extLst xmlns:a="http://schemas.openxmlformats.org/drawingml/2006/main">
              <a:ext uri="{FF2B5EF4-FFF2-40B4-BE49-F238E27FC236}">
                <a16:creationId xmlns:a16="http://schemas.microsoft.com/office/drawing/2014/main" id="{BE1EC5F1-A803-472A-A9EB-5D6584C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231" y="5251604"/>
            <a:ext cx="165193" cy="114007"/>
          </a:xfrm>
          <a:custGeom xmlns:a="http://schemas.openxmlformats.org/drawingml/2006/main">
            <a:pathLst>
              <a:path w="165193" h="114007">
                <a:moveTo>
                  <a:pt x="48275" y="71679"/>
                </a:moveTo>
                <a:lnTo>
                  <a:pt x="48275" y="21760"/>
                </a:lnTo>
                <a:lnTo>
                  <a:pt x="12822" y="71679"/>
                </a:lnTo>
                <a:lnTo>
                  <a:pt x="48275" y="71679"/>
                </a:lnTo>
                <a:moveTo>
                  <a:pt x="48507" y="110917"/>
                </a:moveTo>
                <a:lnTo>
                  <a:pt x="48507" y="83883"/>
                </a:lnTo>
                <a:lnTo>
                  <a:pt x="0" y="83883"/>
                </a:lnTo>
                <a:lnTo>
                  <a:pt x="0" y="70214"/>
                </a:lnTo>
                <a:lnTo>
                  <a:pt x="50670" y="0"/>
                </a:lnTo>
                <a:lnTo>
                  <a:pt x="62410" y="0"/>
                </a:lnTo>
                <a:lnTo>
                  <a:pt x="62410" y="71679"/>
                </a:lnTo>
                <a:lnTo>
                  <a:pt x="78708" y="71679"/>
                </a:lnTo>
                <a:lnTo>
                  <a:pt x="78708" y="83883"/>
                </a:lnTo>
                <a:lnTo>
                  <a:pt x="62410" y="83883"/>
                </a:lnTo>
                <a:lnTo>
                  <a:pt x="62410" y="110917"/>
                </a:lnTo>
                <a:lnTo>
                  <a:pt x="48507" y="110917"/>
                </a:lnTo>
                <a:close/>
                <a:moveTo>
                  <a:pt x="126728" y="154"/>
                </a:moveTo>
                <a:cubicBezTo>
                  <a:pt x="141043" y="154"/>
                  <a:pt x="151393" y="6063"/>
                  <a:pt x="157778" y="17879"/>
                </a:cubicBezTo>
                <a:cubicBezTo>
                  <a:pt x="162722" y="27011"/>
                  <a:pt x="165193" y="39524"/>
                  <a:pt x="165193" y="55418"/>
                </a:cubicBezTo>
                <a:cubicBezTo>
                  <a:pt x="165193" y="70484"/>
                  <a:pt x="162953" y="82945"/>
                  <a:pt x="158473" y="92800"/>
                </a:cubicBezTo>
                <a:cubicBezTo>
                  <a:pt x="151985" y="106938"/>
                  <a:pt x="141378" y="114007"/>
                  <a:pt x="126650" y="114007"/>
                </a:cubicBezTo>
                <a:cubicBezTo>
                  <a:pt x="113365" y="114007"/>
                  <a:pt x="103478" y="108227"/>
                  <a:pt x="96990" y="96669"/>
                </a:cubicBezTo>
                <a:cubicBezTo>
                  <a:pt x="91583" y="87020"/>
                  <a:pt x="88880" y="74070"/>
                  <a:pt x="88880" y="57817"/>
                </a:cubicBezTo>
                <a:cubicBezTo>
                  <a:pt x="88880" y="45227"/>
                  <a:pt x="90502" y="34416"/>
                  <a:pt x="93746" y="25386"/>
                </a:cubicBezTo>
                <a:cubicBezTo>
                  <a:pt x="99822" y="8565"/>
                  <a:pt x="110816" y="154"/>
                  <a:pt x="126728" y="154"/>
                </a:cubicBezTo>
                <a:moveTo>
                  <a:pt x="126573" y="101339"/>
                </a:moveTo>
                <a:cubicBezTo>
                  <a:pt x="133782" y="101339"/>
                  <a:pt x="139524" y="98144"/>
                  <a:pt x="143798" y="91754"/>
                </a:cubicBezTo>
                <a:cubicBezTo>
                  <a:pt x="148072" y="85363"/>
                  <a:pt x="150209" y="73457"/>
                  <a:pt x="150209" y="56038"/>
                </a:cubicBezTo>
                <a:cubicBezTo>
                  <a:pt x="150209" y="43462"/>
                  <a:pt x="148664" y="33116"/>
                  <a:pt x="145574" y="24999"/>
                </a:cubicBezTo>
                <a:cubicBezTo>
                  <a:pt x="142485" y="16881"/>
                  <a:pt x="136486" y="12822"/>
                  <a:pt x="127577" y="12822"/>
                </a:cubicBezTo>
                <a:cubicBezTo>
                  <a:pt x="119390" y="12822"/>
                  <a:pt x="113404" y="16674"/>
                  <a:pt x="109619" y="24379"/>
                </a:cubicBezTo>
                <a:cubicBezTo>
                  <a:pt x="105834" y="32084"/>
                  <a:pt x="103942" y="43435"/>
                  <a:pt x="103942" y="58432"/>
                </a:cubicBezTo>
                <a:cubicBezTo>
                  <a:pt x="103942" y="69721"/>
                  <a:pt x="105152" y="78792"/>
                  <a:pt x="107572" y="85645"/>
                </a:cubicBezTo>
                <a:cubicBezTo>
                  <a:pt x="111280" y="96108"/>
                  <a:pt x="117613" y="101339"/>
                  <a:pt x="126573" y="10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60">
            <a:extLst xmlns:a="http://schemas.openxmlformats.org/drawingml/2006/main">
              <a:ext uri="{FF2B5EF4-FFF2-40B4-BE49-F238E27FC236}">
                <a16:creationId xmlns:a16="http://schemas.microsoft.com/office/drawing/2014/main" id="{41F6BE86-3597-44C6-A97A-71B612A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210" y="5251449"/>
            <a:ext cx="163262" cy="114161"/>
          </a:xfrm>
          <a:custGeom xmlns:a="http://schemas.openxmlformats.org/drawingml/2006/main">
            <a:pathLst>
              <a:path w="163262" h="114161">
                <a:moveTo>
                  <a:pt x="40319" y="0"/>
                </a:moveTo>
                <a:cubicBezTo>
                  <a:pt x="52678" y="0"/>
                  <a:pt x="61290" y="3214"/>
                  <a:pt x="66156" y="9643"/>
                </a:cubicBezTo>
                <a:cubicBezTo>
                  <a:pt x="71023" y="16070"/>
                  <a:pt x="73456" y="22691"/>
                  <a:pt x="73456" y="29506"/>
                </a:cubicBezTo>
                <a:lnTo>
                  <a:pt x="59707" y="29506"/>
                </a:lnTo>
                <a:cubicBezTo>
                  <a:pt x="58883" y="25110"/>
                  <a:pt x="57570" y="21670"/>
                  <a:pt x="55768" y="19187"/>
                </a:cubicBezTo>
                <a:cubicBezTo>
                  <a:pt x="52420" y="14532"/>
                  <a:pt x="47348" y="12204"/>
                  <a:pt x="40551" y="12204"/>
                </a:cubicBezTo>
                <a:cubicBezTo>
                  <a:pt x="32776" y="12204"/>
                  <a:pt x="26596" y="15803"/>
                  <a:pt x="22014" y="23001"/>
                </a:cubicBezTo>
                <a:cubicBezTo>
                  <a:pt x="17431" y="30197"/>
                  <a:pt x="14882" y="40501"/>
                  <a:pt x="14367" y="53914"/>
                </a:cubicBezTo>
                <a:cubicBezTo>
                  <a:pt x="17559" y="49228"/>
                  <a:pt x="21576" y="45726"/>
                  <a:pt x="26416" y="43409"/>
                </a:cubicBezTo>
                <a:cubicBezTo>
                  <a:pt x="30845" y="41349"/>
                  <a:pt x="35788" y="40319"/>
                  <a:pt x="41246" y="40319"/>
                </a:cubicBezTo>
                <a:cubicBezTo>
                  <a:pt x="50515" y="40319"/>
                  <a:pt x="58600" y="43280"/>
                  <a:pt x="65500" y="49202"/>
                </a:cubicBezTo>
                <a:cubicBezTo>
                  <a:pt x="72400" y="55124"/>
                  <a:pt x="75850" y="63955"/>
                  <a:pt x="75850" y="75696"/>
                </a:cubicBezTo>
                <a:cubicBezTo>
                  <a:pt x="75850" y="85737"/>
                  <a:pt x="72580" y="94632"/>
                  <a:pt x="66041" y="102382"/>
                </a:cubicBezTo>
                <a:cubicBezTo>
                  <a:pt x="59501" y="110132"/>
                  <a:pt x="50181" y="114007"/>
                  <a:pt x="38080" y="114007"/>
                </a:cubicBezTo>
                <a:cubicBezTo>
                  <a:pt x="27729" y="114007"/>
                  <a:pt x="18795" y="110078"/>
                  <a:pt x="11277" y="102220"/>
                </a:cubicBezTo>
                <a:cubicBezTo>
                  <a:pt x="3759" y="94361"/>
                  <a:pt x="0" y="81131"/>
                  <a:pt x="0" y="62531"/>
                </a:cubicBezTo>
                <a:cubicBezTo>
                  <a:pt x="0" y="48772"/>
                  <a:pt x="1674" y="37101"/>
                  <a:pt x="5021" y="27517"/>
                </a:cubicBezTo>
                <a:cubicBezTo>
                  <a:pt x="11457" y="9172"/>
                  <a:pt x="23224" y="0"/>
                  <a:pt x="40319" y="0"/>
                </a:cubicBezTo>
                <a:moveTo>
                  <a:pt x="39315" y="101648"/>
                </a:moveTo>
                <a:cubicBezTo>
                  <a:pt x="46627" y="101648"/>
                  <a:pt x="52099" y="99190"/>
                  <a:pt x="55729" y="94272"/>
                </a:cubicBezTo>
                <a:cubicBezTo>
                  <a:pt x="59359" y="89354"/>
                  <a:pt x="61174" y="83548"/>
                  <a:pt x="61174" y="76854"/>
                </a:cubicBezTo>
                <a:cubicBezTo>
                  <a:pt x="61174" y="71190"/>
                  <a:pt x="59552" y="65796"/>
                  <a:pt x="56308" y="60672"/>
                </a:cubicBezTo>
                <a:cubicBezTo>
                  <a:pt x="53064" y="55549"/>
                  <a:pt x="47168" y="52987"/>
                  <a:pt x="38620" y="52987"/>
                </a:cubicBezTo>
                <a:cubicBezTo>
                  <a:pt x="32647" y="52987"/>
                  <a:pt x="27407" y="54969"/>
                  <a:pt x="22902" y="58934"/>
                </a:cubicBezTo>
                <a:cubicBezTo>
                  <a:pt x="18396" y="62899"/>
                  <a:pt x="16143" y="68873"/>
                  <a:pt x="16143" y="76854"/>
                </a:cubicBezTo>
                <a:cubicBezTo>
                  <a:pt x="16143" y="83857"/>
                  <a:pt x="18190" y="89740"/>
                  <a:pt x="22284" y="94504"/>
                </a:cubicBezTo>
                <a:cubicBezTo>
                  <a:pt x="26378" y="99267"/>
                  <a:pt x="32055" y="101648"/>
                  <a:pt x="39315" y="101648"/>
                </a:cubicBezTo>
                <a:close/>
                <a:moveTo>
                  <a:pt x="124796" y="309"/>
                </a:moveTo>
                <a:cubicBezTo>
                  <a:pt x="139112" y="309"/>
                  <a:pt x="149462" y="6217"/>
                  <a:pt x="155847" y="18033"/>
                </a:cubicBezTo>
                <a:cubicBezTo>
                  <a:pt x="160790" y="27165"/>
                  <a:pt x="163262" y="39678"/>
                  <a:pt x="163262" y="55572"/>
                </a:cubicBezTo>
                <a:cubicBezTo>
                  <a:pt x="163262" y="70639"/>
                  <a:pt x="161022" y="83099"/>
                  <a:pt x="156542" y="92954"/>
                </a:cubicBezTo>
                <a:cubicBezTo>
                  <a:pt x="150054" y="107092"/>
                  <a:pt x="139446" y="114161"/>
                  <a:pt x="124719" y="114161"/>
                </a:cubicBezTo>
                <a:cubicBezTo>
                  <a:pt x="111434" y="114161"/>
                  <a:pt x="101547" y="108382"/>
                  <a:pt x="95059" y="96823"/>
                </a:cubicBezTo>
                <a:cubicBezTo>
                  <a:pt x="89652" y="87175"/>
                  <a:pt x="86949" y="74224"/>
                  <a:pt x="86949" y="57971"/>
                </a:cubicBezTo>
                <a:cubicBezTo>
                  <a:pt x="86949" y="45381"/>
                  <a:pt x="88571" y="34571"/>
                  <a:pt x="91815" y="25540"/>
                </a:cubicBezTo>
                <a:cubicBezTo>
                  <a:pt x="97891" y="8719"/>
                  <a:pt x="108885" y="309"/>
                  <a:pt x="124796" y="309"/>
                </a:cubicBezTo>
                <a:moveTo>
                  <a:pt x="124642" y="101494"/>
                </a:moveTo>
                <a:cubicBezTo>
                  <a:pt x="131851" y="101494"/>
                  <a:pt x="137593" y="98299"/>
                  <a:pt x="141867" y="91909"/>
                </a:cubicBezTo>
                <a:cubicBezTo>
                  <a:pt x="146140" y="85517"/>
                  <a:pt x="148277" y="73612"/>
                  <a:pt x="148277" y="56192"/>
                </a:cubicBezTo>
                <a:cubicBezTo>
                  <a:pt x="148277" y="43617"/>
                  <a:pt x="146733" y="33270"/>
                  <a:pt x="143643" y="25154"/>
                </a:cubicBezTo>
                <a:cubicBezTo>
                  <a:pt x="140553" y="17036"/>
                  <a:pt x="134554" y="12976"/>
                  <a:pt x="125646" y="12976"/>
                </a:cubicBezTo>
                <a:cubicBezTo>
                  <a:pt x="117459" y="12976"/>
                  <a:pt x="111472" y="16829"/>
                  <a:pt x="107688" y="24533"/>
                </a:cubicBezTo>
                <a:cubicBezTo>
                  <a:pt x="103903" y="32238"/>
                  <a:pt x="102010" y="43589"/>
                  <a:pt x="102010" y="58587"/>
                </a:cubicBezTo>
                <a:cubicBezTo>
                  <a:pt x="102010" y="69875"/>
                  <a:pt x="103221" y="78946"/>
                  <a:pt x="105641" y="85800"/>
                </a:cubicBezTo>
                <a:cubicBezTo>
                  <a:pt x="109348" y="96262"/>
                  <a:pt x="115682" y="101494"/>
                  <a:pt x="124642" y="101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80">
            <a:extLst xmlns:a="http://schemas.openxmlformats.org/drawingml/2006/main">
              <a:ext uri="{FF2B5EF4-FFF2-40B4-BE49-F238E27FC236}">
                <a16:creationId xmlns:a16="http://schemas.microsoft.com/office/drawing/2014/main" id="{F4C99270-47C1-463F-A8C1-4819FE74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408" y="5251758"/>
            <a:ext cx="164111" cy="113852"/>
          </a:xfrm>
          <a:custGeom xmlns:a="http://schemas.openxmlformats.org/drawingml/2006/main">
            <a:pathLst>
              <a:path w="164111" h="113852">
                <a:moveTo>
                  <a:pt x="37925" y="46499"/>
                </a:moveTo>
                <a:cubicBezTo>
                  <a:pt x="44053" y="46499"/>
                  <a:pt x="48842" y="44791"/>
                  <a:pt x="52292" y="41374"/>
                </a:cubicBezTo>
                <a:cubicBezTo>
                  <a:pt x="55742" y="37958"/>
                  <a:pt x="57467" y="33886"/>
                  <a:pt x="57467" y="29158"/>
                </a:cubicBezTo>
                <a:cubicBezTo>
                  <a:pt x="57467" y="25048"/>
                  <a:pt x="55819" y="21272"/>
                  <a:pt x="52523" y="17830"/>
                </a:cubicBezTo>
                <a:cubicBezTo>
                  <a:pt x="49228" y="14388"/>
                  <a:pt x="44207" y="12667"/>
                  <a:pt x="37462" y="12667"/>
                </a:cubicBezTo>
                <a:cubicBezTo>
                  <a:pt x="30767" y="12667"/>
                  <a:pt x="25927" y="14388"/>
                  <a:pt x="22940" y="17830"/>
                </a:cubicBezTo>
                <a:cubicBezTo>
                  <a:pt x="19954" y="21272"/>
                  <a:pt x="18460" y="25306"/>
                  <a:pt x="18460" y="29931"/>
                </a:cubicBezTo>
                <a:cubicBezTo>
                  <a:pt x="18460" y="35119"/>
                  <a:pt x="20391" y="39177"/>
                  <a:pt x="24253" y="42106"/>
                </a:cubicBezTo>
                <a:cubicBezTo>
                  <a:pt x="28116" y="45034"/>
                  <a:pt x="32673" y="46499"/>
                  <a:pt x="37925" y="46499"/>
                </a:cubicBezTo>
                <a:moveTo>
                  <a:pt x="38775" y="101185"/>
                </a:moveTo>
                <a:cubicBezTo>
                  <a:pt x="45211" y="101185"/>
                  <a:pt x="50554" y="99453"/>
                  <a:pt x="54802" y="95991"/>
                </a:cubicBezTo>
                <a:cubicBezTo>
                  <a:pt x="59050" y="92528"/>
                  <a:pt x="61174" y="87358"/>
                  <a:pt x="61174" y="80482"/>
                </a:cubicBezTo>
                <a:cubicBezTo>
                  <a:pt x="61174" y="73350"/>
                  <a:pt x="58986" y="67938"/>
                  <a:pt x="54609" y="64245"/>
                </a:cubicBezTo>
                <a:cubicBezTo>
                  <a:pt x="50232" y="60550"/>
                  <a:pt x="44619" y="58703"/>
                  <a:pt x="37771" y="58703"/>
                </a:cubicBezTo>
                <a:cubicBezTo>
                  <a:pt x="31128" y="58703"/>
                  <a:pt x="25708" y="60589"/>
                  <a:pt x="21511" y="64361"/>
                </a:cubicBezTo>
                <a:cubicBezTo>
                  <a:pt x="17315" y="68131"/>
                  <a:pt x="15216" y="73351"/>
                  <a:pt x="15216" y="80021"/>
                </a:cubicBezTo>
                <a:cubicBezTo>
                  <a:pt x="15216" y="85767"/>
                  <a:pt x="17134" y="90732"/>
                  <a:pt x="20971" y="94914"/>
                </a:cubicBezTo>
                <a:cubicBezTo>
                  <a:pt x="24807" y="99095"/>
                  <a:pt x="30742" y="101185"/>
                  <a:pt x="38775" y="101185"/>
                </a:cubicBezTo>
                <a:moveTo>
                  <a:pt x="19001" y="51862"/>
                </a:moveTo>
                <a:cubicBezTo>
                  <a:pt x="15139" y="50218"/>
                  <a:pt x="12127" y="48291"/>
                  <a:pt x="9964" y="46084"/>
                </a:cubicBezTo>
                <a:cubicBezTo>
                  <a:pt x="5896" y="41974"/>
                  <a:pt x="3862" y="36630"/>
                  <a:pt x="3862" y="30054"/>
                </a:cubicBezTo>
                <a:cubicBezTo>
                  <a:pt x="3862" y="21834"/>
                  <a:pt x="6849" y="14771"/>
                  <a:pt x="12822" y="8863"/>
                </a:cubicBezTo>
                <a:cubicBezTo>
                  <a:pt x="18795" y="2954"/>
                  <a:pt x="27266" y="0"/>
                  <a:pt x="38234" y="0"/>
                </a:cubicBezTo>
                <a:cubicBezTo>
                  <a:pt x="48842" y="0"/>
                  <a:pt x="57158" y="2787"/>
                  <a:pt x="63183" y="8361"/>
                </a:cubicBezTo>
                <a:cubicBezTo>
                  <a:pt x="69207" y="13935"/>
                  <a:pt x="72220" y="20447"/>
                  <a:pt x="72220" y="27896"/>
                </a:cubicBezTo>
                <a:cubicBezTo>
                  <a:pt x="72220" y="34780"/>
                  <a:pt x="70469" y="40354"/>
                  <a:pt x="66967" y="44618"/>
                </a:cubicBezTo>
                <a:cubicBezTo>
                  <a:pt x="65011" y="47032"/>
                  <a:pt x="61973" y="49395"/>
                  <a:pt x="57853" y="51708"/>
                </a:cubicBezTo>
                <a:cubicBezTo>
                  <a:pt x="62436" y="53816"/>
                  <a:pt x="66041" y="56232"/>
                  <a:pt x="68667" y="58956"/>
                </a:cubicBezTo>
                <a:cubicBezTo>
                  <a:pt x="73559" y="64096"/>
                  <a:pt x="76005" y="70778"/>
                  <a:pt x="76005" y="79002"/>
                </a:cubicBezTo>
                <a:cubicBezTo>
                  <a:pt x="76005" y="88717"/>
                  <a:pt x="72735" y="96954"/>
                  <a:pt x="66195" y="103715"/>
                </a:cubicBezTo>
                <a:cubicBezTo>
                  <a:pt x="59655" y="110473"/>
                  <a:pt x="50412" y="113852"/>
                  <a:pt x="38466" y="113852"/>
                </a:cubicBezTo>
                <a:cubicBezTo>
                  <a:pt x="27704" y="113852"/>
                  <a:pt x="18602" y="110936"/>
                  <a:pt x="11161" y="105102"/>
                </a:cubicBezTo>
                <a:cubicBezTo>
                  <a:pt x="3720" y="99268"/>
                  <a:pt x="0" y="90799"/>
                  <a:pt x="0" y="79695"/>
                </a:cubicBezTo>
                <a:cubicBezTo>
                  <a:pt x="0" y="73168"/>
                  <a:pt x="1596" y="67527"/>
                  <a:pt x="4789" y="62772"/>
                </a:cubicBezTo>
                <a:cubicBezTo>
                  <a:pt x="7982" y="58017"/>
                  <a:pt x="12719" y="54380"/>
                  <a:pt x="19001" y="51862"/>
                </a:cubicBezTo>
                <a:close/>
                <a:moveTo>
                  <a:pt x="125646" y="0"/>
                </a:moveTo>
                <a:cubicBezTo>
                  <a:pt x="139961" y="0"/>
                  <a:pt x="150311" y="5908"/>
                  <a:pt x="156696" y="17724"/>
                </a:cubicBezTo>
                <a:cubicBezTo>
                  <a:pt x="161640" y="26856"/>
                  <a:pt x="164111" y="39369"/>
                  <a:pt x="164111" y="55263"/>
                </a:cubicBezTo>
                <a:cubicBezTo>
                  <a:pt x="164111" y="70330"/>
                  <a:pt x="161871" y="82790"/>
                  <a:pt x="157392" y="92645"/>
                </a:cubicBezTo>
                <a:cubicBezTo>
                  <a:pt x="150903" y="106783"/>
                  <a:pt x="140296" y="113852"/>
                  <a:pt x="125568" y="113852"/>
                </a:cubicBezTo>
                <a:cubicBezTo>
                  <a:pt x="112283" y="113852"/>
                  <a:pt x="102396" y="108073"/>
                  <a:pt x="95908" y="96514"/>
                </a:cubicBezTo>
                <a:cubicBezTo>
                  <a:pt x="90501" y="86866"/>
                  <a:pt x="87798" y="73915"/>
                  <a:pt x="87798" y="57662"/>
                </a:cubicBezTo>
                <a:cubicBezTo>
                  <a:pt x="87798" y="45072"/>
                  <a:pt x="89420" y="34262"/>
                  <a:pt x="92664" y="25231"/>
                </a:cubicBezTo>
                <a:cubicBezTo>
                  <a:pt x="98740" y="8410"/>
                  <a:pt x="109734" y="0"/>
                  <a:pt x="125646" y="0"/>
                </a:cubicBezTo>
                <a:moveTo>
                  <a:pt x="125491" y="101185"/>
                </a:moveTo>
                <a:cubicBezTo>
                  <a:pt x="132700" y="101185"/>
                  <a:pt x="138442" y="97990"/>
                  <a:pt x="142716" y="91600"/>
                </a:cubicBezTo>
                <a:cubicBezTo>
                  <a:pt x="146990" y="85208"/>
                  <a:pt x="149127" y="73303"/>
                  <a:pt x="149127" y="55883"/>
                </a:cubicBezTo>
                <a:cubicBezTo>
                  <a:pt x="149127" y="43308"/>
                  <a:pt x="147582" y="32962"/>
                  <a:pt x="144492" y="24845"/>
                </a:cubicBezTo>
                <a:cubicBezTo>
                  <a:pt x="141403" y="16727"/>
                  <a:pt x="135404" y="12667"/>
                  <a:pt x="126495" y="12667"/>
                </a:cubicBezTo>
                <a:cubicBezTo>
                  <a:pt x="118308" y="12667"/>
                  <a:pt x="112322" y="16520"/>
                  <a:pt x="108537" y="24225"/>
                </a:cubicBezTo>
                <a:cubicBezTo>
                  <a:pt x="104752" y="31929"/>
                  <a:pt x="102860" y="43280"/>
                  <a:pt x="102860" y="58278"/>
                </a:cubicBezTo>
                <a:cubicBezTo>
                  <a:pt x="102860" y="69566"/>
                  <a:pt x="104070" y="78637"/>
                  <a:pt x="106490" y="85491"/>
                </a:cubicBezTo>
                <a:cubicBezTo>
                  <a:pt x="110198" y="95953"/>
                  <a:pt x="116531" y="101185"/>
                  <a:pt x="125491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100">
            <a:extLst xmlns:a="http://schemas.openxmlformats.org/drawingml/2006/main">
              <a:ext uri="{FF2B5EF4-FFF2-40B4-BE49-F238E27FC236}">
                <a16:creationId xmlns:a16="http://schemas.microsoft.com/office/drawing/2014/main" id="{53D58357-B798-4311-A217-28A49093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520" y="5251758"/>
            <a:ext cx="242023" cy="113852"/>
          </a:xfrm>
          <a:custGeom xmlns:a="http://schemas.openxmlformats.org/drawingml/2006/main">
            <a:pathLst>
              <a:path w="242023" h="113852">
                <a:moveTo>
                  <a:pt x="0" y="32441"/>
                </a:moveTo>
                <a:lnTo>
                  <a:pt x="0" y="21782"/>
                </a:lnTo>
                <a:cubicBezTo>
                  <a:pt x="10041" y="20803"/>
                  <a:pt x="17044" y="19168"/>
                  <a:pt x="21009" y="16877"/>
                </a:cubicBezTo>
                <a:cubicBezTo>
                  <a:pt x="24974" y="14586"/>
                  <a:pt x="27935" y="9166"/>
                  <a:pt x="29892" y="618"/>
                </a:cubicBezTo>
                <a:lnTo>
                  <a:pt x="40860" y="618"/>
                </a:lnTo>
                <a:lnTo>
                  <a:pt x="40860" y="110763"/>
                </a:lnTo>
                <a:lnTo>
                  <a:pt x="26030" y="110763"/>
                </a:lnTo>
                <a:lnTo>
                  <a:pt x="26030" y="32441"/>
                </a:lnTo>
                <a:lnTo>
                  <a:pt x="0" y="32441"/>
                </a:lnTo>
                <a:close/>
                <a:moveTo>
                  <a:pt x="115605" y="0"/>
                </a:moveTo>
                <a:cubicBezTo>
                  <a:pt x="129920" y="0"/>
                  <a:pt x="140270" y="5908"/>
                  <a:pt x="146655" y="17724"/>
                </a:cubicBezTo>
                <a:cubicBezTo>
                  <a:pt x="151599" y="26856"/>
                  <a:pt x="154070" y="39369"/>
                  <a:pt x="154070" y="55263"/>
                </a:cubicBezTo>
                <a:cubicBezTo>
                  <a:pt x="154070" y="70330"/>
                  <a:pt x="151831" y="82790"/>
                  <a:pt x="147351" y="92645"/>
                </a:cubicBezTo>
                <a:cubicBezTo>
                  <a:pt x="140862" y="106783"/>
                  <a:pt x="130255" y="113852"/>
                  <a:pt x="115528" y="113852"/>
                </a:cubicBezTo>
                <a:cubicBezTo>
                  <a:pt x="102242" y="113852"/>
                  <a:pt x="92355" y="108073"/>
                  <a:pt x="85867" y="96514"/>
                </a:cubicBezTo>
                <a:cubicBezTo>
                  <a:pt x="80460" y="86866"/>
                  <a:pt x="77757" y="73915"/>
                  <a:pt x="77757" y="57662"/>
                </a:cubicBezTo>
                <a:cubicBezTo>
                  <a:pt x="77757" y="45072"/>
                  <a:pt x="79379" y="34262"/>
                  <a:pt x="82623" y="25231"/>
                </a:cubicBezTo>
                <a:cubicBezTo>
                  <a:pt x="88699" y="8410"/>
                  <a:pt x="99693" y="0"/>
                  <a:pt x="115605" y="0"/>
                </a:cubicBezTo>
                <a:moveTo>
                  <a:pt x="115450" y="101185"/>
                </a:moveTo>
                <a:cubicBezTo>
                  <a:pt x="122659" y="101185"/>
                  <a:pt x="128401" y="97990"/>
                  <a:pt x="132675" y="91600"/>
                </a:cubicBezTo>
                <a:cubicBezTo>
                  <a:pt x="136949" y="85208"/>
                  <a:pt x="139086" y="73303"/>
                  <a:pt x="139086" y="55883"/>
                </a:cubicBezTo>
                <a:cubicBezTo>
                  <a:pt x="139086" y="43308"/>
                  <a:pt x="137541" y="32962"/>
                  <a:pt x="134451" y="24845"/>
                </a:cubicBezTo>
                <a:cubicBezTo>
                  <a:pt x="131362" y="16727"/>
                  <a:pt x="125363" y="12667"/>
                  <a:pt x="116454" y="12667"/>
                </a:cubicBezTo>
                <a:cubicBezTo>
                  <a:pt x="108267" y="12667"/>
                  <a:pt x="102281" y="16520"/>
                  <a:pt x="98496" y="24225"/>
                </a:cubicBezTo>
                <a:cubicBezTo>
                  <a:pt x="94711" y="31929"/>
                  <a:pt x="92819" y="43280"/>
                  <a:pt x="92819" y="58278"/>
                </a:cubicBezTo>
                <a:cubicBezTo>
                  <a:pt x="92819" y="69566"/>
                  <a:pt x="94029" y="78637"/>
                  <a:pt x="96449" y="85491"/>
                </a:cubicBezTo>
                <a:cubicBezTo>
                  <a:pt x="100157" y="95953"/>
                  <a:pt x="106490" y="101185"/>
                  <a:pt x="115450" y="101185"/>
                </a:cubicBezTo>
                <a:close/>
                <a:moveTo>
                  <a:pt x="203557" y="0"/>
                </a:moveTo>
                <a:cubicBezTo>
                  <a:pt x="217873" y="0"/>
                  <a:pt x="228223" y="5908"/>
                  <a:pt x="234608" y="17724"/>
                </a:cubicBezTo>
                <a:cubicBezTo>
                  <a:pt x="239552" y="26856"/>
                  <a:pt x="242023" y="39369"/>
                  <a:pt x="242023" y="55263"/>
                </a:cubicBezTo>
                <a:cubicBezTo>
                  <a:pt x="242023" y="70330"/>
                  <a:pt x="239783" y="82790"/>
                  <a:pt x="235303" y="92645"/>
                </a:cubicBezTo>
                <a:cubicBezTo>
                  <a:pt x="228815" y="106783"/>
                  <a:pt x="218207" y="113852"/>
                  <a:pt x="203480" y="113852"/>
                </a:cubicBezTo>
                <a:cubicBezTo>
                  <a:pt x="190195" y="113852"/>
                  <a:pt x="180308" y="108073"/>
                  <a:pt x="173820" y="96514"/>
                </a:cubicBezTo>
                <a:cubicBezTo>
                  <a:pt x="168413" y="86866"/>
                  <a:pt x="165710" y="73915"/>
                  <a:pt x="165710" y="57662"/>
                </a:cubicBezTo>
                <a:cubicBezTo>
                  <a:pt x="165710" y="45072"/>
                  <a:pt x="167332" y="34262"/>
                  <a:pt x="170576" y="25231"/>
                </a:cubicBezTo>
                <a:cubicBezTo>
                  <a:pt x="176652" y="8410"/>
                  <a:pt x="187646" y="0"/>
                  <a:pt x="203557" y="0"/>
                </a:cubicBezTo>
                <a:moveTo>
                  <a:pt x="203403" y="101185"/>
                </a:moveTo>
                <a:cubicBezTo>
                  <a:pt x="210612" y="101185"/>
                  <a:pt x="216354" y="97990"/>
                  <a:pt x="220628" y="91600"/>
                </a:cubicBezTo>
                <a:cubicBezTo>
                  <a:pt x="224902" y="85208"/>
                  <a:pt x="227039" y="73303"/>
                  <a:pt x="227039" y="55883"/>
                </a:cubicBezTo>
                <a:cubicBezTo>
                  <a:pt x="227039" y="43308"/>
                  <a:pt x="225494" y="32962"/>
                  <a:pt x="222404" y="24845"/>
                </a:cubicBezTo>
                <a:cubicBezTo>
                  <a:pt x="219315" y="16727"/>
                  <a:pt x="213316" y="12667"/>
                  <a:pt x="204407" y="12667"/>
                </a:cubicBezTo>
                <a:cubicBezTo>
                  <a:pt x="196220" y="12667"/>
                  <a:pt x="190234" y="16520"/>
                  <a:pt x="186449" y="24225"/>
                </a:cubicBezTo>
                <a:cubicBezTo>
                  <a:pt x="182664" y="31929"/>
                  <a:pt x="180772" y="43280"/>
                  <a:pt x="180772" y="58278"/>
                </a:cubicBezTo>
                <a:cubicBezTo>
                  <a:pt x="180772" y="69566"/>
                  <a:pt x="181982" y="78637"/>
                  <a:pt x="184402" y="85491"/>
                </a:cubicBezTo>
                <a:cubicBezTo>
                  <a:pt x="188109" y="95953"/>
                  <a:pt x="194443" y="101185"/>
                  <a:pt x="203403" y="101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120">
            <a:extLst xmlns:a="http://schemas.openxmlformats.org/drawingml/2006/main">
              <a:ext uri="{FF2B5EF4-FFF2-40B4-BE49-F238E27FC236}">
                <a16:creationId xmlns:a16="http://schemas.microsoft.com/office/drawing/2014/main" id="{63A09C33-7897-42D5-84CD-57C1FB37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567" y="5251449"/>
            <a:ext cx="242023" cy="114161"/>
          </a:xfrm>
          <a:custGeom xmlns:a="http://schemas.openxmlformats.org/drawingml/2006/main">
            <a:pathLst>
              <a:path w="242023" h="114161">
                <a:moveTo>
                  <a:pt x="0" y="32750"/>
                </a:moveTo>
                <a:lnTo>
                  <a:pt x="0" y="22091"/>
                </a:lnTo>
                <a:cubicBezTo>
                  <a:pt x="10041" y="21112"/>
                  <a:pt x="17044" y="19477"/>
                  <a:pt x="21009" y="17186"/>
                </a:cubicBezTo>
                <a:cubicBezTo>
                  <a:pt x="24974" y="14895"/>
                  <a:pt x="27935" y="9475"/>
                  <a:pt x="29892" y="927"/>
                </a:cubicBezTo>
                <a:lnTo>
                  <a:pt x="40860" y="927"/>
                </a:lnTo>
                <a:lnTo>
                  <a:pt x="40860" y="111072"/>
                </a:lnTo>
                <a:lnTo>
                  <a:pt x="26030" y="111072"/>
                </a:lnTo>
                <a:lnTo>
                  <a:pt x="26030" y="32750"/>
                </a:lnTo>
                <a:lnTo>
                  <a:pt x="0" y="32750"/>
                </a:lnTo>
                <a:close/>
                <a:moveTo>
                  <a:pt x="77757" y="111072"/>
                </a:moveTo>
                <a:cubicBezTo>
                  <a:pt x="78272" y="101545"/>
                  <a:pt x="80242" y="93255"/>
                  <a:pt x="83666" y="86200"/>
                </a:cubicBezTo>
                <a:cubicBezTo>
                  <a:pt x="87090" y="79146"/>
                  <a:pt x="93771" y="72735"/>
                  <a:pt x="103710" y="66967"/>
                </a:cubicBezTo>
                <a:lnTo>
                  <a:pt x="118540" y="58394"/>
                </a:lnTo>
                <a:cubicBezTo>
                  <a:pt x="125183" y="54532"/>
                  <a:pt x="129843" y="51231"/>
                  <a:pt x="132520" y="48490"/>
                </a:cubicBezTo>
                <a:cubicBezTo>
                  <a:pt x="136743" y="44200"/>
                  <a:pt x="138854" y="39290"/>
                  <a:pt x="138854" y="33759"/>
                </a:cubicBezTo>
                <a:cubicBezTo>
                  <a:pt x="138854" y="27296"/>
                  <a:pt x="136923" y="22166"/>
                  <a:pt x="133061" y="18366"/>
                </a:cubicBezTo>
                <a:cubicBezTo>
                  <a:pt x="129199" y="14567"/>
                  <a:pt x="124050" y="12667"/>
                  <a:pt x="117613" y="12667"/>
                </a:cubicBezTo>
                <a:cubicBezTo>
                  <a:pt x="108087" y="12667"/>
                  <a:pt x="101496" y="16293"/>
                  <a:pt x="97839" y="23544"/>
                </a:cubicBezTo>
                <a:cubicBezTo>
                  <a:pt x="95883" y="27428"/>
                  <a:pt x="94801" y="32814"/>
                  <a:pt x="94595" y="39702"/>
                </a:cubicBezTo>
                <a:lnTo>
                  <a:pt x="80460" y="39702"/>
                </a:lnTo>
                <a:cubicBezTo>
                  <a:pt x="80615" y="30053"/>
                  <a:pt x="82391" y="22185"/>
                  <a:pt x="85790" y="16097"/>
                </a:cubicBezTo>
                <a:cubicBezTo>
                  <a:pt x="91815" y="5366"/>
                  <a:pt x="102448" y="0"/>
                  <a:pt x="117690" y="0"/>
                </a:cubicBezTo>
                <a:cubicBezTo>
                  <a:pt x="130358" y="0"/>
                  <a:pt x="139614" y="3429"/>
                  <a:pt x="145458" y="10287"/>
                </a:cubicBezTo>
                <a:cubicBezTo>
                  <a:pt x="151303" y="17144"/>
                  <a:pt x="154225" y="24774"/>
                  <a:pt x="154225" y="33177"/>
                </a:cubicBezTo>
                <a:cubicBezTo>
                  <a:pt x="154225" y="42045"/>
                  <a:pt x="151110" y="49625"/>
                  <a:pt x="144879" y="55915"/>
                </a:cubicBezTo>
                <a:cubicBezTo>
                  <a:pt x="141274" y="59576"/>
                  <a:pt x="134812" y="64007"/>
                  <a:pt x="125492" y="69207"/>
                </a:cubicBezTo>
                <a:lnTo>
                  <a:pt x="114910" y="75078"/>
                </a:lnTo>
                <a:cubicBezTo>
                  <a:pt x="109863" y="77858"/>
                  <a:pt x="105898" y="80510"/>
                  <a:pt x="103015" y="83033"/>
                </a:cubicBezTo>
                <a:cubicBezTo>
                  <a:pt x="97865" y="87513"/>
                  <a:pt x="94621" y="92483"/>
                  <a:pt x="93282" y="97941"/>
                </a:cubicBezTo>
                <a:lnTo>
                  <a:pt x="153684" y="97941"/>
                </a:lnTo>
                <a:lnTo>
                  <a:pt x="153684" y="111072"/>
                </a:lnTo>
                <a:lnTo>
                  <a:pt x="77757" y="111072"/>
                </a:lnTo>
                <a:close/>
                <a:moveTo>
                  <a:pt x="203557" y="309"/>
                </a:moveTo>
                <a:cubicBezTo>
                  <a:pt x="217872" y="309"/>
                  <a:pt x="228223" y="6217"/>
                  <a:pt x="234608" y="18033"/>
                </a:cubicBezTo>
                <a:cubicBezTo>
                  <a:pt x="239551" y="27165"/>
                  <a:pt x="242023" y="39678"/>
                  <a:pt x="242023" y="55572"/>
                </a:cubicBezTo>
                <a:cubicBezTo>
                  <a:pt x="242023" y="70639"/>
                  <a:pt x="239783" y="83099"/>
                  <a:pt x="235303" y="92954"/>
                </a:cubicBezTo>
                <a:cubicBezTo>
                  <a:pt x="228815" y="107092"/>
                  <a:pt x="218207" y="114161"/>
                  <a:pt x="203480" y="114161"/>
                </a:cubicBezTo>
                <a:cubicBezTo>
                  <a:pt x="190195" y="114161"/>
                  <a:pt x="180308" y="108382"/>
                  <a:pt x="173820" y="96823"/>
                </a:cubicBezTo>
                <a:cubicBezTo>
                  <a:pt x="168413" y="87175"/>
                  <a:pt x="165709" y="74224"/>
                  <a:pt x="165709" y="57971"/>
                </a:cubicBezTo>
                <a:cubicBezTo>
                  <a:pt x="165709" y="45381"/>
                  <a:pt x="167331" y="34571"/>
                  <a:pt x="170576" y="25540"/>
                </a:cubicBezTo>
                <a:cubicBezTo>
                  <a:pt x="176652" y="8719"/>
                  <a:pt x="187646" y="309"/>
                  <a:pt x="203557" y="309"/>
                </a:cubicBezTo>
                <a:moveTo>
                  <a:pt x="203403" y="101494"/>
                </a:moveTo>
                <a:cubicBezTo>
                  <a:pt x="210612" y="101494"/>
                  <a:pt x="216353" y="98299"/>
                  <a:pt x="220627" y="91909"/>
                </a:cubicBezTo>
                <a:cubicBezTo>
                  <a:pt x="224901" y="85517"/>
                  <a:pt x="227038" y="73612"/>
                  <a:pt x="227038" y="56192"/>
                </a:cubicBezTo>
                <a:cubicBezTo>
                  <a:pt x="227038" y="43617"/>
                  <a:pt x="225493" y="33270"/>
                  <a:pt x="222404" y="25154"/>
                </a:cubicBezTo>
                <a:cubicBezTo>
                  <a:pt x="219314" y="17036"/>
                  <a:pt x="213315" y="12976"/>
                  <a:pt x="204407" y="12976"/>
                </a:cubicBezTo>
                <a:cubicBezTo>
                  <a:pt x="196219" y="12976"/>
                  <a:pt x="190233" y="16829"/>
                  <a:pt x="186448" y="24533"/>
                </a:cubicBezTo>
                <a:cubicBezTo>
                  <a:pt x="182664" y="32238"/>
                  <a:pt x="180771" y="43589"/>
                  <a:pt x="180771" y="58587"/>
                </a:cubicBezTo>
                <a:cubicBezTo>
                  <a:pt x="180771" y="69875"/>
                  <a:pt x="181981" y="78946"/>
                  <a:pt x="184402" y="85800"/>
                </a:cubicBezTo>
                <a:cubicBezTo>
                  <a:pt x="188109" y="96262"/>
                  <a:pt x="194443" y="101494"/>
                  <a:pt x="203403" y="101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140">
            <a:extLst xmlns:a="http://schemas.openxmlformats.org/drawingml/2006/main">
              <a:ext uri="{FF2B5EF4-FFF2-40B4-BE49-F238E27FC236}">
                <a16:creationId xmlns:a16="http://schemas.microsoft.com/office/drawing/2014/main" id="{C18489D5-35F4-4269-B5EC-8B12011E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615" y="5251604"/>
            <a:ext cx="242023" cy="114007"/>
          </a:xfrm>
          <a:custGeom xmlns:a="http://schemas.openxmlformats.org/drawingml/2006/main">
            <a:pathLst>
              <a:path w="242023" h="114007">
                <a:moveTo>
                  <a:pt x="0" y="32595"/>
                </a:moveTo>
                <a:lnTo>
                  <a:pt x="0" y="21936"/>
                </a:lnTo>
                <a:cubicBezTo>
                  <a:pt x="10041" y="20958"/>
                  <a:pt x="17044" y="19323"/>
                  <a:pt x="21009" y="17032"/>
                </a:cubicBezTo>
                <a:cubicBezTo>
                  <a:pt x="24974" y="14740"/>
                  <a:pt x="27935" y="9320"/>
                  <a:pt x="29892" y="772"/>
                </a:cubicBezTo>
                <a:lnTo>
                  <a:pt x="40860" y="772"/>
                </a:lnTo>
                <a:lnTo>
                  <a:pt x="40860" y="110917"/>
                </a:lnTo>
                <a:lnTo>
                  <a:pt x="26030" y="110917"/>
                </a:lnTo>
                <a:lnTo>
                  <a:pt x="26030" y="32595"/>
                </a:lnTo>
                <a:lnTo>
                  <a:pt x="0" y="32595"/>
                </a:lnTo>
                <a:close/>
                <a:moveTo>
                  <a:pt x="125105" y="71679"/>
                </a:moveTo>
                <a:lnTo>
                  <a:pt x="125105" y="21760"/>
                </a:lnTo>
                <a:lnTo>
                  <a:pt x="89652" y="71679"/>
                </a:lnTo>
                <a:lnTo>
                  <a:pt x="125105" y="71679"/>
                </a:lnTo>
                <a:moveTo>
                  <a:pt x="125337" y="110917"/>
                </a:moveTo>
                <a:lnTo>
                  <a:pt x="125337" y="83883"/>
                </a:lnTo>
                <a:lnTo>
                  <a:pt x="76830" y="83883"/>
                </a:lnTo>
                <a:lnTo>
                  <a:pt x="76830" y="70214"/>
                </a:lnTo>
                <a:lnTo>
                  <a:pt x="127500" y="0"/>
                </a:lnTo>
                <a:lnTo>
                  <a:pt x="139240" y="0"/>
                </a:lnTo>
                <a:lnTo>
                  <a:pt x="139240" y="71679"/>
                </a:lnTo>
                <a:lnTo>
                  <a:pt x="155538" y="71679"/>
                </a:lnTo>
                <a:lnTo>
                  <a:pt x="155538" y="83883"/>
                </a:lnTo>
                <a:lnTo>
                  <a:pt x="139240" y="83883"/>
                </a:lnTo>
                <a:lnTo>
                  <a:pt x="139240" y="110917"/>
                </a:lnTo>
                <a:lnTo>
                  <a:pt x="125337" y="110917"/>
                </a:lnTo>
                <a:close/>
                <a:moveTo>
                  <a:pt x="203557" y="154"/>
                </a:moveTo>
                <a:cubicBezTo>
                  <a:pt x="217873" y="154"/>
                  <a:pt x="228223" y="6063"/>
                  <a:pt x="234608" y="17879"/>
                </a:cubicBezTo>
                <a:cubicBezTo>
                  <a:pt x="239552" y="27011"/>
                  <a:pt x="242023" y="39524"/>
                  <a:pt x="242023" y="55418"/>
                </a:cubicBezTo>
                <a:cubicBezTo>
                  <a:pt x="242023" y="70484"/>
                  <a:pt x="239783" y="82945"/>
                  <a:pt x="235303" y="92800"/>
                </a:cubicBezTo>
                <a:cubicBezTo>
                  <a:pt x="228815" y="106938"/>
                  <a:pt x="218207" y="114007"/>
                  <a:pt x="203480" y="114007"/>
                </a:cubicBezTo>
                <a:cubicBezTo>
                  <a:pt x="190195" y="114007"/>
                  <a:pt x="180308" y="108227"/>
                  <a:pt x="173820" y="96669"/>
                </a:cubicBezTo>
                <a:cubicBezTo>
                  <a:pt x="168413" y="87020"/>
                  <a:pt x="165710" y="74070"/>
                  <a:pt x="165710" y="57817"/>
                </a:cubicBezTo>
                <a:cubicBezTo>
                  <a:pt x="165710" y="45227"/>
                  <a:pt x="167332" y="34416"/>
                  <a:pt x="170576" y="25386"/>
                </a:cubicBezTo>
                <a:cubicBezTo>
                  <a:pt x="176652" y="8565"/>
                  <a:pt x="187646" y="154"/>
                  <a:pt x="203557" y="154"/>
                </a:cubicBezTo>
                <a:moveTo>
                  <a:pt x="203403" y="101339"/>
                </a:moveTo>
                <a:cubicBezTo>
                  <a:pt x="210612" y="101339"/>
                  <a:pt x="216354" y="98144"/>
                  <a:pt x="220628" y="91754"/>
                </a:cubicBezTo>
                <a:cubicBezTo>
                  <a:pt x="224902" y="85363"/>
                  <a:pt x="227039" y="73457"/>
                  <a:pt x="227039" y="56038"/>
                </a:cubicBezTo>
                <a:cubicBezTo>
                  <a:pt x="227039" y="43462"/>
                  <a:pt x="225494" y="33116"/>
                  <a:pt x="222404" y="24999"/>
                </a:cubicBezTo>
                <a:cubicBezTo>
                  <a:pt x="219315" y="16881"/>
                  <a:pt x="213316" y="12822"/>
                  <a:pt x="204407" y="12822"/>
                </a:cubicBezTo>
                <a:cubicBezTo>
                  <a:pt x="196220" y="12822"/>
                  <a:pt x="190234" y="16674"/>
                  <a:pt x="186449" y="24379"/>
                </a:cubicBezTo>
                <a:cubicBezTo>
                  <a:pt x="182664" y="32084"/>
                  <a:pt x="180772" y="43435"/>
                  <a:pt x="180772" y="58432"/>
                </a:cubicBezTo>
                <a:cubicBezTo>
                  <a:pt x="180772" y="69721"/>
                  <a:pt x="181982" y="78792"/>
                  <a:pt x="184402" y="85645"/>
                </a:cubicBezTo>
                <a:cubicBezTo>
                  <a:pt x="188109" y="96108"/>
                  <a:pt x="194443" y="101339"/>
                  <a:pt x="203403" y="1013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160">
            <a:extLst xmlns:a="http://schemas.openxmlformats.org/drawingml/2006/main">
              <a:ext uri="{FF2B5EF4-FFF2-40B4-BE49-F238E27FC236}">
                <a16:creationId xmlns:a16="http://schemas.microsoft.com/office/drawing/2014/main" id="{E296BEB0-FE79-4621-930A-18E5191A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662" y="5251449"/>
            <a:ext cx="242023" cy="114161"/>
          </a:xfrm>
          <a:custGeom xmlns:a="http://schemas.openxmlformats.org/drawingml/2006/main">
            <a:pathLst>
              <a:path w="242023" h="114161">
                <a:moveTo>
                  <a:pt x="0" y="32750"/>
                </a:moveTo>
                <a:lnTo>
                  <a:pt x="0" y="22091"/>
                </a:lnTo>
                <a:cubicBezTo>
                  <a:pt x="10041" y="21112"/>
                  <a:pt x="17044" y="19477"/>
                  <a:pt x="21009" y="17186"/>
                </a:cubicBezTo>
                <a:cubicBezTo>
                  <a:pt x="24974" y="14895"/>
                  <a:pt x="27935" y="9475"/>
                  <a:pt x="29892" y="927"/>
                </a:cubicBezTo>
                <a:lnTo>
                  <a:pt x="40860" y="927"/>
                </a:lnTo>
                <a:lnTo>
                  <a:pt x="40860" y="111072"/>
                </a:lnTo>
                <a:lnTo>
                  <a:pt x="26030" y="111072"/>
                </a:lnTo>
                <a:lnTo>
                  <a:pt x="26030" y="32750"/>
                </a:lnTo>
                <a:lnTo>
                  <a:pt x="0" y="32750"/>
                </a:lnTo>
                <a:close/>
                <a:moveTo>
                  <a:pt x="119081" y="0"/>
                </a:moveTo>
                <a:cubicBezTo>
                  <a:pt x="131439" y="0"/>
                  <a:pt x="140051" y="3214"/>
                  <a:pt x="144918" y="9643"/>
                </a:cubicBezTo>
                <a:cubicBezTo>
                  <a:pt x="149784" y="16070"/>
                  <a:pt x="152217" y="22691"/>
                  <a:pt x="152217" y="29506"/>
                </a:cubicBezTo>
                <a:lnTo>
                  <a:pt x="138468" y="29506"/>
                </a:lnTo>
                <a:cubicBezTo>
                  <a:pt x="137644" y="25110"/>
                  <a:pt x="136331" y="21670"/>
                  <a:pt x="134529" y="19187"/>
                </a:cubicBezTo>
                <a:cubicBezTo>
                  <a:pt x="131182" y="14532"/>
                  <a:pt x="126109" y="12204"/>
                  <a:pt x="119312" y="12204"/>
                </a:cubicBezTo>
                <a:cubicBezTo>
                  <a:pt x="111537" y="12204"/>
                  <a:pt x="105358" y="15803"/>
                  <a:pt x="100775" y="23001"/>
                </a:cubicBezTo>
                <a:cubicBezTo>
                  <a:pt x="96192" y="30197"/>
                  <a:pt x="93643" y="40501"/>
                  <a:pt x="93128" y="53914"/>
                </a:cubicBezTo>
                <a:cubicBezTo>
                  <a:pt x="96320" y="49228"/>
                  <a:pt x="100337" y="45726"/>
                  <a:pt x="105177" y="43409"/>
                </a:cubicBezTo>
                <a:cubicBezTo>
                  <a:pt x="109606" y="41349"/>
                  <a:pt x="114549" y="40319"/>
                  <a:pt x="120007" y="40319"/>
                </a:cubicBezTo>
                <a:cubicBezTo>
                  <a:pt x="129276" y="40319"/>
                  <a:pt x="137361" y="43280"/>
                  <a:pt x="144261" y="49202"/>
                </a:cubicBezTo>
                <a:cubicBezTo>
                  <a:pt x="151161" y="55124"/>
                  <a:pt x="154611" y="63955"/>
                  <a:pt x="154611" y="75696"/>
                </a:cubicBezTo>
                <a:cubicBezTo>
                  <a:pt x="154611" y="85737"/>
                  <a:pt x="151341" y="94632"/>
                  <a:pt x="144802" y="102382"/>
                </a:cubicBezTo>
                <a:cubicBezTo>
                  <a:pt x="138262" y="110132"/>
                  <a:pt x="128942" y="114007"/>
                  <a:pt x="116841" y="114007"/>
                </a:cubicBezTo>
                <a:cubicBezTo>
                  <a:pt x="106490" y="114007"/>
                  <a:pt x="97556" y="110078"/>
                  <a:pt x="90038" y="102220"/>
                </a:cubicBezTo>
                <a:cubicBezTo>
                  <a:pt x="82520" y="94361"/>
                  <a:pt x="78761" y="81131"/>
                  <a:pt x="78761" y="62531"/>
                </a:cubicBezTo>
                <a:cubicBezTo>
                  <a:pt x="78761" y="48772"/>
                  <a:pt x="80435" y="37101"/>
                  <a:pt x="83782" y="27517"/>
                </a:cubicBezTo>
                <a:cubicBezTo>
                  <a:pt x="90218" y="9172"/>
                  <a:pt x="101985" y="0"/>
                  <a:pt x="119081" y="0"/>
                </a:cubicBezTo>
                <a:moveTo>
                  <a:pt x="118076" y="101648"/>
                </a:moveTo>
                <a:cubicBezTo>
                  <a:pt x="125389" y="101648"/>
                  <a:pt x="130860" y="99190"/>
                  <a:pt x="134490" y="94272"/>
                </a:cubicBezTo>
                <a:cubicBezTo>
                  <a:pt x="138120" y="89354"/>
                  <a:pt x="139935" y="83548"/>
                  <a:pt x="139935" y="76854"/>
                </a:cubicBezTo>
                <a:cubicBezTo>
                  <a:pt x="139935" y="71190"/>
                  <a:pt x="138313" y="65796"/>
                  <a:pt x="135069" y="60672"/>
                </a:cubicBezTo>
                <a:cubicBezTo>
                  <a:pt x="131825" y="55549"/>
                  <a:pt x="125929" y="52987"/>
                  <a:pt x="117381" y="52987"/>
                </a:cubicBezTo>
                <a:cubicBezTo>
                  <a:pt x="111408" y="52987"/>
                  <a:pt x="106169" y="54969"/>
                  <a:pt x="101663" y="58934"/>
                </a:cubicBezTo>
                <a:cubicBezTo>
                  <a:pt x="97157" y="62899"/>
                  <a:pt x="94904" y="68873"/>
                  <a:pt x="94904" y="76854"/>
                </a:cubicBezTo>
                <a:cubicBezTo>
                  <a:pt x="94904" y="83857"/>
                  <a:pt x="96951" y="89740"/>
                  <a:pt x="101045" y="94504"/>
                </a:cubicBezTo>
                <a:cubicBezTo>
                  <a:pt x="105139" y="99267"/>
                  <a:pt x="110816" y="101648"/>
                  <a:pt x="118076" y="101648"/>
                </a:cubicBezTo>
                <a:close/>
                <a:moveTo>
                  <a:pt x="203557" y="309"/>
                </a:moveTo>
                <a:cubicBezTo>
                  <a:pt x="217872" y="309"/>
                  <a:pt x="228223" y="6217"/>
                  <a:pt x="234608" y="18033"/>
                </a:cubicBezTo>
                <a:cubicBezTo>
                  <a:pt x="239551" y="27165"/>
                  <a:pt x="242023" y="39678"/>
                  <a:pt x="242023" y="55572"/>
                </a:cubicBezTo>
                <a:cubicBezTo>
                  <a:pt x="242023" y="70639"/>
                  <a:pt x="239783" y="83099"/>
                  <a:pt x="235303" y="92954"/>
                </a:cubicBezTo>
                <a:cubicBezTo>
                  <a:pt x="228815" y="107092"/>
                  <a:pt x="218207" y="114161"/>
                  <a:pt x="203480" y="114161"/>
                </a:cubicBezTo>
                <a:cubicBezTo>
                  <a:pt x="190195" y="114161"/>
                  <a:pt x="180308" y="108382"/>
                  <a:pt x="173820" y="96823"/>
                </a:cubicBezTo>
                <a:cubicBezTo>
                  <a:pt x="168413" y="87175"/>
                  <a:pt x="165709" y="74224"/>
                  <a:pt x="165709" y="57971"/>
                </a:cubicBezTo>
                <a:cubicBezTo>
                  <a:pt x="165709" y="45381"/>
                  <a:pt x="167331" y="34571"/>
                  <a:pt x="170576" y="25540"/>
                </a:cubicBezTo>
                <a:cubicBezTo>
                  <a:pt x="176652" y="8719"/>
                  <a:pt x="187646" y="309"/>
                  <a:pt x="203557" y="309"/>
                </a:cubicBezTo>
                <a:moveTo>
                  <a:pt x="203403" y="101494"/>
                </a:moveTo>
                <a:cubicBezTo>
                  <a:pt x="210612" y="101494"/>
                  <a:pt x="216353" y="98299"/>
                  <a:pt x="220627" y="91909"/>
                </a:cubicBezTo>
                <a:cubicBezTo>
                  <a:pt x="224901" y="85517"/>
                  <a:pt x="227038" y="73612"/>
                  <a:pt x="227038" y="56192"/>
                </a:cubicBezTo>
                <a:cubicBezTo>
                  <a:pt x="227038" y="43617"/>
                  <a:pt x="225493" y="33270"/>
                  <a:pt x="222404" y="25154"/>
                </a:cubicBezTo>
                <a:cubicBezTo>
                  <a:pt x="219314" y="17036"/>
                  <a:pt x="213315" y="12976"/>
                  <a:pt x="204407" y="12976"/>
                </a:cubicBezTo>
                <a:cubicBezTo>
                  <a:pt x="196219" y="12976"/>
                  <a:pt x="190233" y="16829"/>
                  <a:pt x="186448" y="24533"/>
                </a:cubicBezTo>
                <a:cubicBezTo>
                  <a:pt x="182664" y="32238"/>
                  <a:pt x="180771" y="43589"/>
                  <a:pt x="180771" y="58587"/>
                </a:cubicBezTo>
                <a:cubicBezTo>
                  <a:pt x="180771" y="69875"/>
                  <a:pt x="181981" y="78946"/>
                  <a:pt x="184402" y="85800"/>
                </a:cubicBezTo>
                <a:cubicBezTo>
                  <a:pt x="188109" y="96262"/>
                  <a:pt x="194443" y="101494"/>
                  <a:pt x="203403" y="101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8CC86-2329-4EE7-A863-E4F78833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5112267"/>
            <a:ext cx="4968221" cy="10"/>
          </a:xfrm>
          <a:custGeom xmlns:a="http://schemas.openxmlformats.org/drawingml/2006/main">
            <a:pathLst>
              <a:path w="4968221" h="1" fill="none">
                <a:moveTo>
                  <a:pt x="0" y="0"/>
                </a:moveTo>
                <a:lnTo>
                  <a:pt x="49682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AB760-D6E2-4153-8708-3A577EF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231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09588-EDB6-4C26-92C1-653F4D8C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409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65240-AA28-4D50-957A-362CCD9D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587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F23A4-3CA2-41CA-8129-D496A5B5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764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C4825-B6E3-40DB-908D-8A8E3F17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42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0E2DC9-69A8-4E63-AC3E-EBD9499A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278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694C57-6076-432A-A252-27F0A226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456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120BD9-3C6E-4B81-A667-7FB30EFF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634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23853F-AE50-47EC-B629-EA57068F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12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FFBB9-6AA9-47E0-BB22-2DD42E45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90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0837D-58FC-4B44-A270-944AEFB0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167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1BEC5-8938-4861-9D6F-0F0BA1D3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504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2DA2F-4D0B-4207-8A30-4B8F1222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681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7EAA8-AB61-4669-863E-07B22DDF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859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A3C16-3910-4693-9261-FC1B6E3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037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52E10-CE7F-411D-9C69-59BA437A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215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DCF50-ABC8-4334-A985-3F699545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551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CACDD-3188-48E8-A5F0-DC825BE1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729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BF880-3C73-4CF2-B825-A18BC819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07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5EAEC-DC12-488B-AF4F-B7B38BD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85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1E5C5-0B9B-4EF7-AED8-C8BEB459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62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AC8F9-970E-4071-9FB6-999FF919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440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E4D14-4B68-4CF0-A785-CEC2E677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776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AB358-E179-4DFC-81B5-5A9B3C25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954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12AD2-3ED8-4154-801A-52C7DE5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132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A0826-54E5-44F6-A35D-59052A29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310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49287-057F-4B40-83DB-BFC019E6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488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87EC5-E460-48E4-B3EE-F340339C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824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3D376-3A90-4A90-8EAB-6FE0A25E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002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DCFFF-1590-420F-9BFE-A049E35C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179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FE68F-915A-4F51-B181-83CAD2C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357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D2221-25D6-417F-9E26-88F2719E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535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1FB98-F2AE-4041-BC1A-45058E2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871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B769C-F919-49B1-AC38-763863BA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049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4E032-B75D-4F2B-A993-F35C3531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227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BB36B-762B-4110-B5B6-E16EFE5D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405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4C379-9D08-4B35-BBE5-59E999BE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582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0C973-37D6-455C-8D96-8BC09B35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760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75221-85F4-4BFE-85B9-494688BF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96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3CE6F-4EE3-4B55-B29C-35BD404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274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C7C56-ACEF-45CD-8AF8-249B034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452" y="5112267"/>
            <a:ext cx="10" cy="28474"/>
          </a:xfrm>
          <a:custGeom xmlns:a="http://schemas.openxmlformats.org/drawingml/2006/main">
            <a:pathLst>
              <a:path w="1" h="28474" fill="none">
                <a:moveTo>
                  <a:pt x="0" y="0"/>
                </a:moveTo>
                <a:lnTo>
                  <a:pt x="0" y="28474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6" name="Text PredictedProbability">
            <a:extLst xmlns:a="http://schemas.openxmlformats.org/drawingml/2006/main">
              <a:ext uri="{FF2B5EF4-FFF2-40B4-BE49-F238E27FC236}">
                <a16:creationId xmlns:a16="http://schemas.microsoft.com/office/drawing/2014/main" id="{AA17E352-64A2-45F5-B09D-C3C35DFE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6" y="5703812"/>
            <a:ext cx="1722259" cy="177220"/>
          </a:xfrm>
          <a:custGeom xmlns:a="http://schemas.openxmlformats.org/drawingml/2006/main">
            <a:pathLst>
              <a:path w="1722259" h="177220">
                <a:moveTo>
                  <a:pt x="0" y="185"/>
                </a:moveTo>
                <a:lnTo>
                  <a:pt x="61267" y="185"/>
                </a:lnTo>
                <a:cubicBezTo>
                  <a:pt x="73378" y="185"/>
                  <a:pt x="83142" y="3599"/>
                  <a:pt x="90557" y="10427"/>
                </a:cubicBezTo>
                <a:cubicBezTo>
                  <a:pt x="97972" y="17256"/>
                  <a:pt x="101679" y="26849"/>
                  <a:pt x="101679" y="39207"/>
                </a:cubicBezTo>
                <a:cubicBezTo>
                  <a:pt x="101679" y="49836"/>
                  <a:pt x="98373" y="59089"/>
                  <a:pt x="91762" y="66967"/>
                </a:cubicBezTo>
                <a:cubicBezTo>
                  <a:pt x="85150" y="74846"/>
                  <a:pt x="74985" y="78785"/>
                  <a:pt x="61267" y="78785"/>
                </a:cubicBezTo>
                <a:lnTo>
                  <a:pt x="18445" y="78785"/>
                </a:lnTo>
                <a:lnTo>
                  <a:pt x="18445" y="136437"/>
                </a:lnTo>
                <a:lnTo>
                  <a:pt x="0" y="136437"/>
                </a:lnTo>
                <a:lnTo>
                  <a:pt x="0" y="185"/>
                </a:lnTo>
                <a:moveTo>
                  <a:pt x="83049" y="39346"/>
                </a:moveTo>
                <a:cubicBezTo>
                  <a:pt x="83049" y="29355"/>
                  <a:pt x="79341" y="22572"/>
                  <a:pt x="71926" y="18995"/>
                </a:cubicBezTo>
                <a:cubicBezTo>
                  <a:pt x="67848" y="17084"/>
                  <a:pt x="62256" y="16128"/>
                  <a:pt x="55150" y="16128"/>
                </a:cubicBezTo>
                <a:lnTo>
                  <a:pt x="18445" y="16128"/>
                </a:lnTo>
                <a:lnTo>
                  <a:pt x="18445" y="63214"/>
                </a:lnTo>
                <a:lnTo>
                  <a:pt x="55150" y="63214"/>
                </a:lnTo>
                <a:cubicBezTo>
                  <a:pt x="63430" y="63214"/>
                  <a:pt x="70150" y="61456"/>
                  <a:pt x="75309" y="57942"/>
                </a:cubicBezTo>
                <a:cubicBezTo>
                  <a:pt x="80469" y="54426"/>
                  <a:pt x="83049" y="48227"/>
                  <a:pt x="83049" y="39346"/>
                </a:cubicBezTo>
                <a:close/>
                <a:moveTo>
                  <a:pt x="123092" y="37075"/>
                </a:moveTo>
                <a:lnTo>
                  <a:pt x="138942" y="37075"/>
                </a:lnTo>
                <a:lnTo>
                  <a:pt x="138942" y="54315"/>
                </a:lnTo>
                <a:cubicBezTo>
                  <a:pt x="140239" y="50963"/>
                  <a:pt x="143421" y="46881"/>
                  <a:pt x="148488" y="42069"/>
                </a:cubicBezTo>
                <a:cubicBezTo>
                  <a:pt x="153555" y="37257"/>
                  <a:pt x="159395" y="34851"/>
                  <a:pt x="166007" y="34851"/>
                </a:cubicBezTo>
                <a:cubicBezTo>
                  <a:pt x="166316" y="34851"/>
                  <a:pt x="166841" y="34889"/>
                  <a:pt x="167582" y="34964"/>
                </a:cubicBezTo>
                <a:cubicBezTo>
                  <a:pt x="168324" y="35037"/>
                  <a:pt x="169591" y="35185"/>
                  <a:pt x="171383" y="35407"/>
                </a:cubicBezTo>
                <a:lnTo>
                  <a:pt x="171383" y="53018"/>
                </a:lnTo>
                <a:cubicBezTo>
                  <a:pt x="170394" y="52796"/>
                  <a:pt x="169482" y="52648"/>
                  <a:pt x="168648" y="52575"/>
                </a:cubicBezTo>
                <a:cubicBezTo>
                  <a:pt x="167814" y="52499"/>
                  <a:pt x="166903" y="52462"/>
                  <a:pt x="165914" y="52462"/>
                </a:cubicBezTo>
                <a:cubicBezTo>
                  <a:pt x="157510" y="52462"/>
                  <a:pt x="151053" y="55181"/>
                  <a:pt x="146542" y="60618"/>
                </a:cubicBezTo>
                <a:cubicBezTo>
                  <a:pt x="142031" y="66056"/>
                  <a:pt x="139776" y="72297"/>
                  <a:pt x="139776" y="79341"/>
                </a:cubicBezTo>
                <a:lnTo>
                  <a:pt x="139776" y="136437"/>
                </a:lnTo>
                <a:lnTo>
                  <a:pt x="123092" y="136437"/>
                </a:lnTo>
                <a:lnTo>
                  <a:pt x="123092" y="37075"/>
                </a:lnTo>
                <a:close/>
                <a:moveTo>
                  <a:pt x="227179" y="34851"/>
                </a:moveTo>
                <a:cubicBezTo>
                  <a:pt x="234224" y="34851"/>
                  <a:pt x="241052" y="36504"/>
                  <a:pt x="247664" y="39810"/>
                </a:cubicBezTo>
                <a:cubicBezTo>
                  <a:pt x="254275" y="43116"/>
                  <a:pt x="259311" y="47394"/>
                  <a:pt x="262772" y="52644"/>
                </a:cubicBezTo>
                <a:cubicBezTo>
                  <a:pt x="266109" y="57649"/>
                  <a:pt x="268333" y="63488"/>
                  <a:pt x="269445" y="70159"/>
                </a:cubicBezTo>
                <a:cubicBezTo>
                  <a:pt x="270434" y="74732"/>
                  <a:pt x="270928" y="82056"/>
                  <a:pt x="270928" y="92132"/>
                </a:cubicBezTo>
                <a:lnTo>
                  <a:pt x="198168" y="92132"/>
                </a:lnTo>
                <a:cubicBezTo>
                  <a:pt x="198477" y="102204"/>
                  <a:pt x="200856" y="110284"/>
                  <a:pt x="205305" y="116370"/>
                </a:cubicBezTo>
                <a:cubicBezTo>
                  <a:pt x="209754" y="122457"/>
                  <a:pt x="216644" y="125500"/>
                  <a:pt x="225975" y="125500"/>
                </a:cubicBezTo>
                <a:cubicBezTo>
                  <a:pt x="234687" y="125500"/>
                  <a:pt x="241639" y="122653"/>
                  <a:pt x="246829" y="116958"/>
                </a:cubicBezTo>
                <a:cubicBezTo>
                  <a:pt x="249795" y="113652"/>
                  <a:pt x="251896" y="109826"/>
                  <a:pt x="253132" y="105479"/>
                </a:cubicBezTo>
                <a:lnTo>
                  <a:pt x="269538" y="105479"/>
                </a:lnTo>
                <a:cubicBezTo>
                  <a:pt x="269106" y="109106"/>
                  <a:pt x="267669" y="113148"/>
                  <a:pt x="265228" y="117604"/>
                </a:cubicBezTo>
                <a:cubicBezTo>
                  <a:pt x="262787" y="122059"/>
                  <a:pt x="260053" y="125700"/>
                  <a:pt x="257025" y="128527"/>
                </a:cubicBezTo>
                <a:cubicBezTo>
                  <a:pt x="251958" y="133445"/>
                  <a:pt x="245686" y="136765"/>
                  <a:pt x="238209" y="138485"/>
                </a:cubicBezTo>
                <a:cubicBezTo>
                  <a:pt x="234193" y="139468"/>
                  <a:pt x="229651" y="139960"/>
                  <a:pt x="224584" y="139960"/>
                </a:cubicBezTo>
                <a:cubicBezTo>
                  <a:pt x="212226" y="139960"/>
                  <a:pt x="201752" y="135460"/>
                  <a:pt x="193163" y="126462"/>
                </a:cubicBezTo>
                <a:cubicBezTo>
                  <a:pt x="184574" y="117463"/>
                  <a:pt x="180279" y="104862"/>
                  <a:pt x="180279" y="88657"/>
                </a:cubicBezTo>
                <a:cubicBezTo>
                  <a:pt x="180279" y="72701"/>
                  <a:pt x="184605" y="59744"/>
                  <a:pt x="193255" y="49788"/>
                </a:cubicBezTo>
                <a:cubicBezTo>
                  <a:pt x="201906" y="39830"/>
                  <a:pt x="213214" y="34851"/>
                  <a:pt x="227179" y="34851"/>
                </a:cubicBezTo>
                <a:moveTo>
                  <a:pt x="253781" y="78785"/>
                </a:moveTo>
                <a:cubicBezTo>
                  <a:pt x="253101" y="71532"/>
                  <a:pt x="251526" y="65736"/>
                  <a:pt x="249054" y="61397"/>
                </a:cubicBezTo>
                <a:cubicBezTo>
                  <a:pt x="244481" y="53339"/>
                  <a:pt x="236850" y="49310"/>
                  <a:pt x="226160" y="49310"/>
                </a:cubicBezTo>
                <a:cubicBezTo>
                  <a:pt x="218498" y="49310"/>
                  <a:pt x="212071" y="52084"/>
                  <a:pt x="206881" y="57632"/>
                </a:cubicBezTo>
                <a:cubicBezTo>
                  <a:pt x="201690" y="63180"/>
                  <a:pt x="198940" y="70231"/>
                  <a:pt x="198631" y="78785"/>
                </a:cubicBezTo>
                <a:lnTo>
                  <a:pt x="253781" y="78785"/>
                </a:lnTo>
                <a:moveTo>
                  <a:pt x="225604" y="34665"/>
                </a:moveTo>
                <a:lnTo>
                  <a:pt x="225604" y="34665"/>
                </a:lnTo>
                <a:close/>
                <a:moveTo>
                  <a:pt x="301950" y="87961"/>
                </a:moveTo>
                <a:cubicBezTo>
                  <a:pt x="301950" y="98617"/>
                  <a:pt x="304206" y="107537"/>
                  <a:pt x="308716" y="114722"/>
                </a:cubicBezTo>
                <a:cubicBezTo>
                  <a:pt x="313227" y="121908"/>
                  <a:pt x="320457" y="125500"/>
                  <a:pt x="330406" y="125500"/>
                </a:cubicBezTo>
                <a:cubicBezTo>
                  <a:pt x="338130" y="125500"/>
                  <a:pt x="344479" y="122171"/>
                  <a:pt x="349453" y="115513"/>
                </a:cubicBezTo>
                <a:cubicBezTo>
                  <a:pt x="354427" y="108853"/>
                  <a:pt x="356914" y="99297"/>
                  <a:pt x="356914" y="86846"/>
                </a:cubicBezTo>
                <a:cubicBezTo>
                  <a:pt x="356914" y="74271"/>
                  <a:pt x="354350" y="64965"/>
                  <a:pt x="349221" y="58927"/>
                </a:cubicBezTo>
                <a:cubicBezTo>
                  <a:pt x="344093" y="52886"/>
                  <a:pt x="337759" y="49866"/>
                  <a:pt x="330220" y="49866"/>
                </a:cubicBezTo>
                <a:cubicBezTo>
                  <a:pt x="321816" y="49866"/>
                  <a:pt x="315004" y="53087"/>
                  <a:pt x="309782" y="59529"/>
                </a:cubicBezTo>
                <a:cubicBezTo>
                  <a:pt x="304561" y="65971"/>
                  <a:pt x="301950" y="75448"/>
                  <a:pt x="301950" y="87961"/>
                </a:cubicBezTo>
                <a:moveTo>
                  <a:pt x="327069" y="35407"/>
                </a:moveTo>
                <a:cubicBezTo>
                  <a:pt x="334669" y="35407"/>
                  <a:pt x="341034" y="37003"/>
                  <a:pt x="346163" y="40195"/>
                </a:cubicBezTo>
                <a:cubicBezTo>
                  <a:pt x="349129" y="42037"/>
                  <a:pt x="352496" y="45261"/>
                  <a:pt x="356266" y="49866"/>
                </a:cubicBezTo>
                <a:lnTo>
                  <a:pt x="356266" y="0"/>
                </a:lnTo>
                <a:lnTo>
                  <a:pt x="372301" y="0"/>
                </a:lnTo>
                <a:lnTo>
                  <a:pt x="372301" y="136437"/>
                </a:lnTo>
                <a:lnTo>
                  <a:pt x="357285" y="136437"/>
                </a:lnTo>
                <a:lnTo>
                  <a:pt x="357285" y="122714"/>
                </a:lnTo>
                <a:cubicBezTo>
                  <a:pt x="353392" y="128800"/>
                  <a:pt x="348789" y="133196"/>
                  <a:pt x="343475" y="135902"/>
                </a:cubicBezTo>
                <a:cubicBezTo>
                  <a:pt x="338160" y="138607"/>
                  <a:pt x="332074" y="139960"/>
                  <a:pt x="325215" y="139960"/>
                </a:cubicBezTo>
                <a:cubicBezTo>
                  <a:pt x="314154" y="139960"/>
                  <a:pt x="304576" y="135310"/>
                  <a:pt x="296482" y="126010"/>
                </a:cubicBezTo>
                <a:cubicBezTo>
                  <a:pt x="288387" y="116710"/>
                  <a:pt x="284339" y="104336"/>
                  <a:pt x="284339" y="88888"/>
                </a:cubicBezTo>
                <a:cubicBezTo>
                  <a:pt x="284339" y="74429"/>
                  <a:pt x="288031" y="61900"/>
                  <a:pt x="295416" y="51303"/>
                </a:cubicBezTo>
                <a:cubicBezTo>
                  <a:pt x="302800" y="40706"/>
                  <a:pt x="313351" y="35407"/>
                  <a:pt x="327069" y="35407"/>
                </a:cubicBezTo>
                <a:close/>
                <a:moveTo>
                  <a:pt x="396927" y="37632"/>
                </a:moveTo>
                <a:lnTo>
                  <a:pt x="413889" y="37632"/>
                </a:lnTo>
                <a:lnTo>
                  <a:pt x="413889" y="136437"/>
                </a:lnTo>
                <a:lnTo>
                  <a:pt x="396927" y="136437"/>
                </a:lnTo>
                <a:lnTo>
                  <a:pt x="396927" y="37632"/>
                </a:lnTo>
                <a:moveTo>
                  <a:pt x="396927" y="185"/>
                </a:moveTo>
                <a:lnTo>
                  <a:pt x="413889" y="185"/>
                </a:lnTo>
                <a:lnTo>
                  <a:pt x="413889" y="19094"/>
                </a:lnTo>
                <a:lnTo>
                  <a:pt x="396927" y="19094"/>
                </a:lnTo>
                <a:lnTo>
                  <a:pt x="396927" y="185"/>
                </a:lnTo>
                <a:close/>
                <a:moveTo>
                  <a:pt x="477349" y="34109"/>
                </a:moveTo>
                <a:cubicBezTo>
                  <a:pt x="488533" y="34109"/>
                  <a:pt x="497632" y="36835"/>
                  <a:pt x="504645" y="42286"/>
                </a:cubicBezTo>
                <a:cubicBezTo>
                  <a:pt x="511659" y="47737"/>
                  <a:pt x="515876" y="57123"/>
                  <a:pt x="517297" y="70443"/>
                </a:cubicBezTo>
                <a:lnTo>
                  <a:pt x="501077" y="70443"/>
                </a:lnTo>
                <a:cubicBezTo>
                  <a:pt x="500088" y="64326"/>
                  <a:pt x="497833" y="59243"/>
                  <a:pt x="494311" y="55196"/>
                </a:cubicBezTo>
                <a:cubicBezTo>
                  <a:pt x="490789" y="51149"/>
                  <a:pt x="485135" y="49125"/>
                  <a:pt x="477349" y="49125"/>
                </a:cubicBezTo>
                <a:cubicBezTo>
                  <a:pt x="466720" y="49125"/>
                  <a:pt x="459120" y="54315"/>
                  <a:pt x="454547" y="64697"/>
                </a:cubicBezTo>
                <a:cubicBezTo>
                  <a:pt x="451581" y="71432"/>
                  <a:pt x="450098" y="79743"/>
                  <a:pt x="450098" y="89630"/>
                </a:cubicBezTo>
                <a:cubicBezTo>
                  <a:pt x="450098" y="99578"/>
                  <a:pt x="452199" y="107951"/>
                  <a:pt x="456401" y="114748"/>
                </a:cubicBezTo>
                <a:cubicBezTo>
                  <a:pt x="460603" y="121545"/>
                  <a:pt x="467215" y="124944"/>
                  <a:pt x="476236" y="124944"/>
                </a:cubicBezTo>
                <a:cubicBezTo>
                  <a:pt x="483157" y="124944"/>
                  <a:pt x="488641" y="122844"/>
                  <a:pt x="492689" y="118644"/>
                </a:cubicBezTo>
                <a:cubicBezTo>
                  <a:pt x="496736" y="114444"/>
                  <a:pt x="499532" y="108697"/>
                  <a:pt x="501077" y="101401"/>
                </a:cubicBezTo>
                <a:lnTo>
                  <a:pt x="517297" y="101401"/>
                </a:lnTo>
                <a:cubicBezTo>
                  <a:pt x="515444" y="114563"/>
                  <a:pt x="510809" y="124187"/>
                  <a:pt x="503394" y="130274"/>
                </a:cubicBezTo>
                <a:cubicBezTo>
                  <a:pt x="495979" y="136360"/>
                  <a:pt x="486494" y="139403"/>
                  <a:pt x="474939" y="139403"/>
                </a:cubicBezTo>
                <a:cubicBezTo>
                  <a:pt x="461962" y="139403"/>
                  <a:pt x="451612" y="134648"/>
                  <a:pt x="443888" y="125138"/>
                </a:cubicBezTo>
                <a:cubicBezTo>
                  <a:pt x="436164" y="115628"/>
                  <a:pt x="432302" y="103747"/>
                  <a:pt x="432302" y="89497"/>
                </a:cubicBezTo>
                <a:cubicBezTo>
                  <a:pt x="432302" y="72027"/>
                  <a:pt x="436535" y="58429"/>
                  <a:pt x="445000" y="48702"/>
                </a:cubicBezTo>
                <a:cubicBezTo>
                  <a:pt x="453466" y="38974"/>
                  <a:pt x="464249" y="34109"/>
                  <a:pt x="477349" y="34109"/>
                </a:cubicBezTo>
                <a:moveTo>
                  <a:pt x="474753" y="34665"/>
                </a:moveTo>
                <a:lnTo>
                  <a:pt x="474753" y="34665"/>
                </a:lnTo>
                <a:close/>
                <a:moveTo>
                  <a:pt x="537318" y="9454"/>
                </a:moveTo>
                <a:lnTo>
                  <a:pt x="554188" y="9454"/>
                </a:lnTo>
                <a:lnTo>
                  <a:pt x="554188" y="37075"/>
                </a:lnTo>
                <a:lnTo>
                  <a:pt x="570037" y="37075"/>
                </a:lnTo>
                <a:lnTo>
                  <a:pt x="570037" y="50793"/>
                </a:lnTo>
                <a:lnTo>
                  <a:pt x="554188" y="50793"/>
                </a:lnTo>
                <a:lnTo>
                  <a:pt x="554188" y="115501"/>
                </a:lnTo>
                <a:cubicBezTo>
                  <a:pt x="554188" y="118956"/>
                  <a:pt x="555362" y="121269"/>
                  <a:pt x="557710" y="122441"/>
                </a:cubicBezTo>
                <a:cubicBezTo>
                  <a:pt x="559007" y="123121"/>
                  <a:pt x="561170" y="123461"/>
                  <a:pt x="564198" y="123461"/>
                </a:cubicBezTo>
                <a:cubicBezTo>
                  <a:pt x="565001" y="123461"/>
                  <a:pt x="565866" y="123441"/>
                  <a:pt x="566793" y="123400"/>
                </a:cubicBezTo>
                <a:cubicBezTo>
                  <a:pt x="567720" y="123358"/>
                  <a:pt x="568801" y="123254"/>
                  <a:pt x="570037" y="123090"/>
                </a:cubicBezTo>
                <a:lnTo>
                  <a:pt x="570037" y="136437"/>
                </a:lnTo>
                <a:cubicBezTo>
                  <a:pt x="568122" y="137026"/>
                  <a:pt x="566129" y="137451"/>
                  <a:pt x="564059" y="137712"/>
                </a:cubicBezTo>
                <a:cubicBezTo>
                  <a:pt x="561989" y="137975"/>
                  <a:pt x="559749" y="138106"/>
                  <a:pt x="557339" y="138106"/>
                </a:cubicBezTo>
                <a:cubicBezTo>
                  <a:pt x="549553" y="138106"/>
                  <a:pt x="544270" y="136111"/>
                  <a:pt x="541489" y="132122"/>
                </a:cubicBezTo>
                <a:cubicBezTo>
                  <a:pt x="538709" y="128132"/>
                  <a:pt x="537318" y="122951"/>
                  <a:pt x="537318" y="116579"/>
                </a:cubicBezTo>
                <a:lnTo>
                  <a:pt x="537318" y="50793"/>
                </a:lnTo>
                <a:lnTo>
                  <a:pt x="523878" y="50793"/>
                </a:lnTo>
                <a:lnTo>
                  <a:pt x="523878" y="37075"/>
                </a:lnTo>
                <a:lnTo>
                  <a:pt x="537318" y="37075"/>
                </a:lnTo>
                <a:lnTo>
                  <a:pt x="537318" y="9454"/>
                </a:lnTo>
                <a:close/>
                <a:moveTo>
                  <a:pt x="628092" y="34851"/>
                </a:moveTo>
                <a:cubicBezTo>
                  <a:pt x="635136" y="34851"/>
                  <a:pt x="641964" y="36504"/>
                  <a:pt x="648576" y="39810"/>
                </a:cubicBezTo>
                <a:cubicBezTo>
                  <a:pt x="655188" y="43116"/>
                  <a:pt x="660224" y="47394"/>
                  <a:pt x="663684" y="52644"/>
                </a:cubicBezTo>
                <a:cubicBezTo>
                  <a:pt x="667021" y="57649"/>
                  <a:pt x="669246" y="63488"/>
                  <a:pt x="670358" y="70159"/>
                </a:cubicBezTo>
                <a:cubicBezTo>
                  <a:pt x="671347" y="74732"/>
                  <a:pt x="671841" y="82056"/>
                  <a:pt x="671841" y="92132"/>
                </a:cubicBezTo>
                <a:lnTo>
                  <a:pt x="599081" y="92132"/>
                </a:lnTo>
                <a:cubicBezTo>
                  <a:pt x="599390" y="102204"/>
                  <a:pt x="601769" y="110284"/>
                  <a:pt x="606218" y="116370"/>
                </a:cubicBezTo>
                <a:cubicBezTo>
                  <a:pt x="610667" y="122457"/>
                  <a:pt x="617557" y="125500"/>
                  <a:pt x="626887" y="125500"/>
                </a:cubicBezTo>
                <a:cubicBezTo>
                  <a:pt x="635600" y="125500"/>
                  <a:pt x="642551" y="122653"/>
                  <a:pt x="647742" y="116958"/>
                </a:cubicBezTo>
                <a:cubicBezTo>
                  <a:pt x="650708" y="113652"/>
                  <a:pt x="652809" y="109826"/>
                  <a:pt x="654045" y="105479"/>
                </a:cubicBezTo>
                <a:lnTo>
                  <a:pt x="670451" y="105479"/>
                </a:lnTo>
                <a:cubicBezTo>
                  <a:pt x="670018" y="109106"/>
                  <a:pt x="668582" y="113148"/>
                  <a:pt x="666141" y="117604"/>
                </a:cubicBezTo>
                <a:cubicBezTo>
                  <a:pt x="663700" y="122059"/>
                  <a:pt x="660966" y="125700"/>
                  <a:pt x="657938" y="128527"/>
                </a:cubicBezTo>
                <a:cubicBezTo>
                  <a:pt x="652871" y="133445"/>
                  <a:pt x="646599" y="136765"/>
                  <a:pt x="639122" y="138485"/>
                </a:cubicBezTo>
                <a:cubicBezTo>
                  <a:pt x="635106" y="139468"/>
                  <a:pt x="630564" y="139960"/>
                  <a:pt x="625497" y="139960"/>
                </a:cubicBezTo>
                <a:cubicBezTo>
                  <a:pt x="613138" y="139960"/>
                  <a:pt x="602665" y="135460"/>
                  <a:pt x="594075" y="126462"/>
                </a:cubicBezTo>
                <a:cubicBezTo>
                  <a:pt x="585486" y="117463"/>
                  <a:pt x="581192" y="104862"/>
                  <a:pt x="581192" y="88657"/>
                </a:cubicBezTo>
                <a:cubicBezTo>
                  <a:pt x="581192" y="72701"/>
                  <a:pt x="585517" y="59744"/>
                  <a:pt x="594168" y="49788"/>
                </a:cubicBezTo>
                <a:cubicBezTo>
                  <a:pt x="602819" y="39830"/>
                  <a:pt x="614127" y="34851"/>
                  <a:pt x="628092" y="34851"/>
                </a:cubicBezTo>
                <a:moveTo>
                  <a:pt x="654694" y="78785"/>
                </a:moveTo>
                <a:cubicBezTo>
                  <a:pt x="654014" y="71532"/>
                  <a:pt x="652438" y="65736"/>
                  <a:pt x="649967" y="61397"/>
                </a:cubicBezTo>
                <a:cubicBezTo>
                  <a:pt x="645394" y="53339"/>
                  <a:pt x="637763" y="49310"/>
                  <a:pt x="627073" y="49310"/>
                </a:cubicBezTo>
                <a:cubicBezTo>
                  <a:pt x="619410" y="49310"/>
                  <a:pt x="612984" y="52084"/>
                  <a:pt x="607793" y="57632"/>
                </a:cubicBezTo>
                <a:cubicBezTo>
                  <a:pt x="602603" y="63180"/>
                  <a:pt x="599853" y="70231"/>
                  <a:pt x="599544" y="78785"/>
                </a:cubicBezTo>
                <a:lnTo>
                  <a:pt x="654694" y="78785"/>
                </a:lnTo>
                <a:moveTo>
                  <a:pt x="626516" y="34665"/>
                </a:moveTo>
                <a:lnTo>
                  <a:pt x="626516" y="34665"/>
                </a:lnTo>
                <a:close/>
                <a:moveTo>
                  <a:pt x="702863" y="87961"/>
                </a:moveTo>
                <a:cubicBezTo>
                  <a:pt x="702863" y="98617"/>
                  <a:pt x="705118" y="107537"/>
                  <a:pt x="709629" y="114722"/>
                </a:cubicBezTo>
                <a:cubicBezTo>
                  <a:pt x="714140" y="121908"/>
                  <a:pt x="721370" y="125500"/>
                  <a:pt x="731318" y="125500"/>
                </a:cubicBezTo>
                <a:cubicBezTo>
                  <a:pt x="739042" y="125500"/>
                  <a:pt x="745391" y="122171"/>
                  <a:pt x="750366" y="115513"/>
                </a:cubicBezTo>
                <a:cubicBezTo>
                  <a:pt x="755340" y="108853"/>
                  <a:pt x="757827" y="99297"/>
                  <a:pt x="757827" y="86846"/>
                </a:cubicBezTo>
                <a:cubicBezTo>
                  <a:pt x="757827" y="74271"/>
                  <a:pt x="755263" y="64965"/>
                  <a:pt x="750134" y="58927"/>
                </a:cubicBezTo>
                <a:cubicBezTo>
                  <a:pt x="745005" y="52886"/>
                  <a:pt x="738671" y="49866"/>
                  <a:pt x="731133" y="49866"/>
                </a:cubicBezTo>
                <a:cubicBezTo>
                  <a:pt x="722729" y="49866"/>
                  <a:pt x="715916" y="53087"/>
                  <a:pt x="710695" y="59529"/>
                </a:cubicBezTo>
                <a:cubicBezTo>
                  <a:pt x="705473" y="65971"/>
                  <a:pt x="702863" y="75448"/>
                  <a:pt x="702863" y="87961"/>
                </a:cubicBezTo>
                <a:moveTo>
                  <a:pt x="727981" y="35407"/>
                </a:moveTo>
                <a:cubicBezTo>
                  <a:pt x="735582" y="35407"/>
                  <a:pt x="741946" y="37003"/>
                  <a:pt x="747075" y="40195"/>
                </a:cubicBezTo>
                <a:cubicBezTo>
                  <a:pt x="750041" y="42037"/>
                  <a:pt x="753409" y="45261"/>
                  <a:pt x="757178" y="49866"/>
                </a:cubicBezTo>
                <a:lnTo>
                  <a:pt x="757178" y="0"/>
                </a:lnTo>
                <a:lnTo>
                  <a:pt x="773213" y="0"/>
                </a:lnTo>
                <a:lnTo>
                  <a:pt x="773213" y="136437"/>
                </a:lnTo>
                <a:lnTo>
                  <a:pt x="758198" y="136437"/>
                </a:lnTo>
                <a:lnTo>
                  <a:pt x="758198" y="122714"/>
                </a:lnTo>
                <a:cubicBezTo>
                  <a:pt x="754305" y="128800"/>
                  <a:pt x="749701" y="133196"/>
                  <a:pt x="744387" y="135902"/>
                </a:cubicBezTo>
                <a:cubicBezTo>
                  <a:pt x="739073" y="138607"/>
                  <a:pt x="732986" y="139960"/>
                  <a:pt x="726128" y="139960"/>
                </a:cubicBezTo>
                <a:cubicBezTo>
                  <a:pt x="715067" y="139960"/>
                  <a:pt x="705489" y="135310"/>
                  <a:pt x="697394" y="126010"/>
                </a:cubicBezTo>
                <a:cubicBezTo>
                  <a:pt x="689299" y="116710"/>
                  <a:pt x="685252" y="104336"/>
                  <a:pt x="685252" y="88888"/>
                </a:cubicBezTo>
                <a:cubicBezTo>
                  <a:pt x="685252" y="74429"/>
                  <a:pt x="688944" y="61900"/>
                  <a:pt x="696328" y="51303"/>
                </a:cubicBezTo>
                <a:cubicBezTo>
                  <a:pt x="703712" y="40706"/>
                  <a:pt x="714263" y="35407"/>
                  <a:pt x="727981" y="35407"/>
                </a:cubicBezTo>
                <a:close/>
                <a:moveTo>
                  <a:pt x="854597" y="185"/>
                </a:moveTo>
                <a:lnTo>
                  <a:pt x="915864" y="185"/>
                </a:lnTo>
                <a:cubicBezTo>
                  <a:pt x="927975" y="185"/>
                  <a:pt x="937738" y="3599"/>
                  <a:pt x="945153" y="10427"/>
                </a:cubicBezTo>
                <a:cubicBezTo>
                  <a:pt x="952568" y="17256"/>
                  <a:pt x="956276" y="26849"/>
                  <a:pt x="956276" y="39207"/>
                </a:cubicBezTo>
                <a:cubicBezTo>
                  <a:pt x="956276" y="49836"/>
                  <a:pt x="952970" y="59089"/>
                  <a:pt x="946358" y="66967"/>
                </a:cubicBezTo>
                <a:cubicBezTo>
                  <a:pt x="939747" y="74846"/>
                  <a:pt x="929582" y="78785"/>
                  <a:pt x="915864" y="78785"/>
                </a:cubicBezTo>
                <a:lnTo>
                  <a:pt x="873042" y="78785"/>
                </a:lnTo>
                <a:lnTo>
                  <a:pt x="873042" y="136437"/>
                </a:lnTo>
                <a:lnTo>
                  <a:pt x="854597" y="136437"/>
                </a:lnTo>
                <a:lnTo>
                  <a:pt x="854597" y="185"/>
                </a:lnTo>
                <a:moveTo>
                  <a:pt x="937646" y="39346"/>
                </a:moveTo>
                <a:cubicBezTo>
                  <a:pt x="937646" y="29355"/>
                  <a:pt x="933938" y="22572"/>
                  <a:pt x="926523" y="18995"/>
                </a:cubicBezTo>
                <a:cubicBezTo>
                  <a:pt x="922445" y="17084"/>
                  <a:pt x="916853" y="16128"/>
                  <a:pt x="909746" y="16128"/>
                </a:cubicBezTo>
                <a:lnTo>
                  <a:pt x="873042" y="16128"/>
                </a:lnTo>
                <a:lnTo>
                  <a:pt x="873042" y="63214"/>
                </a:lnTo>
                <a:lnTo>
                  <a:pt x="909746" y="63214"/>
                </a:lnTo>
                <a:cubicBezTo>
                  <a:pt x="918027" y="63214"/>
                  <a:pt x="924746" y="61456"/>
                  <a:pt x="929906" y="57942"/>
                </a:cubicBezTo>
                <a:cubicBezTo>
                  <a:pt x="935066" y="54426"/>
                  <a:pt x="937646" y="48227"/>
                  <a:pt x="937646" y="39346"/>
                </a:cubicBezTo>
                <a:close/>
                <a:moveTo>
                  <a:pt x="977688" y="37075"/>
                </a:moveTo>
                <a:lnTo>
                  <a:pt x="993538" y="37075"/>
                </a:lnTo>
                <a:lnTo>
                  <a:pt x="993538" y="54315"/>
                </a:lnTo>
                <a:cubicBezTo>
                  <a:pt x="994836" y="50963"/>
                  <a:pt x="998018" y="46881"/>
                  <a:pt x="1003085" y="42069"/>
                </a:cubicBezTo>
                <a:cubicBezTo>
                  <a:pt x="1008152" y="37257"/>
                  <a:pt x="1013991" y="34851"/>
                  <a:pt x="1020603" y="34851"/>
                </a:cubicBezTo>
                <a:cubicBezTo>
                  <a:pt x="1020912" y="34851"/>
                  <a:pt x="1021437" y="34889"/>
                  <a:pt x="1022179" y="34964"/>
                </a:cubicBezTo>
                <a:cubicBezTo>
                  <a:pt x="1022920" y="35037"/>
                  <a:pt x="1024187" y="35185"/>
                  <a:pt x="1025979" y="35407"/>
                </a:cubicBezTo>
                <a:lnTo>
                  <a:pt x="1025979" y="53018"/>
                </a:lnTo>
                <a:cubicBezTo>
                  <a:pt x="1024990" y="52796"/>
                  <a:pt x="1024079" y="52648"/>
                  <a:pt x="1023245" y="52575"/>
                </a:cubicBezTo>
                <a:cubicBezTo>
                  <a:pt x="1022411" y="52499"/>
                  <a:pt x="1021499" y="52462"/>
                  <a:pt x="1020511" y="52462"/>
                </a:cubicBezTo>
                <a:cubicBezTo>
                  <a:pt x="1012107" y="52462"/>
                  <a:pt x="1005649" y="55181"/>
                  <a:pt x="1001139" y="60618"/>
                </a:cubicBezTo>
                <a:cubicBezTo>
                  <a:pt x="996628" y="66056"/>
                  <a:pt x="994372" y="72297"/>
                  <a:pt x="994372" y="79341"/>
                </a:cubicBezTo>
                <a:lnTo>
                  <a:pt x="994372" y="136437"/>
                </a:lnTo>
                <a:lnTo>
                  <a:pt x="977688" y="136437"/>
                </a:lnTo>
                <a:lnTo>
                  <a:pt x="977688" y="37075"/>
                </a:lnTo>
                <a:close/>
                <a:moveTo>
                  <a:pt x="1079830" y="125500"/>
                </a:moveTo>
                <a:cubicBezTo>
                  <a:pt x="1090890" y="125500"/>
                  <a:pt x="1098475" y="121309"/>
                  <a:pt x="1102585" y="112926"/>
                </a:cubicBezTo>
                <a:cubicBezTo>
                  <a:pt x="1106694" y="104544"/>
                  <a:pt x="1108748" y="95217"/>
                  <a:pt x="1108748" y="84946"/>
                </a:cubicBezTo>
                <a:cubicBezTo>
                  <a:pt x="1108748" y="75666"/>
                  <a:pt x="1107265" y="68118"/>
                  <a:pt x="1104299" y="62304"/>
                </a:cubicBezTo>
                <a:cubicBezTo>
                  <a:pt x="1099603" y="53147"/>
                  <a:pt x="1091508" y="48569"/>
                  <a:pt x="1080015" y="48569"/>
                </a:cubicBezTo>
                <a:cubicBezTo>
                  <a:pt x="1069819" y="48569"/>
                  <a:pt x="1062404" y="52467"/>
                  <a:pt x="1057770" y="60262"/>
                </a:cubicBezTo>
                <a:cubicBezTo>
                  <a:pt x="1053135" y="68057"/>
                  <a:pt x="1050818" y="77462"/>
                  <a:pt x="1050818" y="88474"/>
                </a:cubicBezTo>
                <a:cubicBezTo>
                  <a:pt x="1050818" y="99052"/>
                  <a:pt x="1053135" y="107868"/>
                  <a:pt x="1057770" y="114922"/>
                </a:cubicBezTo>
                <a:cubicBezTo>
                  <a:pt x="1062404" y="121974"/>
                  <a:pt x="1069757" y="125500"/>
                  <a:pt x="1079830" y="125500"/>
                </a:cubicBezTo>
                <a:moveTo>
                  <a:pt x="1080478" y="34109"/>
                </a:moveTo>
                <a:cubicBezTo>
                  <a:pt x="1093269" y="34109"/>
                  <a:pt x="1104083" y="38377"/>
                  <a:pt x="1112919" y="46912"/>
                </a:cubicBezTo>
                <a:cubicBezTo>
                  <a:pt x="1121756" y="55447"/>
                  <a:pt x="1126174" y="68001"/>
                  <a:pt x="1126174" y="84575"/>
                </a:cubicBezTo>
                <a:cubicBezTo>
                  <a:pt x="1126174" y="100595"/>
                  <a:pt x="1122281" y="113831"/>
                  <a:pt x="1114495" y="124284"/>
                </a:cubicBezTo>
                <a:cubicBezTo>
                  <a:pt x="1106709" y="134734"/>
                  <a:pt x="1094629" y="139960"/>
                  <a:pt x="1078254" y="139960"/>
                </a:cubicBezTo>
                <a:cubicBezTo>
                  <a:pt x="1064598" y="139960"/>
                  <a:pt x="1053753" y="135337"/>
                  <a:pt x="1045720" y="126091"/>
                </a:cubicBezTo>
                <a:cubicBezTo>
                  <a:pt x="1037687" y="116845"/>
                  <a:pt x="1033671" y="104430"/>
                  <a:pt x="1033671" y="88845"/>
                </a:cubicBezTo>
                <a:cubicBezTo>
                  <a:pt x="1033671" y="72145"/>
                  <a:pt x="1037904" y="58848"/>
                  <a:pt x="1046369" y="48954"/>
                </a:cubicBezTo>
                <a:cubicBezTo>
                  <a:pt x="1054835" y="39058"/>
                  <a:pt x="1066204" y="34109"/>
                  <a:pt x="1080478" y="34109"/>
                </a:cubicBezTo>
                <a:moveTo>
                  <a:pt x="1079922" y="34665"/>
                </a:moveTo>
                <a:lnTo>
                  <a:pt x="1079922" y="34665"/>
                </a:lnTo>
                <a:close/>
                <a:moveTo>
                  <a:pt x="1144683" y="0"/>
                </a:moveTo>
                <a:lnTo>
                  <a:pt x="1160903" y="0"/>
                </a:lnTo>
                <a:lnTo>
                  <a:pt x="1160903" y="49215"/>
                </a:lnTo>
                <a:cubicBezTo>
                  <a:pt x="1164549" y="44428"/>
                  <a:pt x="1168905" y="40775"/>
                  <a:pt x="1173972" y="38257"/>
                </a:cubicBezTo>
                <a:cubicBezTo>
                  <a:pt x="1179039" y="35739"/>
                  <a:pt x="1184539" y="34480"/>
                  <a:pt x="1190471" y="34480"/>
                </a:cubicBezTo>
                <a:cubicBezTo>
                  <a:pt x="1202829" y="34480"/>
                  <a:pt x="1212855" y="38732"/>
                  <a:pt x="1220548" y="47236"/>
                </a:cubicBezTo>
                <a:cubicBezTo>
                  <a:pt x="1228241" y="55741"/>
                  <a:pt x="1232088" y="68280"/>
                  <a:pt x="1232088" y="84853"/>
                </a:cubicBezTo>
                <a:cubicBezTo>
                  <a:pt x="1232088" y="100564"/>
                  <a:pt x="1228288" y="113615"/>
                  <a:pt x="1220687" y="124006"/>
                </a:cubicBezTo>
                <a:cubicBezTo>
                  <a:pt x="1213087" y="134394"/>
                  <a:pt x="1202551" y="139589"/>
                  <a:pt x="1189081" y="139589"/>
                </a:cubicBezTo>
                <a:cubicBezTo>
                  <a:pt x="1181542" y="139589"/>
                  <a:pt x="1175177" y="137755"/>
                  <a:pt x="1169987" y="134088"/>
                </a:cubicBezTo>
                <a:cubicBezTo>
                  <a:pt x="1166897" y="131912"/>
                  <a:pt x="1163591" y="128431"/>
                  <a:pt x="1160069" y="123646"/>
                </a:cubicBezTo>
                <a:lnTo>
                  <a:pt x="1160069" y="136437"/>
                </a:lnTo>
                <a:lnTo>
                  <a:pt x="1144683" y="136437"/>
                </a:lnTo>
                <a:lnTo>
                  <a:pt x="1144683" y="0"/>
                </a:lnTo>
                <a:moveTo>
                  <a:pt x="1188061" y="124759"/>
                </a:moveTo>
                <a:cubicBezTo>
                  <a:pt x="1197083" y="124759"/>
                  <a:pt x="1203833" y="121180"/>
                  <a:pt x="1208313" y="114021"/>
                </a:cubicBezTo>
                <a:cubicBezTo>
                  <a:pt x="1212793" y="106861"/>
                  <a:pt x="1215033" y="97418"/>
                  <a:pt x="1215033" y="85693"/>
                </a:cubicBezTo>
                <a:cubicBezTo>
                  <a:pt x="1215033" y="75262"/>
                  <a:pt x="1212793" y="66622"/>
                  <a:pt x="1208313" y="59772"/>
                </a:cubicBezTo>
                <a:cubicBezTo>
                  <a:pt x="1203833" y="52921"/>
                  <a:pt x="1197237" y="49496"/>
                  <a:pt x="1188524" y="49496"/>
                </a:cubicBezTo>
                <a:cubicBezTo>
                  <a:pt x="1180924" y="49496"/>
                  <a:pt x="1174266" y="52304"/>
                  <a:pt x="1168550" y="57922"/>
                </a:cubicBezTo>
                <a:cubicBezTo>
                  <a:pt x="1162834" y="63537"/>
                  <a:pt x="1159976" y="72794"/>
                  <a:pt x="1159976" y="85693"/>
                </a:cubicBezTo>
                <a:cubicBezTo>
                  <a:pt x="1159976" y="95012"/>
                  <a:pt x="1161150" y="102572"/>
                  <a:pt x="1163499" y="108373"/>
                </a:cubicBezTo>
                <a:cubicBezTo>
                  <a:pt x="1167886" y="119297"/>
                  <a:pt x="1176073" y="124759"/>
                  <a:pt x="1188061" y="124759"/>
                </a:cubicBezTo>
                <a:close/>
                <a:moveTo>
                  <a:pt x="1264315" y="110068"/>
                </a:moveTo>
                <a:cubicBezTo>
                  <a:pt x="1264315" y="114903"/>
                  <a:pt x="1266076" y="118715"/>
                  <a:pt x="1269598" y="121503"/>
                </a:cubicBezTo>
                <a:cubicBezTo>
                  <a:pt x="1273120" y="124291"/>
                  <a:pt x="1277291" y="125686"/>
                  <a:pt x="1282111" y="125686"/>
                </a:cubicBezTo>
                <a:cubicBezTo>
                  <a:pt x="1287981" y="125686"/>
                  <a:pt x="1293666" y="124315"/>
                  <a:pt x="1299165" y="121573"/>
                </a:cubicBezTo>
                <a:cubicBezTo>
                  <a:pt x="1308434" y="117023"/>
                  <a:pt x="1313069" y="109620"/>
                  <a:pt x="1313069" y="99362"/>
                </a:cubicBezTo>
                <a:lnTo>
                  <a:pt x="1313069" y="85922"/>
                </a:lnTo>
                <a:cubicBezTo>
                  <a:pt x="1311030" y="87247"/>
                  <a:pt x="1308403" y="88350"/>
                  <a:pt x="1305190" y="89233"/>
                </a:cubicBezTo>
                <a:cubicBezTo>
                  <a:pt x="1301977" y="90115"/>
                  <a:pt x="1298826" y="90736"/>
                  <a:pt x="1295736" y="91095"/>
                </a:cubicBezTo>
                <a:lnTo>
                  <a:pt x="1285633" y="92355"/>
                </a:lnTo>
                <a:cubicBezTo>
                  <a:pt x="1279577" y="93134"/>
                  <a:pt x="1275036" y="94391"/>
                  <a:pt x="1272008" y="96127"/>
                </a:cubicBezTo>
                <a:cubicBezTo>
                  <a:pt x="1266879" y="99039"/>
                  <a:pt x="1264315" y="103686"/>
                  <a:pt x="1264315" y="110068"/>
                </a:cubicBezTo>
                <a:moveTo>
                  <a:pt x="1304727" y="76283"/>
                </a:moveTo>
                <a:cubicBezTo>
                  <a:pt x="1308558" y="75788"/>
                  <a:pt x="1311122" y="74182"/>
                  <a:pt x="1312420" y="71463"/>
                </a:cubicBezTo>
                <a:cubicBezTo>
                  <a:pt x="1313161" y="69974"/>
                  <a:pt x="1313532" y="67833"/>
                  <a:pt x="1313532" y="65041"/>
                </a:cubicBezTo>
                <a:cubicBezTo>
                  <a:pt x="1313532" y="59333"/>
                  <a:pt x="1311508" y="55192"/>
                  <a:pt x="1307461" y="52618"/>
                </a:cubicBezTo>
                <a:cubicBezTo>
                  <a:pt x="1303414" y="50042"/>
                  <a:pt x="1297621" y="48754"/>
                  <a:pt x="1290082" y="48754"/>
                </a:cubicBezTo>
                <a:cubicBezTo>
                  <a:pt x="1281369" y="48754"/>
                  <a:pt x="1275190" y="51114"/>
                  <a:pt x="1271544" y="55833"/>
                </a:cubicBezTo>
                <a:cubicBezTo>
                  <a:pt x="1269505" y="58442"/>
                  <a:pt x="1268177" y="62323"/>
                  <a:pt x="1267559" y="67477"/>
                </a:cubicBezTo>
                <a:lnTo>
                  <a:pt x="1251987" y="67477"/>
                </a:lnTo>
                <a:cubicBezTo>
                  <a:pt x="1252296" y="55208"/>
                  <a:pt x="1256266" y="46672"/>
                  <a:pt x="1263898" y="41869"/>
                </a:cubicBezTo>
                <a:cubicBezTo>
                  <a:pt x="1271529" y="37067"/>
                  <a:pt x="1280381" y="34665"/>
                  <a:pt x="1290453" y="34665"/>
                </a:cubicBezTo>
                <a:cubicBezTo>
                  <a:pt x="1302132" y="34665"/>
                  <a:pt x="1311617" y="36890"/>
                  <a:pt x="1318908" y="41339"/>
                </a:cubicBezTo>
                <a:cubicBezTo>
                  <a:pt x="1326138" y="45788"/>
                  <a:pt x="1329753" y="52715"/>
                  <a:pt x="1329753" y="62119"/>
                </a:cubicBezTo>
                <a:lnTo>
                  <a:pt x="1329753" y="119380"/>
                </a:lnTo>
                <a:cubicBezTo>
                  <a:pt x="1329753" y="121112"/>
                  <a:pt x="1330108" y="122503"/>
                  <a:pt x="1330819" y="123554"/>
                </a:cubicBezTo>
                <a:cubicBezTo>
                  <a:pt x="1331529" y="124604"/>
                  <a:pt x="1333028" y="125129"/>
                  <a:pt x="1335314" y="125129"/>
                </a:cubicBezTo>
                <a:cubicBezTo>
                  <a:pt x="1336055" y="125129"/>
                  <a:pt x="1336890" y="125083"/>
                  <a:pt x="1337817" y="124990"/>
                </a:cubicBezTo>
                <a:cubicBezTo>
                  <a:pt x="1338743" y="124898"/>
                  <a:pt x="1339732" y="124759"/>
                  <a:pt x="1340783" y="124573"/>
                </a:cubicBezTo>
                <a:lnTo>
                  <a:pt x="1340783" y="136994"/>
                </a:lnTo>
                <a:cubicBezTo>
                  <a:pt x="1338187" y="137735"/>
                  <a:pt x="1336210" y="138199"/>
                  <a:pt x="1334851" y="138384"/>
                </a:cubicBezTo>
                <a:cubicBezTo>
                  <a:pt x="1333491" y="138569"/>
                  <a:pt x="1331637" y="138662"/>
                  <a:pt x="1329289" y="138662"/>
                </a:cubicBezTo>
                <a:cubicBezTo>
                  <a:pt x="1323543" y="138662"/>
                  <a:pt x="1319372" y="136610"/>
                  <a:pt x="1316776" y="132507"/>
                </a:cubicBezTo>
                <a:cubicBezTo>
                  <a:pt x="1315417" y="130331"/>
                  <a:pt x="1314459" y="127254"/>
                  <a:pt x="1313903" y="123276"/>
                </a:cubicBezTo>
                <a:cubicBezTo>
                  <a:pt x="1310504" y="127775"/>
                  <a:pt x="1305623" y="131680"/>
                  <a:pt x="1299258" y="134992"/>
                </a:cubicBezTo>
                <a:cubicBezTo>
                  <a:pt x="1292894" y="138304"/>
                  <a:pt x="1285880" y="139960"/>
                  <a:pt x="1278218" y="139960"/>
                </a:cubicBezTo>
                <a:cubicBezTo>
                  <a:pt x="1269011" y="139960"/>
                  <a:pt x="1261488" y="137155"/>
                  <a:pt x="1255648" y="131545"/>
                </a:cubicBezTo>
                <a:cubicBezTo>
                  <a:pt x="1249809" y="125936"/>
                  <a:pt x="1246889" y="118916"/>
                  <a:pt x="1246889" y="110488"/>
                </a:cubicBezTo>
                <a:cubicBezTo>
                  <a:pt x="1246889" y="101252"/>
                  <a:pt x="1249763" y="94092"/>
                  <a:pt x="1255509" y="89010"/>
                </a:cubicBezTo>
                <a:cubicBezTo>
                  <a:pt x="1261256" y="83927"/>
                  <a:pt x="1268795" y="80797"/>
                  <a:pt x="1278125" y="79619"/>
                </a:cubicBezTo>
                <a:lnTo>
                  <a:pt x="1304727" y="76283"/>
                </a:lnTo>
                <a:moveTo>
                  <a:pt x="1290916" y="34665"/>
                </a:moveTo>
                <a:lnTo>
                  <a:pt x="1290916" y="34665"/>
                </a:lnTo>
                <a:close/>
                <a:moveTo>
                  <a:pt x="1355769" y="0"/>
                </a:moveTo>
                <a:lnTo>
                  <a:pt x="1371989" y="0"/>
                </a:lnTo>
                <a:lnTo>
                  <a:pt x="1371989" y="49215"/>
                </a:lnTo>
                <a:cubicBezTo>
                  <a:pt x="1375635" y="44428"/>
                  <a:pt x="1379992" y="40775"/>
                  <a:pt x="1385059" y="38257"/>
                </a:cubicBezTo>
                <a:cubicBezTo>
                  <a:pt x="1390125" y="35739"/>
                  <a:pt x="1395625" y="34480"/>
                  <a:pt x="1401557" y="34480"/>
                </a:cubicBezTo>
                <a:cubicBezTo>
                  <a:pt x="1413916" y="34480"/>
                  <a:pt x="1423941" y="38732"/>
                  <a:pt x="1431634" y="47236"/>
                </a:cubicBezTo>
                <a:cubicBezTo>
                  <a:pt x="1439328" y="55741"/>
                  <a:pt x="1443174" y="68280"/>
                  <a:pt x="1443174" y="84853"/>
                </a:cubicBezTo>
                <a:cubicBezTo>
                  <a:pt x="1443174" y="100564"/>
                  <a:pt x="1439374" y="113615"/>
                  <a:pt x="1431774" y="124006"/>
                </a:cubicBezTo>
                <a:cubicBezTo>
                  <a:pt x="1424173" y="134394"/>
                  <a:pt x="1413637" y="139589"/>
                  <a:pt x="1400167" y="139589"/>
                </a:cubicBezTo>
                <a:cubicBezTo>
                  <a:pt x="1392628" y="139589"/>
                  <a:pt x="1386263" y="137755"/>
                  <a:pt x="1381073" y="134088"/>
                </a:cubicBezTo>
                <a:cubicBezTo>
                  <a:pt x="1377983" y="131912"/>
                  <a:pt x="1374677" y="128431"/>
                  <a:pt x="1371155" y="123646"/>
                </a:cubicBezTo>
                <a:lnTo>
                  <a:pt x="1371155" y="136437"/>
                </a:lnTo>
                <a:lnTo>
                  <a:pt x="1355769" y="136437"/>
                </a:lnTo>
                <a:lnTo>
                  <a:pt x="1355769" y="0"/>
                </a:lnTo>
                <a:moveTo>
                  <a:pt x="1399147" y="124759"/>
                </a:moveTo>
                <a:cubicBezTo>
                  <a:pt x="1408169" y="124759"/>
                  <a:pt x="1414920" y="121180"/>
                  <a:pt x="1419400" y="114021"/>
                </a:cubicBezTo>
                <a:cubicBezTo>
                  <a:pt x="1423880" y="106861"/>
                  <a:pt x="1426120" y="97418"/>
                  <a:pt x="1426120" y="85693"/>
                </a:cubicBezTo>
                <a:cubicBezTo>
                  <a:pt x="1426120" y="75262"/>
                  <a:pt x="1423880" y="66622"/>
                  <a:pt x="1419400" y="59772"/>
                </a:cubicBezTo>
                <a:cubicBezTo>
                  <a:pt x="1414920" y="52921"/>
                  <a:pt x="1408323" y="49496"/>
                  <a:pt x="1399611" y="49496"/>
                </a:cubicBezTo>
                <a:cubicBezTo>
                  <a:pt x="1392010" y="49496"/>
                  <a:pt x="1385352" y="52304"/>
                  <a:pt x="1379636" y="57922"/>
                </a:cubicBezTo>
                <a:cubicBezTo>
                  <a:pt x="1373920" y="63537"/>
                  <a:pt x="1371063" y="72794"/>
                  <a:pt x="1371063" y="85693"/>
                </a:cubicBezTo>
                <a:cubicBezTo>
                  <a:pt x="1371063" y="95012"/>
                  <a:pt x="1372237" y="102572"/>
                  <a:pt x="1374585" y="108373"/>
                </a:cubicBezTo>
                <a:cubicBezTo>
                  <a:pt x="1378972" y="119297"/>
                  <a:pt x="1387159" y="124759"/>
                  <a:pt x="1399147" y="124759"/>
                </a:cubicBezTo>
                <a:close/>
                <a:moveTo>
                  <a:pt x="1462610" y="37632"/>
                </a:moveTo>
                <a:lnTo>
                  <a:pt x="1479572" y="37632"/>
                </a:lnTo>
                <a:lnTo>
                  <a:pt x="1479572" y="136437"/>
                </a:lnTo>
                <a:lnTo>
                  <a:pt x="1462610" y="136437"/>
                </a:lnTo>
                <a:lnTo>
                  <a:pt x="1462610" y="37632"/>
                </a:lnTo>
                <a:moveTo>
                  <a:pt x="1462610" y="185"/>
                </a:moveTo>
                <a:lnTo>
                  <a:pt x="1479572" y="185"/>
                </a:lnTo>
                <a:lnTo>
                  <a:pt x="1479572" y="19094"/>
                </a:lnTo>
                <a:lnTo>
                  <a:pt x="1462610" y="19094"/>
                </a:lnTo>
                <a:lnTo>
                  <a:pt x="1462610" y="185"/>
                </a:lnTo>
                <a:close/>
                <a:moveTo>
                  <a:pt x="1505215" y="185"/>
                </a:moveTo>
                <a:lnTo>
                  <a:pt x="1521899" y="185"/>
                </a:lnTo>
                <a:lnTo>
                  <a:pt x="1521899" y="136437"/>
                </a:lnTo>
                <a:lnTo>
                  <a:pt x="1505215" y="136437"/>
                </a:lnTo>
                <a:lnTo>
                  <a:pt x="1505215" y="185"/>
                </a:lnTo>
                <a:close/>
                <a:moveTo>
                  <a:pt x="1546893" y="37632"/>
                </a:moveTo>
                <a:lnTo>
                  <a:pt x="1563855" y="37632"/>
                </a:lnTo>
                <a:lnTo>
                  <a:pt x="1563855" y="136437"/>
                </a:lnTo>
                <a:lnTo>
                  <a:pt x="1546893" y="136437"/>
                </a:lnTo>
                <a:lnTo>
                  <a:pt x="1546893" y="37632"/>
                </a:lnTo>
                <a:moveTo>
                  <a:pt x="1546893" y="185"/>
                </a:moveTo>
                <a:lnTo>
                  <a:pt x="1563855" y="185"/>
                </a:lnTo>
                <a:lnTo>
                  <a:pt x="1563855" y="19094"/>
                </a:lnTo>
                <a:lnTo>
                  <a:pt x="1546893" y="19094"/>
                </a:lnTo>
                <a:lnTo>
                  <a:pt x="1546893" y="185"/>
                </a:lnTo>
                <a:close/>
                <a:moveTo>
                  <a:pt x="1592371" y="9454"/>
                </a:moveTo>
                <a:lnTo>
                  <a:pt x="1609240" y="9454"/>
                </a:lnTo>
                <a:lnTo>
                  <a:pt x="1609240" y="37075"/>
                </a:lnTo>
                <a:lnTo>
                  <a:pt x="1625090" y="37075"/>
                </a:lnTo>
                <a:lnTo>
                  <a:pt x="1625090" y="50793"/>
                </a:lnTo>
                <a:lnTo>
                  <a:pt x="1609240" y="50793"/>
                </a:lnTo>
                <a:lnTo>
                  <a:pt x="1609240" y="115501"/>
                </a:lnTo>
                <a:cubicBezTo>
                  <a:pt x="1609240" y="118956"/>
                  <a:pt x="1610414" y="121269"/>
                  <a:pt x="1612763" y="122441"/>
                </a:cubicBezTo>
                <a:cubicBezTo>
                  <a:pt x="1614060" y="123121"/>
                  <a:pt x="1616223" y="123461"/>
                  <a:pt x="1619251" y="123461"/>
                </a:cubicBezTo>
                <a:cubicBezTo>
                  <a:pt x="1620054" y="123461"/>
                  <a:pt x="1620919" y="123441"/>
                  <a:pt x="1621846" y="123400"/>
                </a:cubicBezTo>
                <a:cubicBezTo>
                  <a:pt x="1622773" y="123358"/>
                  <a:pt x="1623854" y="123254"/>
                  <a:pt x="1625090" y="123090"/>
                </a:cubicBezTo>
                <a:lnTo>
                  <a:pt x="1625090" y="136437"/>
                </a:lnTo>
                <a:cubicBezTo>
                  <a:pt x="1623175" y="137026"/>
                  <a:pt x="1621182" y="137451"/>
                  <a:pt x="1619112" y="137712"/>
                </a:cubicBezTo>
                <a:cubicBezTo>
                  <a:pt x="1617042" y="137975"/>
                  <a:pt x="1614802" y="138106"/>
                  <a:pt x="1612392" y="138106"/>
                </a:cubicBezTo>
                <a:cubicBezTo>
                  <a:pt x="1604606" y="138106"/>
                  <a:pt x="1599323" y="136111"/>
                  <a:pt x="1596542" y="132122"/>
                </a:cubicBezTo>
                <a:cubicBezTo>
                  <a:pt x="1593761" y="128132"/>
                  <a:pt x="1592371" y="122951"/>
                  <a:pt x="1592371" y="116579"/>
                </a:cubicBezTo>
                <a:lnTo>
                  <a:pt x="1592371" y="50793"/>
                </a:lnTo>
                <a:lnTo>
                  <a:pt x="1578931" y="50793"/>
                </a:lnTo>
                <a:lnTo>
                  <a:pt x="1578931" y="37075"/>
                </a:lnTo>
                <a:lnTo>
                  <a:pt x="1592371" y="37075"/>
                </a:lnTo>
                <a:lnTo>
                  <a:pt x="1592371" y="9454"/>
                </a:lnTo>
                <a:close/>
                <a:moveTo>
                  <a:pt x="1703814" y="37075"/>
                </a:moveTo>
                <a:lnTo>
                  <a:pt x="1722259" y="37075"/>
                </a:lnTo>
                <a:cubicBezTo>
                  <a:pt x="1719911" y="43446"/>
                  <a:pt x="1714690" y="57981"/>
                  <a:pt x="1706595" y="80680"/>
                </a:cubicBezTo>
                <a:cubicBezTo>
                  <a:pt x="1700539" y="97750"/>
                  <a:pt x="1695472" y="111665"/>
                  <a:pt x="1691394" y="122427"/>
                </a:cubicBezTo>
                <a:cubicBezTo>
                  <a:pt x="1681755" y="147812"/>
                  <a:pt x="1674957" y="163290"/>
                  <a:pt x="1671003" y="168861"/>
                </a:cubicBezTo>
                <a:cubicBezTo>
                  <a:pt x="1667048" y="174434"/>
                  <a:pt x="1660251" y="177220"/>
                  <a:pt x="1650611" y="177220"/>
                </a:cubicBezTo>
                <a:cubicBezTo>
                  <a:pt x="1648263" y="177220"/>
                  <a:pt x="1646456" y="177127"/>
                  <a:pt x="1645189" y="176939"/>
                </a:cubicBezTo>
                <a:cubicBezTo>
                  <a:pt x="1643922" y="176754"/>
                  <a:pt x="1642362" y="176412"/>
                  <a:pt x="1640508" y="175914"/>
                </a:cubicBezTo>
                <a:lnTo>
                  <a:pt x="1640508" y="160629"/>
                </a:lnTo>
                <a:cubicBezTo>
                  <a:pt x="1643412" y="161432"/>
                  <a:pt x="1645513" y="161927"/>
                  <a:pt x="1646811" y="162112"/>
                </a:cubicBezTo>
                <a:cubicBezTo>
                  <a:pt x="1648109" y="162298"/>
                  <a:pt x="1649252" y="162390"/>
                  <a:pt x="1650240" y="162390"/>
                </a:cubicBezTo>
                <a:cubicBezTo>
                  <a:pt x="1653330" y="162390"/>
                  <a:pt x="1655601" y="161880"/>
                  <a:pt x="1657053" y="160861"/>
                </a:cubicBezTo>
                <a:cubicBezTo>
                  <a:pt x="1658505" y="159841"/>
                  <a:pt x="1659726" y="158590"/>
                  <a:pt x="1660714" y="157107"/>
                </a:cubicBezTo>
                <a:cubicBezTo>
                  <a:pt x="1661023" y="156613"/>
                  <a:pt x="1662135" y="154079"/>
                  <a:pt x="1664051" y="149507"/>
                </a:cubicBezTo>
                <a:cubicBezTo>
                  <a:pt x="1665967" y="144934"/>
                  <a:pt x="1667357" y="141535"/>
                  <a:pt x="1668222" y="139311"/>
                </a:cubicBezTo>
                <a:lnTo>
                  <a:pt x="1631517" y="37075"/>
                </a:lnTo>
                <a:lnTo>
                  <a:pt x="1650426" y="37075"/>
                </a:lnTo>
                <a:lnTo>
                  <a:pt x="1677027" y="117972"/>
                </a:lnTo>
                <a:lnTo>
                  <a:pt x="1703814" y="37075"/>
                </a:lnTo>
                <a:moveTo>
                  <a:pt x="1676935" y="34665"/>
                </a:moveTo>
                <a:lnTo>
                  <a:pt x="1676935" y="34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8B2C3-09A7-44A3-B07F-09FB872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203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28" name="Text 0.001">
            <a:extLst xmlns:a="http://schemas.openxmlformats.org/drawingml/2006/main">
              <a:ext uri="{FF2B5EF4-FFF2-40B4-BE49-F238E27FC236}">
                <a16:creationId xmlns:a16="http://schemas.microsoft.com/office/drawing/2014/main" id="{F12A50F2-D086-4CE5-AF57-30D0FC9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252" y="5931968"/>
            <a:ext cx="358890" cy="113852"/>
          </a:xfrm>
          <a:custGeom xmlns:a="http://schemas.openxmlformats.org/drawingml/2006/main">
            <a:pathLst>
              <a:path w="358890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7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7" y="110763"/>
                </a:lnTo>
                <a:lnTo>
                  <a:pt x="96527" y="93924"/>
                </a:lnTo>
                <a:close/>
                <a:moveTo>
                  <a:pt x="169777" y="0"/>
                </a:moveTo>
                <a:cubicBezTo>
                  <a:pt x="184092" y="0"/>
                  <a:pt x="194443" y="5908"/>
                  <a:pt x="200828" y="17724"/>
                </a:cubicBezTo>
                <a:cubicBezTo>
                  <a:pt x="205771" y="26856"/>
                  <a:pt x="208243" y="39369"/>
                  <a:pt x="208243" y="55263"/>
                </a:cubicBezTo>
                <a:cubicBezTo>
                  <a:pt x="208243" y="70330"/>
                  <a:pt x="206003" y="82790"/>
                  <a:pt x="201523" y="92645"/>
                </a:cubicBezTo>
                <a:cubicBezTo>
                  <a:pt x="195035" y="106783"/>
                  <a:pt x="184427" y="113852"/>
                  <a:pt x="169700" y="113852"/>
                </a:cubicBezTo>
                <a:cubicBezTo>
                  <a:pt x="156415" y="113852"/>
                  <a:pt x="146528" y="108073"/>
                  <a:pt x="140040" y="96514"/>
                </a:cubicBezTo>
                <a:cubicBezTo>
                  <a:pt x="134633" y="86866"/>
                  <a:pt x="131929" y="73915"/>
                  <a:pt x="131929" y="57662"/>
                </a:cubicBezTo>
                <a:cubicBezTo>
                  <a:pt x="131929" y="45072"/>
                  <a:pt x="133551" y="34262"/>
                  <a:pt x="136795" y="25231"/>
                </a:cubicBezTo>
                <a:cubicBezTo>
                  <a:pt x="142872" y="8410"/>
                  <a:pt x="153866" y="0"/>
                  <a:pt x="169777" y="0"/>
                </a:cubicBezTo>
                <a:moveTo>
                  <a:pt x="169623" y="101185"/>
                </a:moveTo>
                <a:cubicBezTo>
                  <a:pt x="176832" y="101185"/>
                  <a:pt x="182573" y="97990"/>
                  <a:pt x="186847" y="91600"/>
                </a:cubicBezTo>
                <a:cubicBezTo>
                  <a:pt x="191121" y="85208"/>
                  <a:pt x="193258" y="73303"/>
                  <a:pt x="193258" y="55883"/>
                </a:cubicBezTo>
                <a:cubicBezTo>
                  <a:pt x="193258" y="43308"/>
                  <a:pt x="191713" y="32962"/>
                  <a:pt x="188624" y="24845"/>
                </a:cubicBezTo>
                <a:cubicBezTo>
                  <a:pt x="185534" y="16727"/>
                  <a:pt x="179535" y="12667"/>
                  <a:pt x="170627" y="12667"/>
                </a:cubicBezTo>
                <a:cubicBezTo>
                  <a:pt x="162439" y="12667"/>
                  <a:pt x="156453" y="16520"/>
                  <a:pt x="152668" y="24225"/>
                </a:cubicBezTo>
                <a:cubicBezTo>
                  <a:pt x="148884" y="31929"/>
                  <a:pt x="146991" y="43280"/>
                  <a:pt x="146991" y="58278"/>
                </a:cubicBezTo>
                <a:cubicBezTo>
                  <a:pt x="146991" y="69566"/>
                  <a:pt x="148201" y="78637"/>
                  <a:pt x="150621" y="85491"/>
                </a:cubicBezTo>
                <a:cubicBezTo>
                  <a:pt x="154329" y="95953"/>
                  <a:pt x="160663" y="101185"/>
                  <a:pt x="169623" y="101185"/>
                </a:cubicBezTo>
                <a:close/>
                <a:moveTo>
                  <a:pt x="257730" y="0"/>
                </a:moveTo>
                <a:cubicBezTo>
                  <a:pt x="272045" y="0"/>
                  <a:pt x="282395" y="5908"/>
                  <a:pt x="288780" y="17724"/>
                </a:cubicBezTo>
                <a:cubicBezTo>
                  <a:pt x="293724" y="26856"/>
                  <a:pt x="296195" y="39369"/>
                  <a:pt x="296195" y="55263"/>
                </a:cubicBezTo>
                <a:cubicBezTo>
                  <a:pt x="296195" y="70330"/>
                  <a:pt x="293955" y="82790"/>
                  <a:pt x="289475" y="92645"/>
                </a:cubicBezTo>
                <a:cubicBezTo>
                  <a:pt x="282987" y="106783"/>
                  <a:pt x="272379" y="113852"/>
                  <a:pt x="257652" y="113852"/>
                </a:cubicBezTo>
                <a:cubicBezTo>
                  <a:pt x="244367" y="113852"/>
                  <a:pt x="234480" y="108073"/>
                  <a:pt x="227992" y="96514"/>
                </a:cubicBezTo>
                <a:cubicBezTo>
                  <a:pt x="222585" y="86866"/>
                  <a:pt x="219882" y="73915"/>
                  <a:pt x="219882" y="57662"/>
                </a:cubicBezTo>
                <a:cubicBezTo>
                  <a:pt x="219882" y="45072"/>
                  <a:pt x="221504" y="34262"/>
                  <a:pt x="224748" y="25231"/>
                </a:cubicBezTo>
                <a:cubicBezTo>
                  <a:pt x="230824" y="8410"/>
                  <a:pt x="241818" y="0"/>
                  <a:pt x="257730" y="0"/>
                </a:cubicBezTo>
                <a:moveTo>
                  <a:pt x="257575" y="101185"/>
                </a:moveTo>
                <a:cubicBezTo>
                  <a:pt x="264784" y="101185"/>
                  <a:pt x="270526" y="97990"/>
                  <a:pt x="274800" y="91600"/>
                </a:cubicBezTo>
                <a:cubicBezTo>
                  <a:pt x="279074" y="85208"/>
                  <a:pt x="281211" y="73303"/>
                  <a:pt x="281211" y="55883"/>
                </a:cubicBezTo>
                <a:cubicBezTo>
                  <a:pt x="281211" y="43308"/>
                  <a:pt x="279666" y="32962"/>
                  <a:pt x="276576" y="24845"/>
                </a:cubicBezTo>
                <a:cubicBezTo>
                  <a:pt x="273487" y="16727"/>
                  <a:pt x="267488" y="12667"/>
                  <a:pt x="258579" y="12667"/>
                </a:cubicBezTo>
                <a:cubicBezTo>
                  <a:pt x="250392" y="12667"/>
                  <a:pt x="244406" y="16520"/>
                  <a:pt x="240621" y="24225"/>
                </a:cubicBezTo>
                <a:cubicBezTo>
                  <a:pt x="236836" y="31929"/>
                  <a:pt x="234944" y="43280"/>
                  <a:pt x="234944" y="58278"/>
                </a:cubicBezTo>
                <a:cubicBezTo>
                  <a:pt x="234944" y="69566"/>
                  <a:pt x="236154" y="78637"/>
                  <a:pt x="238574" y="85491"/>
                </a:cubicBezTo>
                <a:cubicBezTo>
                  <a:pt x="242281" y="95953"/>
                  <a:pt x="248615" y="101185"/>
                  <a:pt x="257575" y="101185"/>
                </a:cubicBezTo>
                <a:close/>
                <a:moveTo>
                  <a:pt x="318030" y="32441"/>
                </a:moveTo>
                <a:lnTo>
                  <a:pt x="318030" y="21782"/>
                </a:lnTo>
                <a:cubicBezTo>
                  <a:pt x="328071" y="20803"/>
                  <a:pt x="335075" y="19168"/>
                  <a:pt x="339040" y="16877"/>
                </a:cubicBezTo>
                <a:cubicBezTo>
                  <a:pt x="343005" y="14586"/>
                  <a:pt x="345965" y="9166"/>
                  <a:pt x="347922" y="618"/>
                </a:cubicBezTo>
                <a:lnTo>
                  <a:pt x="358890" y="618"/>
                </a:lnTo>
                <a:lnTo>
                  <a:pt x="358890" y="110763"/>
                </a:lnTo>
                <a:lnTo>
                  <a:pt x="344060" y="110763"/>
                </a:lnTo>
                <a:lnTo>
                  <a:pt x="344060" y="32441"/>
                </a:lnTo>
                <a:lnTo>
                  <a:pt x="318030" y="3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DC32B-A33A-49CC-B175-99FC46E5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940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30" name="Text 0.01">
            <a:extLst xmlns:a="http://schemas.openxmlformats.org/drawingml/2006/main">
              <a:ext uri="{FF2B5EF4-FFF2-40B4-BE49-F238E27FC236}">
                <a16:creationId xmlns:a16="http://schemas.microsoft.com/office/drawing/2014/main" id="{5A7E7C45-A4F0-400E-88CF-9B84AD9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966" y="5931968"/>
            <a:ext cx="270938" cy="113852"/>
          </a:xfrm>
          <a:custGeom xmlns:a="http://schemas.openxmlformats.org/drawingml/2006/main">
            <a:pathLst>
              <a:path w="270938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169777" y="0"/>
                </a:moveTo>
                <a:cubicBezTo>
                  <a:pt x="184092" y="0"/>
                  <a:pt x="194442" y="5908"/>
                  <a:pt x="200827" y="17724"/>
                </a:cubicBezTo>
                <a:cubicBezTo>
                  <a:pt x="205771" y="26856"/>
                  <a:pt x="208243" y="39369"/>
                  <a:pt x="208243" y="55263"/>
                </a:cubicBezTo>
                <a:cubicBezTo>
                  <a:pt x="208243" y="70330"/>
                  <a:pt x="206003" y="82790"/>
                  <a:pt x="201523" y="92645"/>
                </a:cubicBezTo>
                <a:cubicBezTo>
                  <a:pt x="195034" y="106783"/>
                  <a:pt x="184427" y="113852"/>
                  <a:pt x="169700" y="113852"/>
                </a:cubicBezTo>
                <a:cubicBezTo>
                  <a:pt x="156414" y="113852"/>
                  <a:pt x="146527" y="108073"/>
                  <a:pt x="140039" y="96514"/>
                </a:cubicBezTo>
                <a:cubicBezTo>
                  <a:pt x="134632" y="86866"/>
                  <a:pt x="131929" y="73915"/>
                  <a:pt x="131929" y="57662"/>
                </a:cubicBezTo>
                <a:cubicBezTo>
                  <a:pt x="131929" y="45072"/>
                  <a:pt x="133551" y="34262"/>
                  <a:pt x="136795" y="25231"/>
                </a:cubicBezTo>
                <a:cubicBezTo>
                  <a:pt x="142871" y="8410"/>
                  <a:pt x="153865" y="0"/>
                  <a:pt x="169777" y="0"/>
                </a:cubicBezTo>
                <a:moveTo>
                  <a:pt x="169622" y="101185"/>
                </a:moveTo>
                <a:cubicBezTo>
                  <a:pt x="176831" y="101185"/>
                  <a:pt x="182573" y="97990"/>
                  <a:pt x="186847" y="91600"/>
                </a:cubicBezTo>
                <a:cubicBezTo>
                  <a:pt x="191121" y="85208"/>
                  <a:pt x="193258" y="73303"/>
                  <a:pt x="193258" y="55883"/>
                </a:cubicBezTo>
                <a:cubicBezTo>
                  <a:pt x="193258" y="43308"/>
                  <a:pt x="191713" y="32962"/>
                  <a:pt x="188624" y="24845"/>
                </a:cubicBezTo>
                <a:cubicBezTo>
                  <a:pt x="185534" y="16727"/>
                  <a:pt x="179535" y="12667"/>
                  <a:pt x="170627" y="12667"/>
                </a:cubicBezTo>
                <a:cubicBezTo>
                  <a:pt x="162439" y="12667"/>
                  <a:pt x="156453" y="16520"/>
                  <a:pt x="152668" y="24225"/>
                </a:cubicBezTo>
                <a:cubicBezTo>
                  <a:pt x="148883" y="31929"/>
                  <a:pt x="146991" y="43280"/>
                  <a:pt x="146991" y="58278"/>
                </a:cubicBezTo>
                <a:cubicBezTo>
                  <a:pt x="146991" y="69566"/>
                  <a:pt x="148201" y="78637"/>
                  <a:pt x="150621" y="85491"/>
                </a:cubicBezTo>
                <a:cubicBezTo>
                  <a:pt x="154329" y="95953"/>
                  <a:pt x="160662" y="101185"/>
                  <a:pt x="169622" y="101185"/>
                </a:cubicBezTo>
                <a:close/>
                <a:moveTo>
                  <a:pt x="230078" y="32441"/>
                </a:moveTo>
                <a:lnTo>
                  <a:pt x="230078" y="21782"/>
                </a:lnTo>
                <a:cubicBezTo>
                  <a:pt x="240119" y="20803"/>
                  <a:pt x="247122" y="19168"/>
                  <a:pt x="251087" y="16877"/>
                </a:cubicBezTo>
                <a:cubicBezTo>
                  <a:pt x="255052" y="14586"/>
                  <a:pt x="258013" y="9166"/>
                  <a:pt x="259970" y="618"/>
                </a:cubicBezTo>
                <a:lnTo>
                  <a:pt x="270938" y="618"/>
                </a:lnTo>
                <a:lnTo>
                  <a:pt x="270938" y="110763"/>
                </a:lnTo>
                <a:lnTo>
                  <a:pt x="256108" y="110763"/>
                </a:lnTo>
                <a:lnTo>
                  <a:pt x="256108" y="32441"/>
                </a:lnTo>
                <a:lnTo>
                  <a:pt x="230078" y="3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DC94A-8D0D-48CD-9C87-3D5212F7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82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32" name="Text 0.1">
            <a:extLst xmlns:a="http://schemas.openxmlformats.org/drawingml/2006/main">
              <a:ext uri="{FF2B5EF4-FFF2-40B4-BE49-F238E27FC236}">
                <a16:creationId xmlns:a16="http://schemas.microsoft.com/office/drawing/2014/main" id="{70D1637B-00EA-4847-BEF0-0187EEB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984" y="5931968"/>
            <a:ext cx="182985" cy="113852"/>
          </a:xfrm>
          <a:custGeom xmlns:a="http://schemas.openxmlformats.org/drawingml/2006/main">
            <a:pathLst>
              <a:path w="182985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142125" y="32441"/>
                </a:moveTo>
                <a:lnTo>
                  <a:pt x="142125" y="21782"/>
                </a:lnTo>
                <a:cubicBezTo>
                  <a:pt x="152166" y="20803"/>
                  <a:pt x="159169" y="19168"/>
                  <a:pt x="163134" y="16877"/>
                </a:cubicBezTo>
                <a:cubicBezTo>
                  <a:pt x="167099" y="14586"/>
                  <a:pt x="170060" y="9166"/>
                  <a:pt x="172017" y="618"/>
                </a:cubicBezTo>
                <a:lnTo>
                  <a:pt x="182985" y="618"/>
                </a:lnTo>
                <a:lnTo>
                  <a:pt x="182985" y="110763"/>
                </a:lnTo>
                <a:lnTo>
                  <a:pt x="168155" y="110763"/>
                </a:lnTo>
                <a:lnTo>
                  <a:pt x="168155" y="32441"/>
                </a:lnTo>
                <a:lnTo>
                  <a:pt x="142125" y="324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82B67-90C5-4B37-AB93-06C80D2E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139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34" name="Text 0.25">
            <a:extLst xmlns:a="http://schemas.openxmlformats.org/drawingml/2006/main">
              <a:ext uri="{FF2B5EF4-FFF2-40B4-BE49-F238E27FC236}">
                <a16:creationId xmlns:a16="http://schemas.microsoft.com/office/drawing/2014/main" id="{77835E9A-5C80-4CEC-B4B2-C98F62D6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165" y="5931659"/>
            <a:ext cx="296195" cy="114161"/>
          </a:xfrm>
          <a:custGeom xmlns:a="http://schemas.openxmlformats.org/drawingml/2006/main">
            <a:pathLst>
              <a:path w="296195" h="114161">
                <a:moveTo>
                  <a:pt x="37848" y="309"/>
                </a:moveTo>
                <a:cubicBezTo>
                  <a:pt x="52163" y="309"/>
                  <a:pt x="62513" y="6217"/>
                  <a:pt x="68898" y="18033"/>
                </a:cubicBezTo>
                <a:cubicBezTo>
                  <a:pt x="73842" y="27165"/>
                  <a:pt x="76314" y="39678"/>
                  <a:pt x="76314" y="55572"/>
                </a:cubicBezTo>
                <a:cubicBezTo>
                  <a:pt x="76314" y="70639"/>
                  <a:pt x="74074" y="83099"/>
                  <a:pt x="69594" y="92954"/>
                </a:cubicBezTo>
                <a:cubicBezTo>
                  <a:pt x="63105" y="107092"/>
                  <a:pt x="52498" y="114161"/>
                  <a:pt x="37771" y="114161"/>
                </a:cubicBezTo>
                <a:cubicBezTo>
                  <a:pt x="24485" y="114161"/>
                  <a:pt x="14598" y="108382"/>
                  <a:pt x="8110" y="96823"/>
                </a:cubicBezTo>
                <a:cubicBezTo>
                  <a:pt x="2703" y="87175"/>
                  <a:pt x="0" y="74224"/>
                  <a:pt x="0" y="57971"/>
                </a:cubicBezTo>
                <a:cubicBezTo>
                  <a:pt x="0" y="45381"/>
                  <a:pt x="1622" y="34571"/>
                  <a:pt x="4866" y="25540"/>
                </a:cubicBezTo>
                <a:cubicBezTo>
                  <a:pt x="10942" y="8719"/>
                  <a:pt x="21936" y="309"/>
                  <a:pt x="37848" y="309"/>
                </a:cubicBezTo>
                <a:moveTo>
                  <a:pt x="37693" y="101494"/>
                </a:moveTo>
                <a:cubicBezTo>
                  <a:pt x="44902" y="101494"/>
                  <a:pt x="50644" y="98299"/>
                  <a:pt x="54918" y="91909"/>
                </a:cubicBezTo>
                <a:cubicBezTo>
                  <a:pt x="59192" y="85517"/>
                  <a:pt x="61329" y="73612"/>
                  <a:pt x="61329" y="56192"/>
                </a:cubicBezTo>
                <a:cubicBezTo>
                  <a:pt x="61329" y="43617"/>
                  <a:pt x="59784" y="33270"/>
                  <a:pt x="56694" y="25154"/>
                </a:cubicBezTo>
                <a:cubicBezTo>
                  <a:pt x="53605" y="17036"/>
                  <a:pt x="47606" y="12976"/>
                  <a:pt x="38697" y="12976"/>
                </a:cubicBezTo>
                <a:cubicBezTo>
                  <a:pt x="30510" y="12976"/>
                  <a:pt x="24524" y="16829"/>
                  <a:pt x="20739" y="24533"/>
                </a:cubicBezTo>
                <a:cubicBezTo>
                  <a:pt x="16954" y="32238"/>
                  <a:pt x="15062" y="43589"/>
                  <a:pt x="15062" y="58587"/>
                </a:cubicBezTo>
                <a:cubicBezTo>
                  <a:pt x="15062" y="69875"/>
                  <a:pt x="16272" y="78946"/>
                  <a:pt x="18692" y="85800"/>
                </a:cubicBezTo>
                <a:cubicBezTo>
                  <a:pt x="22400" y="96262"/>
                  <a:pt x="28733" y="101494"/>
                  <a:pt x="37693" y="101494"/>
                </a:cubicBezTo>
                <a:close/>
                <a:moveTo>
                  <a:pt x="96526" y="94233"/>
                </a:moveTo>
                <a:lnTo>
                  <a:pt x="112669" y="94233"/>
                </a:lnTo>
                <a:lnTo>
                  <a:pt x="112669" y="111072"/>
                </a:lnTo>
                <a:lnTo>
                  <a:pt x="96526" y="111072"/>
                </a:lnTo>
                <a:lnTo>
                  <a:pt x="96526" y="94233"/>
                </a:lnTo>
                <a:close/>
                <a:moveTo>
                  <a:pt x="131928" y="111072"/>
                </a:moveTo>
                <a:cubicBezTo>
                  <a:pt x="132443" y="101545"/>
                  <a:pt x="134413" y="93255"/>
                  <a:pt x="137837" y="86200"/>
                </a:cubicBezTo>
                <a:cubicBezTo>
                  <a:pt x="141262" y="79146"/>
                  <a:pt x="147943" y="72735"/>
                  <a:pt x="157881" y="66967"/>
                </a:cubicBezTo>
                <a:lnTo>
                  <a:pt x="172711" y="58394"/>
                </a:lnTo>
                <a:cubicBezTo>
                  <a:pt x="179354" y="54532"/>
                  <a:pt x="184014" y="51231"/>
                  <a:pt x="186692" y="48490"/>
                </a:cubicBezTo>
                <a:cubicBezTo>
                  <a:pt x="190914" y="44200"/>
                  <a:pt x="193026" y="39290"/>
                  <a:pt x="193026" y="33759"/>
                </a:cubicBezTo>
                <a:cubicBezTo>
                  <a:pt x="193026" y="27296"/>
                  <a:pt x="191095" y="22166"/>
                  <a:pt x="187233" y="18366"/>
                </a:cubicBezTo>
                <a:cubicBezTo>
                  <a:pt x="183371" y="14567"/>
                  <a:pt x="178221" y="12667"/>
                  <a:pt x="171785" y="12667"/>
                </a:cubicBezTo>
                <a:cubicBezTo>
                  <a:pt x="162258" y="12667"/>
                  <a:pt x="155667" y="16293"/>
                  <a:pt x="152011" y="23544"/>
                </a:cubicBezTo>
                <a:cubicBezTo>
                  <a:pt x="150054" y="27428"/>
                  <a:pt x="148973" y="32814"/>
                  <a:pt x="148767" y="39702"/>
                </a:cubicBezTo>
                <a:lnTo>
                  <a:pt x="134632" y="39702"/>
                </a:lnTo>
                <a:cubicBezTo>
                  <a:pt x="134786" y="30053"/>
                  <a:pt x="136563" y="22185"/>
                  <a:pt x="139961" y="16097"/>
                </a:cubicBezTo>
                <a:cubicBezTo>
                  <a:pt x="145986" y="5366"/>
                  <a:pt x="156620" y="0"/>
                  <a:pt x="171862" y="0"/>
                </a:cubicBezTo>
                <a:cubicBezTo>
                  <a:pt x="184529" y="0"/>
                  <a:pt x="193785" y="3429"/>
                  <a:pt x="199630" y="10287"/>
                </a:cubicBezTo>
                <a:cubicBezTo>
                  <a:pt x="205474" y="17144"/>
                  <a:pt x="208396" y="24774"/>
                  <a:pt x="208396" y="33177"/>
                </a:cubicBezTo>
                <a:cubicBezTo>
                  <a:pt x="208396" y="42045"/>
                  <a:pt x="205281" y="49625"/>
                  <a:pt x="199050" y="55915"/>
                </a:cubicBezTo>
                <a:cubicBezTo>
                  <a:pt x="195446" y="59576"/>
                  <a:pt x="188983" y="64007"/>
                  <a:pt x="179663" y="69207"/>
                </a:cubicBezTo>
                <a:lnTo>
                  <a:pt x="169081" y="75078"/>
                </a:lnTo>
                <a:cubicBezTo>
                  <a:pt x="164035" y="77858"/>
                  <a:pt x="160070" y="80510"/>
                  <a:pt x="157186" y="83033"/>
                </a:cubicBezTo>
                <a:cubicBezTo>
                  <a:pt x="152037" y="87513"/>
                  <a:pt x="148793" y="92483"/>
                  <a:pt x="147454" y="97941"/>
                </a:cubicBezTo>
                <a:lnTo>
                  <a:pt x="207856" y="97941"/>
                </a:lnTo>
                <a:lnTo>
                  <a:pt x="207856" y="111072"/>
                </a:lnTo>
                <a:lnTo>
                  <a:pt x="131928" y="111072"/>
                </a:lnTo>
                <a:close/>
                <a:moveTo>
                  <a:pt x="234480" y="82802"/>
                </a:moveTo>
                <a:cubicBezTo>
                  <a:pt x="235407" y="90764"/>
                  <a:pt x="239089" y="96271"/>
                  <a:pt x="245526" y="99322"/>
                </a:cubicBezTo>
                <a:cubicBezTo>
                  <a:pt x="248821" y="100873"/>
                  <a:pt x="252632" y="101648"/>
                  <a:pt x="256957" y="101648"/>
                </a:cubicBezTo>
                <a:cubicBezTo>
                  <a:pt x="265196" y="101648"/>
                  <a:pt x="271298" y="99014"/>
                  <a:pt x="275263" y="93746"/>
                </a:cubicBezTo>
                <a:cubicBezTo>
                  <a:pt x="279228" y="88477"/>
                  <a:pt x="281211" y="82640"/>
                  <a:pt x="281211" y="76234"/>
                </a:cubicBezTo>
                <a:cubicBezTo>
                  <a:pt x="281211" y="68486"/>
                  <a:pt x="278855" y="62494"/>
                  <a:pt x="274143" y="58259"/>
                </a:cubicBezTo>
                <a:cubicBezTo>
                  <a:pt x="269431" y="54023"/>
                  <a:pt x="263780" y="51906"/>
                  <a:pt x="257189" y="51906"/>
                </a:cubicBezTo>
                <a:cubicBezTo>
                  <a:pt x="252400" y="51906"/>
                  <a:pt x="248293" y="52840"/>
                  <a:pt x="244869" y="54708"/>
                </a:cubicBezTo>
                <a:cubicBezTo>
                  <a:pt x="241445" y="56576"/>
                  <a:pt x="238522" y="59195"/>
                  <a:pt x="236102" y="62565"/>
                </a:cubicBezTo>
                <a:lnTo>
                  <a:pt x="224053" y="61792"/>
                </a:lnTo>
                <a:lnTo>
                  <a:pt x="232472" y="2317"/>
                </a:lnTo>
                <a:lnTo>
                  <a:pt x="289939" y="2317"/>
                </a:lnTo>
                <a:lnTo>
                  <a:pt x="289939" y="15757"/>
                </a:lnTo>
                <a:lnTo>
                  <a:pt x="242899" y="15757"/>
                </a:lnTo>
                <a:lnTo>
                  <a:pt x="238188" y="46277"/>
                </a:lnTo>
                <a:cubicBezTo>
                  <a:pt x="240762" y="44296"/>
                  <a:pt x="243208" y="42810"/>
                  <a:pt x="245526" y="41818"/>
                </a:cubicBezTo>
                <a:cubicBezTo>
                  <a:pt x="249645" y="40098"/>
                  <a:pt x="254408" y="39238"/>
                  <a:pt x="259815" y="39238"/>
                </a:cubicBezTo>
                <a:cubicBezTo>
                  <a:pt x="269959" y="39238"/>
                  <a:pt x="278559" y="42522"/>
                  <a:pt x="285613" y="49089"/>
                </a:cubicBezTo>
                <a:cubicBezTo>
                  <a:pt x="292668" y="55656"/>
                  <a:pt x="296195" y="63981"/>
                  <a:pt x="296195" y="74064"/>
                </a:cubicBezTo>
                <a:cubicBezTo>
                  <a:pt x="296195" y="84561"/>
                  <a:pt x="292964" y="93817"/>
                  <a:pt x="286502" y="101832"/>
                </a:cubicBezTo>
                <a:cubicBezTo>
                  <a:pt x="280039" y="109846"/>
                  <a:pt x="269728" y="113852"/>
                  <a:pt x="255567" y="113852"/>
                </a:cubicBezTo>
                <a:cubicBezTo>
                  <a:pt x="246555" y="113852"/>
                  <a:pt x="238587" y="111310"/>
                  <a:pt x="231661" y="106225"/>
                </a:cubicBezTo>
                <a:cubicBezTo>
                  <a:pt x="224735" y="101140"/>
                  <a:pt x="220860" y="93332"/>
                  <a:pt x="220036" y="82802"/>
                </a:cubicBezTo>
                <a:lnTo>
                  <a:pt x="234480" y="82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B4664-77DB-44AB-BC02-667C2E56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138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36" name="Text 0.5">
            <a:extLst xmlns:a="http://schemas.openxmlformats.org/drawingml/2006/main">
              <a:ext uri="{FF2B5EF4-FFF2-40B4-BE49-F238E27FC236}">
                <a16:creationId xmlns:a16="http://schemas.microsoft.com/office/drawing/2014/main" id="{53C6D0ED-0EB5-4A40-BAB5-37EA0778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140" y="5931968"/>
            <a:ext cx="208243" cy="113852"/>
          </a:xfrm>
          <a:custGeom xmlns:a="http://schemas.openxmlformats.org/drawingml/2006/main">
            <a:pathLst>
              <a:path w="208243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7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7" y="110763"/>
                </a:lnTo>
                <a:lnTo>
                  <a:pt x="96527" y="93924"/>
                </a:lnTo>
                <a:close/>
                <a:moveTo>
                  <a:pt x="146527" y="82493"/>
                </a:moveTo>
                <a:cubicBezTo>
                  <a:pt x="147454" y="90455"/>
                  <a:pt x="151136" y="95962"/>
                  <a:pt x="157573" y="99013"/>
                </a:cubicBezTo>
                <a:cubicBezTo>
                  <a:pt x="160868" y="100564"/>
                  <a:pt x="164679" y="101339"/>
                  <a:pt x="169004" y="101339"/>
                </a:cubicBezTo>
                <a:cubicBezTo>
                  <a:pt x="177243" y="101339"/>
                  <a:pt x="183345" y="98705"/>
                  <a:pt x="187310" y="93437"/>
                </a:cubicBezTo>
                <a:cubicBezTo>
                  <a:pt x="191275" y="88168"/>
                  <a:pt x="193258" y="82331"/>
                  <a:pt x="193258" y="75925"/>
                </a:cubicBezTo>
                <a:cubicBezTo>
                  <a:pt x="193258" y="68177"/>
                  <a:pt x="190902" y="62185"/>
                  <a:pt x="186190" y="57950"/>
                </a:cubicBezTo>
                <a:cubicBezTo>
                  <a:pt x="181479" y="53714"/>
                  <a:pt x="175827" y="51597"/>
                  <a:pt x="169236" y="51597"/>
                </a:cubicBezTo>
                <a:cubicBezTo>
                  <a:pt x="164447" y="51597"/>
                  <a:pt x="160341" y="52531"/>
                  <a:pt x="156916" y="54399"/>
                </a:cubicBezTo>
                <a:cubicBezTo>
                  <a:pt x="153492" y="56267"/>
                  <a:pt x="150570" y="58886"/>
                  <a:pt x="148150" y="62256"/>
                </a:cubicBezTo>
                <a:lnTo>
                  <a:pt x="136100" y="61483"/>
                </a:lnTo>
                <a:lnTo>
                  <a:pt x="144519" y="2008"/>
                </a:lnTo>
                <a:lnTo>
                  <a:pt x="201986" y="2008"/>
                </a:lnTo>
                <a:lnTo>
                  <a:pt x="201986" y="15448"/>
                </a:lnTo>
                <a:lnTo>
                  <a:pt x="154947" y="15448"/>
                </a:lnTo>
                <a:lnTo>
                  <a:pt x="150235" y="45968"/>
                </a:lnTo>
                <a:cubicBezTo>
                  <a:pt x="152810" y="43987"/>
                  <a:pt x="155256" y="42501"/>
                  <a:pt x="157573" y="41509"/>
                </a:cubicBezTo>
                <a:cubicBezTo>
                  <a:pt x="161692" y="39789"/>
                  <a:pt x="166456" y="38929"/>
                  <a:pt x="171862" y="38929"/>
                </a:cubicBezTo>
                <a:cubicBezTo>
                  <a:pt x="182007" y="38929"/>
                  <a:pt x="190606" y="42213"/>
                  <a:pt x="197661" y="48780"/>
                </a:cubicBezTo>
                <a:cubicBezTo>
                  <a:pt x="204715" y="55347"/>
                  <a:pt x="208243" y="63672"/>
                  <a:pt x="208243" y="73755"/>
                </a:cubicBezTo>
                <a:cubicBezTo>
                  <a:pt x="208243" y="84252"/>
                  <a:pt x="205011" y="93508"/>
                  <a:pt x="198549" y="101523"/>
                </a:cubicBezTo>
                <a:cubicBezTo>
                  <a:pt x="192086" y="109537"/>
                  <a:pt x="181775" y="113543"/>
                  <a:pt x="167614" y="113543"/>
                </a:cubicBezTo>
                <a:cubicBezTo>
                  <a:pt x="158603" y="113543"/>
                  <a:pt x="150634" y="111001"/>
                  <a:pt x="143708" y="105916"/>
                </a:cubicBezTo>
                <a:cubicBezTo>
                  <a:pt x="136782" y="100831"/>
                  <a:pt x="132907" y="93023"/>
                  <a:pt x="132084" y="82493"/>
                </a:cubicBezTo>
                <a:lnTo>
                  <a:pt x="146527" y="82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06486-4B18-48EF-861D-74FB1C72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95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38" name="Text 0.75">
            <a:extLst xmlns:a="http://schemas.openxmlformats.org/drawingml/2006/main">
              <a:ext uri="{FF2B5EF4-FFF2-40B4-BE49-F238E27FC236}">
                <a16:creationId xmlns:a16="http://schemas.microsoft.com/office/drawing/2014/main" id="{3EEA3905-4208-46EF-AAE2-79B835F9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321" y="5931968"/>
            <a:ext cx="296195" cy="113852"/>
          </a:xfrm>
          <a:custGeom xmlns:a="http://schemas.openxmlformats.org/drawingml/2006/main">
            <a:pathLst>
              <a:path w="296195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209710" y="2008"/>
                </a:moveTo>
                <a:lnTo>
                  <a:pt x="209710" y="14203"/>
                </a:lnTo>
                <a:cubicBezTo>
                  <a:pt x="206157" y="17608"/>
                  <a:pt x="201433" y="23584"/>
                  <a:pt x="195537" y="32132"/>
                </a:cubicBezTo>
                <a:cubicBezTo>
                  <a:pt x="189641" y="40680"/>
                  <a:pt x="184427" y="49897"/>
                  <a:pt x="179896" y="59784"/>
                </a:cubicBezTo>
                <a:cubicBezTo>
                  <a:pt x="175416" y="69413"/>
                  <a:pt x="172017" y="78193"/>
                  <a:pt x="169700" y="86123"/>
                </a:cubicBezTo>
                <a:cubicBezTo>
                  <a:pt x="168207" y="91221"/>
                  <a:pt x="166276" y="99434"/>
                  <a:pt x="163907" y="110763"/>
                </a:cubicBezTo>
                <a:lnTo>
                  <a:pt x="148536" y="110763"/>
                </a:lnTo>
                <a:cubicBezTo>
                  <a:pt x="152038" y="89668"/>
                  <a:pt x="159762" y="68676"/>
                  <a:pt x="171708" y="47785"/>
                </a:cubicBezTo>
                <a:cubicBezTo>
                  <a:pt x="178763" y="35539"/>
                  <a:pt x="186178" y="24966"/>
                  <a:pt x="193953" y="16066"/>
                </a:cubicBezTo>
                <a:lnTo>
                  <a:pt x="132779" y="16066"/>
                </a:lnTo>
                <a:lnTo>
                  <a:pt x="132779" y="2008"/>
                </a:lnTo>
                <a:lnTo>
                  <a:pt x="209710" y="2008"/>
                </a:lnTo>
                <a:close/>
                <a:moveTo>
                  <a:pt x="234480" y="82493"/>
                </a:moveTo>
                <a:cubicBezTo>
                  <a:pt x="235407" y="90455"/>
                  <a:pt x="239089" y="95962"/>
                  <a:pt x="245526" y="99013"/>
                </a:cubicBezTo>
                <a:cubicBezTo>
                  <a:pt x="248821" y="100564"/>
                  <a:pt x="252632" y="101339"/>
                  <a:pt x="256957" y="101339"/>
                </a:cubicBezTo>
                <a:cubicBezTo>
                  <a:pt x="265196" y="101339"/>
                  <a:pt x="271298" y="98705"/>
                  <a:pt x="275263" y="93437"/>
                </a:cubicBezTo>
                <a:cubicBezTo>
                  <a:pt x="279228" y="88168"/>
                  <a:pt x="281211" y="82331"/>
                  <a:pt x="281211" y="75925"/>
                </a:cubicBezTo>
                <a:cubicBezTo>
                  <a:pt x="281211" y="68177"/>
                  <a:pt x="278855" y="62185"/>
                  <a:pt x="274143" y="57950"/>
                </a:cubicBezTo>
                <a:cubicBezTo>
                  <a:pt x="269431" y="53714"/>
                  <a:pt x="263780" y="51597"/>
                  <a:pt x="257189" y="51597"/>
                </a:cubicBezTo>
                <a:cubicBezTo>
                  <a:pt x="252400" y="51597"/>
                  <a:pt x="248293" y="52531"/>
                  <a:pt x="244869" y="54399"/>
                </a:cubicBezTo>
                <a:cubicBezTo>
                  <a:pt x="241445" y="56267"/>
                  <a:pt x="238522" y="58886"/>
                  <a:pt x="236102" y="62256"/>
                </a:cubicBezTo>
                <a:lnTo>
                  <a:pt x="224053" y="61483"/>
                </a:lnTo>
                <a:lnTo>
                  <a:pt x="232472" y="2008"/>
                </a:lnTo>
                <a:lnTo>
                  <a:pt x="289939" y="2008"/>
                </a:lnTo>
                <a:lnTo>
                  <a:pt x="289939" y="15448"/>
                </a:lnTo>
                <a:lnTo>
                  <a:pt x="242899" y="15448"/>
                </a:lnTo>
                <a:lnTo>
                  <a:pt x="238188" y="45968"/>
                </a:lnTo>
                <a:cubicBezTo>
                  <a:pt x="240762" y="43987"/>
                  <a:pt x="243208" y="42501"/>
                  <a:pt x="245526" y="41509"/>
                </a:cubicBezTo>
                <a:cubicBezTo>
                  <a:pt x="249645" y="39789"/>
                  <a:pt x="254408" y="38929"/>
                  <a:pt x="259815" y="38929"/>
                </a:cubicBezTo>
                <a:cubicBezTo>
                  <a:pt x="269959" y="38929"/>
                  <a:pt x="278559" y="42213"/>
                  <a:pt x="285613" y="48780"/>
                </a:cubicBezTo>
                <a:cubicBezTo>
                  <a:pt x="292668" y="55347"/>
                  <a:pt x="296195" y="63672"/>
                  <a:pt x="296195" y="73755"/>
                </a:cubicBezTo>
                <a:cubicBezTo>
                  <a:pt x="296195" y="84252"/>
                  <a:pt x="292964" y="93508"/>
                  <a:pt x="286502" y="101523"/>
                </a:cubicBezTo>
                <a:cubicBezTo>
                  <a:pt x="280039" y="109537"/>
                  <a:pt x="269728" y="113543"/>
                  <a:pt x="255567" y="113543"/>
                </a:cubicBezTo>
                <a:cubicBezTo>
                  <a:pt x="246555" y="113543"/>
                  <a:pt x="238587" y="111001"/>
                  <a:pt x="231661" y="105916"/>
                </a:cubicBezTo>
                <a:cubicBezTo>
                  <a:pt x="224735" y="100831"/>
                  <a:pt x="220860" y="93023"/>
                  <a:pt x="220036" y="82493"/>
                </a:cubicBezTo>
                <a:lnTo>
                  <a:pt x="234480" y="82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32D42-1264-41F6-BA49-C88EF865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452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40" name="Text 0.9">
            <a:extLst xmlns:a="http://schemas.openxmlformats.org/drawingml/2006/main">
              <a:ext uri="{FF2B5EF4-FFF2-40B4-BE49-F238E27FC236}">
                <a16:creationId xmlns:a16="http://schemas.microsoft.com/office/drawing/2014/main" id="{589CE499-C8E8-4BFA-B580-6BBA531D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455" y="5931968"/>
            <a:ext cx="207392" cy="113852"/>
          </a:xfrm>
          <a:custGeom xmlns:a="http://schemas.openxmlformats.org/drawingml/2006/main">
            <a:pathLst>
              <a:path w="207392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69" y="93924"/>
                </a:lnTo>
                <a:lnTo>
                  <a:pt x="112669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147994" y="84038"/>
                </a:moveTo>
                <a:cubicBezTo>
                  <a:pt x="148406" y="91710"/>
                  <a:pt x="151367" y="97014"/>
                  <a:pt x="156877" y="99949"/>
                </a:cubicBezTo>
                <a:cubicBezTo>
                  <a:pt x="159709" y="101494"/>
                  <a:pt x="162902" y="102266"/>
                  <a:pt x="166455" y="102266"/>
                </a:cubicBezTo>
                <a:cubicBezTo>
                  <a:pt x="173098" y="102266"/>
                  <a:pt x="178762" y="99499"/>
                  <a:pt x="183448" y="93963"/>
                </a:cubicBezTo>
                <a:cubicBezTo>
                  <a:pt x="188134" y="88427"/>
                  <a:pt x="191455" y="77189"/>
                  <a:pt x="193412" y="60248"/>
                </a:cubicBezTo>
                <a:cubicBezTo>
                  <a:pt x="190322" y="65139"/>
                  <a:pt x="186499" y="68577"/>
                  <a:pt x="181942" y="70559"/>
                </a:cubicBezTo>
                <a:cubicBezTo>
                  <a:pt x="177384" y="72542"/>
                  <a:pt x="172480" y="73533"/>
                  <a:pt x="167227" y="73533"/>
                </a:cubicBezTo>
                <a:cubicBezTo>
                  <a:pt x="156568" y="73533"/>
                  <a:pt x="148136" y="70212"/>
                  <a:pt x="141931" y="63569"/>
                </a:cubicBezTo>
                <a:cubicBezTo>
                  <a:pt x="135726" y="56926"/>
                  <a:pt x="132624" y="48378"/>
                  <a:pt x="132624" y="37925"/>
                </a:cubicBezTo>
                <a:cubicBezTo>
                  <a:pt x="132624" y="27884"/>
                  <a:pt x="135688" y="19053"/>
                  <a:pt x="141815" y="11432"/>
                </a:cubicBezTo>
                <a:cubicBezTo>
                  <a:pt x="147943" y="3811"/>
                  <a:pt x="156980" y="0"/>
                  <a:pt x="168927" y="0"/>
                </a:cubicBezTo>
                <a:cubicBezTo>
                  <a:pt x="185044" y="0"/>
                  <a:pt x="196167" y="7261"/>
                  <a:pt x="202294" y="21782"/>
                </a:cubicBezTo>
                <a:cubicBezTo>
                  <a:pt x="205693" y="29763"/>
                  <a:pt x="207392" y="39753"/>
                  <a:pt x="207392" y="51751"/>
                </a:cubicBezTo>
                <a:cubicBezTo>
                  <a:pt x="207392" y="65294"/>
                  <a:pt x="205358" y="77292"/>
                  <a:pt x="201290" y="87745"/>
                </a:cubicBezTo>
                <a:cubicBezTo>
                  <a:pt x="194545" y="105150"/>
                  <a:pt x="183113" y="113852"/>
                  <a:pt x="166996" y="113852"/>
                </a:cubicBezTo>
                <a:cubicBezTo>
                  <a:pt x="156182" y="113852"/>
                  <a:pt x="147969" y="111020"/>
                  <a:pt x="142356" y="105356"/>
                </a:cubicBezTo>
                <a:cubicBezTo>
                  <a:pt x="136743" y="99692"/>
                  <a:pt x="133937" y="92585"/>
                  <a:pt x="133937" y="84038"/>
                </a:cubicBezTo>
                <a:lnTo>
                  <a:pt x="147994" y="84038"/>
                </a:lnTo>
                <a:moveTo>
                  <a:pt x="169081" y="61329"/>
                </a:moveTo>
                <a:cubicBezTo>
                  <a:pt x="174591" y="61329"/>
                  <a:pt x="179624" y="59514"/>
                  <a:pt x="184182" y="55883"/>
                </a:cubicBezTo>
                <a:cubicBezTo>
                  <a:pt x="188739" y="52253"/>
                  <a:pt x="191017" y="45907"/>
                  <a:pt x="191017" y="36844"/>
                </a:cubicBezTo>
                <a:cubicBezTo>
                  <a:pt x="191017" y="28708"/>
                  <a:pt x="188971" y="22644"/>
                  <a:pt x="184877" y="18654"/>
                </a:cubicBezTo>
                <a:cubicBezTo>
                  <a:pt x="180783" y="14663"/>
                  <a:pt x="175569" y="12667"/>
                  <a:pt x="169236" y="12667"/>
                </a:cubicBezTo>
                <a:cubicBezTo>
                  <a:pt x="162438" y="12667"/>
                  <a:pt x="157044" y="14946"/>
                  <a:pt x="153054" y="19503"/>
                </a:cubicBezTo>
                <a:cubicBezTo>
                  <a:pt x="149063" y="24060"/>
                  <a:pt x="147068" y="30150"/>
                  <a:pt x="147068" y="37771"/>
                </a:cubicBezTo>
                <a:cubicBezTo>
                  <a:pt x="147068" y="44980"/>
                  <a:pt x="148818" y="50708"/>
                  <a:pt x="152320" y="54957"/>
                </a:cubicBezTo>
                <a:cubicBezTo>
                  <a:pt x="155822" y="59205"/>
                  <a:pt x="161409" y="61329"/>
                  <a:pt x="169081" y="613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49FBC-6BFF-4CAC-B337-670C1EB3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494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42" name="Text 0.99">
            <a:extLst xmlns:a="http://schemas.openxmlformats.org/drawingml/2006/main">
              <a:ext uri="{FF2B5EF4-FFF2-40B4-BE49-F238E27FC236}">
                <a16:creationId xmlns:a16="http://schemas.microsoft.com/office/drawing/2014/main" id="{AE61BE88-3296-424E-8850-F0BA704F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520" y="5931968"/>
            <a:ext cx="295346" cy="113852"/>
          </a:xfrm>
          <a:custGeom xmlns:a="http://schemas.openxmlformats.org/drawingml/2006/main">
            <a:pathLst>
              <a:path w="295346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147995" y="84038"/>
                </a:moveTo>
                <a:cubicBezTo>
                  <a:pt x="148407" y="91710"/>
                  <a:pt x="151368" y="97014"/>
                  <a:pt x="156877" y="99949"/>
                </a:cubicBezTo>
                <a:cubicBezTo>
                  <a:pt x="159710" y="101494"/>
                  <a:pt x="162902" y="102266"/>
                  <a:pt x="166455" y="102266"/>
                </a:cubicBezTo>
                <a:cubicBezTo>
                  <a:pt x="173098" y="102266"/>
                  <a:pt x="178762" y="99499"/>
                  <a:pt x="183448" y="93963"/>
                </a:cubicBezTo>
                <a:cubicBezTo>
                  <a:pt x="188134" y="88427"/>
                  <a:pt x="191455" y="77189"/>
                  <a:pt x="193412" y="60248"/>
                </a:cubicBezTo>
                <a:cubicBezTo>
                  <a:pt x="190323" y="65139"/>
                  <a:pt x="186499" y="68577"/>
                  <a:pt x="181942" y="70559"/>
                </a:cubicBezTo>
                <a:cubicBezTo>
                  <a:pt x="177385" y="72542"/>
                  <a:pt x="172480" y="73533"/>
                  <a:pt x="167228" y="73533"/>
                </a:cubicBezTo>
                <a:cubicBezTo>
                  <a:pt x="156568" y="73533"/>
                  <a:pt x="148136" y="70212"/>
                  <a:pt x="141931" y="63569"/>
                </a:cubicBezTo>
                <a:cubicBezTo>
                  <a:pt x="135726" y="56926"/>
                  <a:pt x="132624" y="48378"/>
                  <a:pt x="132624" y="37925"/>
                </a:cubicBezTo>
                <a:cubicBezTo>
                  <a:pt x="132624" y="27884"/>
                  <a:pt x="135688" y="19053"/>
                  <a:pt x="141816" y="11432"/>
                </a:cubicBezTo>
                <a:cubicBezTo>
                  <a:pt x="147943" y="3811"/>
                  <a:pt x="156980" y="0"/>
                  <a:pt x="168927" y="0"/>
                </a:cubicBezTo>
                <a:cubicBezTo>
                  <a:pt x="185044" y="0"/>
                  <a:pt x="196167" y="7261"/>
                  <a:pt x="202295" y="21782"/>
                </a:cubicBezTo>
                <a:cubicBezTo>
                  <a:pt x="205693" y="29763"/>
                  <a:pt x="207393" y="39753"/>
                  <a:pt x="207393" y="51751"/>
                </a:cubicBezTo>
                <a:cubicBezTo>
                  <a:pt x="207393" y="65294"/>
                  <a:pt x="205359" y="77292"/>
                  <a:pt x="201291" y="87745"/>
                </a:cubicBezTo>
                <a:cubicBezTo>
                  <a:pt x="194545" y="105150"/>
                  <a:pt x="183113" y="113852"/>
                  <a:pt x="166996" y="113852"/>
                </a:cubicBezTo>
                <a:cubicBezTo>
                  <a:pt x="156182" y="113852"/>
                  <a:pt x="147969" y="111020"/>
                  <a:pt x="142356" y="105356"/>
                </a:cubicBezTo>
                <a:cubicBezTo>
                  <a:pt x="136743" y="99692"/>
                  <a:pt x="133937" y="92585"/>
                  <a:pt x="133937" y="84038"/>
                </a:cubicBezTo>
                <a:lnTo>
                  <a:pt x="147995" y="84038"/>
                </a:lnTo>
                <a:moveTo>
                  <a:pt x="169081" y="61329"/>
                </a:moveTo>
                <a:cubicBezTo>
                  <a:pt x="174591" y="61329"/>
                  <a:pt x="179625" y="59514"/>
                  <a:pt x="184182" y="55883"/>
                </a:cubicBezTo>
                <a:cubicBezTo>
                  <a:pt x="188739" y="52253"/>
                  <a:pt x="191018" y="45907"/>
                  <a:pt x="191018" y="36844"/>
                </a:cubicBezTo>
                <a:cubicBezTo>
                  <a:pt x="191018" y="28708"/>
                  <a:pt x="188971" y="22644"/>
                  <a:pt x="184877" y="18654"/>
                </a:cubicBezTo>
                <a:cubicBezTo>
                  <a:pt x="180783" y="14663"/>
                  <a:pt x="175570" y="12667"/>
                  <a:pt x="169236" y="12667"/>
                </a:cubicBezTo>
                <a:cubicBezTo>
                  <a:pt x="162439" y="12667"/>
                  <a:pt x="157045" y="14946"/>
                  <a:pt x="153054" y="19503"/>
                </a:cubicBezTo>
                <a:cubicBezTo>
                  <a:pt x="149063" y="24060"/>
                  <a:pt x="147068" y="30150"/>
                  <a:pt x="147068" y="37771"/>
                </a:cubicBezTo>
                <a:cubicBezTo>
                  <a:pt x="147068" y="44980"/>
                  <a:pt x="148819" y="50708"/>
                  <a:pt x="152320" y="54957"/>
                </a:cubicBezTo>
                <a:cubicBezTo>
                  <a:pt x="155822" y="59205"/>
                  <a:pt x="161409" y="61329"/>
                  <a:pt x="169081" y="61329"/>
                </a:cubicBezTo>
                <a:close/>
                <a:moveTo>
                  <a:pt x="235948" y="84038"/>
                </a:moveTo>
                <a:cubicBezTo>
                  <a:pt x="236360" y="91710"/>
                  <a:pt x="239321" y="97014"/>
                  <a:pt x="244830" y="99949"/>
                </a:cubicBezTo>
                <a:cubicBezTo>
                  <a:pt x="247663" y="101494"/>
                  <a:pt x="250855" y="102266"/>
                  <a:pt x="254408" y="102266"/>
                </a:cubicBezTo>
                <a:cubicBezTo>
                  <a:pt x="261051" y="102266"/>
                  <a:pt x="266715" y="99499"/>
                  <a:pt x="271401" y="93963"/>
                </a:cubicBezTo>
                <a:cubicBezTo>
                  <a:pt x="276087" y="88427"/>
                  <a:pt x="279408" y="77189"/>
                  <a:pt x="281365" y="60248"/>
                </a:cubicBezTo>
                <a:cubicBezTo>
                  <a:pt x="278276" y="65139"/>
                  <a:pt x="274452" y="68577"/>
                  <a:pt x="269895" y="70559"/>
                </a:cubicBezTo>
                <a:cubicBezTo>
                  <a:pt x="265338" y="72542"/>
                  <a:pt x="260433" y="73533"/>
                  <a:pt x="255181" y="73533"/>
                </a:cubicBezTo>
                <a:cubicBezTo>
                  <a:pt x="244521" y="73533"/>
                  <a:pt x="236089" y="70212"/>
                  <a:pt x="229884" y="63569"/>
                </a:cubicBezTo>
                <a:cubicBezTo>
                  <a:pt x="223679" y="56926"/>
                  <a:pt x="220577" y="48378"/>
                  <a:pt x="220577" y="37925"/>
                </a:cubicBezTo>
                <a:cubicBezTo>
                  <a:pt x="220577" y="27884"/>
                  <a:pt x="223641" y="19053"/>
                  <a:pt x="229769" y="11432"/>
                </a:cubicBezTo>
                <a:cubicBezTo>
                  <a:pt x="235896" y="3811"/>
                  <a:pt x="244933" y="0"/>
                  <a:pt x="256880" y="0"/>
                </a:cubicBezTo>
                <a:cubicBezTo>
                  <a:pt x="272997" y="0"/>
                  <a:pt x="284120" y="7261"/>
                  <a:pt x="290248" y="21782"/>
                </a:cubicBezTo>
                <a:cubicBezTo>
                  <a:pt x="293646" y="29763"/>
                  <a:pt x="295346" y="39753"/>
                  <a:pt x="295346" y="51751"/>
                </a:cubicBezTo>
                <a:cubicBezTo>
                  <a:pt x="295346" y="65294"/>
                  <a:pt x="293312" y="77292"/>
                  <a:pt x="289244" y="87745"/>
                </a:cubicBezTo>
                <a:cubicBezTo>
                  <a:pt x="282498" y="105150"/>
                  <a:pt x="271066" y="113852"/>
                  <a:pt x="254949" y="113852"/>
                </a:cubicBezTo>
                <a:cubicBezTo>
                  <a:pt x="244135" y="113852"/>
                  <a:pt x="235922" y="111020"/>
                  <a:pt x="230309" y="105356"/>
                </a:cubicBezTo>
                <a:cubicBezTo>
                  <a:pt x="224696" y="99692"/>
                  <a:pt x="221890" y="92585"/>
                  <a:pt x="221890" y="84038"/>
                </a:cubicBezTo>
                <a:lnTo>
                  <a:pt x="235948" y="84038"/>
                </a:lnTo>
                <a:moveTo>
                  <a:pt x="257034" y="61329"/>
                </a:moveTo>
                <a:cubicBezTo>
                  <a:pt x="262544" y="61329"/>
                  <a:pt x="267578" y="59514"/>
                  <a:pt x="272135" y="55883"/>
                </a:cubicBezTo>
                <a:cubicBezTo>
                  <a:pt x="276692" y="52253"/>
                  <a:pt x="278971" y="45907"/>
                  <a:pt x="278971" y="36844"/>
                </a:cubicBezTo>
                <a:cubicBezTo>
                  <a:pt x="278971" y="28708"/>
                  <a:pt x="276924" y="22644"/>
                  <a:pt x="272830" y="18654"/>
                </a:cubicBezTo>
                <a:cubicBezTo>
                  <a:pt x="268736" y="14663"/>
                  <a:pt x="263523" y="12667"/>
                  <a:pt x="257189" y="12667"/>
                </a:cubicBezTo>
                <a:cubicBezTo>
                  <a:pt x="250392" y="12667"/>
                  <a:pt x="244998" y="14946"/>
                  <a:pt x="241007" y="19503"/>
                </a:cubicBezTo>
                <a:cubicBezTo>
                  <a:pt x="237016" y="24060"/>
                  <a:pt x="235021" y="30150"/>
                  <a:pt x="235021" y="37771"/>
                </a:cubicBezTo>
                <a:cubicBezTo>
                  <a:pt x="235021" y="44980"/>
                  <a:pt x="236772" y="50708"/>
                  <a:pt x="240273" y="54957"/>
                </a:cubicBezTo>
                <a:cubicBezTo>
                  <a:pt x="243775" y="59205"/>
                  <a:pt x="249362" y="61329"/>
                  <a:pt x="257034" y="613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DB639-40B6-4F9C-A07A-0942398F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231" y="5792477"/>
            <a:ext cx="10" cy="56948"/>
          </a:xfrm>
          <a:custGeom xmlns:a="http://schemas.openxmlformats.org/drawingml/2006/main">
            <a:pathLst>
              <a:path w="1" h="56948" fill="none">
                <a:moveTo>
                  <a:pt x="0" y="0"/>
                </a:moveTo>
                <a:lnTo>
                  <a:pt x="0" y="56948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  <p:sp>
        <p:nvSpPr>
          <p:cNvPr id="244" name="Text 0.999">
            <a:extLst xmlns:a="http://schemas.openxmlformats.org/drawingml/2006/main">
              <a:ext uri="{FF2B5EF4-FFF2-40B4-BE49-F238E27FC236}">
                <a16:creationId xmlns:a16="http://schemas.microsoft.com/office/drawing/2014/main" id="{92871A6D-38F8-4D8F-89AD-C89734BA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281" y="5931968"/>
            <a:ext cx="383298" cy="113852"/>
          </a:xfrm>
          <a:custGeom xmlns:a="http://schemas.openxmlformats.org/drawingml/2006/main">
            <a:pathLst>
              <a:path w="383298" h="113852">
                <a:moveTo>
                  <a:pt x="37848" y="0"/>
                </a:moveTo>
                <a:cubicBezTo>
                  <a:pt x="52163" y="0"/>
                  <a:pt x="62513" y="5908"/>
                  <a:pt x="68898" y="17724"/>
                </a:cubicBezTo>
                <a:cubicBezTo>
                  <a:pt x="73842" y="26856"/>
                  <a:pt x="76314" y="39369"/>
                  <a:pt x="76314" y="55263"/>
                </a:cubicBezTo>
                <a:cubicBezTo>
                  <a:pt x="76314" y="70330"/>
                  <a:pt x="74074" y="82790"/>
                  <a:pt x="69594" y="92645"/>
                </a:cubicBezTo>
                <a:cubicBezTo>
                  <a:pt x="63105" y="106783"/>
                  <a:pt x="52498" y="113852"/>
                  <a:pt x="37771" y="113852"/>
                </a:cubicBezTo>
                <a:cubicBezTo>
                  <a:pt x="24485" y="113852"/>
                  <a:pt x="14598" y="108073"/>
                  <a:pt x="8110" y="96514"/>
                </a:cubicBezTo>
                <a:cubicBezTo>
                  <a:pt x="2703" y="86866"/>
                  <a:pt x="0" y="73915"/>
                  <a:pt x="0" y="57662"/>
                </a:cubicBezTo>
                <a:cubicBezTo>
                  <a:pt x="0" y="45072"/>
                  <a:pt x="1622" y="34262"/>
                  <a:pt x="4866" y="25231"/>
                </a:cubicBezTo>
                <a:cubicBezTo>
                  <a:pt x="10942" y="8410"/>
                  <a:pt x="21936" y="0"/>
                  <a:pt x="37848" y="0"/>
                </a:cubicBezTo>
                <a:moveTo>
                  <a:pt x="37693" y="101185"/>
                </a:moveTo>
                <a:cubicBezTo>
                  <a:pt x="44902" y="101185"/>
                  <a:pt x="50644" y="97990"/>
                  <a:pt x="54918" y="91600"/>
                </a:cubicBezTo>
                <a:cubicBezTo>
                  <a:pt x="59192" y="85208"/>
                  <a:pt x="61329" y="73303"/>
                  <a:pt x="61329" y="55883"/>
                </a:cubicBezTo>
                <a:cubicBezTo>
                  <a:pt x="61329" y="43308"/>
                  <a:pt x="59784" y="32962"/>
                  <a:pt x="56694" y="24845"/>
                </a:cubicBezTo>
                <a:cubicBezTo>
                  <a:pt x="53605" y="16727"/>
                  <a:pt x="47606" y="12667"/>
                  <a:pt x="38697" y="12667"/>
                </a:cubicBezTo>
                <a:cubicBezTo>
                  <a:pt x="30510" y="12667"/>
                  <a:pt x="24524" y="16520"/>
                  <a:pt x="20739" y="24225"/>
                </a:cubicBezTo>
                <a:cubicBezTo>
                  <a:pt x="16954" y="31929"/>
                  <a:pt x="15062" y="43280"/>
                  <a:pt x="15062" y="58278"/>
                </a:cubicBezTo>
                <a:cubicBezTo>
                  <a:pt x="15062" y="69566"/>
                  <a:pt x="16272" y="78637"/>
                  <a:pt x="18692" y="85491"/>
                </a:cubicBezTo>
                <a:cubicBezTo>
                  <a:pt x="22400" y="95953"/>
                  <a:pt x="28733" y="101185"/>
                  <a:pt x="37693" y="101185"/>
                </a:cubicBezTo>
                <a:close/>
                <a:moveTo>
                  <a:pt x="96526" y="93924"/>
                </a:moveTo>
                <a:lnTo>
                  <a:pt x="112670" y="93924"/>
                </a:lnTo>
                <a:lnTo>
                  <a:pt x="112670" y="110763"/>
                </a:lnTo>
                <a:lnTo>
                  <a:pt x="96526" y="110763"/>
                </a:lnTo>
                <a:lnTo>
                  <a:pt x="96526" y="93924"/>
                </a:lnTo>
                <a:close/>
                <a:moveTo>
                  <a:pt x="147995" y="84038"/>
                </a:moveTo>
                <a:cubicBezTo>
                  <a:pt x="148407" y="91710"/>
                  <a:pt x="151368" y="97014"/>
                  <a:pt x="156878" y="99949"/>
                </a:cubicBezTo>
                <a:cubicBezTo>
                  <a:pt x="159710" y="101494"/>
                  <a:pt x="162902" y="102266"/>
                  <a:pt x="166456" y="102266"/>
                </a:cubicBezTo>
                <a:cubicBezTo>
                  <a:pt x="173098" y="102266"/>
                  <a:pt x="178762" y="99499"/>
                  <a:pt x="183448" y="93963"/>
                </a:cubicBezTo>
                <a:cubicBezTo>
                  <a:pt x="188134" y="88427"/>
                  <a:pt x="191456" y="77189"/>
                  <a:pt x="193412" y="60248"/>
                </a:cubicBezTo>
                <a:cubicBezTo>
                  <a:pt x="190323" y="65139"/>
                  <a:pt x="186499" y="68577"/>
                  <a:pt x="181942" y="70559"/>
                </a:cubicBezTo>
                <a:cubicBezTo>
                  <a:pt x="177385" y="72542"/>
                  <a:pt x="172480" y="73533"/>
                  <a:pt x="167228" y="73533"/>
                </a:cubicBezTo>
                <a:cubicBezTo>
                  <a:pt x="156569" y="73533"/>
                  <a:pt x="148137" y="70212"/>
                  <a:pt x="141932" y="63569"/>
                </a:cubicBezTo>
                <a:cubicBezTo>
                  <a:pt x="135727" y="56926"/>
                  <a:pt x="132624" y="48378"/>
                  <a:pt x="132624" y="37925"/>
                </a:cubicBezTo>
                <a:cubicBezTo>
                  <a:pt x="132624" y="27884"/>
                  <a:pt x="135688" y="19053"/>
                  <a:pt x="141816" y="11432"/>
                </a:cubicBezTo>
                <a:cubicBezTo>
                  <a:pt x="147944" y="3811"/>
                  <a:pt x="156981" y="0"/>
                  <a:pt x="168927" y="0"/>
                </a:cubicBezTo>
                <a:cubicBezTo>
                  <a:pt x="185045" y="0"/>
                  <a:pt x="196167" y="7261"/>
                  <a:pt x="202295" y="21782"/>
                </a:cubicBezTo>
                <a:cubicBezTo>
                  <a:pt x="205694" y="29763"/>
                  <a:pt x="207393" y="39753"/>
                  <a:pt x="207393" y="51751"/>
                </a:cubicBezTo>
                <a:cubicBezTo>
                  <a:pt x="207393" y="65294"/>
                  <a:pt x="205359" y="77292"/>
                  <a:pt x="201291" y="87745"/>
                </a:cubicBezTo>
                <a:cubicBezTo>
                  <a:pt x="194545" y="105150"/>
                  <a:pt x="183114" y="113852"/>
                  <a:pt x="166996" y="113852"/>
                </a:cubicBezTo>
                <a:cubicBezTo>
                  <a:pt x="156183" y="113852"/>
                  <a:pt x="147969" y="111020"/>
                  <a:pt x="142357" y="105356"/>
                </a:cubicBezTo>
                <a:cubicBezTo>
                  <a:pt x="136744" y="99692"/>
                  <a:pt x="133937" y="92585"/>
                  <a:pt x="133937" y="84038"/>
                </a:cubicBezTo>
                <a:lnTo>
                  <a:pt x="147995" y="84038"/>
                </a:lnTo>
                <a:moveTo>
                  <a:pt x="169082" y="61329"/>
                </a:moveTo>
                <a:cubicBezTo>
                  <a:pt x="174592" y="61329"/>
                  <a:pt x="179625" y="59514"/>
                  <a:pt x="184182" y="55883"/>
                </a:cubicBezTo>
                <a:cubicBezTo>
                  <a:pt x="188739" y="52253"/>
                  <a:pt x="191018" y="45907"/>
                  <a:pt x="191018" y="36844"/>
                </a:cubicBezTo>
                <a:cubicBezTo>
                  <a:pt x="191018" y="28708"/>
                  <a:pt x="188971" y="22644"/>
                  <a:pt x="184877" y="18654"/>
                </a:cubicBezTo>
                <a:cubicBezTo>
                  <a:pt x="180784" y="14663"/>
                  <a:pt x="175570" y="12667"/>
                  <a:pt x="169236" y="12667"/>
                </a:cubicBezTo>
                <a:cubicBezTo>
                  <a:pt x="162439" y="12667"/>
                  <a:pt x="157045" y="14946"/>
                  <a:pt x="153054" y="19503"/>
                </a:cubicBezTo>
                <a:cubicBezTo>
                  <a:pt x="149064" y="24060"/>
                  <a:pt x="147068" y="30150"/>
                  <a:pt x="147068" y="37771"/>
                </a:cubicBezTo>
                <a:cubicBezTo>
                  <a:pt x="147068" y="44980"/>
                  <a:pt x="148819" y="50708"/>
                  <a:pt x="152321" y="54957"/>
                </a:cubicBezTo>
                <a:cubicBezTo>
                  <a:pt x="155822" y="59205"/>
                  <a:pt x="161409" y="61329"/>
                  <a:pt x="169082" y="61329"/>
                </a:cubicBezTo>
                <a:close/>
                <a:moveTo>
                  <a:pt x="235948" y="84038"/>
                </a:moveTo>
                <a:cubicBezTo>
                  <a:pt x="236360" y="91710"/>
                  <a:pt x="239321" y="97014"/>
                  <a:pt x="244830" y="99949"/>
                </a:cubicBezTo>
                <a:cubicBezTo>
                  <a:pt x="247663" y="101494"/>
                  <a:pt x="250855" y="102266"/>
                  <a:pt x="254408" y="102266"/>
                </a:cubicBezTo>
                <a:cubicBezTo>
                  <a:pt x="261051" y="102266"/>
                  <a:pt x="266715" y="99499"/>
                  <a:pt x="271401" y="93963"/>
                </a:cubicBezTo>
                <a:cubicBezTo>
                  <a:pt x="276087" y="88427"/>
                  <a:pt x="279408" y="77189"/>
                  <a:pt x="281365" y="60248"/>
                </a:cubicBezTo>
                <a:cubicBezTo>
                  <a:pt x="278276" y="65139"/>
                  <a:pt x="274452" y="68577"/>
                  <a:pt x="269895" y="70559"/>
                </a:cubicBezTo>
                <a:cubicBezTo>
                  <a:pt x="265338" y="72542"/>
                  <a:pt x="260433" y="73533"/>
                  <a:pt x="255181" y="73533"/>
                </a:cubicBezTo>
                <a:cubicBezTo>
                  <a:pt x="244521" y="73533"/>
                  <a:pt x="236089" y="70212"/>
                  <a:pt x="229884" y="63569"/>
                </a:cubicBezTo>
                <a:cubicBezTo>
                  <a:pt x="223679" y="56926"/>
                  <a:pt x="220577" y="48378"/>
                  <a:pt x="220577" y="37925"/>
                </a:cubicBezTo>
                <a:cubicBezTo>
                  <a:pt x="220577" y="27884"/>
                  <a:pt x="223641" y="19053"/>
                  <a:pt x="229769" y="11432"/>
                </a:cubicBezTo>
                <a:cubicBezTo>
                  <a:pt x="235896" y="3811"/>
                  <a:pt x="244933" y="0"/>
                  <a:pt x="256880" y="0"/>
                </a:cubicBezTo>
                <a:cubicBezTo>
                  <a:pt x="272997" y="0"/>
                  <a:pt x="284120" y="7261"/>
                  <a:pt x="290248" y="21782"/>
                </a:cubicBezTo>
                <a:cubicBezTo>
                  <a:pt x="293646" y="29763"/>
                  <a:pt x="295346" y="39753"/>
                  <a:pt x="295346" y="51751"/>
                </a:cubicBezTo>
                <a:cubicBezTo>
                  <a:pt x="295346" y="65294"/>
                  <a:pt x="293312" y="77292"/>
                  <a:pt x="289244" y="87745"/>
                </a:cubicBezTo>
                <a:cubicBezTo>
                  <a:pt x="282498" y="105150"/>
                  <a:pt x="271066" y="113852"/>
                  <a:pt x="254949" y="113852"/>
                </a:cubicBezTo>
                <a:cubicBezTo>
                  <a:pt x="244135" y="113852"/>
                  <a:pt x="235922" y="111020"/>
                  <a:pt x="230309" y="105356"/>
                </a:cubicBezTo>
                <a:cubicBezTo>
                  <a:pt x="224696" y="99692"/>
                  <a:pt x="221890" y="92585"/>
                  <a:pt x="221890" y="84038"/>
                </a:cubicBezTo>
                <a:lnTo>
                  <a:pt x="235948" y="84038"/>
                </a:lnTo>
                <a:moveTo>
                  <a:pt x="257034" y="61329"/>
                </a:moveTo>
                <a:cubicBezTo>
                  <a:pt x="262544" y="61329"/>
                  <a:pt x="267578" y="59514"/>
                  <a:pt x="272135" y="55883"/>
                </a:cubicBezTo>
                <a:cubicBezTo>
                  <a:pt x="276692" y="52253"/>
                  <a:pt x="278971" y="45907"/>
                  <a:pt x="278971" y="36844"/>
                </a:cubicBezTo>
                <a:cubicBezTo>
                  <a:pt x="278971" y="28708"/>
                  <a:pt x="276924" y="22644"/>
                  <a:pt x="272830" y="18654"/>
                </a:cubicBezTo>
                <a:cubicBezTo>
                  <a:pt x="268736" y="14663"/>
                  <a:pt x="263523" y="12667"/>
                  <a:pt x="257189" y="12667"/>
                </a:cubicBezTo>
                <a:cubicBezTo>
                  <a:pt x="250392" y="12667"/>
                  <a:pt x="244998" y="14946"/>
                  <a:pt x="241007" y="19503"/>
                </a:cubicBezTo>
                <a:cubicBezTo>
                  <a:pt x="237016" y="24060"/>
                  <a:pt x="235021" y="30150"/>
                  <a:pt x="235021" y="37771"/>
                </a:cubicBezTo>
                <a:cubicBezTo>
                  <a:pt x="235021" y="44980"/>
                  <a:pt x="236772" y="50708"/>
                  <a:pt x="240273" y="54957"/>
                </a:cubicBezTo>
                <a:cubicBezTo>
                  <a:pt x="243775" y="59205"/>
                  <a:pt x="249362" y="61329"/>
                  <a:pt x="257034" y="61329"/>
                </a:cubicBezTo>
                <a:close/>
                <a:moveTo>
                  <a:pt x="323900" y="84038"/>
                </a:moveTo>
                <a:cubicBezTo>
                  <a:pt x="324312" y="91710"/>
                  <a:pt x="327273" y="97014"/>
                  <a:pt x="332783" y="99949"/>
                </a:cubicBezTo>
                <a:cubicBezTo>
                  <a:pt x="335615" y="101494"/>
                  <a:pt x="338808" y="102266"/>
                  <a:pt x="342361" y="102266"/>
                </a:cubicBezTo>
                <a:cubicBezTo>
                  <a:pt x="349004" y="102266"/>
                  <a:pt x="354668" y="99499"/>
                  <a:pt x="359354" y="93963"/>
                </a:cubicBezTo>
                <a:cubicBezTo>
                  <a:pt x="364040" y="88427"/>
                  <a:pt x="367361" y="77189"/>
                  <a:pt x="369318" y="60248"/>
                </a:cubicBezTo>
                <a:cubicBezTo>
                  <a:pt x="366228" y="65139"/>
                  <a:pt x="362405" y="68577"/>
                  <a:pt x="357848" y="70559"/>
                </a:cubicBezTo>
                <a:cubicBezTo>
                  <a:pt x="353290" y="72542"/>
                  <a:pt x="348386" y="73533"/>
                  <a:pt x="343133" y="73533"/>
                </a:cubicBezTo>
                <a:cubicBezTo>
                  <a:pt x="332474" y="73533"/>
                  <a:pt x="324042" y="70212"/>
                  <a:pt x="317837" y="63569"/>
                </a:cubicBezTo>
                <a:cubicBezTo>
                  <a:pt x="311632" y="56926"/>
                  <a:pt x="308530" y="48378"/>
                  <a:pt x="308530" y="37925"/>
                </a:cubicBezTo>
                <a:cubicBezTo>
                  <a:pt x="308530" y="27884"/>
                  <a:pt x="311594" y="19053"/>
                  <a:pt x="317721" y="11432"/>
                </a:cubicBezTo>
                <a:cubicBezTo>
                  <a:pt x="323849" y="3811"/>
                  <a:pt x="332886" y="0"/>
                  <a:pt x="344833" y="0"/>
                </a:cubicBezTo>
                <a:cubicBezTo>
                  <a:pt x="360950" y="0"/>
                  <a:pt x="372073" y="7261"/>
                  <a:pt x="378200" y="21782"/>
                </a:cubicBezTo>
                <a:cubicBezTo>
                  <a:pt x="381599" y="29763"/>
                  <a:pt x="383298" y="39753"/>
                  <a:pt x="383298" y="51751"/>
                </a:cubicBezTo>
                <a:cubicBezTo>
                  <a:pt x="383298" y="65294"/>
                  <a:pt x="381264" y="77292"/>
                  <a:pt x="377196" y="87745"/>
                </a:cubicBezTo>
                <a:cubicBezTo>
                  <a:pt x="370451" y="105150"/>
                  <a:pt x="359019" y="113852"/>
                  <a:pt x="342902" y="113852"/>
                </a:cubicBezTo>
                <a:cubicBezTo>
                  <a:pt x="332088" y="113852"/>
                  <a:pt x="323875" y="111020"/>
                  <a:pt x="318262" y="105356"/>
                </a:cubicBezTo>
                <a:cubicBezTo>
                  <a:pt x="312649" y="99692"/>
                  <a:pt x="309843" y="92585"/>
                  <a:pt x="309843" y="84038"/>
                </a:cubicBezTo>
                <a:lnTo>
                  <a:pt x="323900" y="84038"/>
                </a:lnTo>
                <a:moveTo>
                  <a:pt x="344987" y="61329"/>
                </a:moveTo>
                <a:cubicBezTo>
                  <a:pt x="350497" y="61329"/>
                  <a:pt x="355530" y="59514"/>
                  <a:pt x="360088" y="55883"/>
                </a:cubicBezTo>
                <a:cubicBezTo>
                  <a:pt x="364645" y="52253"/>
                  <a:pt x="366923" y="45907"/>
                  <a:pt x="366923" y="36844"/>
                </a:cubicBezTo>
                <a:cubicBezTo>
                  <a:pt x="366923" y="28708"/>
                  <a:pt x="364877" y="22644"/>
                  <a:pt x="360783" y="18654"/>
                </a:cubicBezTo>
                <a:cubicBezTo>
                  <a:pt x="356689" y="14663"/>
                  <a:pt x="351475" y="12667"/>
                  <a:pt x="345142" y="12667"/>
                </a:cubicBezTo>
                <a:cubicBezTo>
                  <a:pt x="338344" y="12667"/>
                  <a:pt x="332950" y="14946"/>
                  <a:pt x="328960" y="19503"/>
                </a:cubicBezTo>
                <a:cubicBezTo>
                  <a:pt x="324969" y="24060"/>
                  <a:pt x="322974" y="30150"/>
                  <a:pt x="322974" y="37771"/>
                </a:cubicBezTo>
                <a:cubicBezTo>
                  <a:pt x="322974" y="44980"/>
                  <a:pt x="324724" y="50708"/>
                  <a:pt x="328226" y="54957"/>
                </a:cubicBezTo>
                <a:cubicBezTo>
                  <a:pt x="331728" y="59205"/>
                  <a:pt x="337315" y="61329"/>
                  <a:pt x="344987" y="613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6CDEA-285C-4C25-B3EE-A639FE7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203" y="5792477"/>
            <a:ext cx="3560029" cy="10"/>
          </a:xfrm>
          <a:custGeom xmlns:a="http://schemas.openxmlformats.org/drawingml/2006/main">
            <a:pathLst>
              <a:path w="3560029" h="1" fill="none">
                <a:moveTo>
                  <a:pt x="0" y="0"/>
                </a:moveTo>
                <a:lnTo>
                  <a:pt x="35600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864" cap="rnd">
            <a:solidFill>
              <a:srgbClr val="00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210453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2026-09-05T17:46:55.4610000Z</dcterms:created>
  <dcterms:modified xsi:type="dcterms:W3CDTF">2026-09-05T17:46:55.4610000Z</dcterms:modified>
</coreProperties>
</file>