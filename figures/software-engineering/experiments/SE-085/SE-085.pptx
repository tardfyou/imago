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5e698ea7424cd2" /><Relationship Type="http://schemas.openxmlformats.org/officeDocument/2006/relationships/extended-properties" Target="/docProps/app.xml" Id="Redd95919d0aa463f" /><Relationship Type="http://schemas.openxmlformats.org/officeDocument/2006/relationships/officeDocument" Target="/ppt/presentation.xml" Id="Ra1ace9c02fc24b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e1c1f61cda40c6"/>
  </p:sldMasterIdLst>
  <p:notesMasterIdLst>
    <p:notesMasterId xmlns:r="http://schemas.openxmlformats.org/officeDocument/2006/relationships" r:id="R3bf58eeb83c84c8f"/>
  </p:notesMasterIdLst>
  <p:sldIdLst>
    <p:sldId xmlns:r="http://schemas.openxmlformats.org/officeDocument/2006/relationships" id="256" r:id="R1f8734e257de41b7"/>
  </p:sldIdLst>
  <p:sldSz cx="6686550" cy="40290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787ac3f7d84ce3" /><Relationship Type="http://schemas.openxmlformats.org/officeDocument/2006/relationships/slideMaster" Target="/ppt/slideMasters/slideMaster1.xml" Id="Reae1c1f61cda40c6" /><Relationship Type="http://schemas.openxmlformats.org/officeDocument/2006/relationships/notesMaster" Target="/ppt/notesMasters/notesMaster1.xml" Id="R3bf58eeb83c84c8f" /><Relationship Type="http://schemas.openxmlformats.org/officeDocument/2006/relationships/presProps" Target="/ppt/presProps.xml" Id="Rc5308f1722dc42bc" /><Relationship Type="http://schemas.openxmlformats.org/officeDocument/2006/relationships/tableStyles" Target="/ppt/tableStyles.xml" Id="Rffb739a731024c5d" /><Relationship Type="http://schemas.openxmlformats.org/officeDocument/2006/relationships/slide" Target="/ppt/slides/slide1.xml" Id="R1f8734e257de41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fac9c0b35949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c7352eb7e74dcd" /><Relationship Type="http://schemas.openxmlformats.org/officeDocument/2006/relationships/notesMaster" Target="/ppt/notesMasters/notesMaster1.xml" Id="Rcb48af5e6f1847da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素材ID：SE-085</ns1:t>
            </ns1:r>
          </ns1:p>
          <ns1:p>
            <ns1:r>
              <ns1:t>论文：Attention! Your Copied Data is Under Monitoring: A Systematic Study of Clipboard Usage in Android Apps</ns1:t>
            </ns1:r>
          </ns1:p>
          <ns1:p>
            <ns1:r>
              <ns1:t>会议：ICSE 2024</ns1:t>
            </ns1:r>
          </ns1:p>
          <ns1:p>
            <ns1:r>
              <ns1:t>奖项：ACM SIGSOFT Distinguished Paper Award</ns1:t>
            </ns1:r>
          </ns1:p>
          <ns1:p>
            <ns1:r>
              <ns1:t>图号：Figure 5，PDF第10页</ns1:t>
            </ns1:r>
          </ns1:p>
          <ns1:p>
            <ns1:r>
              <ns1:t>类型：实验图表</ns1:t>
            </ns1:r>
          </ns1:p>
          <ns1:p>
            <ns1:r>
              <ns1:t>借鉴点：三列节点把操作类别、安装数量区间和数据去向连接，保持首列颜色穿过中间层，线带宽度表示对应数量。</ns1:t>
            </ns1:r>
          </ns1:p>
          <ns1:p>
            <ns1:r>
              <ns1:t>论文URL：https://mainarke.github.io/assets/papers/icse24_chen.pdf</ns1:t>
            </ns1:r>
          </ns1:p>
          <ns1:p>
            <ns1:r>
              <ns1:t>官方获奖URL：https://www2.sigsoft.org/awards/distinguishedpaper/#42nd-international-conference-on-software-engineering-icse-2024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b9f4776efa49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08aebbedbd403c" /><Relationship Type="http://schemas.openxmlformats.org/officeDocument/2006/relationships/slideLayout" Target="/ppt/slideLayouts/slideLayout1.xml" Id="R2c37869d041c42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37869d041c42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09402f3d4a4b89" /><Relationship Type="http://schemas.openxmlformats.org/officeDocument/2006/relationships/notesSlide" Target="/ppt/notesSlides/notesSlide1.xml" Id="Rae7e57125b2547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67D545-C2F3-43E7-B754-B64D4087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14" y="76739"/>
            <a:ext cx="6521708" cy="3715450"/>
          </a:xfrm>
          <a:custGeom xmlns:a="http://schemas.openxmlformats.org/drawingml/2006/main">
            <a:pathLst>
              <a:path w="6521708" h="3715450">
                <a:moveTo>
                  <a:pt x="6521708" y="0"/>
                </a:moveTo>
                <a:lnTo>
                  <a:pt x="0" y="0"/>
                </a:lnTo>
                <a:lnTo>
                  <a:pt x="0" y="3715450"/>
                </a:lnTo>
                <a:lnTo>
                  <a:pt x="6521708" y="3715450"/>
                </a:lnTo>
                <a:lnTo>
                  <a:pt x="6521708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83E0E7-00EA-40DF-877F-2F77D2E9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14" y="76739"/>
            <a:ext cx="6521708" cy="3715450"/>
          </a:xfrm>
          <a:custGeom xmlns:a="http://schemas.openxmlformats.org/drawingml/2006/main">
            <a:pathLst>
              <a:path w="6521708" h="3715450">
                <a:moveTo>
                  <a:pt x="6521708" y="3715450"/>
                </a:moveTo>
                <a:lnTo>
                  <a:pt x="6521708" y="0"/>
                </a:lnTo>
                <a:lnTo>
                  <a:pt x="0" y="0"/>
                </a:lnTo>
                <a:lnTo>
                  <a:pt x="0" y="3715450"/>
                </a:lnTo>
                <a:lnTo>
                  <a:pt x="6521708" y="37154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00C6AF-D70F-43CE-B2D0-D389B3A9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14" y="318243"/>
            <a:ext cx="6521708" cy="3473946"/>
          </a:xfrm>
          <a:custGeom xmlns:a="http://schemas.openxmlformats.org/drawingml/2006/main">
            <a:pathLst>
              <a:path w="6521708" h="3473946">
                <a:moveTo>
                  <a:pt x="0" y="0"/>
                </a:moveTo>
                <a:lnTo>
                  <a:pt x="0" y="3473946"/>
                </a:lnTo>
                <a:lnTo>
                  <a:pt x="6521708" y="3473946"/>
                </a:lnTo>
                <a:lnTo>
                  <a:pt x="652170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9119BA-87B3-458C-A814-517844B6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17" y="370442"/>
            <a:ext cx="3124231" cy="428625"/>
          </a:xfrm>
          <a:custGeom xmlns:a="http://schemas.openxmlformats.org/drawingml/2006/main">
            <a:pathLst>
              <a:path w="3124231" h="428625">
                <a:moveTo>
                  <a:pt x="0" y="339015"/>
                </a:moveTo>
                <a:cubicBezTo>
                  <a:pt x="1562115" y="339015"/>
                  <a:pt x="1562115" y="0"/>
                  <a:pt x="3124231" y="0"/>
                </a:cubicBezTo>
                <a:lnTo>
                  <a:pt x="3124231" y="89610"/>
                </a:lnTo>
                <a:cubicBezTo>
                  <a:pt x="1562115" y="89610"/>
                  <a:pt x="1562115" y="428625"/>
                  <a:pt x="0" y="428625"/>
                </a:cubicBezTo>
                <a:lnTo>
                  <a:pt x="0" y="339015"/>
                </a:lnTo>
                <a:close/>
              </a:path>
            </a:pathLst>
          </a:custGeom>
          <a:solidFill xmlns:a="http://schemas.openxmlformats.org/drawingml/2006/main">
            <a:srgbClr val="ADFF2F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7EF289-6934-402E-9BBF-0407E504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17" y="799066"/>
            <a:ext cx="3124231" cy="468721"/>
          </a:xfrm>
          <a:custGeom xmlns:a="http://schemas.openxmlformats.org/drawingml/2006/main">
            <a:pathLst>
              <a:path w="3124231" h="468721">
                <a:moveTo>
                  <a:pt x="0" y="0"/>
                </a:moveTo>
                <a:cubicBezTo>
                  <a:pt x="1562115" y="0"/>
                  <a:pt x="1562115" y="227706"/>
                  <a:pt x="3124231" y="227706"/>
                </a:cubicBezTo>
                <a:lnTo>
                  <a:pt x="3124231" y="468721"/>
                </a:lnTo>
                <a:cubicBezTo>
                  <a:pt x="1562115" y="468721"/>
                  <a:pt x="1562115" y="241015"/>
                  <a:pt x="0" y="241015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DFF2F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83DB1F-3D19-4199-B9A3-4460F4B8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17" y="1040082"/>
            <a:ext cx="3124231" cy="1168122"/>
          </a:xfrm>
          <a:custGeom xmlns:a="http://schemas.openxmlformats.org/drawingml/2006/main">
            <a:pathLst>
              <a:path w="3124231" h="1168122">
                <a:moveTo>
                  <a:pt x="0" y="0"/>
                </a:moveTo>
                <a:cubicBezTo>
                  <a:pt x="1562115" y="0"/>
                  <a:pt x="1562115" y="1090874"/>
                  <a:pt x="3124231" y="1090874"/>
                </a:cubicBezTo>
                <a:lnTo>
                  <a:pt x="3124231" y="1168122"/>
                </a:lnTo>
                <a:cubicBezTo>
                  <a:pt x="1562115" y="1168122"/>
                  <a:pt x="1562115" y="77248"/>
                  <a:pt x="0" y="77248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DFF2F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B770AA-711D-4C4C-8272-E497FC60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17" y="1117330"/>
            <a:ext cx="3124231" cy="1592190"/>
          </a:xfrm>
          <a:custGeom xmlns:a="http://schemas.openxmlformats.org/drawingml/2006/main">
            <a:pathLst>
              <a:path w="3124231" h="1592190">
                <a:moveTo>
                  <a:pt x="0" y="0"/>
                </a:moveTo>
                <a:cubicBezTo>
                  <a:pt x="1562115" y="0"/>
                  <a:pt x="1562115" y="1446959"/>
                  <a:pt x="3124231" y="1446959"/>
                </a:cubicBezTo>
                <a:lnTo>
                  <a:pt x="3124231" y="1592190"/>
                </a:lnTo>
                <a:cubicBezTo>
                  <a:pt x="1562115" y="1592190"/>
                  <a:pt x="1562115" y="145225"/>
                  <a:pt x="0" y="145225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DFF2F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C41045-30A2-4002-BE57-2C9F880F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17" y="1262557"/>
            <a:ext cx="3124231" cy="1931166"/>
          </a:xfrm>
          <a:custGeom xmlns:a="http://schemas.openxmlformats.org/drawingml/2006/main">
            <a:pathLst>
              <a:path w="3124231" h="1931166">
                <a:moveTo>
                  <a:pt x="0" y="0"/>
                </a:moveTo>
                <a:cubicBezTo>
                  <a:pt x="1562115" y="0"/>
                  <a:pt x="1562115" y="1894087"/>
                  <a:pt x="3124231" y="1894087"/>
                </a:cubicBezTo>
                <a:lnTo>
                  <a:pt x="3124231" y="1931166"/>
                </a:lnTo>
                <a:cubicBezTo>
                  <a:pt x="1562115" y="1931166"/>
                  <a:pt x="1562115" y="37079"/>
                  <a:pt x="0" y="37079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DFF2F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C8977A-FCD6-4308-BD8D-62D3CCC2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17" y="1299638"/>
            <a:ext cx="3124231" cy="2251533"/>
          </a:xfrm>
          <a:custGeom xmlns:a="http://schemas.openxmlformats.org/drawingml/2006/main">
            <a:pathLst>
              <a:path w="3124231" h="2251533">
                <a:moveTo>
                  <a:pt x="0" y="0"/>
                </a:moveTo>
                <a:cubicBezTo>
                  <a:pt x="1562115" y="0"/>
                  <a:pt x="1562115" y="2137206"/>
                  <a:pt x="3124231" y="2137206"/>
                </a:cubicBezTo>
                <a:lnTo>
                  <a:pt x="3124231" y="2251533"/>
                </a:lnTo>
                <a:cubicBezTo>
                  <a:pt x="1562115" y="2251533"/>
                  <a:pt x="1562115" y="114327"/>
                  <a:pt x="0" y="114327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DFF2F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F1A66F-4CE3-41D8-8CDD-6B37587B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17" y="460048"/>
            <a:ext cx="3124231" cy="1238019"/>
          </a:xfrm>
          <a:custGeom xmlns:a="http://schemas.openxmlformats.org/drawingml/2006/main">
            <a:pathLst>
              <a:path w="3124231" h="1238019">
                <a:moveTo>
                  <a:pt x="0" y="1040263"/>
                </a:moveTo>
                <a:cubicBezTo>
                  <a:pt x="1562115" y="1040263"/>
                  <a:pt x="1562115" y="0"/>
                  <a:pt x="3124231" y="0"/>
                </a:cubicBezTo>
                <a:lnTo>
                  <a:pt x="3124231" y="197755"/>
                </a:lnTo>
                <a:cubicBezTo>
                  <a:pt x="1562115" y="197755"/>
                  <a:pt x="1562115" y="1238019"/>
                  <a:pt x="0" y="1238019"/>
                </a:cubicBezTo>
                <a:lnTo>
                  <a:pt x="0" y="1040263"/>
                </a:lnTo>
                <a:close/>
              </a:path>
            </a:pathLst>
          </a:custGeom>
          <a:solidFill xmlns:a="http://schemas.openxmlformats.org/drawingml/2006/main">
            <a:srgbClr val="8470FF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88C248-949A-4D1E-953A-B2A5ECD5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17" y="1267786"/>
            <a:ext cx="3124231" cy="794895"/>
          </a:xfrm>
          <a:custGeom xmlns:a="http://schemas.openxmlformats.org/drawingml/2006/main">
            <a:pathLst>
              <a:path w="3124231" h="794895">
                <a:moveTo>
                  <a:pt x="0" y="430281"/>
                </a:moveTo>
                <a:cubicBezTo>
                  <a:pt x="1562115" y="430281"/>
                  <a:pt x="1562115" y="0"/>
                  <a:pt x="3124231" y="0"/>
                </a:cubicBezTo>
                <a:lnTo>
                  <a:pt x="3124231" y="364613"/>
                </a:lnTo>
                <a:cubicBezTo>
                  <a:pt x="1562115" y="364613"/>
                  <a:pt x="1562115" y="794895"/>
                  <a:pt x="0" y="794895"/>
                </a:cubicBezTo>
                <a:lnTo>
                  <a:pt x="0" y="430281"/>
                </a:lnTo>
                <a:close/>
              </a:path>
            </a:pathLst>
          </a:custGeom>
          <a:solidFill xmlns:a="http://schemas.openxmlformats.org/drawingml/2006/main">
            <a:srgbClr val="8470FF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A1E311-F4BA-446C-9FC0-BB19C52E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17" y="2062682"/>
            <a:ext cx="3124231" cy="241311"/>
          </a:xfrm>
          <a:custGeom xmlns:a="http://schemas.openxmlformats.org/drawingml/2006/main">
            <a:pathLst>
              <a:path w="3124231" h="241311">
                <a:moveTo>
                  <a:pt x="0" y="0"/>
                </a:moveTo>
                <a:cubicBezTo>
                  <a:pt x="1562115" y="0"/>
                  <a:pt x="1562115" y="145527"/>
                  <a:pt x="3124231" y="145527"/>
                </a:cubicBezTo>
                <a:lnTo>
                  <a:pt x="3124231" y="241311"/>
                </a:lnTo>
                <a:cubicBezTo>
                  <a:pt x="1562115" y="241311"/>
                  <a:pt x="1562115" y="95790"/>
                  <a:pt x="0" y="9579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470FF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324949-98A6-41F0-B1F0-32AFD590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17" y="2158470"/>
            <a:ext cx="3124231" cy="733356"/>
          </a:xfrm>
          <a:custGeom xmlns:a="http://schemas.openxmlformats.org/drawingml/2006/main">
            <a:pathLst>
              <a:path w="3124231" h="733356">
                <a:moveTo>
                  <a:pt x="0" y="0"/>
                </a:moveTo>
                <a:cubicBezTo>
                  <a:pt x="1562115" y="0"/>
                  <a:pt x="1562115" y="551052"/>
                  <a:pt x="3124231" y="551052"/>
                </a:cubicBezTo>
                <a:lnTo>
                  <a:pt x="3124231" y="733356"/>
                </a:lnTo>
                <a:cubicBezTo>
                  <a:pt x="1562115" y="733356"/>
                  <a:pt x="1562115" y="182310"/>
                  <a:pt x="0" y="18231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470FF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3BD606-8414-4FB6-A31C-C464C8DD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17" y="2340778"/>
            <a:ext cx="3124231" cy="905481"/>
          </a:xfrm>
          <a:custGeom xmlns:a="http://schemas.openxmlformats.org/drawingml/2006/main">
            <a:pathLst>
              <a:path w="3124231" h="905481">
                <a:moveTo>
                  <a:pt x="0" y="0"/>
                </a:moveTo>
                <a:cubicBezTo>
                  <a:pt x="1562115" y="0"/>
                  <a:pt x="1562115" y="852949"/>
                  <a:pt x="3124231" y="852949"/>
                </a:cubicBezTo>
                <a:lnTo>
                  <a:pt x="3124231" y="905481"/>
                </a:lnTo>
                <a:cubicBezTo>
                  <a:pt x="1562115" y="905481"/>
                  <a:pt x="1562115" y="52531"/>
                  <a:pt x="0" y="52531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470FF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7C45E9-F230-4AD1-8E27-28003909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17" y="2393306"/>
            <a:ext cx="3124231" cy="1333994"/>
          </a:xfrm>
          <a:custGeom xmlns:a="http://schemas.openxmlformats.org/drawingml/2006/main">
            <a:pathLst>
              <a:path w="3124231" h="1333994">
                <a:moveTo>
                  <a:pt x="0" y="0"/>
                </a:moveTo>
                <a:cubicBezTo>
                  <a:pt x="1562115" y="0"/>
                  <a:pt x="1562115" y="1157865"/>
                  <a:pt x="3124231" y="1157865"/>
                </a:cubicBezTo>
                <a:lnTo>
                  <a:pt x="3124231" y="1333994"/>
                </a:lnTo>
                <a:cubicBezTo>
                  <a:pt x="1562115" y="1333994"/>
                  <a:pt x="1562115" y="176129"/>
                  <a:pt x="0" y="176129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470FF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41E2A4-6232-45CC-B33A-EC18AFDC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17" y="657806"/>
            <a:ext cx="3124231" cy="2152468"/>
          </a:xfrm>
          <a:custGeom xmlns:a="http://schemas.openxmlformats.org/drawingml/2006/main">
            <a:pathLst>
              <a:path w="3124231" h="2152468">
                <a:moveTo>
                  <a:pt x="0" y="2004152"/>
                </a:moveTo>
                <a:cubicBezTo>
                  <a:pt x="1562115" y="2004152"/>
                  <a:pt x="1562115" y="0"/>
                  <a:pt x="3124231" y="0"/>
                </a:cubicBezTo>
                <a:lnTo>
                  <a:pt x="3124231" y="148315"/>
                </a:lnTo>
                <a:cubicBezTo>
                  <a:pt x="1562115" y="148315"/>
                  <a:pt x="1562115" y="2152468"/>
                  <a:pt x="0" y="2152468"/>
                </a:cubicBezTo>
                <a:lnTo>
                  <a:pt x="0" y="2004152"/>
                </a:lnTo>
                <a:close/>
              </a:path>
            </a:pathLst>
          </a:custGeom>
          <a:solidFill xmlns:a="http://schemas.openxmlformats.org/drawingml/2006/main">
            <a:srgbClr val="FF4500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8F016E-8CE4-4EA9-B9E8-3A46CA35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17" y="1632403"/>
            <a:ext cx="3124231" cy="1483781"/>
          </a:xfrm>
          <a:custGeom xmlns:a="http://schemas.openxmlformats.org/drawingml/2006/main">
            <a:pathLst>
              <a:path w="3124231" h="1483781">
                <a:moveTo>
                  <a:pt x="0" y="1177874"/>
                </a:moveTo>
                <a:cubicBezTo>
                  <a:pt x="1562115" y="1177874"/>
                  <a:pt x="1562115" y="0"/>
                  <a:pt x="3124231" y="0"/>
                </a:cubicBezTo>
                <a:lnTo>
                  <a:pt x="3124231" y="305901"/>
                </a:lnTo>
                <a:cubicBezTo>
                  <a:pt x="1562115" y="305901"/>
                  <a:pt x="1562115" y="1483781"/>
                  <a:pt x="0" y="1483781"/>
                </a:cubicBezTo>
                <a:lnTo>
                  <a:pt x="0" y="1177874"/>
                </a:lnTo>
                <a:close/>
              </a:path>
            </a:pathLst>
          </a:custGeom>
          <a:solidFill xmlns:a="http://schemas.openxmlformats.org/drawingml/2006/main">
            <a:srgbClr val="FF4500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7C0AB0-6774-4B1A-A874-734D429C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17" y="2303993"/>
            <a:ext cx="3124231" cy="867810"/>
          </a:xfrm>
          <a:custGeom xmlns:a="http://schemas.openxmlformats.org/drawingml/2006/main">
            <a:pathLst>
              <a:path w="3124231" h="867810">
                <a:moveTo>
                  <a:pt x="0" y="812189"/>
                </a:moveTo>
                <a:cubicBezTo>
                  <a:pt x="1562115" y="812189"/>
                  <a:pt x="1562115" y="0"/>
                  <a:pt x="3124231" y="0"/>
                </a:cubicBezTo>
                <a:lnTo>
                  <a:pt x="3124231" y="55622"/>
                </a:lnTo>
                <a:cubicBezTo>
                  <a:pt x="1562115" y="55622"/>
                  <a:pt x="1562115" y="867810"/>
                  <a:pt x="0" y="867810"/>
                </a:cubicBezTo>
                <a:lnTo>
                  <a:pt x="0" y="812189"/>
                </a:lnTo>
                <a:close/>
              </a:path>
            </a:pathLst>
          </a:custGeom>
          <a:solidFill xmlns:a="http://schemas.openxmlformats.org/drawingml/2006/main">
            <a:srgbClr val="FF4500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9FDB67-2DF5-4292-A1FE-F56A6A2E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17" y="2891826"/>
            <a:ext cx="3124231" cy="366494"/>
          </a:xfrm>
          <a:custGeom xmlns:a="http://schemas.openxmlformats.org/drawingml/2006/main">
            <a:pathLst>
              <a:path w="3124231" h="366494">
                <a:moveTo>
                  <a:pt x="0" y="279974"/>
                </a:moveTo>
                <a:cubicBezTo>
                  <a:pt x="1562115" y="279974"/>
                  <a:pt x="1562115" y="0"/>
                  <a:pt x="3124231" y="0"/>
                </a:cubicBezTo>
                <a:lnTo>
                  <a:pt x="3124231" y="86519"/>
                </a:lnTo>
                <a:cubicBezTo>
                  <a:pt x="1562115" y="86519"/>
                  <a:pt x="1562115" y="366494"/>
                  <a:pt x="0" y="366494"/>
                </a:cubicBezTo>
                <a:lnTo>
                  <a:pt x="0" y="279974"/>
                </a:lnTo>
                <a:close/>
              </a:path>
            </a:pathLst>
          </a:custGeom>
          <a:solidFill xmlns:a="http://schemas.openxmlformats.org/drawingml/2006/main">
            <a:srgbClr val="FF4500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62CFD4-6469-42A6-AF6F-4A1358B4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17" y="3246253"/>
            <a:ext cx="3124231" cy="46054"/>
          </a:xfrm>
          <a:custGeom xmlns:a="http://schemas.openxmlformats.org/drawingml/2006/main">
            <a:pathLst>
              <a:path w="3124231" h="46054">
                <a:moveTo>
                  <a:pt x="0" y="12066"/>
                </a:moveTo>
                <a:cubicBezTo>
                  <a:pt x="1562115" y="12066"/>
                  <a:pt x="1562115" y="0"/>
                  <a:pt x="3124231" y="0"/>
                </a:cubicBezTo>
                <a:lnTo>
                  <a:pt x="3124231" y="33995"/>
                </a:lnTo>
                <a:cubicBezTo>
                  <a:pt x="1562115" y="33995"/>
                  <a:pt x="1562115" y="46054"/>
                  <a:pt x="0" y="46054"/>
                </a:cubicBezTo>
                <a:lnTo>
                  <a:pt x="0" y="12066"/>
                </a:lnTo>
                <a:close/>
              </a:path>
            </a:pathLst>
          </a:custGeom>
          <a:solidFill xmlns:a="http://schemas.openxmlformats.org/drawingml/2006/main">
            <a:srgbClr val="FF4500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E48930-A466-4EF8-B92A-3F5236A7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17" y="3292309"/>
            <a:ext cx="3124231" cy="496792"/>
          </a:xfrm>
          <a:custGeom xmlns:a="http://schemas.openxmlformats.org/drawingml/2006/main">
            <a:pathLst>
              <a:path w="3124231" h="496792">
                <a:moveTo>
                  <a:pt x="0" y="0"/>
                </a:moveTo>
                <a:cubicBezTo>
                  <a:pt x="1562115" y="0"/>
                  <a:pt x="1562115" y="434990"/>
                  <a:pt x="3124231" y="434990"/>
                </a:cubicBezTo>
                <a:lnTo>
                  <a:pt x="3124231" y="496792"/>
                </a:lnTo>
                <a:cubicBezTo>
                  <a:pt x="1562115" y="496792"/>
                  <a:pt x="1562115" y="61795"/>
                  <a:pt x="0" y="61795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4500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D03754-A3A6-49DF-A4A7-3DE0D38C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370440"/>
            <a:ext cx="3189333" cy="315731"/>
          </a:xfrm>
          <a:custGeom xmlns:a="http://schemas.openxmlformats.org/drawingml/2006/main">
            <a:pathLst>
              <a:path w="3189333" h="315731">
                <a:moveTo>
                  <a:pt x="0" y="0"/>
                </a:moveTo>
                <a:cubicBezTo>
                  <a:pt x="1594667" y="0"/>
                  <a:pt x="1594667" y="306460"/>
                  <a:pt x="3189333" y="306460"/>
                </a:cubicBezTo>
                <a:lnTo>
                  <a:pt x="3189333" y="315731"/>
                </a:lnTo>
                <a:cubicBezTo>
                  <a:pt x="1594667" y="315731"/>
                  <a:pt x="1594667" y="9271"/>
                  <a:pt x="0" y="9271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D5555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7AB1CA-4F57-47BB-B3D3-5427FD29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524937"/>
            <a:ext cx="3189333" cy="852877"/>
          </a:xfrm>
          <a:custGeom xmlns:a="http://schemas.openxmlformats.org/drawingml/2006/main">
            <a:pathLst>
              <a:path w="3189333" h="852877">
                <a:moveTo>
                  <a:pt x="0" y="0"/>
                </a:moveTo>
                <a:cubicBezTo>
                  <a:pt x="1594667" y="0"/>
                  <a:pt x="1594667" y="834334"/>
                  <a:pt x="3189333" y="834334"/>
                </a:cubicBezTo>
                <a:lnTo>
                  <a:pt x="3189333" y="852877"/>
                </a:lnTo>
                <a:cubicBezTo>
                  <a:pt x="1594667" y="852877"/>
                  <a:pt x="1594667" y="18542"/>
                  <a:pt x="0" y="18542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D5555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F3375C-670F-43EB-93AF-361162CC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701065"/>
            <a:ext cx="3189333" cy="1710462"/>
          </a:xfrm>
          <a:custGeom xmlns:a="http://schemas.openxmlformats.org/drawingml/2006/main">
            <a:pathLst>
              <a:path w="3189333" h="1710462">
                <a:moveTo>
                  <a:pt x="0" y="0"/>
                </a:moveTo>
                <a:cubicBezTo>
                  <a:pt x="1594667" y="0"/>
                  <a:pt x="1594667" y="1651750"/>
                  <a:pt x="3189333" y="1651750"/>
                </a:cubicBezTo>
                <a:lnTo>
                  <a:pt x="3189333" y="1710462"/>
                </a:lnTo>
                <a:cubicBezTo>
                  <a:pt x="1594667" y="1710462"/>
                  <a:pt x="1594667" y="58712"/>
                  <a:pt x="0" y="58712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D5555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0B876D-7930-4B8E-B02E-BFF03BA2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691795"/>
            <a:ext cx="3189333" cy="1412714"/>
          </a:xfrm>
          <a:custGeom xmlns:a="http://schemas.openxmlformats.org/drawingml/2006/main">
            <a:pathLst>
              <a:path w="3189333" h="1412714">
                <a:moveTo>
                  <a:pt x="0" y="0"/>
                </a:moveTo>
                <a:cubicBezTo>
                  <a:pt x="1594667" y="0"/>
                  <a:pt x="1594667" y="1409623"/>
                  <a:pt x="3189333" y="1409623"/>
                </a:cubicBezTo>
                <a:lnTo>
                  <a:pt x="3189333" y="1412714"/>
                </a:lnTo>
                <a:cubicBezTo>
                  <a:pt x="1594667" y="1412714"/>
                  <a:pt x="1594667" y="3090"/>
                  <a:pt x="0" y="309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D5555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4F757F-DAB1-4217-954D-B909514F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691795"/>
            <a:ext cx="3189333" cy="1412714"/>
          </a:xfrm>
          <a:custGeom xmlns:a="http://schemas.openxmlformats.org/drawingml/2006/main">
            <a:pathLst>
              <a:path w="3189333" h="1412714" fill="none">
                <a:moveTo>
                  <a:pt x="0" y="0"/>
                </a:moveTo>
                <a:cubicBezTo>
                  <a:pt x="1594666" y="0"/>
                  <a:pt x="1594666" y="1409624"/>
                  <a:pt x="3189333" y="1409624"/>
                </a:cubicBezTo>
                <a:lnTo>
                  <a:pt x="3189333" y="1412714"/>
                </a:lnTo>
                <a:cubicBezTo>
                  <a:pt x="1594666" y="1412714"/>
                  <a:pt x="1594666" y="3090"/>
                  <a:pt x="0" y="3090"/>
                </a:cubicBez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76" cap="flat">
            <a:solidFill>
              <a:srgbClr val="CD5555">
                <a:alpha val="50200"/>
              </a:srgbClr>
            </a:solidFill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81BFBA-4692-4114-A842-2F3A918C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831402"/>
            <a:ext cx="3189333" cy="247899"/>
          </a:xfrm>
          <a:custGeom xmlns:a="http://schemas.openxmlformats.org/drawingml/2006/main">
            <a:pathLst>
              <a:path w="3189333" h="247899">
                <a:moveTo>
                  <a:pt x="0" y="195369"/>
                </a:moveTo>
                <a:cubicBezTo>
                  <a:pt x="1594667" y="195369"/>
                  <a:pt x="1594667" y="0"/>
                  <a:pt x="3189333" y="0"/>
                </a:cubicBezTo>
                <a:lnTo>
                  <a:pt x="3189333" y="52524"/>
                </a:lnTo>
                <a:cubicBezTo>
                  <a:pt x="1594667" y="52524"/>
                  <a:pt x="1594667" y="247899"/>
                  <a:pt x="0" y="247899"/>
                </a:cubicBezTo>
                <a:lnTo>
                  <a:pt x="0" y="195369"/>
                </a:lnTo>
                <a:close/>
              </a:path>
            </a:pathLst>
          </a:custGeom>
          <a:solidFill xmlns:a="http://schemas.openxmlformats.org/drawingml/2006/main">
            <a:srgbClr val="EEB422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9FEFB4-D185-4D1F-AB2A-837F673B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1348125"/>
            <a:ext cx="3189333" cy="227444"/>
          </a:xfrm>
          <a:custGeom xmlns:a="http://schemas.openxmlformats.org/drawingml/2006/main">
            <a:pathLst>
              <a:path w="3189333" h="227444">
                <a:moveTo>
                  <a:pt x="0" y="0"/>
                </a:moveTo>
                <a:cubicBezTo>
                  <a:pt x="1594667" y="0"/>
                  <a:pt x="1594667" y="178003"/>
                  <a:pt x="3189333" y="178003"/>
                </a:cubicBezTo>
                <a:lnTo>
                  <a:pt x="3189333" y="227444"/>
                </a:lnTo>
                <a:cubicBezTo>
                  <a:pt x="1594667" y="227444"/>
                  <a:pt x="1594667" y="49441"/>
                  <a:pt x="0" y="49441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B422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846556-90EE-455A-B233-864B4A28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1691109"/>
            <a:ext cx="3189333" cy="902725"/>
          </a:xfrm>
          <a:custGeom xmlns:a="http://schemas.openxmlformats.org/drawingml/2006/main">
            <a:pathLst>
              <a:path w="3189333" h="902725">
                <a:moveTo>
                  <a:pt x="0" y="0"/>
                </a:moveTo>
                <a:cubicBezTo>
                  <a:pt x="1594667" y="0"/>
                  <a:pt x="1594667" y="766766"/>
                  <a:pt x="3189333" y="766766"/>
                </a:cubicBezTo>
                <a:lnTo>
                  <a:pt x="3189333" y="902725"/>
                </a:lnTo>
                <a:cubicBezTo>
                  <a:pt x="1594667" y="902725"/>
                  <a:pt x="1594667" y="135960"/>
                  <a:pt x="0" y="13596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B422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1F891E-629E-4FCE-A4C2-86300D1B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1688019"/>
            <a:ext cx="3189333" cy="419577"/>
          </a:xfrm>
          <a:custGeom xmlns:a="http://schemas.openxmlformats.org/drawingml/2006/main">
            <a:pathLst>
              <a:path w="3189333" h="419577">
                <a:moveTo>
                  <a:pt x="0" y="0"/>
                </a:moveTo>
                <a:cubicBezTo>
                  <a:pt x="1594667" y="0"/>
                  <a:pt x="1594667" y="416486"/>
                  <a:pt x="3189333" y="416486"/>
                </a:cubicBezTo>
                <a:lnTo>
                  <a:pt x="3189333" y="419577"/>
                </a:lnTo>
                <a:cubicBezTo>
                  <a:pt x="1594667" y="419577"/>
                  <a:pt x="1594667" y="3090"/>
                  <a:pt x="0" y="309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B422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D9A9CD-29CE-4406-94DD-71C39848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1688019"/>
            <a:ext cx="3189333" cy="419577"/>
          </a:xfrm>
          <a:custGeom xmlns:a="http://schemas.openxmlformats.org/drawingml/2006/main">
            <a:pathLst>
              <a:path w="3189333" h="419577" fill="none">
                <a:moveTo>
                  <a:pt x="0" y="0"/>
                </a:moveTo>
                <a:cubicBezTo>
                  <a:pt x="1594666" y="0"/>
                  <a:pt x="1594666" y="416487"/>
                  <a:pt x="3189333" y="416487"/>
                </a:cubicBezTo>
                <a:lnTo>
                  <a:pt x="3189333" y="419577"/>
                </a:lnTo>
                <a:cubicBezTo>
                  <a:pt x="1594666" y="419577"/>
                  <a:pt x="1594666" y="3090"/>
                  <a:pt x="0" y="3090"/>
                </a:cubicBez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76" cap="flat">
            <a:solidFill>
              <a:srgbClr val="EEB422">
                <a:alpha val="50200"/>
              </a:srgbClr>
            </a:solidFill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B5309C-F0E5-4AAE-B7E2-7F59DA0B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1152753"/>
            <a:ext cx="3189333" cy="990566"/>
          </a:xfrm>
          <a:custGeom xmlns:a="http://schemas.openxmlformats.org/drawingml/2006/main">
            <a:pathLst>
              <a:path w="3189333" h="990566">
                <a:moveTo>
                  <a:pt x="0" y="978205"/>
                </a:moveTo>
                <a:cubicBezTo>
                  <a:pt x="1594667" y="978205"/>
                  <a:pt x="1594667" y="0"/>
                  <a:pt x="3189333" y="0"/>
                </a:cubicBezTo>
                <a:lnTo>
                  <a:pt x="3189333" y="12362"/>
                </a:lnTo>
                <a:cubicBezTo>
                  <a:pt x="1594667" y="12362"/>
                  <a:pt x="1594667" y="990566"/>
                  <a:pt x="0" y="990566"/>
                </a:cubicBezTo>
                <a:lnTo>
                  <a:pt x="0" y="978205"/>
                </a:lnTo>
                <a:close/>
              </a:path>
            </a:pathLst>
          </a:custGeom>
          <a:solidFill xmlns:a="http://schemas.openxmlformats.org/drawingml/2006/main">
            <a:srgbClr val="C1FFC1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050261-A856-45C3-BB85-0A16ADE9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1866025"/>
            <a:ext cx="3189333" cy="332913"/>
          </a:xfrm>
          <a:custGeom xmlns:a="http://schemas.openxmlformats.org/drawingml/2006/main">
            <a:pathLst>
              <a:path w="3189333" h="332913">
                <a:moveTo>
                  <a:pt x="0" y="317461"/>
                </a:moveTo>
                <a:cubicBezTo>
                  <a:pt x="1594667" y="317461"/>
                  <a:pt x="1594667" y="0"/>
                  <a:pt x="3189333" y="0"/>
                </a:cubicBezTo>
                <a:lnTo>
                  <a:pt x="3189333" y="15453"/>
                </a:lnTo>
                <a:cubicBezTo>
                  <a:pt x="1594667" y="15453"/>
                  <a:pt x="1594667" y="332913"/>
                  <a:pt x="0" y="332913"/>
                </a:cubicBezTo>
                <a:lnTo>
                  <a:pt x="0" y="317461"/>
                </a:lnTo>
                <a:close/>
              </a:path>
            </a:pathLst>
          </a:custGeom>
          <a:solidFill xmlns:a="http://schemas.openxmlformats.org/drawingml/2006/main">
            <a:srgbClr val="C1FFC1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73FA25-2237-4A82-8811-DD0514E3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2245285"/>
            <a:ext cx="3189333" cy="503046"/>
          </a:xfrm>
          <a:custGeom xmlns:a="http://schemas.openxmlformats.org/drawingml/2006/main">
            <a:pathLst>
              <a:path w="3189333" h="503046">
                <a:moveTo>
                  <a:pt x="0" y="0"/>
                </a:moveTo>
                <a:cubicBezTo>
                  <a:pt x="1594667" y="0"/>
                  <a:pt x="1594667" y="459786"/>
                  <a:pt x="3189333" y="459786"/>
                </a:cubicBezTo>
                <a:lnTo>
                  <a:pt x="3189333" y="503046"/>
                </a:lnTo>
                <a:cubicBezTo>
                  <a:pt x="1594667" y="503046"/>
                  <a:pt x="1594667" y="43260"/>
                  <a:pt x="0" y="4326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1FFC1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534D80-8D69-438C-8978-B90CFBE0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2107598"/>
            <a:ext cx="3189333" cy="137689"/>
          </a:xfrm>
          <a:custGeom xmlns:a="http://schemas.openxmlformats.org/drawingml/2006/main">
            <a:pathLst>
              <a:path w="3189333" h="137689">
                <a:moveTo>
                  <a:pt x="0" y="131509"/>
                </a:moveTo>
                <a:cubicBezTo>
                  <a:pt x="1594667" y="131509"/>
                  <a:pt x="1594667" y="0"/>
                  <a:pt x="3189333" y="0"/>
                </a:cubicBezTo>
                <a:lnTo>
                  <a:pt x="3189333" y="6181"/>
                </a:lnTo>
                <a:cubicBezTo>
                  <a:pt x="1594667" y="6181"/>
                  <a:pt x="1594667" y="137689"/>
                  <a:pt x="0" y="137689"/>
                </a:cubicBezTo>
                <a:lnTo>
                  <a:pt x="0" y="131509"/>
                </a:lnTo>
                <a:close/>
              </a:path>
            </a:pathLst>
          </a:custGeom>
          <a:solidFill xmlns:a="http://schemas.openxmlformats.org/drawingml/2006/main">
            <a:srgbClr val="C1FFC1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3B1EF1-E41D-46B9-A98C-FF8BCAA7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2107598"/>
            <a:ext cx="3189333" cy="137689"/>
          </a:xfrm>
          <a:custGeom xmlns:a="http://schemas.openxmlformats.org/drawingml/2006/main">
            <a:pathLst>
              <a:path w="3189333" h="137689" fill="none">
                <a:moveTo>
                  <a:pt x="0" y="131508"/>
                </a:moveTo>
                <a:cubicBezTo>
                  <a:pt x="1594666" y="131508"/>
                  <a:pt x="1594666" y="0"/>
                  <a:pt x="3189333" y="0"/>
                </a:cubicBezTo>
                <a:lnTo>
                  <a:pt x="3189333" y="6181"/>
                </a:lnTo>
                <a:cubicBezTo>
                  <a:pt x="1594666" y="6181"/>
                  <a:pt x="1594666" y="137689"/>
                  <a:pt x="0" y="137689"/>
                </a:cubicBezTo>
                <a:lnTo>
                  <a:pt x="0" y="1315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76" cap="flat">
            <a:solidFill>
              <a:srgbClr val="C1FFC1">
                <a:alpha val="50200"/>
              </a:srgbClr>
            </a:solidFill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BB2C5A-8F4A-47F5-AD7E-16EAF7B7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1205285"/>
            <a:ext cx="3189333" cy="1377549"/>
          </a:xfrm>
          <a:custGeom xmlns:a="http://schemas.openxmlformats.org/drawingml/2006/main">
            <a:pathLst>
              <a:path w="3189333" h="1377549">
                <a:moveTo>
                  <a:pt x="0" y="1359006"/>
                </a:moveTo>
                <a:cubicBezTo>
                  <a:pt x="1594667" y="1359006"/>
                  <a:pt x="1594667" y="0"/>
                  <a:pt x="3189333" y="0"/>
                </a:cubicBezTo>
                <a:lnTo>
                  <a:pt x="3189333" y="18536"/>
                </a:lnTo>
                <a:cubicBezTo>
                  <a:pt x="1594667" y="18536"/>
                  <a:pt x="1594667" y="1377549"/>
                  <a:pt x="0" y="1377549"/>
                </a:cubicBezTo>
                <a:lnTo>
                  <a:pt x="0" y="1359006"/>
                </a:lnTo>
                <a:close/>
              </a:path>
            </a:pathLst>
          </a:custGeom>
          <a:solidFill xmlns:a="http://schemas.openxmlformats.org/drawingml/2006/main">
            <a:srgbClr val="FF7F50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9FA01D-A2AD-41E5-9429-C2E38B67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1921641"/>
            <a:ext cx="3189333" cy="732258"/>
          </a:xfrm>
          <a:custGeom xmlns:a="http://schemas.openxmlformats.org/drawingml/2006/main">
            <a:pathLst>
              <a:path w="3189333" h="732258">
                <a:moveTo>
                  <a:pt x="0" y="701360"/>
                </a:moveTo>
                <a:cubicBezTo>
                  <a:pt x="1594667" y="701360"/>
                  <a:pt x="1594667" y="0"/>
                  <a:pt x="3189333" y="0"/>
                </a:cubicBezTo>
                <a:lnTo>
                  <a:pt x="3189333" y="30905"/>
                </a:lnTo>
                <a:cubicBezTo>
                  <a:pt x="1594667" y="30905"/>
                  <a:pt x="1594667" y="732258"/>
                  <a:pt x="0" y="732258"/>
                </a:cubicBezTo>
                <a:lnTo>
                  <a:pt x="0" y="701360"/>
                </a:lnTo>
                <a:close/>
              </a:path>
            </a:pathLst>
          </a:custGeom>
          <a:solidFill xmlns:a="http://schemas.openxmlformats.org/drawingml/2006/main">
            <a:srgbClr val="FF7F50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2B04D5-CE62-499D-9E25-61067BA7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2706429"/>
            <a:ext cx="3189333" cy="208757"/>
          </a:xfrm>
          <a:custGeom xmlns:a="http://schemas.openxmlformats.org/drawingml/2006/main">
            <a:pathLst>
              <a:path w="3189333" h="208757">
                <a:moveTo>
                  <a:pt x="0" y="0"/>
                </a:moveTo>
                <a:cubicBezTo>
                  <a:pt x="1594667" y="0"/>
                  <a:pt x="1594667" y="112965"/>
                  <a:pt x="3189333" y="112965"/>
                </a:cubicBezTo>
                <a:lnTo>
                  <a:pt x="3189333" y="208757"/>
                </a:lnTo>
                <a:cubicBezTo>
                  <a:pt x="1594667" y="208757"/>
                  <a:pt x="1594667" y="95790"/>
                  <a:pt x="0" y="9579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50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6CAD00-4530-44CD-B006-416BEDE6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2005075"/>
            <a:ext cx="3189333" cy="1163933"/>
          </a:xfrm>
          <a:custGeom xmlns:a="http://schemas.openxmlformats.org/drawingml/2006/main">
            <a:pathLst>
              <a:path w="3189333" h="1163933">
                <a:moveTo>
                  <a:pt x="0" y="1157753"/>
                </a:moveTo>
                <a:cubicBezTo>
                  <a:pt x="1594667" y="1157753"/>
                  <a:pt x="1594667" y="0"/>
                  <a:pt x="3189333" y="0"/>
                </a:cubicBezTo>
                <a:lnTo>
                  <a:pt x="3189333" y="6181"/>
                </a:lnTo>
                <a:cubicBezTo>
                  <a:pt x="1594667" y="6181"/>
                  <a:pt x="1594667" y="1163933"/>
                  <a:pt x="0" y="1163933"/>
                </a:cubicBezTo>
                <a:lnTo>
                  <a:pt x="0" y="1157753"/>
                </a:lnTo>
                <a:close/>
              </a:path>
            </a:pathLst>
          </a:custGeom>
          <a:solidFill xmlns:a="http://schemas.openxmlformats.org/drawingml/2006/main">
            <a:srgbClr val="FFFF00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3B34DD-1DDB-46E7-936B-AFED896B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2005075"/>
            <a:ext cx="3189333" cy="1163933"/>
          </a:xfrm>
          <a:custGeom xmlns:a="http://schemas.openxmlformats.org/drawingml/2006/main">
            <a:pathLst>
              <a:path w="3189333" h="1163933" fill="none">
                <a:moveTo>
                  <a:pt x="0" y="1157753"/>
                </a:moveTo>
                <a:cubicBezTo>
                  <a:pt x="1594666" y="1157753"/>
                  <a:pt x="1594666" y="0"/>
                  <a:pt x="3189333" y="0"/>
                </a:cubicBezTo>
                <a:lnTo>
                  <a:pt x="3189333" y="6181"/>
                </a:lnTo>
                <a:cubicBezTo>
                  <a:pt x="1594666" y="6181"/>
                  <a:pt x="1594666" y="1163933"/>
                  <a:pt x="0" y="1163933"/>
                </a:cubicBezTo>
                <a:lnTo>
                  <a:pt x="0" y="115775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76" cap="flat">
            <a:solidFill>
              <a:srgbClr val="FFFF00">
                <a:alpha val="50200"/>
              </a:srgbClr>
            </a:solidFill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C6D24B-20B7-483E-AFEB-AF4321D5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3091315"/>
            <a:ext cx="3189333" cy="127130"/>
          </a:xfrm>
          <a:custGeom xmlns:a="http://schemas.openxmlformats.org/drawingml/2006/main">
            <a:pathLst>
              <a:path w="3189333" h="127130">
                <a:moveTo>
                  <a:pt x="0" y="99322"/>
                </a:moveTo>
                <a:cubicBezTo>
                  <a:pt x="1594667" y="99322"/>
                  <a:pt x="1594667" y="0"/>
                  <a:pt x="3189333" y="0"/>
                </a:cubicBezTo>
                <a:lnTo>
                  <a:pt x="3189333" y="27807"/>
                </a:lnTo>
                <a:cubicBezTo>
                  <a:pt x="1594667" y="27807"/>
                  <a:pt x="1594667" y="127130"/>
                  <a:pt x="0" y="127130"/>
                </a:cubicBezTo>
                <a:lnTo>
                  <a:pt x="0" y="99322"/>
                </a:lnTo>
                <a:close/>
              </a:path>
            </a:pathLst>
          </a:custGeom>
          <a:solidFill xmlns:a="http://schemas.openxmlformats.org/drawingml/2006/main">
            <a:srgbClr val="FFFF00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F40F97-35BA-46B0-94E0-6745F651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2113776"/>
            <a:ext cx="3189333" cy="1073771"/>
          </a:xfrm>
          <a:custGeom xmlns:a="http://schemas.openxmlformats.org/drawingml/2006/main">
            <a:pathLst>
              <a:path w="3189333" h="1073771">
                <a:moveTo>
                  <a:pt x="0" y="1070681"/>
                </a:moveTo>
                <a:cubicBezTo>
                  <a:pt x="1594667" y="1070681"/>
                  <a:pt x="1594667" y="0"/>
                  <a:pt x="3189333" y="0"/>
                </a:cubicBezTo>
                <a:lnTo>
                  <a:pt x="3189333" y="3090"/>
                </a:lnTo>
                <a:cubicBezTo>
                  <a:pt x="1594667" y="3090"/>
                  <a:pt x="1594667" y="1073771"/>
                  <a:pt x="0" y="1073771"/>
                </a:cubicBezTo>
                <a:lnTo>
                  <a:pt x="0" y="1070681"/>
                </a:lnTo>
                <a:close/>
              </a:path>
            </a:pathLst>
          </a:custGeom>
          <a:solidFill xmlns:a="http://schemas.openxmlformats.org/drawingml/2006/main">
            <a:srgbClr val="FFFF00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9CB729-DE6C-4969-A805-6CE1F520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2113776"/>
            <a:ext cx="3189333" cy="1073771"/>
          </a:xfrm>
          <a:custGeom xmlns:a="http://schemas.openxmlformats.org/drawingml/2006/main">
            <a:pathLst>
              <a:path w="3189333" h="1073771" fill="none">
                <a:moveTo>
                  <a:pt x="0" y="1070681"/>
                </a:moveTo>
                <a:cubicBezTo>
                  <a:pt x="1594666" y="1070681"/>
                  <a:pt x="1594666" y="0"/>
                  <a:pt x="3189333" y="0"/>
                </a:cubicBezTo>
                <a:lnTo>
                  <a:pt x="3189333" y="3090"/>
                </a:lnTo>
                <a:cubicBezTo>
                  <a:pt x="1594666" y="3090"/>
                  <a:pt x="1594666" y="1073771"/>
                  <a:pt x="0" y="1073771"/>
                </a:cubicBezTo>
                <a:lnTo>
                  <a:pt x="0" y="107068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76" cap="flat">
            <a:solidFill>
              <a:srgbClr val="FFFF00">
                <a:alpha val="50200"/>
              </a:srgbClr>
            </a:solidFill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F58061-864A-41CA-BFFC-6AAD7CC0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1270174"/>
            <a:ext cx="3189333" cy="2175942"/>
          </a:xfrm>
          <a:custGeom xmlns:a="http://schemas.openxmlformats.org/drawingml/2006/main">
            <a:pathLst>
              <a:path w="3189333" h="2175942">
                <a:moveTo>
                  <a:pt x="0" y="2166670"/>
                </a:moveTo>
                <a:cubicBezTo>
                  <a:pt x="1594667" y="2166670"/>
                  <a:pt x="1594667" y="0"/>
                  <a:pt x="3189333" y="0"/>
                </a:cubicBezTo>
                <a:lnTo>
                  <a:pt x="3189333" y="9264"/>
                </a:lnTo>
                <a:cubicBezTo>
                  <a:pt x="1594667" y="9264"/>
                  <a:pt x="1594667" y="2175942"/>
                  <a:pt x="0" y="2175942"/>
                </a:cubicBezTo>
                <a:lnTo>
                  <a:pt x="0" y="2166670"/>
                </a:lnTo>
                <a:close/>
              </a:path>
            </a:pathLst>
          </a:custGeom>
          <a:solidFill xmlns:a="http://schemas.openxmlformats.org/drawingml/2006/main">
            <a:srgbClr val="8B4789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870287-6331-49D6-BA89-3A3DE825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2026704"/>
            <a:ext cx="3189333" cy="1447222"/>
          </a:xfrm>
          <a:custGeom xmlns:a="http://schemas.openxmlformats.org/drawingml/2006/main">
            <a:pathLst>
              <a:path w="3189333" h="1447222">
                <a:moveTo>
                  <a:pt x="0" y="1428679"/>
                </a:moveTo>
                <a:cubicBezTo>
                  <a:pt x="1594667" y="1428679"/>
                  <a:pt x="1594667" y="0"/>
                  <a:pt x="3189333" y="0"/>
                </a:cubicBezTo>
                <a:lnTo>
                  <a:pt x="3189333" y="18536"/>
                </a:lnTo>
                <a:cubicBezTo>
                  <a:pt x="1594667" y="18536"/>
                  <a:pt x="1594667" y="1447222"/>
                  <a:pt x="0" y="1447222"/>
                </a:cubicBezTo>
                <a:lnTo>
                  <a:pt x="0" y="1428679"/>
                </a:lnTo>
                <a:close/>
              </a:path>
            </a:pathLst>
          </a:custGeom>
          <a:solidFill xmlns:a="http://schemas.openxmlformats.org/drawingml/2006/main">
            <a:srgbClr val="8B4789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14DFE3-A71C-4942-93A0-448726CD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3180922"/>
            <a:ext cx="3189333" cy="416599"/>
          </a:xfrm>
          <a:custGeom xmlns:a="http://schemas.openxmlformats.org/drawingml/2006/main">
            <a:pathLst>
              <a:path w="3189333" h="416599">
                <a:moveTo>
                  <a:pt x="0" y="336260"/>
                </a:moveTo>
                <a:cubicBezTo>
                  <a:pt x="1594667" y="336260"/>
                  <a:pt x="1594667" y="0"/>
                  <a:pt x="3189333" y="0"/>
                </a:cubicBezTo>
                <a:lnTo>
                  <a:pt x="3189333" y="80339"/>
                </a:lnTo>
                <a:cubicBezTo>
                  <a:pt x="1594667" y="80339"/>
                  <a:pt x="1594667" y="416599"/>
                  <a:pt x="0" y="416599"/>
                </a:cubicBezTo>
                <a:lnTo>
                  <a:pt x="0" y="336260"/>
                </a:lnTo>
                <a:close/>
              </a:path>
            </a:pathLst>
          </a:custGeom>
          <a:solidFill xmlns:a="http://schemas.openxmlformats.org/drawingml/2006/main">
            <a:srgbClr val="8B4789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CF80EF-6C27-45B8-A32D-AA5EC3D5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2116865"/>
            <a:ext cx="3189333" cy="1397229"/>
          </a:xfrm>
          <a:custGeom xmlns:a="http://schemas.openxmlformats.org/drawingml/2006/main">
            <a:pathLst>
              <a:path w="3189333" h="1397229">
                <a:moveTo>
                  <a:pt x="0" y="1391048"/>
                </a:moveTo>
                <a:cubicBezTo>
                  <a:pt x="1594667" y="1391048"/>
                  <a:pt x="1594667" y="0"/>
                  <a:pt x="3189333" y="0"/>
                </a:cubicBezTo>
                <a:lnTo>
                  <a:pt x="3189333" y="6181"/>
                </a:lnTo>
                <a:cubicBezTo>
                  <a:pt x="1594667" y="6181"/>
                  <a:pt x="1594667" y="1397229"/>
                  <a:pt x="0" y="1397229"/>
                </a:cubicBezTo>
                <a:lnTo>
                  <a:pt x="0" y="1391048"/>
                </a:lnTo>
                <a:close/>
              </a:path>
            </a:pathLst>
          </a:custGeom>
          <a:solidFill xmlns:a="http://schemas.openxmlformats.org/drawingml/2006/main">
            <a:srgbClr val="8B4789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752801-6BF5-42F7-9873-7BB3A6E4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2116865"/>
            <a:ext cx="3189333" cy="1397229"/>
          </a:xfrm>
          <a:custGeom xmlns:a="http://schemas.openxmlformats.org/drawingml/2006/main">
            <a:pathLst>
              <a:path w="3189333" h="1397229" fill="none">
                <a:moveTo>
                  <a:pt x="0" y="1391048"/>
                </a:moveTo>
                <a:cubicBezTo>
                  <a:pt x="1594666" y="1391048"/>
                  <a:pt x="1594666" y="0"/>
                  <a:pt x="3189333" y="0"/>
                </a:cubicBezTo>
                <a:lnTo>
                  <a:pt x="3189333" y="6181"/>
                </a:lnTo>
                <a:cubicBezTo>
                  <a:pt x="1594666" y="6181"/>
                  <a:pt x="1594666" y="1397229"/>
                  <a:pt x="0" y="1397229"/>
                </a:cubicBezTo>
                <a:lnTo>
                  <a:pt x="0" y="139104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76" cap="flat">
            <a:solidFill>
              <a:srgbClr val="8B4789">
                <a:alpha val="50200"/>
              </a:srgbClr>
            </a:solidFill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02131C-FA30-4F63-B7F6-81B72581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379711"/>
            <a:ext cx="3189333" cy="392979"/>
          </a:xfrm>
          <a:custGeom xmlns:a="http://schemas.openxmlformats.org/drawingml/2006/main">
            <a:pathLst>
              <a:path w="3189333" h="392979">
                <a:moveTo>
                  <a:pt x="0" y="0"/>
                </a:moveTo>
                <a:cubicBezTo>
                  <a:pt x="1594667" y="0"/>
                  <a:pt x="1594667" y="306460"/>
                  <a:pt x="3189333" y="306460"/>
                </a:cubicBezTo>
                <a:lnTo>
                  <a:pt x="3189333" y="392979"/>
                </a:lnTo>
                <a:cubicBezTo>
                  <a:pt x="1594667" y="392979"/>
                  <a:pt x="1594667" y="86519"/>
                  <a:pt x="0" y="86519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D5555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284FF5-E3DE-43A5-99CA-16A376D7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543477"/>
            <a:ext cx="3189333" cy="920854"/>
          </a:xfrm>
          <a:custGeom xmlns:a="http://schemas.openxmlformats.org/drawingml/2006/main">
            <a:pathLst>
              <a:path w="3189333" h="920854">
                <a:moveTo>
                  <a:pt x="0" y="0"/>
                </a:moveTo>
                <a:cubicBezTo>
                  <a:pt x="1594667" y="0"/>
                  <a:pt x="1594667" y="834334"/>
                  <a:pt x="3189333" y="834334"/>
                </a:cubicBezTo>
                <a:lnTo>
                  <a:pt x="3189333" y="920854"/>
                </a:lnTo>
                <a:cubicBezTo>
                  <a:pt x="1594667" y="920854"/>
                  <a:pt x="1594667" y="86519"/>
                  <a:pt x="0" y="86519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D5555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0BEA60-F46D-49E5-95DA-0778A0AA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694885"/>
            <a:ext cx="3189333" cy="1601461"/>
          </a:xfrm>
          <a:custGeom xmlns:a="http://schemas.openxmlformats.org/drawingml/2006/main">
            <a:pathLst>
              <a:path w="3189333" h="1601461">
                <a:moveTo>
                  <a:pt x="0" y="0"/>
                </a:moveTo>
                <a:cubicBezTo>
                  <a:pt x="1594667" y="0"/>
                  <a:pt x="1594667" y="1598371"/>
                  <a:pt x="3189333" y="1598371"/>
                </a:cubicBezTo>
                <a:lnTo>
                  <a:pt x="3189333" y="1601461"/>
                </a:lnTo>
                <a:cubicBezTo>
                  <a:pt x="1594667" y="1601461"/>
                  <a:pt x="1594667" y="3090"/>
                  <a:pt x="0" y="309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D5555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799C46-F86B-4C7E-908C-4854349A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694885"/>
            <a:ext cx="3189333" cy="1601461"/>
          </a:xfrm>
          <a:custGeom xmlns:a="http://schemas.openxmlformats.org/drawingml/2006/main">
            <a:pathLst>
              <a:path w="3189333" h="1601461" fill="none">
                <a:moveTo>
                  <a:pt x="0" y="0"/>
                </a:moveTo>
                <a:cubicBezTo>
                  <a:pt x="1594666" y="0"/>
                  <a:pt x="1594666" y="1598371"/>
                  <a:pt x="3189333" y="1598371"/>
                </a:cubicBezTo>
                <a:lnTo>
                  <a:pt x="3189333" y="1601461"/>
                </a:lnTo>
                <a:cubicBezTo>
                  <a:pt x="1594666" y="1601461"/>
                  <a:pt x="1594666" y="3090"/>
                  <a:pt x="0" y="3090"/>
                </a:cubicBez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76" cap="flat">
            <a:solidFill>
              <a:srgbClr val="CD5555">
                <a:alpha val="50200"/>
              </a:srgbClr>
            </a:solidFill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9B0E98-0B91-4166-8CF7-F88EDB58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759774"/>
            <a:ext cx="3189333" cy="1673383"/>
          </a:xfrm>
          <a:custGeom xmlns:a="http://schemas.openxmlformats.org/drawingml/2006/main">
            <a:pathLst>
              <a:path w="3189333" h="1673383">
                <a:moveTo>
                  <a:pt x="0" y="0"/>
                </a:moveTo>
                <a:cubicBezTo>
                  <a:pt x="1594667" y="0"/>
                  <a:pt x="1594667" y="1651750"/>
                  <a:pt x="3189333" y="1651750"/>
                </a:cubicBezTo>
                <a:lnTo>
                  <a:pt x="3189333" y="1673383"/>
                </a:lnTo>
                <a:cubicBezTo>
                  <a:pt x="1594667" y="1673383"/>
                  <a:pt x="1594667" y="21627"/>
                  <a:pt x="0" y="21627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D5555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457418-499C-4EA5-A2B9-801DBBB6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883930"/>
            <a:ext cx="3189333" cy="340593"/>
          </a:xfrm>
          <a:custGeom xmlns:a="http://schemas.openxmlformats.org/drawingml/2006/main">
            <a:pathLst>
              <a:path w="3189333" h="340593">
                <a:moveTo>
                  <a:pt x="0" y="195369"/>
                </a:moveTo>
                <a:cubicBezTo>
                  <a:pt x="1594667" y="195369"/>
                  <a:pt x="1594667" y="0"/>
                  <a:pt x="3189333" y="0"/>
                </a:cubicBezTo>
                <a:lnTo>
                  <a:pt x="3189333" y="145225"/>
                </a:lnTo>
                <a:cubicBezTo>
                  <a:pt x="1594667" y="145225"/>
                  <a:pt x="1594667" y="340593"/>
                  <a:pt x="0" y="340593"/>
                </a:cubicBezTo>
                <a:lnTo>
                  <a:pt x="0" y="195369"/>
                </a:lnTo>
                <a:close/>
              </a:path>
            </a:pathLst>
          </a:custGeom>
          <a:solidFill xmlns:a="http://schemas.openxmlformats.org/drawingml/2006/main">
            <a:srgbClr val="EEB422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3CB4D2-3C76-4303-9F2D-A39A3CFB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1397565"/>
            <a:ext cx="3189333" cy="335595"/>
          </a:xfrm>
          <a:custGeom xmlns:a="http://schemas.openxmlformats.org/drawingml/2006/main">
            <a:pathLst>
              <a:path w="3189333" h="335595">
                <a:moveTo>
                  <a:pt x="0" y="0"/>
                </a:moveTo>
                <a:cubicBezTo>
                  <a:pt x="1594667" y="0"/>
                  <a:pt x="1594667" y="178002"/>
                  <a:pt x="3189333" y="178002"/>
                </a:cubicBezTo>
                <a:lnTo>
                  <a:pt x="3189333" y="335595"/>
                </a:lnTo>
                <a:cubicBezTo>
                  <a:pt x="1594667" y="335595"/>
                  <a:pt x="1594667" y="157586"/>
                  <a:pt x="0" y="157586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B422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381DF5-51E5-4D6E-A1D4-23FB4168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1827067"/>
            <a:ext cx="3189333" cy="828561"/>
          </a:xfrm>
          <a:custGeom xmlns:a="http://schemas.openxmlformats.org/drawingml/2006/main">
            <a:pathLst>
              <a:path w="3189333" h="828561">
                <a:moveTo>
                  <a:pt x="0" y="0"/>
                </a:moveTo>
                <a:cubicBezTo>
                  <a:pt x="1594667" y="0"/>
                  <a:pt x="1594667" y="766765"/>
                  <a:pt x="3189333" y="766765"/>
                </a:cubicBezTo>
                <a:lnTo>
                  <a:pt x="3189333" y="828561"/>
                </a:lnTo>
                <a:cubicBezTo>
                  <a:pt x="1594667" y="828561"/>
                  <a:pt x="1594667" y="61795"/>
                  <a:pt x="0" y="61795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B422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F9870A-7567-4DDC-AF6F-DEEA8293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1165113"/>
            <a:ext cx="3189333" cy="1006012"/>
          </a:xfrm>
          <a:custGeom xmlns:a="http://schemas.openxmlformats.org/drawingml/2006/main">
            <a:pathLst>
              <a:path w="3189333" h="1006012">
                <a:moveTo>
                  <a:pt x="0" y="978205"/>
                </a:moveTo>
                <a:cubicBezTo>
                  <a:pt x="1594667" y="978205"/>
                  <a:pt x="1594667" y="0"/>
                  <a:pt x="3189333" y="0"/>
                </a:cubicBezTo>
                <a:lnTo>
                  <a:pt x="3189333" y="27807"/>
                </a:lnTo>
                <a:cubicBezTo>
                  <a:pt x="1594667" y="27807"/>
                  <a:pt x="1594667" y="1006012"/>
                  <a:pt x="0" y="1006012"/>
                </a:cubicBezTo>
                <a:lnTo>
                  <a:pt x="0" y="978205"/>
                </a:lnTo>
                <a:close/>
              </a:path>
            </a:pathLst>
          </a:custGeom>
          <a:solidFill xmlns:a="http://schemas.openxmlformats.org/drawingml/2006/main">
            <a:srgbClr val="C1FFC1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97B7CE-2D71-4CE9-B6F5-F6FCEF64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1881475"/>
            <a:ext cx="3189333" cy="339087"/>
          </a:xfrm>
          <a:custGeom xmlns:a="http://schemas.openxmlformats.org/drawingml/2006/main">
            <a:pathLst>
              <a:path w="3189333" h="339087">
                <a:moveTo>
                  <a:pt x="0" y="317460"/>
                </a:moveTo>
                <a:cubicBezTo>
                  <a:pt x="1594667" y="317460"/>
                  <a:pt x="1594667" y="0"/>
                  <a:pt x="3189333" y="0"/>
                </a:cubicBezTo>
                <a:lnTo>
                  <a:pt x="3189333" y="21627"/>
                </a:lnTo>
                <a:cubicBezTo>
                  <a:pt x="1594667" y="21627"/>
                  <a:pt x="1594667" y="339087"/>
                  <a:pt x="0" y="339087"/>
                </a:cubicBezTo>
                <a:lnTo>
                  <a:pt x="0" y="317460"/>
                </a:lnTo>
                <a:close/>
              </a:path>
            </a:pathLst>
          </a:custGeom>
          <a:solidFill xmlns:a="http://schemas.openxmlformats.org/drawingml/2006/main">
            <a:srgbClr val="C1FFC1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F05300-293E-4FBF-8630-DECA03FB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2288544"/>
            <a:ext cx="3189333" cy="506136"/>
          </a:xfrm>
          <a:custGeom xmlns:a="http://schemas.openxmlformats.org/drawingml/2006/main">
            <a:pathLst>
              <a:path w="3189333" h="506136">
                <a:moveTo>
                  <a:pt x="0" y="0"/>
                </a:moveTo>
                <a:cubicBezTo>
                  <a:pt x="1594667" y="0"/>
                  <a:pt x="1594667" y="459786"/>
                  <a:pt x="3189333" y="459786"/>
                </a:cubicBezTo>
                <a:lnTo>
                  <a:pt x="3189333" y="506136"/>
                </a:lnTo>
                <a:cubicBezTo>
                  <a:pt x="1594667" y="506136"/>
                  <a:pt x="1594667" y="46350"/>
                  <a:pt x="0" y="4635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1FFC1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C59BBE-2936-4F66-8192-5514D754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1223826"/>
            <a:ext cx="3189333" cy="1389904"/>
          </a:xfrm>
          <a:custGeom xmlns:a="http://schemas.openxmlformats.org/drawingml/2006/main">
            <a:pathLst>
              <a:path w="3189333" h="1389904">
                <a:moveTo>
                  <a:pt x="0" y="1359006"/>
                </a:moveTo>
                <a:cubicBezTo>
                  <a:pt x="1594667" y="1359006"/>
                  <a:pt x="1594667" y="0"/>
                  <a:pt x="3189333" y="0"/>
                </a:cubicBezTo>
                <a:lnTo>
                  <a:pt x="3189333" y="30898"/>
                </a:lnTo>
                <a:cubicBezTo>
                  <a:pt x="1594667" y="30898"/>
                  <a:pt x="1594667" y="1389904"/>
                  <a:pt x="0" y="1389904"/>
                </a:cubicBezTo>
                <a:lnTo>
                  <a:pt x="0" y="1359006"/>
                </a:lnTo>
                <a:close/>
              </a:path>
            </a:pathLst>
          </a:custGeom>
          <a:solidFill xmlns:a="http://schemas.openxmlformats.org/drawingml/2006/main">
            <a:srgbClr val="FF7F50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E9D7A1-2623-4FA4-8915-61361B8B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1952541"/>
            <a:ext cx="3189333" cy="741529"/>
          </a:xfrm>
          <a:custGeom xmlns:a="http://schemas.openxmlformats.org/drawingml/2006/main">
            <a:pathLst>
              <a:path w="3189333" h="741529">
                <a:moveTo>
                  <a:pt x="0" y="701360"/>
                </a:moveTo>
                <a:cubicBezTo>
                  <a:pt x="1594667" y="701360"/>
                  <a:pt x="1594667" y="0"/>
                  <a:pt x="3189333" y="0"/>
                </a:cubicBezTo>
                <a:lnTo>
                  <a:pt x="3189333" y="40169"/>
                </a:lnTo>
                <a:cubicBezTo>
                  <a:pt x="1594667" y="40169"/>
                  <a:pt x="1594667" y="741529"/>
                  <a:pt x="0" y="741529"/>
                </a:cubicBezTo>
                <a:lnTo>
                  <a:pt x="0" y="701360"/>
                </a:lnTo>
                <a:close/>
              </a:path>
            </a:pathLst>
          </a:custGeom>
          <a:solidFill xmlns:a="http://schemas.openxmlformats.org/drawingml/2006/main">
            <a:srgbClr val="FF7F50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D129C3-E54D-4B7B-ADEA-E5E380FA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2802217"/>
            <a:ext cx="3189333" cy="224209"/>
          </a:xfrm>
          <a:custGeom xmlns:a="http://schemas.openxmlformats.org/drawingml/2006/main">
            <a:pathLst>
              <a:path w="3189333" h="224209">
                <a:moveTo>
                  <a:pt x="0" y="0"/>
                </a:moveTo>
                <a:cubicBezTo>
                  <a:pt x="1594667" y="0"/>
                  <a:pt x="1594667" y="112966"/>
                  <a:pt x="3189333" y="112966"/>
                </a:cubicBezTo>
                <a:lnTo>
                  <a:pt x="3189333" y="224209"/>
                </a:lnTo>
                <a:cubicBezTo>
                  <a:pt x="1594667" y="224209"/>
                  <a:pt x="1594667" y="111236"/>
                  <a:pt x="0" y="111236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50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A52F15-FA7A-4446-AAB1-E42EAA8F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1263994"/>
            <a:ext cx="3189333" cy="1895744"/>
          </a:xfrm>
          <a:custGeom xmlns:a="http://schemas.openxmlformats.org/drawingml/2006/main">
            <a:pathLst>
              <a:path w="3189333" h="1895744">
                <a:moveTo>
                  <a:pt x="0" y="1892654"/>
                </a:moveTo>
                <a:cubicBezTo>
                  <a:pt x="1594667" y="1892654"/>
                  <a:pt x="1594667" y="0"/>
                  <a:pt x="3189333" y="0"/>
                </a:cubicBezTo>
                <a:lnTo>
                  <a:pt x="3189333" y="3090"/>
                </a:lnTo>
                <a:cubicBezTo>
                  <a:pt x="1594667" y="3090"/>
                  <a:pt x="1594667" y="1895744"/>
                  <a:pt x="0" y="1895744"/>
                </a:cubicBezTo>
                <a:lnTo>
                  <a:pt x="0" y="1892654"/>
                </a:lnTo>
                <a:close/>
              </a:path>
            </a:pathLst>
          </a:custGeom>
          <a:solidFill xmlns:a="http://schemas.openxmlformats.org/drawingml/2006/main">
            <a:srgbClr val="FFFF00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6B9C59-EC37-465A-8683-B654F65B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1263994"/>
            <a:ext cx="3189333" cy="1895744"/>
          </a:xfrm>
          <a:custGeom xmlns:a="http://schemas.openxmlformats.org/drawingml/2006/main">
            <a:pathLst>
              <a:path w="3189333" h="1895744" fill="none">
                <a:moveTo>
                  <a:pt x="0" y="1892653"/>
                </a:moveTo>
                <a:cubicBezTo>
                  <a:pt x="1594666" y="1892653"/>
                  <a:pt x="1594666" y="0"/>
                  <a:pt x="3189333" y="0"/>
                </a:cubicBezTo>
                <a:lnTo>
                  <a:pt x="3189333" y="3090"/>
                </a:lnTo>
                <a:cubicBezTo>
                  <a:pt x="1594666" y="3090"/>
                  <a:pt x="1594666" y="1895744"/>
                  <a:pt x="0" y="1895744"/>
                </a:cubicBezTo>
                <a:lnTo>
                  <a:pt x="0" y="189265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76" cap="flat">
            <a:solidFill>
              <a:srgbClr val="FFFF00">
                <a:alpha val="50200"/>
              </a:srgbClr>
            </a:solidFill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64EF0C-9A19-4598-8B62-3A980A33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2011255"/>
            <a:ext cx="3189333" cy="1163933"/>
          </a:xfrm>
          <a:custGeom xmlns:a="http://schemas.openxmlformats.org/drawingml/2006/main">
            <a:pathLst>
              <a:path w="3189333" h="1163933">
                <a:moveTo>
                  <a:pt x="0" y="1157753"/>
                </a:moveTo>
                <a:cubicBezTo>
                  <a:pt x="1594667" y="1157753"/>
                  <a:pt x="1594667" y="0"/>
                  <a:pt x="3189333" y="0"/>
                </a:cubicBezTo>
                <a:lnTo>
                  <a:pt x="3189333" y="6181"/>
                </a:lnTo>
                <a:cubicBezTo>
                  <a:pt x="1594667" y="6181"/>
                  <a:pt x="1594667" y="1163933"/>
                  <a:pt x="0" y="1163933"/>
                </a:cubicBezTo>
                <a:lnTo>
                  <a:pt x="0" y="1157753"/>
                </a:lnTo>
                <a:close/>
              </a:path>
            </a:pathLst>
          </a:custGeom>
          <a:solidFill xmlns:a="http://schemas.openxmlformats.org/drawingml/2006/main">
            <a:srgbClr val="FFFF00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A1C957-4BE1-430F-BC19-02741FB0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2011255"/>
            <a:ext cx="3189333" cy="1163933"/>
          </a:xfrm>
          <a:custGeom xmlns:a="http://schemas.openxmlformats.org/drawingml/2006/main">
            <a:pathLst>
              <a:path w="3189333" h="1163933" fill="none">
                <a:moveTo>
                  <a:pt x="0" y="1157753"/>
                </a:moveTo>
                <a:cubicBezTo>
                  <a:pt x="1594666" y="1157753"/>
                  <a:pt x="1594666" y="0"/>
                  <a:pt x="3189333" y="0"/>
                </a:cubicBezTo>
                <a:lnTo>
                  <a:pt x="3189333" y="6181"/>
                </a:lnTo>
                <a:cubicBezTo>
                  <a:pt x="1594666" y="6181"/>
                  <a:pt x="1594666" y="1163933"/>
                  <a:pt x="0" y="1163933"/>
                </a:cubicBezTo>
                <a:lnTo>
                  <a:pt x="0" y="115775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76" cap="flat">
            <a:solidFill>
              <a:srgbClr val="FFFF00">
                <a:alpha val="50200"/>
              </a:srgbClr>
            </a:solidFill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C24FAE-0703-411F-9E21-83D3078B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3119125"/>
            <a:ext cx="3189333" cy="142581"/>
          </a:xfrm>
          <a:custGeom xmlns:a="http://schemas.openxmlformats.org/drawingml/2006/main">
            <a:pathLst>
              <a:path w="3189333" h="142581">
                <a:moveTo>
                  <a:pt x="0" y="99321"/>
                </a:moveTo>
                <a:cubicBezTo>
                  <a:pt x="1594667" y="99321"/>
                  <a:pt x="1594667" y="0"/>
                  <a:pt x="3189333" y="0"/>
                </a:cubicBezTo>
                <a:lnTo>
                  <a:pt x="3189333" y="43259"/>
                </a:lnTo>
                <a:cubicBezTo>
                  <a:pt x="1594667" y="43259"/>
                  <a:pt x="1594667" y="142581"/>
                  <a:pt x="0" y="142581"/>
                </a:cubicBezTo>
                <a:lnTo>
                  <a:pt x="0" y="99321"/>
                </a:lnTo>
                <a:close/>
              </a:path>
            </a:pathLst>
          </a:custGeom>
          <a:solidFill xmlns:a="http://schemas.openxmlformats.org/drawingml/2006/main">
            <a:srgbClr val="FFFF00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9FF0C1-5B13-4374-9BBD-43F70940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1279444"/>
            <a:ext cx="3189333" cy="2172851"/>
          </a:xfrm>
          <a:custGeom xmlns:a="http://schemas.openxmlformats.org/drawingml/2006/main">
            <a:pathLst>
              <a:path w="3189333" h="2172851">
                <a:moveTo>
                  <a:pt x="0" y="2166670"/>
                </a:moveTo>
                <a:cubicBezTo>
                  <a:pt x="1594667" y="2166670"/>
                  <a:pt x="1594667" y="0"/>
                  <a:pt x="3189333" y="0"/>
                </a:cubicBezTo>
                <a:lnTo>
                  <a:pt x="3189333" y="6181"/>
                </a:lnTo>
                <a:cubicBezTo>
                  <a:pt x="1594667" y="6181"/>
                  <a:pt x="1594667" y="2172851"/>
                  <a:pt x="0" y="2172851"/>
                </a:cubicBezTo>
                <a:lnTo>
                  <a:pt x="0" y="2166670"/>
                </a:lnTo>
                <a:close/>
              </a:path>
            </a:pathLst>
          </a:custGeom>
          <a:solidFill xmlns:a="http://schemas.openxmlformats.org/drawingml/2006/main">
            <a:srgbClr val="8B4789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347E95-69AA-45CE-99B1-346861AB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1279443"/>
            <a:ext cx="3189333" cy="2172852"/>
          </a:xfrm>
          <a:custGeom xmlns:a="http://schemas.openxmlformats.org/drawingml/2006/main">
            <a:pathLst>
              <a:path w="3189333" h="2172852" fill="none">
                <a:moveTo>
                  <a:pt x="0" y="2166671"/>
                </a:moveTo>
                <a:cubicBezTo>
                  <a:pt x="1594666" y="2166671"/>
                  <a:pt x="1594666" y="0"/>
                  <a:pt x="3189333" y="0"/>
                </a:cubicBezTo>
                <a:lnTo>
                  <a:pt x="3189333" y="6181"/>
                </a:lnTo>
                <a:cubicBezTo>
                  <a:pt x="1594666" y="6181"/>
                  <a:pt x="1594666" y="2172852"/>
                  <a:pt x="0" y="2172852"/>
                </a:cubicBezTo>
                <a:lnTo>
                  <a:pt x="0" y="216667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76" cap="flat">
            <a:solidFill>
              <a:srgbClr val="8B4789">
                <a:alpha val="50200"/>
              </a:srgbClr>
            </a:solidFill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0216DA-40B2-4C27-B304-80FBFA24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2045245"/>
            <a:ext cx="3189333" cy="1459577"/>
          </a:xfrm>
          <a:custGeom xmlns:a="http://schemas.openxmlformats.org/drawingml/2006/main">
            <a:pathLst>
              <a:path w="3189333" h="1459577">
                <a:moveTo>
                  <a:pt x="0" y="1428679"/>
                </a:moveTo>
                <a:cubicBezTo>
                  <a:pt x="1594667" y="1428679"/>
                  <a:pt x="1594667" y="0"/>
                  <a:pt x="3189333" y="0"/>
                </a:cubicBezTo>
                <a:lnTo>
                  <a:pt x="3189333" y="30898"/>
                </a:lnTo>
                <a:cubicBezTo>
                  <a:pt x="1594667" y="30898"/>
                  <a:pt x="1594667" y="1459577"/>
                  <a:pt x="0" y="1459577"/>
                </a:cubicBezTo>
                <a:lnTo>
                  <a:pt x="0" y="1428679"/>
                </a:lnTo>
                <a:close/>
              </a:path>
            </a:pathLst>
          </a:custGeom>
          <a:solidFill xmlns:a="http://schemas.openxmlformats.org/drawingml/2006/main">
            <a:srgbClr val="8B4789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2EF00E-8911-42DF-B343-73DE7A91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3261261"/>
            <a:ext cx="3189333" cy="472220"/>
          </a:xfrm>
          <a:custGeom xmlns:a="http://schemas.openxmlformats.org/drawingml/2006/main">
            <a:pathLst>
              <a:path w="3189333" h="472220">
                <a:moveTo>
                  <a:pt x="0" y="336260"/>
                </a:moveTo>
                <a:cubicBezTo>
                  <a:pt x="1594667" y="336260"/>
                  <a:pt x="1594667" y="0"/>
                  <a:pt x="3189333" y="0"/>
                </a:cubicBezTo>
                <a:lnTo>
                  <a:pt x="3189333" y="135960"/>
                </a:lnTo>
                <a:cubicBezTo>
                  <a:pt x="1594667" y="135960"/>
                  <a:pt x="1594667" y="472220"/>
                  <a:pt x="0" y="472220"/>
                </a:cubicBezTo>
                <a:lnTo>
                  <a:pt x="0" y="336260"/>
                </a:lnTo>
                <a:close/>
              </a:path>
            </a:pathLst>
          </a:custGeom>
          <a:solidFill xmlns:a="http://schemas.openxmlformats.org/drawingml/2006/main">
            <a:srgbClr val="8B4789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2D2AFB-FF52-4447-B43F-53F03532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2123044"/>
            <a:ext cx="3189333" cy="1394139"/>
          </a:xfrm>
          <a:custGeom xmlns:a="http://schemas.openxmlformats.org/drawingml/2006/main">
            <a:pathLst>
              <a:path w="3189333" h="1394139">
                <a:moveTo>
                  <a:pt x="0" y="1391048"/>
                </a:moveTo>
                <a:cubicBezTo>
                  <a:pt x="1594667" y="1391048"/>
                  <a:pt x="1594667" y="0"/>
                  <a:pt x="3189333" y="0"/>
                </a:cubicBezTo>
                <a:lnTo>
                  <a:pt x="3189333" y="3090"/>
                </a:lnTo>
                <a:cubicBezTo>
                  <a:pt x="1594667" y="3090"/>
                  <a:pt x="1594667" y="1394139"/>
                  <a:pt x="0" y="1394139"/>
                </a:cubicBezTo>
                <a:lnTo>
                  <a:pt x="0" y="1391048"/>
                </a:lnTo>
                <a:close/>
              </a:path>
            </a:pathLst>
          </a:custGeom>
          <a:solidFill xmlns:a="http://schemas.openxmlformats.org/drawingml/2006/main">
            <a:srgbClr val="8B4789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28FE0C-46D2-4718-B099-BC951D21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2123044"/>
            <a:ext cx="3189333" cy="1394139"/>
          </a:xfrm>
          <a:custGeom xmlns:a="http://schemas.openxmlformats.org/drawingml/2006/main">
            <a:pathLst>
              <a:path w="3189333" h="1394139" fill="none">
                <a:moveTo>
                  <a:pt x="0" y="1391048"/>
                </a:moveTo>
                <a:cubicBezTo>
                  <a:pt x="1594666" y="1391048"/>
                  <a:pt x="1594666" y="0"/>
                  <a:pt x="3189333" y="0"/>
                </a:cubicBezTo>
                <a:lnTo>
                  <a:pt x="3189333" y="3090"/>
                </a:lnTo>
                <a:cubicBezTo>
                  <a:pt x="1594666" y="3090"/>
                  <a:pt x="1594666" y="1394139"/>
                  <a:pt x="0" y="1394139"/>
                </a:cubicBezTo>
                <a:lnTo>
                  <a:pt x="0" y="139104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76" cap="flat">
            <a:solidFill>
              <a:srgbClr val="8B4789">
                <a:alpha val="50200"/>
              </a:srgbClr>
            </a:solidFill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23F277-C9EE-4CFC-B053-6DE034D9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466229"/>
            <a:ext cx="3189333" cy="365172"/>
          </a:xfrm>
          <a:custGeom xmlns:a="http://schemas.openxmlformats.org/drawingml/2006/main">
            <a:pathLst>
              <a:path w="3189333" h="365172">
                <a:moveTo>
                  <a:pt x="0" y="0"/>
                </a:moveTo>
                <a:cubicBezTo>
                  <a:pt x="1594667" y="0"/>
                  <a:pt x="1594667" y="306460"/>
                  <a:pt x="3189333" y="306460"/>
                </a:cubicBezTo>
                <a:lnTo>
                  <a:pt x="3189333" y="365172"/>
                </a:lnTo>
                <a:cubicBezTo>
                  <a:pt x="1594667" y="365172"/>
                  <a:pt x="1594667" y="58712"/>
                  <a:pt x="0" y="58712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D5555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D39808-9B70-4D22-B83D-4501238F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629996"/>
            <a:ext cx="3189333" cy="896136"/>
          </a:xfrm>
          <a:custGeom xmlns:a="http://schemas.openxmlformats.org/drawingml/2006/main">
            <a:pathLst>
              <a:path w="3189333" h="896136">
                <a:moveTo>
                  <a:pt x="0" y="0"/>
                </a:moveTo>
                <a:cubicBezTo>
                  <a:pt x="1594667" y="0"/>
                  <a:pt x="1594667" y="834334"/>
                  <a:pt x="3189333" y="834334"/>
                </a:cubicBezTo>
                <a:lnTo>
                  <a:pt x="3189333" y="896136"/>
                </a:lnTo>
                <a:cubicBezTo>
                  <a:pt x="1594667" y="896136"/>
                  <a:pt x="1594667" y="61795"/>
                  <a:pt x="0" y="61795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D5555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1F11CD-B2A8-41CB-A5E6-5FD862A2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697974"/>
            <a:ext cx="3189333" cy="1601461"/>
          </a:xfrm>
          <a:custGeom xmlns:a="http://schemas.openxmlformats.org/drawingml/2006/main">
            <a:pathLst>
              <a:path w="3189333" h="1601461">
                <a:moveTo>
                  <a:pt x="0" y="0"/>
                </a:moveTo>
                <a:cubicBezTo>
                  <a:pt x="1594667" y="0"/>
                  <a:pt x="1594667" y="1598371"/>
                  <a:pt x="3189333" y="1598371"/>
                </a:cubicBezTo>
                <a:lnTo>
                  <a:pt x="3189333" y="1601461"/>
                </a:lnTo>
                <a:cubicBezTo>
                  <a:pt x="1594667" y="1601461"/>
                  <a:pt x="1594667" y="3090"/>
                  <a:pt x="0" y="309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D5555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5DD89D-61E8-4F21-92BC-45FFDB87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697974"/>
            <a:ext cx="3189333" cy="1601461"/>
          </a:xfrm>
          <a:custGeom xmlns:a="http://schemas.openxmlformats.org/drawingml/2006/main">
            <a:pathLst>
              <a:path w="3189333" h="1601461" fill="none">
                <a:moveTo>
                  <a:pt x="0" y="0"/>
                </a:moveTo>
                <a:cubicBezTo>
                  <a:pt x="1594666" y="0"/>
                  <a:pt x="1594666" y="1598371"/>
                  <a:pt x="3189333" y="1598371"/>
                </a:cubicBezTo>
                <a:lnTo>
                  <a:pt x="3189333" y="1601461"/>
                </a:lnTo>
                <a:cubicBezTo>
                  <a:pt x="1594666" y="1601461"/>
                  <a:pt x="1594666" y="3090"/>
                  <a:pt x="0" y="3090"/>
                </a:cubicBez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76" cap="flat">
            <a:solidFill>
              <a:srgbClr val="CD5555">
                <a:alpha val="50200"/>
              </a:srgbClr>
            </a:solidFill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66D92D-E663-44AB-8FE9-0BA28BEC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781403"/>
            <a:ext cx="3189333" cy="1676474"/>
          </a:xfrm>
          <a:custGeom xmlns:a="http://schemas.openxmlformats.org/drawingml/2006/main">
            <a:pathLst>
              <a:path w="3189333" h="1676474">
                <a:moveTo>
                  <a:pt x="0" y="0"/>
                </a:moveTo>
                <a:cubicBezTo>
                  <a:pt x="1594667" y="0"/>
                  <a:pt x="1594667" y="1651750"/>
                  <a:pt x="3189333" y="1651750"/>
                </a:cubicBezTo>
                <a:lnTo>
                  <a:pt x="3189333" y="1676474"/>
                </a:lnTo>
                <a:cubicBezTo>
                  <a:pt x="1594667" y="1676474"/>
                  <a:pt x="1594667" y="24717"/>
                  <a:pt x="0" y="24717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D5555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F52BC0-EB21-4252-8511-32DCC45A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1029158"/>
            <a:ext cx="3189333" cy="318967"/>
          </a:xfrm>
          <a:custGeom xmlns:a="http://schemas.openxmlformats.org/drawingml/2006/main">
            <a:pathLst>
              <a:path w="3189333" h="318967">
                <a:moveTo>
                  <a:pt x="0" y="195369"/>
                </a:moveTo>
                <a:cubicBezTo>
                  <a:pt x="1594667" y="195369"/>
                  <a:pt x="1594667" y="0"/>
                  <a:pt x="3189333" y="0"/>
                </a:cubicBezTo>
                <a:lnTo>
                  <a:pt x="3189333" y="123599"/>
                </a:lnTo>
                <a:cubicBezTo>
                  <a:pt x="1594667" y="123599"/>
                  <a:pt x="1594667" y="318967"/>
                  <a:pt x="0" y="318967"/>
                </a:cubicBezTo>
                <a:lnTo>
                  <a:pt x="0" y="195369"/>
                </a:lnTo>
                <a:close/>
              </a:path>
            </a:pathLst>
          </a:custGeom>
          <a:solidFill xmlns:a="http://schemas.openxmlformats.org/drawingml/2006/main">
            <a:srgbClr val="EEB422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1EF7D2-B339-4B39-A5EF-A96F7B85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1555151"/>
            <a:ext cx="3189333" cy="310872"/>
          </a:xfrm>
          <a:custGeom xmlns:a="http://schemas.openxmlformats.org/drawingml/2006/main">
            <a:pathLst>
              <a:path w="3189333" h="310872">
                <a:moveTo>
                  <a:pt x="0" y="0"/>
                </a:moveTo>
                <a:cubicBezTo>
                  <a:pt x="1594667" y="0"/>
                  <a:pt x="1594667" y="178002"/>
                  <a:pt x="3189333" y="178002"/>
                </a:cubicBezTo>
                <a:lnTo>
                  <a:pt x="3189333" y="310872"/>
                </a:lnTo>
                <a:cubicBezTo>
                  <a:pt x="1594667" y="310872"/>
                  <a:pt x="1594667" y="132869"/>
                  <a:pt x="0" y="132869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B422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FABD99-6457-4B53-93DC-E4F35D9D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1888866"/>
            <a:ext cx="3189333" cy="816206"/>
          </a:xfrm>
          <a:custGeom xmlns:a="http://schemas.openxmlformats.org/drawingml/2006/main">
            <a:pathLst>
              <a:path w="3189333" h="816206">
                <a:moveTo>
                  <a:pt x="0" y="0"/>
                </a:moveTo>
                <a:cubicBezTo>
                  <a:pt x="1594667" y="0"/>
                  <a:pt x="1594667" y="766765"/>
                  <a:pt x="3189333" y="766765"/>
                </a:cubicBezTo>
                <a:lnTo>
                  <a:pt x="3189333" y="816206"/>
                </a:lnTo>
                <a:cubicBezTo>
                  <a:pt x="1594667" y="816206"/>
                  <a:pt x="1594667" y="49440"/>
                  <a:pt x="0" y="4944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B422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91343E-13EE-4E28-9918-6D8BCA07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1192922"/>
            <a:ext cx="3189333" cy="990566"/>
          </a:xfrm>
          <a:custGeom xmlns:a="http://schemas.openxmlformats.org/drawingml/2006/main">
            <a:pathLst>
              <a:path w="3189333" h="990566">
                <a:moveTo>
                  <a:pt x="0" y="978205"/>
                </a:moveTo>
                <a:cubicBezTo>
                  <a:pt x="1594667" y="978205"/>
                  <a:pt x="1594667" y="0"/>
                  <a:pt x="3189333" y="0"/>
                </a:cubicBezTo>
                <a:lnTo>
                  <a:pt x="3189333" y="12362"/>
                </a:lnTo>
                <a:cubicBezTo>
                  <a:pt x="1594667" y="12362"/>
                  <a:pt x="1594667" y="990566"/>
                  <a:pt x="0" y="990566"/>
                </a:cubicBezTo>
                <a:lnTo>
                  <a:pt x="0" y="978205"/>
                </a:lnTo>
                <a:close/>
              </a:path>
            </a:pathLst>
          </a:custGeom>
          <a:solidFill xmlns:a="http://schemas.openxmlformats.org/drawingml/2006/main">
            <a:srgbClr val="C1FFC1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D67E82-3E0E-4193-BB54-203BC868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1903105"/>
            <a:ext cx="3189333" cy="336004"/>
          </a:xfrm>
          <a:custGeom xmlns:a="http://schemas.openxmlformats.org/drawingml/2006/main">
            <a:pathLst>
              <a:path w="3189333" h="336004">
                <a:moveTo>
                  <a:pt x="0" y="317461"/>
                </a:moveTo>
                <a:cubicBezTo>
                  <a:pt x="1594667" y="317461"/>
                  <a:pt x="1594667" y="0"/>
                  <a:pt x="3189333" y="0"/>
                </a:cubicBezTo>
                <a:lnTo>
                  <a:pt x="3189333" y="18536"/>
                </a:lnTo>
                <a:cubicBezTo>
                  <a:pt x="1594667" y="18536"/>
                  <a:pt x="1594667" y="336004"/>
                  <a:pt x="0" y="336004"/>
                </a:cubicBezTo>
                <a:lnTo>
                  <a:pt x="0" y="317461"/>
                </a:lnTo>
                <a:close/>
              </a:path>
            </a:pathLst>
          </a:custGeom>
          <a:solidFill xmlns:a="http://schemas.openxmlformats.org/drawingml/2006/main">
            <a:srgbClr val="C1FFC1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E93472-EF0A-4FCD-9A5A-CC83D9C3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2334894"/>
            <a:ext cx="3189333" cy="484503"/>
          </a:xfrm>
          <a:custGeom xmlns:a="http://schemas.openxmlformats.org/drawingml/2006/main">
            <a:pathLst>
              <a:path w="3189333" h="484503">
                <a:moveTo>
                  <a:pt x="0" y="0"/>
                </a:moveTo>
                <a:cubicBezTo>
                  <a:pt x="1594667" y="0"/>
                  <a:pt x="1594667" y="459786"/>
                  <a:pt x="3189333" y="459786"/>
                </a:cubicBezTo>
                <a:lnTo>
                  <a:pt x="3189333" y="484503"/>
                </a:lnTo>
                <a:cubicBezTo>
                  <a:pt x="1594667" y="484503"/>
                  <a:pt x="1594667" y="24717"/>
                  <a:pt x="0" y="24717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1FFC1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1A6088-1A08-4B81-9E14-A96A83F6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1254724"/>
            <a:ext cx="3189333" cy="1368278"/>
          </a:xfrm>
          <a:custGeom xmlns:a="http://schemas.openxmlformats.org/drawingml/2006/main">
            <a:pathLst>
              <a:path w="3189333" h="1368278">
                <a:moveTo>
                  <a:pt x="0" y="1359006"/>
                </a:moveTo>
                <a:cubicBezTo>
                  <a:pt x="1594667" y="1359006"/>
                  <a:pt x="1594667" y="0"/>
                  <a:pt x="3189333" y="0"/>
                </a:cubicBezTo>
                <a:lnTo>
                  <a:pt x="3189333" y="9265"/>
                </a:lnTo>
                <a:cubicBezTo>
                  <a:pt x="1594667" y="9265"/>
                  <a:pt x="1594667" y="1368278"/>
                  <a:pt x="0" y="1368278"/>
                </a:cubicBezTo>
                <a:lnTo>
                  <a:pt x="0" y="1359006"/>
                </a:lnTo>
                <a:close/>
              </a:path>
            </a:pathLst>
          </a:custGeom>
          <a:solidFill xmlns:a="http://schemas.openxmlformats.org/drawingml/2006/main">
            <a:srgbClr val="FF7F50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77F859-E1E9-44B7-9623-0DA0BB62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1992710"/>
            <a:ext cx="3189333" cy="713721"/>
          </a:xfrm>
          <a:custGeom xmlns:a="http://schemas.openxmlformats.org/drawingml/2006/main">
            <a:pathLst>
              <a:path w="3189333" h="713721">
                <a:moveTo>
                  <a:pt x="0" y="701360"/>
                </a:moveTo>
                <a:cubicBezTo>
                  <a:pt x="1594667" y="701360"/>
                  <a:pt x="1594667" y="0"/>
                  <a:pt x="3189333" y="0"/>
                </a:cubicBezTo>
                <a:lnTo>
                  <a:pt x="3189333" y="12362"/>
                </a:lnTo>
                <a:cubicBezTo>
                  <a:pt x="1594667" y="12362"/>
                  <a:pt x="1594667" y="713721"/>
                  <a:pt x="0" y="713721"/>
                </a:cubicBezTo>
                <a:lnTo>
                  <a:pt x="0" y="701360"/>
                </a:lnTo>
                <a:close/>
              </a:path>
            </a:pathLst>
          </a:custGeom>
          <a:solidFill xmlns:a="http://schemas.openxmlformats.org/drawingml/2006/main">
            <a:srgbClr val="FF7F50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325D96-FE86-47EB-A43E-D5A754E9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2913456"/>
            <a:ext cx="3189333" cy="177858"/>
          </a:xfrm>
          <a:custGeom xmlns:a="http://schemas.openxmlformats.org/drawingml/2006/main">
            <a:pathLst>
              <a:path w="3189333" h="177858">
                <a:moveTo>
                  <a:pt x="0" y="0"/>
                </a:moveTo>
                <a:cubicBezTo>
                  <a:pt x="1594667" y="0"/>
                  <a:pt x="1594667" y="112965"/>
                  <a:pt x="3189333" y="112965"/>
                </a:cubicBezTo>
                <a:lnTo>
                  <a:pt x="3189333" y="177858"/>
                </a:lnTo>
                <a:cubicBezTo>
                  <a:pt x="1594667" y="177858"/>
                  <a:pt x="1594667" y="64886"/>
                  <a:pt x="0" y="64886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50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4EBEAB-A224-4EA7-A9C3-81B117C7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1267083"/>
            <a:ext cx="3189333" cy="1895744"/>
          </a:xfrm>
          <a:custGeom xmlns:a="http://schemas.openxmlformats.org/drawingml/2006/main">
            <a:pathLst>
              <a:path w="3189333" h="1895744">
                <a:moveTo>
                  <a:pt x="0" y="1892654"/>
                </a:moveTo>
                <a:cubicBezTo>
                  <a:pt x="1594667" y="1892654"/>
                  <a:pt x="1594667" y="0"/>
                  <a:pt x="3189333" y="0"/>
                </a:cubicBezTo>
                <a:lnTo>
                  <a:pt x="3189333" y="3091"/>
                </a:lnTo>
                <a:cubicBezTo>
                  <a:pt x="1594667" y="3091"/>
                  <a:pt x="1594667" y="1895744"/>
                  <a:pt x="0" y="1895744"/>
                </a:cubicBezTo>
                <a:lnTo>
                  <a:pt x="0" y="1892654"/>
                </a:lnTo>
                <a:close/>
              </a:path>
            </a:pathLst>
          </a:custGeom>
          <a:solidFill xmlns:a="http://schemas.openxmlformats.org/drawingml/2006/main">
            <a:srgbClr val="FFFF00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76F72E-4362-4721-8E14-AD7A459F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1267083"/>
            <a:ext cx="3189333" cy="1895744"/>
          </a:xfrm>
          <a:custGeom xmlns:a="http://schemas.openxmlformats.org/drawingml/2006/main">
            <a:pathLst>
              <a:path w="3189333" h="1895744" fill="none">
                <a:moveTo>
                  <a:pt x="0" y="1892653"/>
                </a:moveTo>
                <a:cubicBezTo>
                  <a:pt x="1594666" y="1892653"/>
                  <a:pt x="1594666" y="0"/>
                  <a:pt x="3189333" y="0"/>
                </a:cubicBezTo>
                <a:lnTo>
                  <a:pt x="3189333" y="3090"/>
                </a:lnTo>
                <a:cubicBezTo>
                  <a:pt x="1594666" y="3090"/>
                  <a:pt x="1594666" y="1895744"/>
                  <a:pt x="0" y="1895744"/>
                </a:cubicBezTo>
                <a:lnTo>
                  <a:pt x="0" y="189265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76" cap="flat">
            <a:solidFill>
              <a:srgbClr val="FFFF00">
                <a:alpha val="50200"/>
              </a:srgbClr>
            </a:solidFill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D33313-6EEF-4477-8A7A-29B361DA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2017435"/>
            <a:ext cx="3189333" cy="1167024"/>
          </a:xfrm>
          <a:custGeom xmlns:a="http://schemas.openxmlformats.org/drawingml/2006/main">
            <a:pathLst>
              <a:path w="3189333" h="1167024">
                <a:moveTo>
                  <a:pt x="0" y="1157753"/>
                </a:moveTo>
                <a:cubicBezTo>
                  <a:pt x="1594667" y="1157753"/>
                  <a:pt x="1594667" y="0"/>
                  <a:pt x="3189333" y="0"/>
                </a:cubicBezTo>
                <a:lnTo>
                  <a:pt x="3189333" y="9265"/>
                </a:lnTo>
                <a:cubicBezTo>
                  <a:pt x="1594667" y="9265"/>
                  <a:pt x="1594667" y="1167024"/>
                  <a:pt x="0" y="1167024"/>
                </a:cubicBezTo>
                <a:lnTo>
                  <a:pt x="0" y="1157753"/>
                </a:lnTo>
                <a:close/>
              </a:path>
            </a:pathLst>
          </a:custGeom>
          <a:solidFill xmlns:a="http://schemas.openxmlformats.org/drawingml/2006/main">
            <a:srgbClr val="FFFF00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7E8DCB-95B2-4988-B6AA-8EC16A0D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2299433"/>
            <a:ext cx="3189333" cy="891204"/>
          </a:xfrm>
          <a:custGeom xmlns:a="http://schemas.openxmlformats.org/drawingml/2006/main">
            <a:pathLst>
              <a:path w="3189333" h="891204">
                <a:moveTo>
                  <a:pt x="0" y="888114"/>
                </a:moveTo>
                <a:cubicBezTo>
                  <a:pt x="1594667" y="888114"/>
                  <a:pt x="1594667" y="0"/>
                  <a:pt x="3189333" y="0"/>
                </a:cubicBezTo>
                <a:lnTo>
                  <a:pt x="3189333" y="3090"/>
                </a:lnTo>
                <a:cubicBezTo>
                  <a:pt x="1594667" y="3090"/>
                  <a:pt x="1594667" y="891204"/>
                  <a:pt x="0" y="891204"/>
                </a:cubicBezTo>
                <a:lnTo>
                  <a:pt x="0" y="888114"/>
                </a:lnTo>
                <a:close/>
              </a:path>
            </a:pathLst>
          </a:custGeom>
          <a:solidFill xmlns:a="http://schemas.openxmlformats.org/drawingml/2006/main">
            <a:srgbClr val="FFFF00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A8DACE-D5DA-4CCA-930A-273D4DCC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2299432"/>
            <a:ext cx="3189333" cy="891205"/>
          </a:xfrm>
          <a:custGeom xmlns:a="http://schemas.openxmlformats.org/drawingml/2006/main">
            <a:pathLst>
              <a:path w="3189333" h="891205" fill="none">
                <a:moveTo>
                  <a:pt x="0" y="888115"/>
                </a:moveTo>
                <a:cubicBezTo>
                  <a:pt x="1594666" y="888115"/>
                  <a:pt x="1594666" y="0"/>
                  <a:pt x="3189333" y="0"/>
                </a:cubicBezTo>
                <a:lnTo>
                  <a:pt x="3189333" y="3090"/>
                </a:lnTo>
                <a:cubicBezTo>
                  <a:pt x="1594666" y="3090"/>
                  <a:pt x="1594666" y="891205"/>
                  <a:pt x="0" y="891205"/>
                </a:cubicBezTo>
                <a:lnTo>
                  <a:pt x="0" y="88811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76" cap="flat">
            <a:solidFill>
              <a:srgbClr val="FFFF00">
                <a:alpha val="50200"/>
              </a:srgbClr>
            </a:solidFill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E27378-FDB0-4442-BDCA-D2711D73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3162383"/>
            <a:ext cx="3189333" cy="117865"/>
          </a:xfrm>
          <a:custGeom xmlns:a="http://schemas.openxmlformats.org/drawingml/2006/main">
            <a:pathLst>
              <a:path w="3189333" h="117865">
                <a:moveTo>
                  <a:pt x="0" y="99322"/>
                </a:moveTo>
                <a:cubicBezTo>
                  <a:pt x="1594667" y="99322"/>
                  <a:pt x="1594667" y="0"/>
                  <a:pt x="3189333" y="0"/>
                </a:cubicBezTo>
                <a:lnTo>
                  <a:pt x="3189333" y="18536"/>
                </a:lnTo>
                <a:cubicBezTo>
                  <a:pt x="1594667" y="18536"/>
                  <a:pt x="1594667" y="117865"/>
                  <a:pt x="0" y="117865"/>
                </a:cubicBezTo>
                <a:lnTo>
                  <a:pt x="0" y="99322"/>
                </a:lnTo>
                <a:close/>
              </a:path>
            </a:pathLst>
          </a:custGeom>
          <a:solidFill xmlns:a="http://schemas.openxmlformats.org/drawingml/2006/main">
            <a:srgbClr val="FFFF00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690701-8292-4EB5-B22C-F82EB2A6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1285623"/>
            <a:ext cx="3189333" cy="2169761"/>
          </a:xfrm>
          <a:custGeom xmlns:a="http://schemas.openxmlformats.org/drawingml/2006/main">
            <a:pathLst>
              <a:path w="3189333" h="2169761">
                <a:moveTo>
                  <a:pt x="0" y="2166671"/>
                </a:moveTo>
                <a:cubicBezTo>
                  <a:pt x="1594667" y="2166671"/>
                  <a:pt x="1594667" y="0"/>
                  <a:pt x="3189333" y="0"/>
                </a:cubicBezTo>
                <a:lnTo>
                  <a:pt x="3189333" y="3090"/>
                </a:lnTo>
                <a:cubicBezTo>
                  <a:pt x="1594667" y="3090"/>
                  <a:pt x="1594667" y="2169761"/>
                  <a:pt x="0" y="2169761"/>
                </a:cubicBezTo>
                <a:lnTo>
                  <a:pt x="0" y="2166671"/>
                </a:lnTo>
                <a:close/>
              </a:path>
            </a:pathLst>
          </a:custGeom>
          <a:solidFill xmlns:a="http://schemas.openxmlformats.org/drawingml/2006/main">
            <a:srgbClr val="8B4789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4F9A6F-CDA1-433A-89B3-C843A16E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1285623"/>
            <a:ext cx="3189333" cy="2169761"/>
          </a:xfrm>
          <a:custGeom xmlns:a="http://schemas.openxmlformats.org/drawingml/2006/main">
            <a:pathLst>
              <a:path w="3189333" h="2169761" fill="none">
                <a:moveTo>
                  <a:pt x="0" y="2166671"/>
                </a:moveTo>
                <a:cubicBezTo>
                  <a:pt x="1594666" y="2166671"/>
                  <a:pt x="1594666" y="0"/>
                  <a:pt x="3189333" y="0"/>
                </a:cubicBezTo>
                <a:lnTo>
                  <a:pt x="3189333" y="3090"/>
                </a:lnTo>
                <a:cubicBezTo>
                  <a:pt x="1594666" y="3090"/>
                  <a:pt x="1594666" y="2169761"/>
                  <a:pt x="0" y="2169761"/>
                </a:cubicBezTo>
                <a:lnTo>
                  <a:pt x="0" y="216667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76" cap="flat">
            <a:solidFill>
              <a:srgbClr val="8B4789">
                <a:alpha val="50200"/>
              </a:srgbClr>
            </a:solidFill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080E55-F987-4744-8632-474A629E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2076143"/>
            <a:ext cx="3189333" cy="1431770"/>
          </a:xfrm>
          <a:custGeom xmlns:a="http://schemas.openxmlformats.org/drawingml/2006/main">
            <a:pathLst>
              <a:path w="3189333" h="1431770">
                <a:moveTo>
                  <a:pt x="0" y="1428680"/>
                </a:moveTo>
                <a:cubicBezTo>
                  <a:pt x="1594667" y="1428680"/>
                  <a:pt x="1594667" y="0"/>
                  <a:pt x="3189333" y="0"/>
                </a:cubicBezTo>
                <a:lnTo>
                  <a:pt x="3189333" y="3090"/>
                </a:lnTo>
                <a:cubicBezTo>
                  <a:pt x="1594667" y="3090"/>
                  <a:pt x="1594667" y="1431770"/>
                  <a:pt x="0" y="1431770"/>
                </a:cubicBezTo>
                <a:lnTo>
                  <a:pt x="0" y="1428680"/>
                </a:lnTo>
                <a:close/>
              </a:path>
            </a:pathLst>
          </a:custGeom>
          <a:solidFill xmlns:a="http://schemas.openxmlformats.org/drawingml/2006/main">
            <a:srgbClr val="8B4789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2732E3-77CB-4091-A0B2-3BB0AFB8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2076143"/>
            <a:ext cx="3189333" cy="1431770"/>
          </a:xfrm>
          <a:custGeom xmlns:a="http://schemas.openxmlformats.org/drawingml/2006/main">
            <a:pathLst>
              <a:path w="3189333" h="1431770" fill="none">
                <a:moveTo>
                  <a:pt x="0" y="1428679"/>
                </a:moveTo>
                <a:cubicBezTo>
                  <a:pt x="1594666" y="1428679"/>
                  <a:pt x="1594666" y="0"/>
                  <a:pt x="3189333" y="0"/>
                </a:cubicBezTo>
                <a:lnTo>
                  <a:pt x="3189333" y="3090"/>
                </a:lnTo>
                <a:cubicBezTo>
                  <a:pt x="1594666" y="3090"/>
                  <a:pt x="1594666" y="1431770"/>
                  <a:pt x="0" y="1431770"/>
                </a:cubicBezTo>
                <a:lnTo>
                  <a:pt x="0" y="142867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76" cap="flat">
            <a:solidFill>
              <a:srgbClr val="8B4789">
                <a:alpha val="50200"/>
              </a:srgbClr>
            </a:solidFill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42CB76-906E-4CC5-ADA4-FC7D9196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107" y="3397219"/>
            <a:ext cx="3189333" cy="391881"/>
          </a:xfrm>
          <a:custGeom xmlns:a="http://schemas.openxmlformats.org/drawingml/2006/main">
            <a:pathLst>
              <a:path w="3189333" h="391881">
                <a:moveTo>
                  <a:pt x="0" y="336260"/>
                </a:moveTo>
                <a:cubicBezTo>
                  <a:pt x="1594667" y="336260"/>
                  <a:pt x="1594667" y="0"/>
                  <a:pt x="3189333" y="0"/>
                </a:cubicBezTo>
                <a:lnTo>
                  <a:pt x="3189333" y="55621"/>
                </a:lnTo>
                <a:cubicBezTo>
                  <a:pt x="1594667" y="55621"/>
                  <a:pt x="1594667" y="391881"/>
                  <a:pt x="0" y="391881"/>
                </a:cubicBezTo>
                <a:lnTo>
                  <a:pt x="0" y="336260"/>
                </a:lnTo>
                <a:close/>
              </a:path>
            </a:pathLst>
          </a:custGeom>
          <a:solidFill xmlns:a="http://schemas.openxmlformats.org/drawingml/2006/main">
            <a:srgbClr val="8B4789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0E9DAF-D2F6-4682-936C-6024FCC4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57" y="709460"/>
            <a:ext cx="65759" cy="704510"/>
          </a:xfrm>
          <a:custGeom xmlns:a="http://schemas.openxmlformats.org/drawingml/2006/main">
            <a:pathLst>
              <a:path w="65759" h="704510">
                <a:moveTo>
                  <a:pt x="0" y="0"/>
                </a:moveTo>
                <a:lnTo>
                  <a:pt x="65759" y="0"/>
                </a:lnTo>
                <a:lnTo>
                  <a:pt x="65759" y="704510"/>
                </a:lnTo>
                <a:lnTo>
                  <a:pt x="0" y="70451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DFF2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Grand-slam228">
            <a:extLst xmlns:a="http://schemas.openxmlformats.org/drawingml/2006/main">
              <a:ext uri="{FF2B5EF4-FFF2-40B4-BE49-F238E27FC236}">
                <a16:creationId xmlns:a16="http://schemas.microsoft.com/office/drawing/2014/main" id="{4F66EF1E-8889-4532-9BAF-46BD1C1E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410" y="987821"/>
            <a:ext cx="1395824" cy="144864"/>
          </a:xfrm>
          <a:custGeom xmlns:a="http://schemas.openxmlformats.org/drawingml/2006/main">
            <a:pathLst>
              <a:path w="1395824" h="144864">
                <a:moveTo>
                  <a:pt x="0" y="74455"/>
                </a:moveTo>
                <a:cubicBezTo>
                  <a:pt x="0" y="63860"/>
                  <a:pt x="1429" y="54292"/>
                  <a:pt x="4287" y="45752"/>
                </a:cubicBezTo>
                <a:cubicBezTo>
                  <a:pt x="7144" y="37211"/>
                  <a:pt x="11415" y="29939"/>
                  <a:pt x="17098" y="23935"/>
                </a:cubicBezTo>
                <a:cubicBezTo>
                  <a:pt x="22781" y="17931"/>
                  <a:pt x="29829" y="13308"/>
                  <a:pt x="38242" y="10065"/>
                </a:cubicBezTo>
                <a:cubicBezTo>
                  <a:pt x="46655" y="6823"/>
                  <a:pt x="56416" y="5201"/>
                  <a:pt x="67525" y="5201"/>
                </a:cubicBezTo>
                <a:cubicBezTo>
                  <a:pt x="75874" y="5201"/>
                  <a:pt x="83195" y="5940"/>
                  <a:pt x="89488" y="7417"/>
                </a:cubicBezTo>
                <a:cubicBezTo>
                  <a:pt x="95781" y="8894"/>
                  <a:pt x="101240" y="11013"/>
                  <a:pt x="105864" y="13774"/>
                </a:cubicBezTo>
                <a:cubicBezTo>
                  <a:pt x="110487" y="16535"/>
                  <a:pt x="114405" y="19890"/>
                  <a:pt x="117616" y="23839"/>
                </a:cubicBezTo>
                <a:cubicBezTo>
                  <a:pt x="120827" y="27788"/>
                  <a:pt x="123556" y="32235"/>
                  <a:pt x="125804" y="37179"/>
                </a:cubicBezTo>
                <a:lnTo>
                  <a:pt x="108272" y="42381"/>
                </a:lnTo>
                <a:cubicBezTo>
                  <a:pt x="106602" y="39041"/>
                  <a:pt x="104595" y="36007"/>
                  <a:pt x="102251" y="33278"/>
                </a:cubicBezTo>
                <a:cubicBezTo>
                  <a:pt x="99908" y="30549"/>
                  <a:pt x="97066" y="28222"/>
                  <a:pt x="93727" y="26295"/>
                </a:cubicBezTo>
                <a:cubicBezTo>
                  <a:pt x="90387" y="24369"/>
                  <a:pt x="86518" y="22876"/>
                  <a:pt x="82119" y="21816"/>
                </a:cubicBezTo>
                <a:cubicBezTo>
                  <a:pt x="77720" y="20757"/>
                  <a:pt x="72695" y="20227"/>
                  <a:pt x="67044" y="20227"/>
                </a:cubicBezTo>
                <a:cubicBezTo>
                  <a:pt x="58824" y="20227"/>
                  <a:pt x="51680" y="21510"/>
                  <a:pt x="45611" y="24077"/>
                </a:cubicBezTo>
                <a:cubicBezTo>
                  <a:pt x="39542" y="26643"/>
                  <a:pt x="34517" y="30301"/>
                  <a:pt x="30536" y="35048"/>
                </a:cubicBezTo>
                <a:cubicBezTo>
                  <a:pt x="26554" y="39796"/>
                  <a:pt x="23584" y="45506"/>
                  <a:pt x="21625" y="52178"/>
                </a:cubicBezTo>
                <a:cubicBezTo>
                  <a:pt x="19667" y="58850"/>
                  <a:pt x="18688" y="66260"/>
                  <a:pt x="18688" y="74407"/>
                </a:cubicBezTo>
                <a:cubicBezTo>
                  <a:pt x="18688" y="82556"/>
                  <a:pt x="19747" y="90015"/>
                  <a:pt x="21866" y="96783"/>
                </a:cubicBezTo>
                <a:cubicBezTo>
                  <a:pt x="23986" y="103551"/>
                  <a:pt x="27132" y="109390"/>
                  <a:pt x="31306" y="114298"/>
                </a:cubicBezTo>
                <a:cubicBezTo>
                  <a:pt x="35481" y="119204"/>
                  <a:pt x="40666" y="123021"/>
                  <a:pt x="46863" y="125748"/>
                </a:cubicBezTo>
                <a:cubicBezTo>
                  <a:pt x="53060" y="128475"/>
                  <a:pt x="60237" y="129839"/>
                  <a:pt x="68392" y="129839"/>
                </a:cubicBezTo>
                <a:cubicBezTo>
                  <a:pt x="73723" y="129839"/>
                  <a:pt x="78635" y="129389"/>
                  <a:pt x="83130" y="128490"/>
                </a:cubicBezTo>
                <a:cubicBezTo>
                  <a:pt x="87626" y="127591"/>
                  <a:pt x="91688" y="126419"/>
                  <a:pt x="95316" y="124975"/>
                </a:cubicBezTo>
                <a:cubicBezTo>
                  <a:pt x="98944" y="123530"/>
                  <a:pt x="102139" y="121924"/>
                  <a:pt x="104900" y="120159"/>
                </a:cubicBezTo>
                <a:cubicBezTo>
                  <a:pt x="107662" y="118393"/>
                  <a:pt x="109974" y="116611"/>
                  <a:pt x="111836" y="114813"/>
                </a:cubicBezTo>
                <a:lnTo>
                  <a:pt x="111836" y="90348"/>
                </a:lnTo>
                <a:lnTo>
                  <a:pt x="71282" y="90348"/>
                </a:lnTo>
                <a:lnTo>
                  <a:pt x="71282" y="74937"/>
                </a:lnTo>
                <a:lnTo>
                  <a:pt x="128790" y="74937"/>
                </a:lnTo>
                <a:lnTo>
                  <a:pt x="128790" y="121811"/>
                </a:lnTo>
                <a:cubicBezTo>
                  <a:pt x="125771" y="124899"/>
                  <a:pt x="122223" y="127842"/>
                  <a:pt x="118145" y="130639"/>
                </a:cubicBezTo>
                <a:cubicBezTo>
                  <a:pt x="114068" y="133435"/>
                  <a:pt x="109492" y="135894"/>
                  <a:pt x="104419" y="138017"/>
                </a:cubicBezTo>
                <a:cubicBezTo>
                  <a:pt x="99346" y="140138"/>
                  <a:pt x="93791" y="141809"/>
                  <a:pt x="87754" y="143031"/>
                </a:cubicBezTo>
                <a:cubicBezTo>
                  <a:pt x="81718" y="144253"/>
                  <a:pt x="75264" y="144864"/>
                  <a:pt x="68392" y="144864"/>
                </a:cubicBezTo>
                <a:cubicBezTo>
                  <a:pt x="56962" y="144864"/>
                  <a:pt x="46976" y="143115"/>
                  <a:pt x="38435" y="139615"/>
                </a:cubicBezTo>
                <a:cubicBezTo>
                  <a:pt x="29894" y="136115"/>
                  <a:pt x="22781" y="131235"/>
                  <a:pt x="17098" y="124975"/>
                </a:cubicBezTo>
                <a:cubicBezTo>
                  <a:pt x="11415" y="118714"/>
                  <a:pt x="7144" y="111281"/>
                  <a:pt x="4287" y="102677"/>
                </a:cubicBezTo>
                <a:cubicBezTo>
                  <a:pt x="1429" y="94072"/>
                  <a:pt x="0" y="84665"/>
                  <a:pt x="0" y="74455"/>
                </a:cubicBezTo>
                <a:close/>
                <a:moveTo>
                  <a:pt x="157239" y="142938"/>
                </a:moveTo>
                <a:lnTo>
                  <a:pt x="157239" y="62993"/>
                </a:lnTo>
                <a:cubicBezTo>
                  <a:pt x="157239" y="60810"/>
                  <a:pt x="157223" y="58578"/>
                  <a:pt x="157191" y="56299"/>
                </a:cubicBezTo>
                <a:cubicBezTo>
                  <a:pt x="157159" y="54019"/>
                  <a:pt x="157111" y="51820"/>
                  <a:pt x="157047" y="49701"/>
                </a:cubicBezTo>
                <a:cubicBezTo>
                  <a:pt x="156982" y="47582"/>
                  <a:pt x="156918" y="45591"/>
                  <a:pt x="156854" y="43729"/>
                </a:cubicBezTo>
                <a:cubicBezTo>
                  <a:pt x="156790" y="41867"/>
                  <a:pt x="156726" y="40197"/>
                  <a:pt x="156661" y="38720"/>
                </a:cubicBezTo>
                <a:lnTo>
                  <a:pt x="173037" y="38720"/>
                </a:lnTo>
                <a:cubicBezTo>
                  <a:pt x="173101" y="40197"/>
                  <a:pt x="173182" y="41883"/>
                  <a:pt x="173278" y="43777"/>
                </a:cubicBezTo>
                <a:cubicBezTo>
                  <a:pt x="173374" y="45671"/>
                  <a:pt x="173471" y="47614"/>
                  <a:pt x="173567" y="49605"/>
                </a:cubicBezTo>
                <a:cubicBezTo>
                  <a:pt x="173663" y="51595"/>
                  <a:pt x="173727" y="53505"/>
                  <a:pt x="173760" y="55336"/>
                </a:cubicBezTo>
                <a:cubicBezTo>
                  <a:pt x="173792" y="57166"/>
                  <a:pt x="173808" y="58723"/>
                  <a:pt x="173808" y="60007"/>
                </a:cubicBezTo>
                <a:lnTo>
                  <a:pt x="174193" y="60007"/>
                </a:lnTo>
                <a:cubicBezTo>
                  <a:pt x="175413" y="56026"/>
                  <a:pt x="176714" y="52574"/>
                  <a:pt x="178094" y="49653"/>
                </a:cubicBezTo>
                <a:cubicBezTo>
                  <a:pt x="179475" y="46731"/>
                  <a:pt x="181096" y="44323"/>
                  <a:pt x="182959" y="42429"/>
                </a:cubicBezTo>
                <a:cubicBezTo>
                  <a:pt x="184821" y="40534"/>
                  <a:pt x="187037" y="39122"/>
                  <a:pt x="189605" y="38191"/>
                </a:cubicBezTo>
                <a:cubicBezTo>
                  <a:pt x="192174" y="37260"/>
                  <a:pt x="195289" y="36794"/>
                  <a:pt x="198949" y="36794"/>
                </a:cubicBezTo>
                <a:cubicBezTo>
                  <a:pt x="200362" y="36794"/>
                  <a:pt x="201710" y="36907"/>
                  <a:pt x="202995" y="37134"/>
                </a:cubicBezTo>
                <a:cubicBezTo>
                  <a:pt x="204279" y="37359"/>
                  <a:pt x="205275" y="37569"/>
                  <a:pt x="205981" y="37763"/>
                </a:cubicBezTo>
                <a:lnTo>
                  <a:pt x="205981" y="53746"/>
                </a:lnTo>
                <a:cubicBezTo>
                  <a:pt x="204825" y="53425"/>
                  <a:pt x="203476" y="53184"/>
                  <a:pt x="201935" y="53024"/>
                </a:cubicBezTo>
                <a:cubicBezTo>
                  <a:pt x="200394" y="52863"/>
                  <a:pt x="198660" y="52783"/>
                  <a:pt x="196734" y="52783"/>
                </a:cubicBezTo>
                <a:cubicBezTo>
                  <a:pt x="192752" y="52783"/>
                  <a:pt x="189365" y="53681"/>
                  <a:pt x="186571" y="55477"/>
                </a:cubicBezTo>
                <a:cubicBezTo>
                  <a:pt x="183778" y="57273"/>
                  <a:pt x="181498" y="59759"/>
                  <a:pt x="179732" y="62936"/>
                </a:cubicBezTo>
                <a:cubicBezTo>
                  <a:pt x="177966" y="66110"/>
                  <a:pt x="176665" y="69895"/>
                  <a:pt x="175831" y="74289"/>
                </a:cubicBezTo>
                <a:cubicBezTo>
                  <a:pt x="174996" y="78682"/>
                  <a:pt x="174578" y="83476"/>
                  <a:pt x="174578" y="88671"/>
                </a:cubicBezTo>
                <a:lnTo>
                  <a:pt x="174578" y="142938"/>
                </a:lnTo>
                <a:lnTo>
                  <a:pt x="157239" y="142938"/>
                </a:lnTo>
                <a:close/>
                <a:moveTo>
                  <a:pt x="249134" y="144864"/>
                </a:moveTo>
                <a:cubicBezTo>
                  <a:pt x="238667" y="144864"/>
                  <a:pt x="230800" y="142103"/>
                  <a:pt x="225534" y="136581"/>
                </a:cubicBezTo>
                <a:cubicBezTo>
                  <a:pt x="220268" y="131059"/>
                  <a:pt x="217635" y="123482"/>
                  <a:pt x="217635" y="113850"/>
                </a:cubicBezTo>
                <a:cubicBezTo>
                  <a:pt x="217635" y="106979"/>
                  <a:pt x="218935" y="101344"/>
                  <a:pt x="221536" y="96946"/>
                </a:cubicBezTo>
                <a:cubicBezTo>
                  <a:pt x="224137" y="92547"/>
                  <a:pt x="227541" y="89096"/>
                  <a:pt x="231747" y="86591"/>
                </a:cubicBezTo>
                <a:cubicBezTo>
                  <a:pt x="235953" y="84087"/>
                  <a:pt x="240754" y="82353"/>
                  <a:pt x="246148" y="81390"/>
                </a:cubicBezTo>
                <a:cubicBezTo>
                  <a:pt x="251542" y="80427"/>
                  <a:pt x="257033" y="79881"/>
                  <a:pt x="262620" y="79753"/>
                </a:cubicBezTo>
                <a:lnTo>
                  <a:pt x="286027" y="79367"/>
                </a:lnTo>
                <a:lnTo>
                  <a:pt x="286027" y="73702"/>
                </a:lnTo>
                <a:cubicBezTo>
                  <a:pt x="286027" y="69414"/>
                  <a:pt x="285578" y="65766"/>
                  <a:pt x="284679" y="62758"/>
                </a:cubicBezTo>
                <a:cubicBezTo>
                  <a:pt x="283780" y="59750"/>
                  <a:pt x="282399" y="57318"/>
                  <a:pt x="280537" y="55462"/>
                </a:cubicBezTo>
                <a:cubicBezTo>
                  <a:pt x="278674" y="53606"/>
                  <a:pt x="276347" y="52246"/>
                  <a:pt x="273553" y="51383"/>
                </a:cubicBezTo>
                <a:cubicBezTo>
                  <a:pt x="270760" y="50519"/>
                  <a:pt x="267468" y="50086"/>
                  <a:pt x="263680" y="50086"/>
                </a:cubicBezTo>
                <a:cubicBezTo>
                  <a:pt x="260340" y="50086"/>
                  <a:pt x="257322" y="50324"/>
                  <a:pt x="254625" y="50799"/>
                </a:cubicBezTo>
                <a:cubicBezTo>
                  <a:pt x="251928" y="51275"/>
                  <a:pt x="249584" y="52132"/>
                  <a:pt x="247593" y="53370"/>
                </a:cubicBezTo>
                <a:cubicBezTo>
                  <a:pt x="245602" y="54608"/>
                  <a:pt x="243997" y="56291"/>
                  <a:pt x="242776" y="58418"/>
                </a:cubicBezTo>
                <a:cubicBezTo>
                  <a:pt x="241556" y="60543"/>
                  <a:pt x="240754" y="63224"/>
                  <a:pt x="240368" y="66460"/>
                </a:cubicBezTo>
                <a:lnTo>
                  <a:pt x="222259" y="64829"/>
                </a:lnTo>
                <a:cubicBezTo>
                  <a:pt x="222901" y="60731"/>
                  <a:pt x="224121" y="56971"/>
                  <a:pt x="225919" y="53548"/>
                </a:cubicBezTo>
                <a:cubicBezTo>
                  <a:pt x="227717" y="50122"/>
                  <a:pt x="230270" y="47162"/>
                  <a:pt x="233577" y="44668"/>
                </a:cubicBezTo>
                <a:cubicBezTo>
                  <a:pt x="236884" y="42172"/>
                  <a:pt x="241027" y="40235"/>
                  <a:pt x="246003" y="38859"/>
                </a:cubicBezTo>
                <a:cubicBezTo>
                  <a:pt x="250980" y="37482"/>
                  <a:pt x="257001" y="36794"/>
                  <a:pt x="264065" y="36794"/>
                </a:cubicBezTo>
                <a:cubicBezTo>
                  <a:pt x="277165" y="36794"/>
                  <a:pt x="287023" y="39793"/>
                  <a:pt x="293637" y="45791"/>
                </a:cubicBezTo>
                <a:cubicBezTo>
                  <a:pt x="300252" y="51789"/>
                  <a:pt x="303559" y="60465"/>
                  <a:pt x="303559" y="71818"/>
                </a:cubicBezTo>
                <a:lnTo>
                  <a:pt x="303559" y="116658"/>
                </a:lnTo>
                <a:cubicBezTo>
                  <a:pt x="303559" y="121791"/>
                  <a:pt x="304233" y="125657"/>
                  <a:pt x="305582" y="128255"/>
                </a:cubicBezTo>
                <a:cubicBezTo>
                  <a:pt x="306931" y="130852"/>
                  <a:pt x="309499" y="132150"/>
                  <a:pt x="313288" y="132150"/>
                </a:cubicBezTo>
                <a:cubicBezTo>
                  <a:pt x="314251" y="132150"/>
                  <a:pt x="315215" y="132086"/>
                  <a:pt x="316178" y="131958"/>
                </a:cubicBezTo>
                <a:cubicBezTo>
                  <a:pt x="317141" y="131829"/>
                  <a:pt x="318072" y="131669"/>
                  <a:pt x="318971" y="131476"/>
                </a:cubicBezTo>
                <a:lnTo>
                  <a:pt x="318971" y="142348"/>
                </a:lnTo>
                <a:cubicBezTo>
                  <a:pt x="316788" y="142866"/>
                  <a:pt x="314621" y="143254"/>
                  <a:pt x="312469" y="143513"/>
                </a:cubicBezTo>
                <a:cubicBezTo>
                  <a:pt x="310318" y="143772"/>
                  <a:pt x="308022" y="143901"/>
                  <a:pt x="305582" y="143901"/>
                </a:cubicBezTo>
                <a:cubicBezTo>
                  <a:pt x="302307" y="143901"/>
                  <a:pt x="299497" y="143466"/>
                  <a:pt x="297153" y="142595"/>
                </a:cubicBezTo>
                <a:cubicBezTo>
                  <a:pt x="294809" y="141724"/>
                  <a:pt x="292899" y="140402"/>
                  <a:pt x="291422" y="138628"/>
                </a:cubicBezTo>
                <a:cubicBezTo>
                  <a:pt x="289945" y="136854"/>
                  <a:pt x="288821" y="134661"/>
                  <a:pt x="288050" y="132048"/>
                </a:cubicBezTo>
                <a:cubicBezTo>
                  <a:pt x="287280" y="129435"/>
                  <a:pt x="286798" y="126387"/>
                  <a:pt x="286605" y="122904"/>
                </a:cubicBezTo>
                <a:lnTo>
                  <a:pt x="286027" y="122904"/>
                </a:lnTo>
                <a:cubicBezTo>
                  <a:pt x="284165" y="126257"/>
                  <a:pt x="282126" y="129288"/>
                  <a:pt x="279911" y="131997"/>
                </a:cubicBezTo>
                <a:cubicBezTo>
                  <a:pt x="277695" y="134706"/>
                  <a:pt x="275110" y="137011"/>
                  <a:pt x="272156" y="138914"/>
                </a:cubicBezTo>
                <a:cubicBezTo>
                  <a:pt x="269202" y="140816"/>
                  <a:pt x="265847" y="142283"/>
                  <a:pt x="262090" y="143314"/>
                </a:cubicBezTo>
                <a:cubicBezTo>
                  <a:pt x="258333" y="144348"/>
                  <a:pt x="254015" y="144864"/>
                  <a:pt x="249134" y="144864"/>
                </a:cubicBezTo>
                <a:moveTo>
                  <a:pt x="253084" y="131765"/>
                </a:moveTo>
                <a:cubicBezTo>
                  <a:pt x="258606" y="131765"/>
                  <a:pt x="263439" y="130757"/>
                  <a:pt x="267581" y="128740"/>
                </a:cubicBezTo>
                <a:cubicBezTo>
                  <a:pt x="271723" y="126721"/>
                  <a:pt x="275159" y="124143"/>
                  <a:pt x="277888" y="121004"/>
                </a:cubicBezTo>
                <a:cubicBezTo>
                  <a:pt x="280617" y="117864"/>
                  <a:pt x="282656" y="114437"/>
                  <a:pt x="284005" y="110722"/>
                </a:cubicBezTo>
                <a:cubicBezTo>
                  <a:pt x="285353" y="107006"/>
                  <a:pt x="286027" y="103450"/>
                  <a:pt x="286027" y="100055"/>
                </a:cubicBezTo>
                <a:lnTo>
                  <a:pt x="286027" y="91503"/>
                </a:lnTo>
                <a:lnTo>
                  <a:pt x="267051" y="91889"/>
                </a:lnTo>
                <a:cubicBezTo>
                  <a:pt x="262813" y="91953"/>
                  <a:pt x="258783" y="92257"/>
                  <a:pt x="254962" y="92801"/>
                </a:cubicBezTo>
                <a:cubicBezTo>
                  <a:pt x="251141" y="93345"/>
                  <a:pt x="247786" y="94418"/>
                  <a:pt x="244896" y="96021"/>
                </a:cubicBezTo>
                <a:cubicBezTo>
                  <a:pt x="242006" y="97623"/>
                  <a:pt x="239710" y="99865"/>
                  <a:pt x="238008" y="102749"/>
                </a:cubicBezTo>
                <a:cubicBezTo>
                  <a:pt x="236307" y="105630"/>
                  <a:pt x="235456" y="109409"/>
                  <a:pt x="235456" y="114084"/>
                </a:cubicBezTo>
                <a:cubicBezTo>
                  <a:pt x="235456" y="119721"/>
                  <a:pt x="236981" y="124078"/>
                  <a:pt x="240031" y="127154"/>
                </a:cubicBezTo>
                <a:cubicBezTo>
                  <a:pt x="243082" y="130228"/>
                  <a:pt x="247432" y="131765"/>
                  <a:pt x="253084" y="131765"/>
                </a:cubicBezTo>
                <a:close/>
                <a:moveTo>
                  <a:pt x="398411" y="142938"/>
                </a:moveTo>
                <a:lnTo>
                  <a:pt x="398411" y="76932"/>
                </a:lnTo>
                <a:cubicBezTo>
                  <a:pt x="398411" y="71863"/>
                  <a:pt x="398042" y="67629"/>
                  <a:pt x="397304" y="64230"/>
                </a:cubicBezTo>
                <a:cubicBezTo>
                  <a:pt x="396565" y="60831"/>
                  <a:pt x="395361" y="58089"/>
                  <a:pt x="393691" y="56004"/>
                </a:cubicBezTo>
                <a:cubicBezTo>
                  <a:pt x="392022" y="53919"/>
                  <a:pt x="389822" y="52444"/>
                  <a:pt x="387093" y="51579"/>
                </a:cubicBezTo>
                <a:cubicBezTo>
                  <a:pt x="384364" y="50712"/>
                  <a:pt x="380976" y="50279"/>
                  <a:pt x="376930" y="50279"/>
                </a:cubicBezTo>
                <a:cubicBezTo>
                  <a:pt x="372821" y="50279"/>
                  <a:pt x="369112" y="51001"/>
                  <a:pt x="365805" y="52446"/>
                </a:cubicBezTo>
                <a:cubicBezTo>
                  <a:pt x="362497" y="53889"/>
                  <a:pt x="359672" y="55974"/>
                  <a:pt x="357328" y="58701"/>
                </a:cubicBezTo>
                <a:cubicBezTo>
                  <a:pt x="354984" y="61426"/>
                  <a:pt x="353170" y="64793"/>
                  <a:pt x="351885" y="68802"/>
                </a:cubicBezTo>
                <a:cubicBezTo>
                  <a:pt x="350601" y="72812"/>
                  <a:pt x="349959" y="77414"/>
                  <a:pt x="349959" y="82609"/>
                </a:cubicBezTo>
                <a:lnTo>
                  <a:pt x="349959" y="142938"/>
                </a:lnTo>
                <a:lnTo>
                  <a:pt x="332620" y="142938"/>
                </a:lnTo>
                <a:lnTo>
                  <a:pt x="332620" y="60970"/>
                </a:lnTo>
                <a:cubicBezTo>
                  <a:pt x="332620" y="58787"/>
                  <a:pt x="332604" y="56491"/>
                  <a:pt x="332572" y="54083"/>
                </a:cubicBezTo>
                <a:cubicBezTo>
                  <a:pt x="332540" y="51675"/>
                  <a:pt x="332491" y="49396"/>
                  <a:pt x="332427" y="47245"/>
                </a:cubicBezTo>
                <a:cubicBezTo>
                  <a:pt x="332363" y="45094"/>
                  <a:pt x="332299" y="43247"/>
                  <a:pt x="332235" y="41706"/>
                </a:cubicBezTo>
                <a:cubicBezTo>
                  <a:pt x="332170" y="40165"/>
                  <a:pt x="332106" y="39170"/>
                  <a:pt x="332042" y="38720"/>
                </a:cubicBezTo>
                <a:lnTo>
                  <a:pt x="348418" y="38720"/>
                </a:lnTo>
                <a:cubicBezTo>
                  <a:pt x="348482" y="39043"/>
                  <a:pt x="348546" y="39915"/>
                  <a:pt x="348610" y="41336"/>
                </a:cubicBezTo>
                <a:cubicBezTo>
                  <a:pt x="348674" y="42755"/>
                  <a:pt x="348755" y="44384"/>
                  <a:pt x="348851" y="46224"/>
                </a:cubicBezTo>
                <a:cubicBezTo>
                  <a:pt x="348947" y="48064"/>
                  <a:pt x="349028" y="49938"/>
                  <a:pt x="349092" y="51844"/>
                </a:cubicBezTo>
                <a:cubicBezTo>
                  <a:pt x="349156" y="53748"/>
                  <a:pt x="349188" y="55346"/>
                  <a:pt x="349188" y="56636"/>
                </a:cubicBezTo>
                <a:lnTo>
                  <a:pt x="349477" y="56636"/>
                </a:lnTo>
                <a:cubicBezTo>
                  <a:pt x="351147" y="53604"/>
                  <a:pt x="352977" y="50862"/>
                  <a:pt x="354968" y="48410"/>
                </a:cubicBezTo>
                <a:cubicBezTo>
                  <a:pt x="356959" y="45957"/>
                  <a:pt x="359270" y="43877"/>
                  <a:pt x="361903" y="42167"/>
                </a:cubicBezTo>
                <a:cubicBezTo>
                  <a:pt x="364536" y="40457"/>
                  <a:pt x="367555" y="39135"/>
                  <a:pt x="370958" y="38200"/>
                </a:cubicBezTo>
                <a:cubicBezTo>
                  <a:pt x="374362" y="37263"/>
                  <a:pt x="378311" y="36794"/>
                  <a:pt x="382806" y="36794"/>
                </a:cubicBezTo>
                <a:cubicBezTo>
                  <a:pt x="388586" y="36794"/>
                  <a:pt x="393563" y="37500"/>
                  <a:pt x="397737" y="38913"/>
                </a:cubicBezTo>
                <a:cubicBezTo>
                  <a:pt x="401911" y="40326"/>
                  <a:pt x="405347" y="42509"/>
                  <a:pt x="408044" y="45463"/>
                </a:cubicBezTo>
                <a:cubicBezTo>
                  <a:pt x="410741" y="48417"/>
                  <a:pt x="412716" y="52221"/>
                  <a:pt x="413968" y="56877"/>
                </a:cubicBezTo>
                <a:cubicBezTo>
                  <a:pt x="415221" y="61532"/>
                  <a:pt x="415847" y="67070"/>
                  <a:pt x="415847" y="73492"/>
                </a:cubicBezTo>
                <a:lnTo>
                  <a:pt x="415847" y="142938"/>
                </a:lnTo>
                <a:lnTo>
                  <a:pt x="398411" y="142938"/>
                </a:lnTo>
                <a:close/>
                <a:moveTo>
                  <a:pt x="507713" y="126082"/>
                </a:moveTo>
                <a:cubicBezTo>
                  <a:pt x="504502" y="132794"/>
                  <a:pt x="500248" y="137603"/>
                  <a:pt x="494950" y="140509"/>
                </a:cubicBezTo>
                <a:cubicBezTo>
                  <a:pt x="489652" y="143413"/>
                  <a:pt x="483085" y="144864"/>
                  <a:pt x="475251" y="144864"/>
                </a:cubicBezTo>
                <a:cubicBezTo>
                  <a:pt x="462086" y="144864"/>
                  <a:pt x="452405" y="140434"/>
                  <a:pt x="446208" y="131572"/>
                </a:cubicBezTo>
                <a:cubicBezTo>
                  <a:pt x="440011" y="122711"/>
                  <a:pt x="436912" y="109290"/>
                  <a:pt x="436912" y="91311"/>
                </a:cubicBezTo>
                <a:cubicBezTo>
                  <a:pt x="436912" y="54966"/>
                  <a:pt x="449692" y="36794"/>
                  <a:pt x="475251" y="36794"/>
                </a:cubicBezTo>
                <a:cubicBezTo>
                  <a:pt x="483150" y="36794"/>
                  <a:pt x="489732" y="38247"/>
                  <a:pt x="494998" y="41153"/>
                </a:cubicBezTo>
                <a:cubicBezTo>
                  <a:pt x="500264" y="44056"/>
                  <a:pt x="504502" y="48671"/>
                  <a:pt x="507713" y="54998"/>
                </a:cubicBezTo>
                <a:lnTo>
                  <a:pt x="507906" y="54998"/>
                </a:lnTo>
                <a:cubicBezTo>
                  <a:pt x="507906" y="54354"/>
                  <a:pt x="507890" y="53341"/>
                  <a:pt x="507857" y="51958"/>
                </a:cubicBezTo>
                <a:cubicBezTo>
                  <a:pt x="507825" y="50576"/>
                  <a:pt x="507793" y="49129"/>
                  <a:pt x="507761" y="47618"/>
                </a:cubicBezTo>
                <a:cubicBezTo>
                  <a:pt x="507729" y="46105"/>
                  <a:pt x="507713" y="44673"/>
                  <a:pt x="507713" y="43323"/>
                </a:cubicBezTo>
                <a:cubicBezTo>
                  <a:pt x="507713" y="41972"/>
                  <a:pt x="507713" y="41008"/>
                  <a:pt x="507713" y="40430"/>
                </a:cubicBezTo>
                <a:lnTo>
                  <a:pt x="507713" y="0"/>
                </a:lnTo>
                <a:lnTo>
                  <a:pt x="525052" y="0"/>
                </a:lnTo>
                <a:lnTo>
                  <a:pt x="525052" y="121459"/>
                </a:lnTo>
                <a:cubicBezTo>
                  <a:pt x="525052" y="123963"/>
                  <a:pt x="525068" y="126371"/>
                  <a:pt x="525100" y="128683"/>
                </a:cubicBezTo>
                <a:cubicBezTo>
                  <a:pt x="525132" y="130994"/>
                  <a:pt x="525180" y="133114"/>
                  <a:pt x="525245" y="135040"/>
                </a:cubicBezTo>
                <a:cubicBezTo>
                  <a:pt x="525309" y="136966"/>
                  <a:pt x="525373" y="138620"/>
                  <a:pt x="525437" y="140000"/>
                </a:cubicBezTo>
                <a:cubicBezTo>
                  <a:pt x="525501" y="141381"/>
                  <a:pt x="525566" y="142360"/>
                  <a:pt x="525630" y="142938"/>
                </a:cubicBezTo>
                <a:lnTo>
                  <a:pt x="509062" y="142938"/>
                </a:lnTo>
                <a:cubicBezTo>
                  <a:pt x="508933" y="142292"/>
                  <a:pt x="508821" y="141372"/>
                  <a:pt x="508724" y="140178"/>
                </a:cubicBezTo>
                <a:cubicBezTo>
                  <a:pt x="508628" y="138982"/>
                  <a:pt x="508532" y="137609"/>
                  <a:pt x="508435" y="136060"/>
                </a:cubicBezTo>
                <a:cubicBezTo>
                  <a:pt x="508339" y="134511"/>
                  <a:pt x="508259" y="132881"/>
                  <a:pt x="508195" y="131169"/>
                </a:cubicBezTo>
                <a:cubicBezTo>
                  <a:pt x="508130" y="129457"/>
                  <a:pt x="508098" y="127762"/>
                  <a:pt x="508098" y="126082"/>
                </a:cubicBezTo>
                <a:lnTo>
                  <a:pt x="507713" y="126082"/>
                </a:lnTo>
                <a:moveTo>
                  <a:pt x="455118" y="90733"/>
                </a:moveTo>
                <a:cubicBezTo>
                  <a:pt x="455118" y="97907"/>
                  <a:pt x="455568" y="104056"/>
                  <a:pt x="456467" y="109181"/>
                </a:cubicBezTo>
                <a:cubicBezTo>
                  <a:pt x="457366" y="114306"/>
                  <a:pt x="458811" y="118519"/>
                  <a:pt x="460802" y="121820"/>
                </a:cubicBezTo>
                <a:cubicBezTo>
                  <a:pt x="462792" y="125119"/>
                  <a:pt x="465329" y="127537"/>
                  <a:pt x="468411" y="129074"/>
                </a:cubicBezTo>
                <a:cubicBezTo>
                  <a:pt x="471494" y="130611"/>
                  <a:pt x="475251" y="131380"/>
                  <a:pt x="479682" y="131380"/>
                </a:cubicBezTo>
                <a:cubicBezTo>
                  <a:pt x="484241" y="131380"/>
                  <a:pt x="488271" y="130643"/>
                  <a:pt x="491771" y="129170"/>
                </a:cubicBezTo>
                <a:cubicBezTo>
                  <a:pt x="495271" y="127696"/>
                  <a:pt x="498193" y="125309"/>
                  <a:pt x="500537" y="122010"/>
                </a:cubicBezTo>
                <a:cubicBezTo>
                  <a:pt x="502881" y="118711"/>
                  <a:pt x="504663" y="114403"/>
                  <a:pt x="505883" y="109088"/>
                </a:cubicBezTo>
                <a:cubicBezTo>
                  <a:pt x="507103" y="103770"/>
                  <a:pt x="507713" y="97268"/>
                  <a:pt x="507713" y="89580"/>
                </a:cubicBezTo>
                <a:cubicBezTo>
                  <a:pt x="507713" y="82212"/>
                  <a:pt x="507103" y="75981"/>
                  <a:pt x="505883" y="70888"/>
                </a:cubicBezTo>
                <a:cubicBezTo>
                  <a:pt x="504663" y="65795"/>
                  <a:pt x="502864" y="61680"/>
                  <a:pt x="500488" y="58541"/>
                </a:cubicBezTo>
                <a:cubicBezTo>
                  <a:pt x="498112" y="55403"/>
                  <a:pt x="495206" y="53145"/>
                  <a:pt x="491771" y="51769"/>
                </a:cubicBezTo>
                <a:cubicBezTo>
                  <a:pt x="488335" y="50390"/>
                  <a:pt x="484370" y="49701"/>
                  <a:pt x="479874" y="49701"/>
                </a:cubicBezTo>
                <a:cubicBezTo>
                  <a:pt x="475636" y="49701"/>
                  <a:pt x="471976" y="50438"/>
                  <a:pt x="468893" y="51913"/>
                </a:cubicBezTo>
                <a:cubicBezTo>
                  <a:pt x="465811" y="53386"/>
                  <a:pt x="463242" y="55756"/>
                  <a:pt x="461187" y="59023"/>
                </a:cubicBezTo>
                <a:cubicBezTo>
                  <a:pt x="459132" y="62290"/>
                  <a:pt x="457607" y="66534"/>
                  <a:pt x="456611" y="71755"/>
                </a:cubicBezTo>
                <a:cubicBezTo>
                  <a:pt x="455616" y="76976"/>
                  <a:pt x="455118" y="83302"/>
                  <a:pt x="455118" y="90733"/>
                </a:cubicBezTo>
                <a:close/>
                <a:moveTo>
                  <a:pt x="547081" y="98246"/>
                </a:moveTo>
                <a:lnTo>
                  <a:pt x="547081" y="82835"/>
                </a:lnTo>
                <a:lnTo>
                  <a:pt x="595244" y="82835"/>
                </a:lnTo>
                <a:lnTo>
                  <a:pt x="595244" y="98246"/>
                </a:lnTo>
                <a:lnTo>
                  <a:pt x="547081" y="98246"/>
                </a:lnTo>
                <a:close/>
                <a:moveTo>
                  <a:pt x="695520" y="114111"/>
                </a:moveTo>
                <a:cubicBezTo>
                  <a:pt x="695520" y="118996"/>
                  <a:pt x="694573" y="123350"/>
                  <a:pt x="692678" y="127175"/>
                </a:cubicBezTo>
                <a:cubicBezTo>
                  <a:pt x="690784" y="130997"/>
                  <a:pt x="688038" y="134211"/>
                  <a:pt x="684442" y="136816"/>
                </a:cubicBezTo>
                <a:cubicBezTo>
                  <a:pt x="680846" y="139418"/>
                  <a:pt x="676431" y="141411"/>
                  <a:pt x="671197" y="142794"/>
                </a:cubicBezTo>
                <a:cubicBezTo>
                  <a:pt x="665963" y="144174"/>
                  <a:pt x="659975" y="144864"/>
                  <a:pt x="653232" y="144864"/>
                </a:cubicBezTo>
                <a:cubicBezTo>
                  <a:pt x="647196" y="144864"/>
                  <a:pt x="641753" y="144397"/>
                  <a:pt x="636905" y="143462"/>
                </a:cubicBezTo>
                <a:cubicBezTo>
                  <a:pt x="632056" y="142529"/>
                  <a:pt x="627802" y="141032"/>
                  <a:pt x="624141" y="138971"/>
                </a:cubicBezTo>
                <a:cubicBezTo>
                  <a:pt x="620481" y="136908"/>
                  <a:pt x="617414" y="134186"/>
                  <a:pt x="614942" y="130805"/>
                </a:cubicBezTo>
                <a:cubicBezTo>
                  <a:pt x="612470" y="127422"/>
                  <a:pt x="610655" y="123282"/>
                  <a:pt x="609499" y="118386"/>
                </a:cubicBezTo>
                <a:lnTo>
                  <a:pt x="624815" y="115391"/>
                </a:lnTo>
                <a:cubicBezTo>
                  <a:pt x="626292" y="120977"/>
                  <a:pt x="629343" y="125071"/>
                  <a:pt x="633967" y="127671"/>
                </a:cubicBezTo>
                <a:cubicBezTo>
                  <a:pt x="638590" y="130272"/>
                  <a:pt x="645012" y="131572"/>
                  <a:pt x="653232" y="131572"/>
                </a:cubicBezTo>
                <a:cubicBezTo>
                  <a:pt x="656957" y="131572"/>
                  <a:pt x="660376" y="131317"/>
                  <a:pt x="663491" y="130805"/>
                </a:cubicBezTo>
                <a:cubicBezTo>
                  <a:pt x="666605" y="130293"/>
                  <a:pt x="669287" y="129414"/>
                  <a:pt x="671534" y="128168"/>
                </a:cubicBezTo>
                <a:cubicBezTo>
                  <a:pt x="673782" y="126922"/>
                  <a:pt x="675532" y="125259"/>
                  <a:pt x="676784" y="123181"/>
                </a:cubicBezTo>
                <a:cubicBezTo>
                  <a:pt x="678036" y="121102"/>
                  <a:pt x="678662" y="118528"/>
                  <a:pt x="678662" y="115460"/>
                </a:cubicBezTo>
                <a:cubicBezTo>
                  <a:pt x="678662" y="112312"/>
                  <a:pt x="677924" y="109725"/>
                  <a:pt x="676447" y="107700"/>
                </a:cubicBezTo>
                <a:cubicBezTo>
                  <a:pt x="674970" y="105676"/>
                  <a:pt x="672915" y="103989"/>
                  <a:pt x="670282" y="102640"/>
                </a:cubicBezTo>
                <a:cubicBezTo>
                  <a:pt x="667649" y="101290"/>
                  <a:pt x="664454" y="100117"/>
                  <a:pt x="660697" y="99122"/>
                </a:cubicBezTo>
                <a:cubicBezTo>
                  <a:pt x="656941" y="98124"/>
                  <a:pt x="652815" y="97015"/>
                  <a:pt x="648319" y="95793"/>
                </a:cubicBezTo>
                <a:cubicBezTo>
                  <a:pt x="644145" y="94701"/>
                  <a:pt x="640003" y="93481"/>
                  <a:pt x="635893" y="92133"/>
                </a:cubicBezTo>
                <a:cubicBezTo>
                  <a:pt x="631783" y="90782"/>
                  <a:pt x="628075" y="88998"/>
                  <a:pt x="624767" y="86781"/>
                </a:cubicBezTo>
                <a:cubicBezTo>
                  <a:pt x="621460" y="84563"/>
                  <a:pt x="618779" y="81816"/>
                  <a:pt x="616724" y="78540"/>
                </a:cubicBezTo>
                <a:cubicBezTo>
                  <a:pt x="614669" y="75261"/>
                  <a:pt x="613642" y="71147"/>
                  <a:pt x="613642" y="66199"/>
                </a:cubicBezTo>
                <a:cubicBezTo>
                  <a:pt x="613642" y="56685"/>
                  <a:pt x="617029" y="49438"/>
                  <a:pt x="623804" y="44457"/>
                </a:cubicBezTo>
                <a:cubicBezTo>
                  <a:pt x="630579" y="39477"/>
                  <a:pt x="640453" y="36987"/>
                  <a:pt x="653425" y="36987"/>
                </a:cubicBezTo>
                <a:cubicBezTo>
                  <a:pt x="664920" y="36987"/>
                  <a:pt x="674055" y="39002"/>
                  <a:pt x="680830" y="43034"/>
                </a:cubicBezTo>
                <a:cubicBezTo>
                  <a:pt x="687605" y="47065"/>
                  <a:pt x="691891" y="53528"/>
                  <a:pt x="693690" y="62421"/>
                </a:cubicBezTo>
                <a:lnTo>
                  <a:pt x="678085" y="64341"/>
                </a:lnTo>
                <a:cubicBezTo>
                  <a:pt x="677507" y="61663"/>
                  <a:pt x="676447" y="59414"/>
                  <a:pt x="674906" y="57596"/>
                </a:cubicBezTo>
                <a:cubicBezTo>
                  <a:pt x="673364" y="55778"/>
                  <a:pt x="671502" y="54311"/>
                  <a:pt x="669319" y="53195"/>
                </a:cubicBezTo>
                <a:cubicBezTo>
                  <a:pt x="667135" y="52080"/>
                  <a:pt x="664679" y="51283"/>
                  <a:pt x="661950" y="50806"/>
                </a:cubicBezTo>
                <a:cubicBezTo>
                  <a:pt x="659220" y="50326"/>
                  <a:pt x="656379" y="50086"/>
                  <a:pt x="653425" y="50086"/>
                </a:cubicBezTo>
                <a:cubicBezTo>
                  <a:pt x="645590" y="50086"/>
                  <a:pt x="639810" y="51276"/>
                  <a:pt x="636086" y="53656"/>
                </a:cubicBezTo>
                <a:cubicBezTo>
                  <a:pt x="632361" y="56036"/>
                  <a:pt x="630499" y="59638"/>
                  <a:pt x="630499" y="64462"/>
                </a:cubicBezTo>
                <a:cubicBezTo>
                  <a:pt x="630499" y="67289"/>
                  <a:pt x="631189" y="69619"/>
                  <a:pt x="632570" y="71451"/>
                </a:cubicBezTo>
                <a:cubicBezTo>
                  <a:pt x="633951" y="73283"/>
                  <a:pt x="635877" y="74826"/>
                  <a:pt x="638349" y="76080"/>
                </a:cubicBezTo>
                <a:cubicBezTo>
                  <a:pt x="640822" y="77332"/>
                  <a:pt x="643792" y="78425"/>
                  <a:pt x="647260" y="79358"/>
                </a:cubicBezTo>
                <a:cubicBezTo>
                  <a:pt x="650728" y="80289"/>
                  <a:pt x="654549" y="81269"/>
                  <a:pt x="658723" y="82296"/>
                </a:cubicBezTo>
                <a:cubicBezTo>
                  <a:pt x="661484" y="83004"/>
                  <a:pt x="664310" y="83760"/>
                  <a:pt x="667200" y="84562"/>
                </a:cubicBezTo>
                <a:cubicBezTo>
                  <a:pt x="670089" y="85365"/>
                  <a:pt x="672899" y="86329"/>
                  <a:pt x="675628" y="87455"/>
                </a:cubicBezTo>
                <a:cubicBezTo>
                  <a:pt x="678357" y="88579"/>
                  <a:pt x="680926" y="89896"/>
                  <a:pt x="683334" y="91407"/>
                </a:cubicBezTo>
                <a:cubicBezTo>
                  <a:pt x="685743" y="92918"/>
                  <a:pt x="687846" y="94734"/>
                  <a:pt x="689644" y="96855"/>
                </a:cubicBezTo>
                <a:cubicBezTo>
                  <a:pt x="691442" y="98976"/>
                  <a:pt x="692871" y="101450"/>
                  <a:pt x="693930" y="104278"/>
                </a:cubicBezTo>
                <a:cubicBezTo>
                  <a:pt x="694990" y="107105"/>
                  <a:pt x="695520" y="110383"/>
                  <a:pt x="695520" y="114111"/>
                </a:cubicBezTo>
                <a:close/>
                <a:moveTo>
                  <a:pt x="715941" y="142938"/>
                </a:moveTo>
                <a:lnTo>
                  <a:pt x="715941" y="0"/>
                </a:lnTo>
                <a:lnTo>
                  <a:pt x="733280" y="0"/>
                </a:lnTo>
                <a:lnTo>
                  <a:pt x="733280" y="142938"/>
                </a:lnTo>
                <a:lnTo>
                  <a:pt x="715941" y="142938"/>
                </a:lnTo>
                <a:close/>
                <a:moveTo>
                  <a:pt x="786323" y="144864"/>
                </a:moveTo>
                <a:cubicBezTo>
                  <a:pt x="775856" y="144864"/>
                  <a:pt x="767989" y="142103"/>
                  <a:pt x="762723" y="136581"/>
                </a:cubicBezTo>
                <a:cubicBezTo>
                  <a:pt x="757457" y="131059"/>
                  <a:pt x="754824" y="123482"/>
                  <a:pt x="754824" y="113850"/>
                </a:cubicBezTo>
                <a:cubicBezTo>
                  <a:pt x="754824" y="106979"/>
                  <a:pt x="756125" y="101344"/>
                  <a:pt x="758725" y="96946"/>
                </a:cubicBezTo>
                <a:cubicBezTo>
                  <a:pt x="761326" y="92547"/>
                  <a:pt x="764730" y="89096"/>
                  <a:pt x="768936" y="86591"/>
                </a:cubicBezTo>
                <a:cubicBezTo>
                  <a:pt x="773142" y="84087"/>
                  <a:pt x="777943" y="82353"/>
                  <a:pt x="783337" y="81390"/>
                </a:cubicBezTo>
                <a:cubicBezTo>
                  <a:pt x="788731" y="80427"/>
                  <a:pt x="794222" y="79881"/>
                  <a:pt x="799809" y="79753"/>
                </a:cubicBezTo>
                <a:lnTo>
                  <a:pt x="823217" y="79367"/>
                </a:lnTo>
                <a:lnTo>
                  <a:pt x="823217" y="73702"/>
                </a:lnTo>
                <a:cubicBezTo>
                  <a:pt x="823217" y="69414"/>
                  <a:pt x="822767" y="65766"/>
                  <a:pt x="821868" y="62758"/>
                </a:cubicBezTo>
                <a:cubicBezTo>
                  <a:pt x="820969" y="59750"/>
                  <a:pt x="819588" y="57318"/>
                  <a:pt x="817726" y="55462"/>
                </a:cubicBezTo>
                <a:cubicBezTo>
                  <a:pt x="815864" y="53606"/>
                  <a:pt x="813536" y="52246"/>
                  <a:pt x="810742" y="51383"/>
                </a:cubicBezTo>
                <a:cubicBezTo>
                  <a:pt x="807949" y="50519"/>
                  <a:pt x="804658" y="50086"/>
                  <a:pt x="800869" y="50086"/>
                </a:cubicBezTo>
                <a:cubicBezTo>
                  <a:pt x="797529" y="50086"/>
                  <a:pt x="794511" y="50324"/>
                  <a:pt x="791814" y="50799"/>
                </a:cubicBezTo>
                <a:cubicBezTo>
                  <a:pt x="789117" y="51275"/>
                  <a:pt x="786773" y="52132"/>
                  <a:pt x="784782" y="53370"/>
                </a:cubicBezTo>
                <a:cubicBezTo>
                  <a:pt x="782791" y="54608"/>
                  <a:pt x="781186" y="56291"/>
                  <a:pt x="779966" y="58418"/>
                </a:cubicBezTo>
                <a:cubicBezTo>
                  <a:pt x="778746" y="60543"/>
                  <a:pt x="777943" y="63224"/>
                  <a:pt x="777557" y="66460"/>
                </a:cubicBezTo>
                <a:lnTo>
                  <a:pt x="759448" y="64829"/>
                </a:lnTo>
                <a:cubicBezTo>
                  <a:pt x="760090" y="60731"/>
                  <a:pt x="761310" y="56971"/>
                  <a:pt x="763108" y="53548"/>
                </a:cubicBezTo>
                <a:cubicBezTo>
                  <a:pt x="764906" y="50122"/>
                  <a:pt x="767459" y="47162"/>
                  <a:pt x="770766" y="44668"/>
                </a:cubicBezTo>
                <a:cubicBezTo>
                  <a:pt x="774074" y="42172"/>
                  <a:pt x="778216" y="40235"/>
                  <a:pt x="783193" y="38859"/>
                </a:cubicBezTo>
                <a:cubicBezTo>
                  <a:pt x="788170" y="37482"/>
                  <a:pt x="794190" y="36794"/>
                  <a:pt x="801254" y="36794"/>
                </a:cubicBezTo>
                <a:cubicBezTo>
                  <a:pt x="814355" y="36794"/>
                  <a:pt x="824212" y="39793"/>
                  <a:pt x="830826" y="45791"/>
                </a:cubicBezTo>
                <a:cubicBezTo>
                  <a:pt x="837441" y="51789"/>
                  <a:pt x="840748" y="60465"/>
                  <a:pt x="840748" y="71818"/>
                </a:cubicBezTo>
                <a:lnTo>
                  <a:pt x="840748" y="116658"/>
                </a:lnTo>
                <a:cubicBezTo>
                  <a:pt x="840748" y="121791"/>
                  <a:pt x="841423" y="125657"/>
                  <a:pt x="842771" y="128255"/>
                </a:cubicBezTo>
                <a:cubicBezTo>
                  <a:pt x="844120" y="130852"/>
                  <a:pt x="846688" y="132150"/>
                  <a:pt x="850477" y="132150"/>
                </a:cubicBezTo>
                <a:cubicBezTo>
                  <a:pt x="851441" y="132150"/>
                  <a:pt x="852404" y="132086"/>
                  <a:pt x="853367" y="131958"/>
                </a:cubicBezTo>
                <a:cubicBezTo>
                  <a:pt x="854330" y="131829"/>
                  <a:pt x="855262" y="131669"/>
                  <a:pt x="856161" y="131476"/>
                </a:cubicBezTo>
                <a:lnTo>
                  <a:pt x="856161" y="142348"/>
                </a:lnTo>
                <a:cubicBezTo>
                  <a:pt x="853977" y="142866"/>
                  <a:pt x="851810" y="143254"/>
                  <a:pt x="849658" y="143513"/>
                </a:cubicBezTo>
                <a:cubicBezTo>
                  <a:pt x="847507" y="143772"/>
                  <a:pt x="845211" y="143901"/>
                  <a:pt x="842771" y="143901"/>
                </a:cubicBezTo>
                <a:cubicBezTo>
                  <a:pt x="839496" y="143901"/>
                  <a:pt x="836686" y="143466"/>
                  <a:pt x="834342" y="142595"/>
                </a:cubicBezTo>
                <a:cubicBezTo>
                  <a:pt x="831998" y="141724"/>
                  <a:pt x="830088" y="140402"/>
                  <a:pt x="828611" y="138628"/>
                </a:cubicBezTo>
                <a:cubicBezTo>
                  <a:pt x="827134" y="136854"/>
                  <a:pt x="826010" y="134661"/>
                  <a:pt x="825240" y="132048"/>
                </a:cubicBezTo>
                <a:cubicBezTo>
                  <a:pt x="824469" y="129435"/>
                  <a:pt x="823987" y="126387"/>
                  <a:pt x="823795" y="122904"/>
                </a:cubicBezTo>
                <a:lnTo>
                  <a:pt x="823217" y="122904"/>
                </a:lnTo>
                <a:cubicBezTo>
                  <a:pt x="821354" y="126257"/>
                  <a:pt x="819315" y="129288"/>
                  <a:pt x="817100" y="131997"/>
                </a:cubicBezTo>
                <a:cubicBezTo>
                  <a:pt x="814884" y="134706"/>
                  <a:pt x="812300" y="137011"/>
                  <a:pt x="809346" y="138914"/>
                </a:cubicBezTo>
                <a:cubicBezTo>
                  <a:pt x="806391" y="140816"/>
                  <a:pt x="803036" y="142283"/>
                  <a:pt x="799279" y="143314"/>
                </a:cubicBezTo>
                <a:cubicBezTo>
                  <a:pt x="795523" y="144348"/>
                  <a:pt x="791204" y="144864"/>
                  <a:pt x="786323" y="144864"/>
                </a:cubicBezTo>
                <a:moveTo>
                  <a:pt x="790273" y="131765"/>
                </a:moveTo>
                <a:cubicBezTo>
                  <a:pt x="795795" y="131765"/>
                  <a:pt x="800628" y="130757"/>
                  <a:pt x="804770" y="128740"/>
                </a:cubicBezTo>
                <a:cubicBezTo>
                  <a:pt x="808912" y="126721"/>
                  <a:pt x="812348" y="124143"/>
                  <a:pt x="815077" y="121004"/>
                </a:cubicBezTo>
                <a:cubicBezTo>
                  <a:pt x="817806" y="117864"/>
                  <a:pt x="819845" y="114437"/>
                  <a:pt x="821194" y="110722"/>
                </a:cubicBezTo>
                <a:cubicBezTo>
                  <a:pt x="822542" y="107006"/>
                  <a:pt x="823217" y="103450"/>
                  <a:pt x="823217" y="100055"/>
                </a:cubicBezTo>
                <a:lnTo>
                  <a:pt x="823217" y="91503"/>
                </a:lnTo>
                <a:lnTo>
                  <a:pt x="804240" y="91889"/>
                </a:lnTo>
                <a:cubicBezTo>
                  <a:pt x="800002" y="91953"/>
                  <a:pt x="795972" y="92257"/>
                  <a:pt x="792151" y="92801"/>
                </a:cubicBezTo>
                <a:cubicBezTo>
                  <a:pt x="788330" y="93345"/>
                  <a:pt x="784975" y="94418"/>
                  <a:pt x="782085" y="96021"/>
                </a:cubicBezTo>
                <a:cubicBezTo>
                  <a:pt x="779195" y="97623"/>
                  <a:pt x="776899" y="99865"/>
                  <a:pt x="775197" y="102749"/>
                </a:cubicBezTo>
                <a:cubicBezTo>
                  <a:pt x="773496" y="105630"/>
                  <a:pt x="772645" y="109409"/>
                  <a:pt x="772645" y="114084"/>
                </a:cubicBezTo>
                <a:cubicBezTo>
                  <a:pt x="772645" y="119721"/>
                  <a:pt x="774170" y="124078"/>
                  <a:pt x="777220" y="127154"/>
                </a:cubicBezTo>
                <a:cubicBezTo>
                  <a:pt x="780271" y="130228"/>
                  <a:pt x="784621" y="131765"/>
                  <a:pt x="790273" y="131765"/>
                </a:cubicBezTo>
                <a:close/>
                <a:moveTo>
                  <a:pt x="930110" y="142938"/>
                </a:moveTo>
                <a:lnTo>
                  <a:pt x="930110" y="76932"/>
                </a:lnTo>
                <a:cubicBezTo>
                  <a:pt x="930110" y="71863"/>
                  <a:pt x="929789" y="67629"/>
                  <a:pt x="929147" y="64230"/>
                </a:cubicBezTo>
                <a:cubicBezTo>
                  <a:pt x="928505" y="60831"/>
                  <a:pt x="927429" y="58089"/>
                  <a:pt x="925920" y="56004"/>
                </a:cubicBezTo>
                <a:cubicBezTo>
                  <a:pt x="924411" y="53919"/>
                  <a:pt x="922436" y="52444"/>
                  <a:pt x="919996" y="51579"/>
                </a:cubicBezTo>
                <a:cubicBezTo>
                  <a:pt x="917555" y="50712"/>
                  <a:pt x="914569" y="50279"/>
                  <a:pt x="911037" y="50279"/>
                </a:cubicBezTo>
                <a:cubicBezTo>
                  <a:pt x="907377" y="50279"/>
                  <a:pt x="904070" y="51001"/>
                  <a:pt x="901116" y="52446"/>
                </a:cubicBezTo>
                <a:cubicBezTo>
                  <a:pt x="898161" y="53889"/>
                  <a:pt x="895641" y="55974"/>
                  <a:pt x="893554" y="58701"/>
                </a:cubicBezTo>
                <a:cubicBezTo>
                  <a:pt x="891467" y="61426"/>
                  <a:pt x="889861" y="64793"/>
                  <a:pt x="888737" y="68802"/>
                </a:cubicBezTo>
                <a:cubicBezTo>
                  <a:pt x="887614" y="72812"/>
                  <a:pt x="887052" y="77414"/>
                  <a:pt x="887052" y="82609"/>
                </a:cubicBezTo>
                <a:lnTo>
                  <a:pt x="887052" y="142938"/>
                </a:lnTo>
                <a:lnTo>
                  <a:pt x="869809" y="142938"/>
                </a:lnTo>
                <a:lnTo>
                  <a:pt x="869809" y="60970"/>
                </a:lnTo>
                <a:cubicBezTo>
                  <a:pt x="869809" y="58787"/>
                  <a:pt x="869793" y="56491"/>
                  <a:pt x="869761" y="54083"/>
                </a:cubicBezTo>
                <a:cubicBezTo>
                  <a:pt x="869729" y="51675"/>
                  <a:pt x="869681" y="49396"/>
                  <a:pt x="869616" y="47245"/>
                </a:cubicBezTo>
                <a:cubicBezTo>
                  <a:pt x="869552" y="45094"/>
                  <a:pt x="869488" y="43247"/>
                  <a:pt x="869424" y="41706"/>
                </a:cubicBezTo>
                <a:cubicBezTo>
                  <a:pt x="869360" y="40165"/>
                  <a:pt x="869295" y="39170"/>
                  <a:pt x="869231" y="38720"/>
                </a:cubicBezTo>
                <a:lnTo>
                  <a:pt x="885607" y="38720"/>
                </a:lnTo>
                <a:cubicBezTo>
                  <a:pt x="885671" y="39043"/>
                  <a:pt x="885735" y="39915"/>
                  <a:pt x="885799" y="41336"/>
                </a:cubicBezTo>
                <a:cubicBezTo>
                  <a:pt x="885864" y="42755"/>
                  <a:pt x="885944" y="44384"/>
                  <a:pt x="886040" y="46224"/>
                </a:cubicBezTo>
                <a:cubicBezTo>
                  <a:pt x="886137" y="48064"/>
                  <a:pt x="886217" y="49938"/>
                  <a:pt x="886281" y="51844"/>
                </a:cubicBezTo>
                <a:cubicBezTo>
                  <a:pt x="886345" y="53748"/>
                  <a:pt x="886377" y="55346"/>
                  <a:pt x="886377" y="56636"/>
                </a:cubicBezTo>
                <a:lnTo>
                  <a:pt x="886666" y="56636"/>
                </a:lnTo>
                <a:cubicBezTo>
                  <a:pt x="888208" y="53604"/>
                  <a:pt x="889877" y="50862"/>
                  <a:pt x="891675" y="48410"/>
                </a:cubicBezTo>
                <a:cubicBezTo>
                  <a:pt x="893474" y="45957"/>
                  <a:pt x="895577" y="43877"/>
                  <a:pt x="897985" y="42167"/>
                </a:cubicBezTo>
                <a:cubicBezTo>
                  <a:pt x="900393" y="40457"/>
                  <a:pt x="903154" y="39135"/>
                  <a:pt x="906269" y="38200"/>
                </a:cubicBezTo>
                <a:cubicBezTo>
                  <a:pt x="909384" y="37263"/>
                  <a:pt x="912996" y="36794"/>
                  <a:pt x="917106" y="36794"/>
                </a:cubicBezTo>
                <a:cubicBezTo>
                  <a:pt x="925005" y="36794"/>
                  <a:pt x="931250" y="38375"/>
                  <a:pt x="935842" y="41538"/>
                </a:cubicBezTo>
                <a:cubicBezTo>
                  <a:pt x="940433" y="44698"/>
                  <a:pt x="943628" y="49731"/>
                  <a:pt x="945426" y="56636"/>
                </a:cubicBezTo>
                <a:lnTo>
                  <a:pt x="945715" y="56636"/>
                </a:lnTo>
                <a:cubicBezTo>
                  <a:pt x="947256" y="53604"/>
                  <a:pt x="948990" y="50862"/>
                  <a:pt x="950917" y="48410"/>
                </a:cubicBezTo>
                <a:cubicBezTo>
                  <a:pt x="952843" y="45957"/>
                  <a:pt x="955091" y="43877"/>
                  <a:pt x="957660" y="42167"/>
                </a:cubicBezTo>
                <a:cubicBezTo>
                  <a:pt x="960228" y="40457"/>
                  <a:pt x="963118" y="39135"/>
                  <a:pt x="966329" y="38200"/>
                </a:cubicBezTo>
                <a:cubicBezTo>
                  <a:pt x="969540" y="37263"/>
                  <a:pt x="973200" y="36794"/>
                  <a:pt x="977310" y="36794"/>
                </a:cubicBezTo>
                <a:cubicBezTo>
                  <a:pt x="982576" y="36794"/>
                  <a:pt x="987120" y="37500"/>
                  <a:pt x="990941" y="38913"/>
                </a:cubicBezTo>
                <a:cubicBezTo>
                  <a:pt x="994762" y="40326"/>
                  <a:pt x="997892" y="42509"/>
                  <a:pt x="1000333" y="45463"/>
                </a:cubicBezTo>
                <a:cubicBezTo>
                  <a:pt x="1002773" y="48417"/>
                  <a:pt x="1004571" y="52221"/>
                  <a:pt x="1005727" y="56877"/>
                </a:cubicBezTo>
                <a:cubicBezTo>
                  <a:pt x="1006883" y="61532"/>
                  <a:pt x="1007461" y="67070"/>
                  <a:pt x="1007461" y="73492"/>
                </a:cubicBezTo>
                <a:lnTo>
                  <a:pt x="1007461" y="142938"/>
                </a:lnTo>
                <a:lnTo>
                  <a:pt x="990315" y="142938"/>
                </a:lnTo>
                <a:lnTo>
                  <a:pt x="990315" y="76932"/>
                </a:lnTo>
                <a:cubicBezTo>
                  <a:pt x="990315" y="71863"/>
                  <a:pt x="989994" y="67629"/>
                  <a:pt x="989351" y="64230"/>
                </a:cubicBezTo>
                <a:cubicBezTo>
                  <a:pt x="988709" y="60831"/>
                  <a:pt x="987634" y="58089"/>
                  <a:pt x="986124" y="56004"/>
                </a:cubicBezTo>
                <a:cubicBezTo>
                  <a:pt x="984615" y="53919"/>
                  <a:pt x="982641" y="52444"/>
                  <a:pt x="980200" y="51579"/>
                </a:cubicBezTo>
                <a:cubicBezTo>
                  <a:pt x="977760" y="50712"/>
                  <a:pt x="974774" y="50279"/>
                  <a:pt x="971242" y="50279"/>
                </a:cubicBezTo>
                <a:cubicBezTo>
                  <a:pt x="967581" y="50279"/>
                  <a:pt x="964274" y="50969"/>
                  <a:pt x="961320" y="52350"/>
                </a:cubicBezTo>
                <a:cubicBezTo>
                  <a:pt x="958366" y="53728"/>
                  <a:pt x="955846" y="55765"/>
                  <a:pt x="953758" y="58460"/>
                </a:cubicBezTo>
                <a:cubicBezTo>
                  <a:pt x="951671" y="61153"/>
                  <a:pt x="950066" y="64520"/>
                  <a:pt x="948942" y="68561"/>
                </a:cubicBezTo>
                <a:cubicBezTo>
                  <a:pt x="947818" y="72603"/>
                  <a:pt x="947256" y="77285"/>
                  <a:pt x="947256" y="82609"/>
                </a:cubicBezTo>
                <a:lnTo>
                  <a:pt x="947256" y="142938"/>
                </a:lnTo>
                <a:lnTo>
                  <a:pt x="930110" y="142938"/>
                </a:lnTo>
                <a:close/>
                <a:moveTo>
                  <a:pt x="1085229" y="142938"/>
                </a:moveTo>
                <a:lnTo>
                  <a:pt x="1085229" y="130624"/>
                </a:lnTo>
                <a:cubicBezTo>
                  <a:pt x="1088504" y="123115"/>
                  <a:pt x="1092501" y="116489"/>
                  <a:pt x="1097221" y="110746"/>
                </a:cubicBezTo>
                <a:cubicBezTo>
                  <a:pt x="1101941" y="105003"/>
                  <a:pt x="1106902" y="99805"/>
                  <a:pt x="1112104" y="95152"/>
                </a:cubicBezTo>
                <a:cubicBezTo>
                  <a:pt x="1117306" y="90498"/>
                  <a:pt x="1122459" y="86183"/>
                  <a:pt x="1127565" y="82206"/>
                </a:cubicBezTo>
                <a:cubicBezTo>
                  <a:pt x="1132670" y="78226"/>
                  <a:pt x="1137278" y="74247"/>
                  <a:pt x="1141388" y="70268"/>
                </a:cubicBezTo>
                <a:cubicBezTo>
                  <a:pt x="1145497" y="66289"/>
                  <a:pt x="1148821" y="62117"/>
                  <a:pt x="1151357" y="57753"/>
                </a:cubicBezTo>
                <a:cubicBezTo>
                  <a:pt x="1153894" y="53388"/>
                  <a:pt x="1155162" y="48447"/>
                  <a:pt x="1155162" y="42928"/>
                </a:cubicBezTo>
                <a:cubicBezTo>
                  <a:pt x="1155162" y="39080"/>
                  <a:pt x="1154584" y="35696"/>
                  <a:pt x="1153428" y="32779"/>
                </a:cubicBezTo>
                <a:cubicBezTo>
                  <a:pt x="1152273" y="29861"/>
                  <a:pt x="1150603" y="27409"/>
                  <a:pt x="1148419" y="25422"/>
                </a:cubicBezTo>
                <a:cubicBezTo>
                  <a:pt x="1146236" y="23434"/>
                  <a:pt x="1143619" y="21943"/>
                  <a:pt x="1140569" y="20949"/>
                </a:cubicBezTo>
                <a:cubicBezTo>
                  <a:pt x="1137518" y="19954"/>
                  <a:pt x="1134131" y="19457"/>
                  <a:pt x="1130406" y="19457"/>
                </a:cubicBezTo>
                <a:cubicBezTo>
                  <a:pt x="1126938" y="19457"/>
                  <a:pt x="1123679" y="19938"/>
                  <a:pt x="1120629" y="20901"/>
                </a:cubicBezTo>
                <a:cubicBezTo>
                  <a:pt x="1117579" y="21865"/>
                  <a:pt x="1114865" y="23309"/>
                  <a:pt x="1112489" y="25236"/>
                </a:cubicBezTo>
                <a:cubicBezTo>
                  <a:pt x="1110113" y="27162"/>
                  <a:pt x="1108171" y="29554"/>
                  <a:pt x="1106662" y="32412"/>
                </a:cubicBezTo>
                <a:cubicBezTo>
                  <a:pt x="1105152" y="35269"/>
                  <a:pt x="1104173" y="38592"/>
                  <a:pt x="1103724" y="42381"/>
                </a:cubicBezTo>
                <a:lnTo>
                  <a:pt x="1085999" y="40743"/>
                </a:lnTo>
                <a:cubicBezTo>
                  <a:pt x="1086577" y="35863"/>
                  <a:pt x="1087926" y="31272"/>
                  <a:pt x="1090045" y="26969"/>
                </a:cubicBezTo>
                <a:cubicBezTo>
                  <a:pt x="1092164" y="22667"/>
                  <a:pt x="1095086" y="18895"/>
                  <a:pt x="1098811" y="15652"/>
                </a:cubicBezTo>
                <a:cubicBezTo>
                  <a:pt x="1102535" y="12409"/>
                  <a:pt x="1107015" y="9857"/>
                  <a:pt x="1112248" y="7995"/>
                </a:cubicBezTo>
                <a:cubicBezTo>
                  <a:pt x="1117482" y="6132"/>
                  <a:pt x="1123535" y="5201"/>
                  <a:pt x="1130406" y="5201"/>
                </a:cubicBezTo>
                <a:cubicBezTo>
                  <a:pt x="1137149" y="5201"/>
                  <a:pt x="1143154" y="6004"/>
                  <a:pt x="1148419" y="7609"/>
                </a:cubicBezTo>
                <a:cubicBezTo>
                  <a:pt x="1153685" y="9213"/>
                  <a:pt x="1158132" y="11586"/>
                  <a:pt x="1161761" y="14731"/>
                </a:cubicBezTo>
                <a:cubicBezTo>
                  <a:pt x="1165389" y="17873"/>
                  <a:pt x="1168167" y="21755"/>
                  <a:pt x="1170093" y="26376"/>
                </a:cubicBezTo>
                <a:cubicBezTo>
                  <a:pt x="1172020" y="30996"/>
                  <a:pt x="1172983" y="36320"/>
                  <a:pt x="1172983" y="42350"/>
                </a:cubicBezTo>
                <a:cubicBezTo>
                  <a:pt x="1172983" y="46908"/>
                  <a:pt x="1172164" y="51239"/>
                  <a:pt x="1170527" y="55345"/>
                </a:cubicBezTo>
                <a:cubicBezTo>
                  <a:pt x="1168889" y="59450"/>
                  <a:pt x="1166706" y="63364"/>
                  <a:pt x="1163976" y="67087"/>
                </a:cubicBezTo>
                <a:cubicBezTo>
                  <a:pt x="1161247" y="70807"/>
                  <a:pt x="1158084" y="74400"/>
                  <a:pt x="1154488" y="77865"/>
                </a:cubicBezTo>
                <a:cubicBezTo>
                  <a:pt x="1150892" y="81331"/>
                  <a:pt x="1147135" y="84716"/>
                  <a:pt x="1143218" y="88021"/>
                </a:cubicBezTo>
                <a:cubicBezTo>
                  <a:pt x="1139300" y="91324"/>
                  <a:pt x="1135351" y="94596"/>
                  <a:pt x="1131369" y="97837"/>
                </a:cubicBezTo>
                <a:cubicBezTo>
                  <a:pt x="1127388" y="101077"/>
                  <a:pt x="1123647" y="104334"/>
                  <a:pt x="1120147" y="107607"/>
                </a:cubicBezTo>
                <a:cubicBezTo>
                  <a:pt x="1116647" y="110878"/>
                  <a:pt x="1113517" y="114198"/>
                  <a:pt x="1110755" y="117567"/>
                </a:cubicBezTo>
                <a:cubicBezTo>
                  <a:pt x="1107994" y="120934"/>
                  <a:pt x="1105843" y="124447"/>
                  <a:pt x="1104301" y="128105"/>
                </a:cubicBezTo>
                <a:lnTo>
                  <a:pt x="1175102" y="128105"/>
                </a:lnTo>
                <a:lnTo>
                  <a:pt x="1175102" y="142938"/>
                </a:lnTo>
                <a:lnTo>
                  <a:pt x="1085229" y="142938"/>
                </a:lnTo>
                <a:close/>
                <a:moveTo>
                  <a:pt x="1194916" y="142938"/>
                </a:moveTo>
                <a:lnTo>
                  <a:pt x="1194916" y="130624"/>
                </a:lnTo>
                <a:cubicBezTo>
                  <a:pt x="1198191" y="123115"/>
                  <a:pt x="1202188" y="116489"/>
                  <a:pt x="1206908" y="110746"/>
                </a:cubicBezTo>
                <a:cubicBezTo>
                  <a:pt x="1211628" y="105003"/>
                  <a:pt x="1216589" y="99805"/>
                  <a:pt x="1221791" y="95152"/>
                </a:cubicBezTo>
                <a:cubicBezTo>
                  <a:pt x="1226993" y="90498"/>
                  <a:pt x="1232146" y="86183"/>
                  <a:pt x="1237251" y="82206"/>
                </a:cubicBezTo>
                <a:cubicBezTo>
                  <a:pt x="1242357" y="78226"/>
                  <a:pt x="1246964" y="74247"/>
                  <a:pt x="1251074" y="70268"/>
                </a:cubicBezTo>
                <a:cubicBezTo>
                  <a:pt x="1255184" y="66289"/>
                  <a:pt x="1258508" y="62117"/>
                  <a:pt x="1261044" y="57753"/>
                </a:cubicBezTo>
                <a:cubicBezTo>
                  <a:pt x="1263581" y="53388"/>
                  <a:pt x="1264849" y="48447"/>
                  <a:pt x="1264849" y="42928"/>
                </a:cubicBezTo>
                <a:cubicBezTo>
                  <a:pt x="1264849" y="39080"/>
                  <a:pt x="1264271" y="35696"/>
                  <a:pt x="1263115" y="32779"/>
                </a:cubicBezTo>
                <a:cubicBezTo>
                  <a:pt x="1261959" y="29861"/>
                  <a:pt x="1260290" y="27409"/>
                  <a:pt x="1258106" y="25422"/>
                </a:cubicBezTo>
                <a:cubicBezTo>
                  <a:pt x="1255923" y="23434"/>
                  <a:pt x="1253306" y="21943"/>
                  <a:pt x="1250256" y="20949"/>
                </a:cubicBezTo>
                <a:cubicBezTo>
                  <a:pt x="1247205" y="19954"/>
                  <a:pt x="1243818" y="19457"/>
                  <a:pt x="1240093" y="19457"/>
                </a:cubicBezTo>
                <a:cubicBezTo>
                  <a:pt x="1236625" y="19457"/>
                  <a:pt x="1233366" y="19938"/>
                  <a:pt x="1230316" y="20901"/>
                </a:cubicBezTo>
                <a:cubicBezTo>
                  <a:pt x="1227265" y="21865"/>
                  <a:pt x="1224552" y="23309"/>
                  <a:pt x="1222176" y="25236"/>
                </a:cubicBezTo>
                <a:cubicBezTo>
                  <a:pt x="1219800" y="27162"/>
                  <a:pt x="1217857" y="29554"/>
                  <a:pt x="1216348" y="32412"/>
                </a:cubicBezTo>
                <a:cubicBezTo>
                  <a:pt x="1214839" y="35269"/>
                  <a:pt x="1213860" y="38592"/>
                  <a:pt x="1213410" y="42381"/>
                </a:cubicBezTo>
                <a:lnTo>
                  <a:pt x="1195686" y="40743"/>
                </a:lnTo>
                <a:cubicBezTo>
                  <a:pt x="1196264" y="35863"/>
                  <a:pt x="1197613" y="31272"/>
                  <a:pt x="1199732" y="26969"/>
                </a:cubicBezTo>
                <a:cubicBezTo>
                  <a:pt x="1201851" y="22667"/>
                  <a:pt x="1204773" y="18895"/>
                  <a:pt x="1208498" y="15652"/>
                </a:cubicBezTo>
                <a:cubicBezTo>
                  <a:pt x="1212222" y="12409"/>
                  <a:pt x="1216702" y="9857"/>
                  <a:pt x="1221935" y="7995"/>
                </a:cubicBezTo>
                <a:cubicBezTo>
                  <a:pt x="1227169" y="6132"/>
                  <a:pt x="1233222" y="5201"/>
                  <a:pt x="1240093" y="5201"/>
                </a:cubicBezTo>
                <a:cubicBezTo>
                  <a:pt x="1246836" y="5201"/>
                  <a:pt x="1252840" y="6004"/>
                  <a:pt x="1258106" y="7609"/>
                </a:cubicBezTo>
                <a:cubicBezTo>
                  <a:pt x="1263372" y="9213"/>
                  <a:pt x="1267819" y="11586"/>
                  <a:pt x="1271448" y="14731"/>
                </a:cubicBezTo>
                <a:cubicBezTo>
                  <a:pt x="1275076" y="17873"/>
                  <a:pt x="1277853" y="21755"/>
                  <a:pt x="1279780" y="26376"/>
                </a:cubicBezTo>
                <a:cubicBezTo>
                  <a:pt x="1281706" y="30996"/>
                  <a:pt x="1282670" y="36320"/>
                  <a:pt x="1282670" y="42350"/>
                </a:cubicBezTo>
                <a:cubicBezTo>
                  <a:pt x="1282670" y="46908"/>
                  <a:pt x="1281851" y="51239"/>
                  <a:pt x="1280213" y="55345"/>
                </a:cubicBezTo>
                <a:cubicBezTo>
                  <a:pt x="1278576" y="59450"/>
                  <a:pt x="1276392" y="63364"/>
                  <a:pt x="1273663" y="67087"/>
                </a:cubicBezTo>
                <a:cubicBezTo>
                  <a:pt x="1270934" y="70807"/>
                  <a:pt x="1267771" y="74400"/>
                  <a:pt x="1264175" y="77865"/>
                </a:cubicBezTo>
                <a:cubicBezTo>
                  <a:pt x="1260579" y="81331"/>
                  <a:pt x="1256822" y="84716"/>
                  <a:pt x="1252905" y="88021"/>
                </a:cubicBezTo>
                <a:cubicBezTo>
                  <a:pt x="1248987" y="91324"/>
                  <a:pt x="1245038" y="94596"/>
                  <a:pt x="1241056" y="97837"/>
                </a:cubicBezTo>
                <a:cubicBezTo>
                  <a:pt x="1237075" y="101077"/>
                  <a:pt x="1233334" y="104334"/>
                  <a:pt x="1229834" y="107607"/>
                </a:cubicBezTo>
                <a:cubicBezTo>
                  <a:pt x="1226334" y="110878"/>
                  <a:pt x="1223204" y="114198"/>
                  <a:pt x="1220442" y="117567"/>
                </a:cubicBezTo>
                <a:cubicBezTo>
                  <a:pt x="1217681" y="120934"/>
                  <a:pt x="1215530" y="124447"/>
                  <a:pt x="1213988" y="128105"/>
                </a:cubicBezTo>
                <a:lnTo>
                  <a:pt x="1284789" y="128105"/>
                </a:lnTo>
                <a:lnTo>
                  <a:pt x="1284789" y="142938"/>
                </a:lnTo>
                <a:lnTo>
                  <a:pt x="1194916" y="142938"/>
                </a:lnTo>
                <a:close/>
                <a:moveTo>
                  <a:pt x="1395824" y="105057"/>
                </a:moveTo>
                <a:cubicBezTo>
                  <a:pt x="1395824" y="110841"/>
                  <a:pt x="1394909" y="116158"/>
                  <a:pt x="1393079" y="121010"/>
                </a:cubicBezTo>
                <a:cubicBezTo>
                  <a:pt x="1391249" y="125860"/>
                  <a:pt x="1388455" y="130053"/>
                  <a:pt x="1384698" y="133589"/>
                </a:cubicBezTo>
                <a:cubicBezTo>
                  <a:pt x="1380942" y="137123"/>
                  <a:pt x="1376141" y="139886"/>
                  <a:pt x="1370298" y="141879"/>
                </a:cubicBezTo>
                <a:cubicBezTo>
                  <a:pt x="1364454" y="143869"/>
                  <a:pt x="1357550" y="144864"/>
                  <a:pt x="1349587" y="144864"/>
                </a:cubicBezTo>
                <a:cubicBezTo>
                  <a:pt x="1341624" y="144864"/>
                  <a:pt x="1334737" y="143869"/>
                  <a:pt x="1328925" y="141879"/>
                </a:cubicBezTo>
                <a:cubicBezTo>
                  <a:pt x="1323113" y="139886"/>
                  <a:pt x="1318297" y="137139"/>
                  <a:pt x="1314476" y="133637"/>
                </a:cubicBezTo>
                <a:cubicBezTo>
                  <a:pt x="1310655" y="130136"/>
                  <a:pt x="1307829" y="125960"/>
                  <a:pt x="1305999" y="121110"/>
                </a:cubicBezTo>
                <a:cubicBezTo>
                  <a:pt x="1304169" y="116258"/>
                  <a:pt x="1303254" y="110972"/>
                  <a:pt x="1303254" y="105253"/>
                </a:cubicBezTo>
                <a:cubicBezTo>
                  <a:pt x="1303254" y="100305"/>
                  <a:pt x="1304008" y="95903"/>
                  <a:pt x="1305517" y="92048"/>
                </a:cubicBezTo>
                <a:cubicBezTo>
                  <a:pt x="1307027" y="88194"/>
                  <a:pt x="1309049" y="84868"/>
                  <a:pt x="1311586" y="82073"/>
                </a:cubicBezTo>
                <a:cubicBezTo>
                  <a:pt x="1314123" y="79278"/>
                  <a:pt x="1317012" y="77029"/>
                  <a:pt x="1320255" y="75328"/>
                </a:cubicBezTo>
                <a:cubicBezTo>
                  <a:pt x="1323498" y="73624"/>
                  <a:pt x="1326854" y="72483"/>
                  <a:pt x="1330322" y="71905"/>
                </a:cubicBezTo>
                <a:lnTo>
                  <a:pt x="1330322" y="71520"/>
                </a:lnTo>
                <a:cubicBezTo>
                  <a:pt x="1326533" y="70621"/>
                  <a:pt x="1323145" y="69177"/>
                  <a:pt x="1320159" y="67189"/>
                </a:cubicBezTo>
                <a:cubicBezTo>
                  <a:pt x="1317173" y="65200"/>
                  <a:pt x="1314668" y="62810"/>
                  <a:pt x="1312646" y="60019"/>
                </a:cubicBezTo>
                <a:cubicBezTo>
                  <a:pt x="1310623" y="57228"/>
                  <a:pt x="1309081" y="54132"/>
                  <a:pt x="1308022" y="50730"/>
                </a:cubicBezTo>
                <a:cubicBezTo>
                  <a:pt x="1306962" y="47329"/>
                  <a:pt x="1306432" y="43735"/>
                  <a:pt x="1306432" y="39949"/>
                </a:cubicBezTo>
                <a:cubicBezTo>
                  <a:pt x="1306432" y="35201"/>
                  <a:pt x="1307348" y="30726"/>
                  <a:pt x="1309178" y="26524"/>
                </a:cubicBezTo>
                <a:cubicBezTo>
                  <a:pt x="1311008" y="22320"/>
                  <a:pt x="1313721" y="18630"/>
                  <a:pt x="1317317" y="15453"/>
                </a:cubicBezTo>
                <a:cubicBezTo>
                  <a:pt x="1320914" y="12277"/>
                  <a:pt x="1325377" y="9774"/>
                  <a:pt x="1330707" y="7946"/>
                </a:cubicBezTo>
                <a:cubicBezTo>
                  <a:pt x="1336037" y="6116"/>
                  <a:pt x="1342202" y="5201"/>
                  <a:pt x="1349202" y="5201"/>
                </a:cubicBezTo>
                <a:cubicBezTo>
                  <a:pt x="1356587" y="5201"/>
                  <a:pt x="1362993" y="6132"/>
                  <a:pt x="1368419" y="7995"/>
                </a:cubicBezTo>
                <a:cubicBezTo>
                  <a:pt x="1373846" y="9855"/>
                  <a:pt x="1378341" y="12373"/>
                  <a:pt x="1381905" y="15550"/>
                </a:cubicBezTo>
                <a:cubicBezTo>
                  <a:pt x="1385469" y="18724"/>
                  <a:pt x="1388118" y="22429"/>
                  <a:pt x="1389852" y="26665"/>
                </a:cubicBezTo>
                <a:cubicBezTo>
                  <a:pt x="1391586" y="30899"/>
                  <a:pt x="1392453" y="35391"/>
                  <a:pt x="1392453" y="40141"/>
                </a:cubicBezTo>
                <a:cubicBezTo>
                  <a:pt x="1392453" y="43861"/>
                  <a:pt x="1391923" y="47422"/>
                  <a:pt x="1390863" y="50824"/>
                </a:cubicBezTo>
                <a:cubicBezTo>
                  <a:pt x="1389804" y="54225"/>
                  <a:pt x="1388263" y="57321"/>
                  <a:pt x="1386240" y="60112"/>
                </a:cubicBezTo>
                <a:cubicBezTo>
                  <a:pt x="1384217" y="62904"/>
                  <a:pt x="1381712" y="65278"/>
                  <a:pt x="1378726" y="67234"/>
                </a:cubicBezTo>
                <a:cubicBezTo>
                  <a:pt x="1375740" y="69190"/>
                  <a:pt x="1372288" y="70554"/>
                  <a:pt x="1368371" y="71325"/>
                </a:cubicBezTo>
                <a:lnTo>
                  <a:pt x="1368371" y="71710"/>
                </a:lnTo>
                <a:cubicBezTo>
                  <a:pt x="1372288" y="72352"/>
                  <a:pt x="1375917" y="73525"/>
                  <a:pt x="1379256" y="75229"/>
                </a:cubicBezTo>
                <a:cubicBezTo>
                  <a:pt x="1382595" y="76930"/>
                  <a:pt x="1385485" y="79179"/>
                  <a:pt x="1387925" y="81974"/>
                </a:cubicBezTo>
                <a:cubicBezTo>
                  <a:pt x="1390366" y="84769"/>
                  <a:pt x="1392292" y="88095"/>
                  <a:pt x="1393705" y="91952"/>
                </a:cubicBezTo>
                <a:cubicBezTo>
                  <a:pt x="1395118" y="95807"/>
                  <a:pt x="1395824" y="100175"/>
                  <a:pt x="1395824" y="105057"/>
                </a:cubicBezTo>
                <a:moveTo>
                  <a:pt x="1374440" y="41080"/>
                </a:moveTo>
                <a:cubicBezTo>
                  <a:pt x="1374440" y="37685"/>
                  <a:pt x="1374006" y="34578"/>
                  <a:pt x="1373139" y="31758"/>
                </a:cubicBezTo>
                <a:cubicBezTo>
                  <a:pt x="1372272" y="28939"/>
                  <a:pt x="1370843" y="26520"/>
                  <a:pt x="1368853" y="24501"/>
                </a:cubicBezTo>
                <a:cubicBezTo>
                  <a:pt x="1366862" y="22483"/>
                  <a:pt x="1364261" y="20912"/>
                  <a:pt x="1361050" y="19791"/>
                </a:cubicBezTo>
                <a:cubicBezTo>
                  <a:pt x="1357839" y="18669"/>
                  <a:pt x="1353890" y="18108"/>
                  <a:pt x="1349202" y="18108"/>
                </a:cubicBezTo>
                <a:cubicBezTo>
                  <a:pt x="1344642" y="18108"/>
                  <a:pt x="1340789" y="18669"/>
                  <a:pt x="1337643" y="19791"/>
                </a:cubicBezTo>
                <a:cubicBezTo>
                  <a:pt x="1334496" y="20912"/>
                  <a:pt x="1331911" y="22483"/>
                  <a:pt x="1329888" y="24501"/>
                </a:cubicBezTo>
                <a:cubicBezTo>
                  <a:pt x="1327865" y="26520"/>
                  <a:pt x="1326404" y="28939"/>
                  <a:pt x="1325505" y="31758"/>
                </a:cubicBezTo>
                <a:cubicBezTo>
                  <a:pt x="1324606" y="34578"/>
                  <a:pt x="1324157" y="37685"/>
                  <a:pt x="1324157" y="41080"/>
                </a:cubicBezTo>
                <a:cubicBezTo>
                  <a:pt x="1324157" y="43773"/>
                  <a:pt x="1324510" y="46529"/>
                  <a:pt x="1325216" y="49349"/>
                </a:cubicBezTo>
                <a:cubicBezTo>
                  <a:pt x="1325923" y="52168"/>
                  <a:pt x="1327207" y="54732"/>
                  <a:pt x="1329069" y="57039"/>
                </a:cubicBezTo>
                <a:cubicBezTo>
                  <a:pt x="1330932" y="59345"/>
                  <a:pt x="1333500" y="61235"/>
                  <a:pt x="1336776" y="62710"/>
                </a:cubicBezTo>
                <a:cubicBezTo>
                  <a:pt x="1340051" y="64183"/>
                  <a:pt x="1344257" y="64919"/>
                  <a:pt x="1349394" y="64919"/>
                </a:cubicBezTo>
                <a:cubicBezTo>
                  <a:pt x="1354853" y="64919"/>
                  <a:pt x="1359236" y="64183"/>
                  <a:pt x="1362543" y="62710"/>
                </a:cubicBezTo>
                <a:cubicBezTo>
                  <a:pt x="1365850" y="61235"/>
                  <a:pt x="1368387" y="59345"/>
                  <a:pt x="1370153" y="57039"/>
                </a:cubicBezTo>
                <a:cubicBezTo>
                  <a:pt x="1371919" y="54732"/>
                  <a:pt x="1373075" y="52168"/>
                  <a:pt x="1373621" y="49349"/>
                </a:cubicBezTo>
                <a:cubicBezTo>
                  <a:pt x="1374167" y="46529"/>
                  <a:pt x="1374440" y="43773"/>
                  <a:pt x="1374440" y="41080"/>
                </a:cubicBezTo>
                <a:moveTo>
                  <a:pt x="1377811" y="103402"/>
                </a:moveTo>
                <a:cubicBezTo>
                  <a:pt x="1377811" y="100133"/>
                  <a:pt x="1377362" y="96977"/>
                  <a:pt x="1376462" y="93933"/>
                </a:cubicBezTo>
                <a:cubicBezTo>
                  <a:pt x="1375563" y="90886"/>
                  <a:pt x="1374022" y="88194"/>
                  <a:pt x="1371839" y="85854"/>
                </a:cubicBezTo>
                <a:cubicBezTo>
                  <a:pt x="1369655" y="83514"/>
                  <a:pt x="1366717" y="81624"/>
                  <a:pt x="1363025" y="80183"/>
                </a:cubicBezTo>
                <a:cubicBezTo>
                  <a:pt x="1359332" y="78740"/>
                  <a:pt x="1354725" y="78019"/>
                  <a:pt x="1349202" y="78019"/>
                </a:cubicBezTo>
                <a:cubicBezTo>
                  <a:pt x="1344129" y="78019"/>
                  <a:pt x="1339810" y="78740"/>
                  <a:pt x="1336246" y="80183"/>
                </a:cubicBezTo>
                <a:cubicBezTo>
                  <a:pt x="1332682" y="81624"/>
                  <a:pt x="1329792" y="83530"/>
                  <a:pt x="1327576" y="85902"/>
                </a:cubicBezTo>
                <a:cubicBezTo>
                  <a:pt x="1325361" y="88274"/>
                  <a:pt x="1323739" y="91015"/>
                  <a:pt x="1322712" y="94125"/>
                </a:cubicBezTo>
                <a:cubicBezTo>
                  <a:pt x="1321684" y="97234"/>
                  <a:pt x="1321171" y="100454"/>
                  <a:pt x="1321171" y="103787"/>
                </a:cubicBezTo>
                <a:cubicBezTo>
                  <a:pt x="1321171" y="107953"/>
                  <a:pt x="1321684" y="111751"/>
                  <a:pt x="1322712" y="115180"/>
                </a:cubicBezTo>
                <a:cubicBezTo>
                  <a:pt x="1323739" y="118609"/>
                  <a:pt x="1325377" y="121558"/>
                  <a:pt x="1327625" y="124026"/>
                </a:cubicBezTo>
                <a:cubicBezTo>
                  <a:pt x="1329872" y="126493"/>
                  <a:pt x="1332826" y="128399"/>
                  <a:pt x="1336487" y="129745"/>
                </a:cubicBezTo>
                <a:cubicBezTo>
                  <a:pt x="1340147" y="131092"/>
                  <a:pt x="1344578" y="131765"/>
                  <a:pt x="1349780" y="131765"/>
                </a:cubicBezTo>
                <a:cubicBezTo>
                  <a:pt x="1355046" y="131765"/>
                  <a:pt x="1359477" y="131092"/>
                  <a:pt x="1363073" y="129745"/>
                </a:cubicBezTo>
                <a:cubicBezTo>
                  <a:pt x="1366669" y="128399"/>
                  <a:pt x="1369559" y="126493"/>
                  <a:pt x="1371742" y="124026"/>
                </a:cubicBezTo>
                <a:cubicBezTo>
                  <a:pt x="1373926" y="121558"/>
                  <a:pt x="1375483" y="118577"/>
                  <a:pt x="1376414" y="115084"/>
                </a:cubicBezTo>
                <a:cubicBezTo>
                  <a:pt x="1377345" y="111590"/>
                  <a:pt x="1377811" y="107696"/>
                  <a:pt x="1377811" y="1034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512458-A89A-4785-B3A9-ED62D455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57" y="1500312"/>
            <a:ext cx="65759" cy="1069122"/>
          </a:xfrm>
          <a:custGeom xmlns:a="http://schemas.openxmlformats.org/drawingml/2006/main">
            <a:pathLst>
              <a:path w="65759" h="1069122">
                <a:moveTo>
                  <a:pt x="0" y="0"/>
                </a:moveTo>
                <a:lnTo>
                  <a:pt x="65759" y="0"/>
                </a:lnTo>
                <a:lnTo>
                  <a:pt x="65759" y="1069122"/>
                </a:lnTo>
                <a:lnTo>
                  <a:pt x="0" y="10691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47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Selective346">
            <a:extLst xmlns:a="http://schemas.openxmlformats.org/drawingml/2006/main">
              <a:ext uri="{FF2B5EF4-FFF2-40B4-BE49-F238E27FC236}">
                <a16:creationId xmlns:a16="http://schemas.microsoft.com/office/drawing/2014/main" id="{E1934E7F-AE6A-4DC4-98F0-1E38F80E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447" y="1960978"/>
            <a:ext cx="1166665" cy="144864"/>
          </a:xfrm>
          <a:custGeom xmlns:a="http://schemas.openxmlformats.org/drawingml/2006/main">
            <a:pathLst>
              <a:path w="1166665" h="144864">
                <a:moveTo>
                  <a:pt x="113570" y="105470"/>
                </a:moveTo>
                <a:cubicBezTo>
                  <a:pt x="113570" y="111185"/>
                  <a:pt x="112462" y="116450"/>
                  <a:pt x="110247" y="121266"/>
                </a:cubicBezTo>
                <a:cubicBezTo>
                  <a:pt x="108031" y="126082"/>
                  <a:pt x="104611" y="130240"/>
                  <a:pt x="99988" y="133740"/>
                </a:cubicBezTo>
                <a:cubicBezTo>
                  <a:pt x="95364" y="137239"/>
                  <a:pt x="89536" y="139968"/>
                  <a:pt x="82504" y="141927"/>
                </a:cubicBezTo>
                <a:cubicBezTo>
                  <a:pt x="75472" y="143885"/>
                  <a:pt x="67140" y="144864"/>
                  <a:pt x="57507" y="144864"/>
                </a:cubicBezTo>
                <a:cubicBezTo>
                  <a:pt x="40618" y="144864"/>
                  <a:pt x="27453" y="141911"/>
                  <a:pt x="18013" y="136003"/>
                </a:cubicBezTo>
                <a:cubicBezTo>
                  <a:pt x="8573" y="130096"/>
                  <a:pt x="2569" y="121555"/>
                  <a:pt x="0" y="110382"/>
                </a:cubicBezTo>
                <a:lnTo>
                  <a:pt x="17821" y="106818"/>
                </a:lnTo>
                <a:cubicBezTo>
                  <a:pt x="18720" y="110336"/>
                  <a:pt x="20100" y="113534"/>
                  <a:pt x="21963" y="116411"/>
                </a:cubicBezTo>
                <a:cubicBezTo>
                  <a:pt x="23825" y="119289"/>
                  <a:pt x="26346" y="121767"/>
                  <a:pt x="29524" y="123846"/>
                </a:cubicBezTo>
                <a:cubicBezTo>
                  <a:pt x="32703" y="125925"/>
                  <a:pt x="36637" y="127540"/>
                  <a:pt x="41324" y="128692"/>
                </a:cubicBezTo>
                <a:cubicBezTo>
                  <a:pt x="46012" y="129842"/>
                  <a:pt x="51631" y="130417"/>
                  <a:pt x="58182" y="130417"/>
                </a:cubicBezTo>
                <a:cubicBezTo>
                  <a:pt x="63640" y="130417"/>
                  <a:pt x="68649" y="129953"/>
                  <a:pt x="73209" y="129026"/>
                </a:cubicBezTo>
                <a:cubicBezTo>
                  <a:pt x="77768" y="128099"/>
                  <a:pt x="81686" y="126676"/>
                  <a:pt x="84961" y="124758"/>
                </a:cubicBezTo>
                <a:cubicBezTo>
                  <a:pt x="88236" y="122837"/>
                  <a:pt x="90789" y="120359"/>
                  <a:pt x="92619" y="117323"/>
                </a:cubicBezTo>
                <a:cubicBezTo>
                  <a:pt x="94449" y="114285"/>
                  <a:pt x="95364" y="110655"/>
                  <a:pt x="95364" y="106433"/>
                </a:cubicBezTo>
                <a:cubicBezTo>
                  <a:pt x="95364" y="102002"/>
                  <a:pt x="94353" y="98406"/>
                  <a:pt x="92330" y="95645"/>
                </a:cubicBezTo>
                <a:cubicBezTo>
                  <a:pt x="90307" y="92884"/>
                  <a:pt x="87465" y="90605"/>
                  <a:pt x="83805" y="88807"/>
                </a:cubicBezTo>
                <a:cubicBezTo>
                  <a:pt x="80144" y="87009"/>
                  <a:pt x="75778" y="85500"/>
                  <a:pt x="70704" y="84280"/>
                </a:cubicBezTo>
                <a:cubicBezTo>
                  <a:pt x="65631" y="83059"/>
                  <a:pt x="60012" y="81743"/>
                  <a:pt x="53847" y="80330"/>
                </a:cubicBezTo>
                <a:cubicBezTo>
                  <a:pt x="50058" y="79496"/>
                  <a:pt x="46253" y="78581"/>
                  <a:pt x="42432" y="77585"/>
                </a:cubicBezTo>
                <a:cubicBezTo>
                  <a:pt x="38611" y="76590"/>
                  <a:pt x="34951" y="75402"/>
                  <a:pt x="31451" y="74022"/>
                </a:cubicBezTo>
                <a:cubicBezTo>
                  <a:pt x="27951" y="72641"/>
                  <a:pt x="24660" y="71020"/>
                  <a:pt x="21577" y="69157"/>
                </a:cubicBezTo>
                <a:cubicBezTo>
                  <a:pt x="18495" y="67295"/>
                  <a:pt x="15830" y="65064"/>
                  <a:pt x="13582" y="62463"/>
                </a:cubicBezTo>
                <a:cubicBezTo>
                  <a:pt x="11335" y="59863"/>
                  <a:pt x="9569" y="56845"/>
                  <a:pt x="8284" y="53409"/>
                </a:cubicBezTo>
                <a:cubicBezTo>
                  <a:pt x="7000" y="49974"/>
                  <a:pt x="6358" y="46009"/>
                  <a:pt x="6358" y="41514"/>
                </a:cubicBezTo>
                <a:cubicBezTo>
                  <a:pt x="6358" y="35092"/>
                  <a:pt x="7658" y="29586"/>
                  <a:pt x="10259" y="24995"/>
                </a:cubicBezTo>
                <a:cubicBezTo>
                  <a:pt x="12860" y="20404"/>
                  <a:pt x="16472" y="16631"/>
                  <a:pt x="21096" y="13677"/>
                </a:cubicBezTo>
                <a:cubicBezTo>
                  <a:pt x="25719" y="10724"/>
                  <a:pt x="31178" y="8572"/>
                  <a:pt x="37471" y="7224"/>
                </a:cubicBezTo>
                <a:cubicBezTo>
                  <a:pt x="43765" y="5875"/>
                  <a:pt x="50572" y="5201"/>
                  <a:pt x="57893" y="5201"/>
                </a:cubicBezTo>
                <a:cubicBezTo>
                  <a:pt x="66305" y="5201"/>
                  <a:pt x="73498" y="5859"/>
                  <a:pt x="79470" y="7176"/>
                </a:cubicBezTo>
                <a:cubicBezTo>
                  <a:pt x="85442" y="8492"/>
                  <a:pt x="90483" y="10467"/>
                  <a:pt x="94593" y="13099"/>
                </a:cubicBezTo>
                <a:cubicBezTo>
                  <a:pt x="98703" y="15732"/>
                  <a:pt x="101995" y="18991"/>
                  <a:pt x="104467" y="22876"/>
                </a:cubicBezTo>
                <a:cubicBezTo>
                  <a:pt x="106939" y="26761"/>
                  <a:pt x="108914" y="31272"/>
                  <a:pt x="110391" y="36409"/>
                </a:cubicBezTo>
                <a:lnTo>
                  <a:pt x="92282" y="39587"/>
                </a:lnTo>
                <a:cubicBezTo>
                  <a:pt x="91383" y="36312"/>
                  <a:pt x="90082" y="33391"/>
                  <a:pt x="88380" y="30822"/>
                </a:cubicBezTo>
                <a:cubicBezTo>
                  <a:pt x="86679" y="28254"/>
                  <a:pt x="84447" y="26103"/>
                  <a:pt x="81686" y="24369"/>
                </a:cubicBezTo>
                <a:cubicBezTo>
                  <a:pt x="78924" y="22635"/>
                  <a:pt x="75569" y="21319"/>
                  <a:pt x="71619" y="20420"/>
                </a:cubicBezTo>
                <a:cubicBezTo>
                  <a:pt x="67670" y="19521"/>
                  <a:pt x="63030" y="19071"/>
                  <a:pt x="57700" y="19071"/>
                </a:cubicBezTo>
                <a:cubicBezTo>
                  <a:pt x="51407" y="19071"/>
                  <a:pt x="46125" y="19633"/>
                  <a:pt x="41854" y="20757"/>
                </a:cubicBezTo>
                <a:cubicBezTo>
                  <a:pt x="37584" y="21881"/>
                  <a:pt x="34148" y="23406"/>
                  <a:pt x="31547" y="25332"/>
                </a:cubicBezTo>
                <a:cubicBezTo>
                  <a:pt x="28946" y="27258"/>
                  <a:pt x="27084" y="29522"/>
                  <a:pt x="25960" y="32123"/>
                </a:cubicBezTo>
                <a:cubicBezTo>
                  <a:pt x="24836" y="34723"/>
                  <a:pt x="24274" y="37532"/>
                  <a:pt x="24274" y="40550"/>
                </a:cubicBezTo>
                <a:cubicBezTo>
                  <a:pt x="24274" y="44596"/>
                  <a:pt x="25286" y="47919"/>
                  <a:pt x="27309" y="50520"/>
                </a:cubicBezTo>
                <a:cubicBezTo>
                  <a:pt x="29332" y="53120"/>
                  <a:pt x="32077" y="55287"/>
                  <a:pt x="35545" y="57021"/>
                </a:cubicBezTo>
                <a:cubicBezTo>
                  <a:pt x="39013" y="58755"/>
                  <a:pt x="43026" y="60200"/>
                  <a:pt x="47586" y="61356"/>
                </a:cubicBezTo>
                <a:cubicBezTo>
                  <a:pt x="52145" y="62511"/>
                  <a:pt x="56994" y="63667"/>
                  <a:pt x="62131" y="64823"/>
                </a:cubicBezTo>
                <a:cubicBezTo>
                  <a:pt x="66305" y="65786"/>
                  <a:pt x="70463" y="66765"/>
                  <a:pt x="74606" y="67761"/>
                </a:cubicBezTo>
                <a:cubicBezTo>
                  <a:pt x="78748" y="68756"/>
                  <a:pt x="82713" y="69944"/>
                  <a:pt x="86502" y="71325"/>
                </a:cubicBezTo>
                <a:cubicBezTo>
                  <a:pt x="90291" y="72705"/>
                  <a:pt x="93839" y="74327"/>
                  <a:pt x="97146" y="76189"/>
                </a:cubicBezTo>
                <a:cubicBezTo>
                  <a:pt x="100453" y="78051"/>
                  <a:pt x="103327" y="80330"/>
                  <a:pt x="105767" y="83027"/>
                </a:cubicBezTo>
                <a:cubicBezTo>
                  <a:pt x="108208" y="85724"/>
                  <a:pt x="110118" y="88903"/>
                  <a:pt x="111499" y="92563"/>
                </a:cubicBezTo>
                <a:cubicBezTo>
                  <a:pt x="112880" y="96223"/>
                  <a:pt x="113570" y="100525"/>
                  <a:pt x="113570" y="105470"/>
                </a:cubicBezTo>
                <a:close/>
                <a:moveTo>
                  <a:pt x="149213" y="94393"/>
                </a:moveTo>
                <a:cubicBezTo>
                  <a:pt x="149213" y="99851"/>
                  <a:pt x="149775" y="104876"/>
                  <a:pt x="150898" y="109467"/>
                </a:cubicBezTo>
                <a:cubicBezTo>
                  <a:pt x="152022" y="114058"/>
                  <a:pt x="153756" y="118007"/>
                  <a:pt x="156100" y="121314"/>
                </a:cubicBezTo>
                <a:cubicBezTo>
                  <a:pt x="158444" y="124621"/>
                  <a:pt x="161446" y="127190"/>
                  <a:pt x="165107" y="129020"/>
                </a:cubicBezTo>
                <a:cubicBezTo>
                  <a:pt x="168767" y="130850"/>
                  <a:pt x="173166" y="131765"/>
                  <a:pt x="178303" y="131765"/>
                </a:cubicBezTo>
                <a:cubicBezTo>
                  <a:pt x="185817" y="131765"/>
                  <a:pt x="191837" y="130256"/>
                  <a:pt x="196365" y="127238"/>
                </a:cubicBezTo>
                <a:cubicBezTo>
                  <a:pt x="200892" y="124220"/>
                  <a:pt x="203959" y="120399"/>
                  <a:pt x="205564" y="115776"/>
                </a:cubicBezTo>
                <a:lnTo>
                  <a:pt x="220784" y="120125"/>
                </a:lnTo>
                <a:cubicBezTo>
                  <a:pt x="219692" y="123025"/>
                  <a:pt x="218167" y="125941"/>
                  <a:pt x="216208" y="128872"/>
                </a:cubicBezTo>
                <a:cubicBezTo>
                  <a:pt x="214250" y="131802"/>
                  <a:pt x="211633" y="134443"/>
                  <a:pt x="208358" y="136795"/>
                </a:cubicBezTo>
                <a:cubicBezTo>
                  <a:pt x="205082" y="139147"/>
                  <a:pt x="200989" y="141080"/>
                  <a:pt x="196076" y="142595"/>
                </a:cubicBezTo>
                <a:cubicBezTo>
                  <a:pt x="191163" y="144108"/>
                  <a:pt x="185239" y="144864"/>
                  <a:pt x="178303" y="144864"/>
                </a:cubicBezTo>
                <a:cubicBezTo>
                  <a:pt x="162891" y="144864"/>
                  <a:pt x="151155" y="140273"/>
                  <a:pt x="143096" y="131091"/>
                </a:cubicBezTo>
                <a:cubicBezTo>
                  <a:pt x="135036" y="121908"/>
                  <a:pt x="131007" y="108263"/>
                  <a:pt x="131007" y="90155"/>
                </a:cubicBezTo>
                <a:cubicBezTo>
                  <a:pt x="131007" y="80395"/>
                  <a:pt x="132227" y="72127"/>
                  <a:pt x="134667" y="65353"/>
                </a:cubicBezTo>
                <a:cubicBezTo>
                  <a:pt x="137107" y="58578"/>
                  <a:pt x="140447" y="53072"/>
                  <a:pt x="144685" y="48834"/>
                </a:cubicBezTo>
                <a:cubicBezTo>
                  <a:pt x="148924" y="44596"/>
                  <a:pt x="153868" y="41530"/>
                  <a:pt x="159520" y="39635"/>
                </a:cubicBezTo>
                <a:cubicBezTo>
                  <a:pt x="165171" y="37741"/>
                  <a:pt x="171207" y="36794"/>
                  <a:pt x="177629" y="36794"/>
                </a:cubicBezTo>
                <a:cubicBezTo>
                  <a:pt x="186363" y="36794"/>
                  <a:pt x="193668" y="38205"/>
                  <a:pt x="199544" y="41026"/>
                </a:cubicBezTo>
                <a:cubicBezTo>
                  <a:pt x="205420" y="43845"/>
                  <a:pt x="210140" y="47739"/>
                  <a:pt x="213704" y="52708"/>
                </a:cubicBezTo>
                <a:cubicBezTo>
                  <a:pt x="217268" y="57676"/>
                  <a:pt x="219805" y="63527"/>
                  <a:pt x="221314" y="70259"/>
                </a:cubicBezTo>
                <a:cubicBezTo>
                  <a:pt x="222823" y="76989"/>
                  <a:pt x="223577" y="84264"/>
                  <a:pt x="223577" y="92084"/>
                </a:cubicBezTo>
                <a:lnTo>
                  <a:pt x="223577" y="94393"/>
                </a:lnTo>
                <a:lnTo>
                  <a:pt x="149213" y="94393"/>
                </a:lnTo>
                <a:moveTo>
                  <a:pt x="205660" y="81101"/>
                </a:moveTo>
                <a:cubicBezTo>
                  <a:pt x="204697" y="70187"/>
                  <a:pt x="201904" y="62225"/>
                  <a:pt x="197280" y="57217"/>
                </a:cubicBezTo>
                <a:cubicBezTo>
                  <a:pt x="192656" y="52206"/>
                  <a:pt x="186010" y="49701"/>
                  <a:pt x="177340" y="49701"/>
                </a:cubicBezTo>
                <a:cubicBezTo>
                  <a:pt x="174450" y="49701"/>
                  <a:pt x="171416" y="50163"/>
                  <a:pt x="168237" y="51088"/>
                </a:cubicBezTo>
                <a:cubicBezTo>
                  <a:pt x="165058" y="52014"/>
                  <a:pt x="162120" y="53657"/>
                  <a:pt x="159423" y="56019"/>
                </a:cubicBezTo>
                <a:cubicBezTo>
                  <a:pt x="156726" y="58381"/>
                  <a:pt x="154446" y="61588"/>
                  <a:pt x="152584" y="65642"/>
                </a:cubicBezTo>
                <a:cubicBezTo>
                  <a:pt x="150722" y="69693"/>
                  <a:pt x="149662" y="74846"/>
                  <a:pt x="149405" y="81101"/>
                </a:cubicBezTo>
                <a:lnTo>
                  <a:pt x="205660" y="81101"/>
                </a:lnTo>
                <a:close/>
                <a:moveTo>
                  <a:pt x="245606" y="142938"/>
                </a:moveTo>
                <a:lnTo>
                  <a:pt x="245606" y="0"/>
                </a:lnTo>
                <a:lnTo>
                  <a:pt x="262945" y="0"/>
                </a:lnTo>
                <a:lnTo>
                  <a:pt x="262945" y="142938"/>
                </a:lnTo>
                <a:lnTo>
                  <a:pt x="245606" y="142938"/>
                </a:lnTo>
                <a:close/>
                <a:moveTo>
                  <a:pt x="302695" y="94393"/>
                </a:moveTo>
                <a:cubicBezTo>
                  <a:pt x="302695" y="99851"/>
                  <a:pt x="303257" y="104876"/>
                  <a:pt x="304381" y="109467"/>
                </a:cubicBezTo>
                <a:cubicBezTo>
                  <a:pt x="305505" y="114058"/>
                  <a:pt x="307239" y="118007"/>
                  <a:pt x="309583" y="121314"/>
                </a:cubicBezTo>
                <a:cubicBezTo>
                  <a:pt x="311927" y="124621"/>
                  <a:pt x="314929" y="127190"/>
                  <a:pt x="318589" y="129020"/>
                </a:cubicBezTo>
                <a:cubicBezTo>
                  <a:pt x="322250" y="130850"/>
                  <a:pt x="326649" y="131765"/>
                  <a:pt x="331786" y="131765"/>
                </a:cubicBezTo>
                <a:cubicBezTo>
                  <a:pt x="339300" y="131765"/>
                  <a:pt x="345320" y="130256"/>
                  <a:pt x="349847" y="127238"/>
                </a:cubicBezTo>
                <a:cubicBezTo>
                  <a:pt x="354375" y="124220"/>
                  <a:pt x="357441" y="120399"/>
                  <a:pt x="359047" y="115776"/>
                </a:cubicBezTo>
                <a:lnTo>
                  <a:pt x="374266" y="120125"/>
                </a:lnTo>
                <a:cubicBezTo>
                  <a:pt x="373175" y="123025"/>
                  <a:pt x="371650" y="125941"/>
                  <a:pt x="369691" y="128872"/>
                </a:cubicBezTo>
                <a:cubicBezTo>
                  <a:pt x="367732" y="131802"/>
                  <a:pt x="365115" y="134443"/>
                  <a:pt x="361840" y="136795"/>
                </a:cubicBezTo>
                <a:cubicBezTo>
                  <a:pt x="358565" y="139147"/>
                  <a:pt x="354471" y="141080"/>
                  <a:pt x="349558" y="142595"/>
                </a:cubicBezTo>
                <a:cubicBezTo>
                  <a:pt x="344646" y="144108"/>
                  <a:pt x="338722" y="144864"/>
                  <a:pt x="331786" y="144864"/>
                </a:cubicBezTo>
                <a:cubicBezTo>
                  <a:pt x="316374" y="144864"/>
                  <a:pt x="304638" y="140273"/>
                  <a:pt x="296578" y="131091"/>
                </a:cubicBezTo>
                <a:cubicBezTo>
                  <a:pt x="288519" y="121908"/>
                  <a:pt x="284489" y="108263"/>
                  <a:pt x="284489" y="90155"/>
                </a:cubicBezTo>
                <a:cubicBezTo>
                  <a:pt x="284489" y="80395"/>
                  <a:pt x="285710" y="72127"/>
                  <a:pt x="288150" y="65353"/>
                </a:cubicBezTo>
                <a:cubicBezTo>
                  <a:pt x="290590" y="58578"/>
                  <a:pt x="293929" y="53072"/>
                  <a:pt x="298168" y="48834"/>
                </a:cubicBezTo>
                <a:cubicBezTo>
                  <a:pt x="302406" y="44596"/>
                  <a:pt x="307351" y="41530"/>
                  <a:pt x="313002" y="39635"/>
                </a:cubicBezTo>
                <a:cubicBezTo>
                  <a:pt x="318653" y="37741"/>
                  <a:pt x="324690" y="36794"/>
                  <a:pt x="331112" y="36794"/>
                </a:cubicBezTo>
                <a:cubicBezTo>
                  <a:pt x="339845" y="36794"/>
                  <a:pt x="347150" y="38205"/>
                  <a:pt x="353026" y="41026"/>
                </a:cubicBezTo>
                <a:cubicBezTo>
                  <a:pt x="358902" y="43845"/>
                  <a:pt x="363622" y="47739"/>
                  <a:pt x="367186" y="52708"/>
                </a:cubicBezTo>
                <a:cubicBezTo>
                  <a:pt x="370751" y="57676"/>
                  <a:pt x="373287" y="63527"/>
                  <a:pt x="374796" y="70259"/>
                </a:cubicBezTo>
                <a:cubicBezTo>
                  <a:pt x="376305" y="76989"/>
                  <a:pt x="377060" y="84264"/>
                  <a:pt x="377060" y="92084"/>
                </a:cubicBezTo>
                <a:lnTo>
                  <a:pt x="377060" y="94393"/>
                </a:lnTo>
                <a:lnTo>
                  <a:pt x="302695" y="94393"/>
                </a:lnTo>
                <a:moveTo>
                  <a:pt x="359143" y="81101"/>
                </a:moveTo>
                <a:cubicBezTo>
                  <a:pt x="358180" y="70187"/>
                  <a:pt x="355386" y="62225"/>
                  <a:pt x="350763" y="57217"/>
                </a:cubicBezTo>
                <a:cubicBezTo>
                  <a:pt x="346139" y="52206"/>
                  <a:pt x="339492" y="49701"/>
                  <a:pt x="330823" y="49701"/>
                </a:cubicBezTo>
                <a:cubicBezTo>
                  <a:pt x="327933" y="49701"/>
                  <a:pt x="324899" y="50163"/>
                  <a:pt x="321720" y="51088"/>
                </a:cubicBezTo>
                <a:cubicBezTo>
                  <a:pt x="318541" y="52014"/>
                  <a:pt x="315603" y="53657"/>
                  <a:pt x="312906" y="56019"/>
                </a:cubicBezTo>
                <a:cubicBezTo>
                  <a:pt x="310209" y="58381"/>
                  <a:pt x="307929" y="61588"/>
                  <a:pt x="306067" y="65642"/>
                </a:cubicBezTo>
                <a:cubicBezTo>
                  <a:pt x="304204" y="69693"/>
                  <a:pt x="303145" y="74846"/>
                  <a:pt x="302888" y="81101"/>
                </a:cubicBezTo>
                <a:lnTo>
                  <a:pt x="359143" y="81101"/>
                </a:lnTo>
                <a:close/>
                <a:moveTo>
                  <a:pt x="412286" y="90396"/>
                </a:moveTo>
                <a:cubicBezTo>
                  <a:pt x="412286" y="96362"/>
                  <a:pt x="412719" y="101846"/>
                  <a:pt x="413586" y="106848"/>
                </a:cubicBezTo>
                <a:cubicBezTo>
                  <a:pt x="414453" y="111851"/>
                  <a:pt x="415914" y="116164"/>
                  <a:pt x="417969" y="119788"/>
                </a:cubicBezTo>
                <a:cubicBezTo>
                  <a:pt x="420024" y="123410"/>
                  <a:pt x="422737" y="126216"/>
                  <a:pt x="426109" y="128204"/>
                </a:cubicBezTo>
                <a:cubicBezTo>
                  <a:pt x="429480" y="130193"/>
                  <a:pt x="433638" y="131187"/>
                  <a:pt x="438583" y="131187"/>
                </a:cubicBezTo>
                <a:cubicBezTo>
                  <a:pt x="444748" y="131187"/>
                  <a:pt x="449902" y="129518"/>
                  <a:pt x="454044" y="126179"/>
                </a:cubicBezTo>
                <a:cubicBezTo>
                  <a:pt x="458186" y="122839"/>
                  <a:pt x="460738" y="117702"/>
                  <a:pt x="461702" y="110767"/>
                </a:cubicBezTo>
                <a:lnTo>
                  <a:pt x="479233" y="111923"/>
                </a:lnTo>
                <a:cubicBezTo>
                  <a:pt x="478655" y="116225"/>
                  <a:pt x="477403" y="120367"/>
                  <a:pt x="475476" y="124348"/>
                </a:cubicBezTo>
                <a:cubicBezTo>
                  <a:pt x="473550" y="128330"/>
                  <a:pt x="470933" y="131829"/>
                  <a:pt x="467626" y="134847"/>
                </a:cubicBezTo>
                <a:cubicBezTo>
                  <a:pt x="464319" y="137865"/>
                  <a:pt x="460289" y="140289"/>
                  <a:pt x="455537" y="142119"/>
                </a:cubicBezTo>
                <a:cubicBezTo>
                  <a:pt x="450785" y="143949"/>
                  <a:pt x="445294" y="144864"/>
                  <a:pt x="439065" y="144864"/>
                </a:cubicBezTo>
                <a:cubicBezTo>
                  <a:pt x="430909" y="144864"/>
                  <a:pt x="423973" y="143484"/>
                  <a:pt x="418258" y="140723"/>
                </a:cubicBezTo>
                <a:cubicBezTo>
                  <a:pt x="412543" y="137962"/>
                  <a:pt x="407903" y="134157"/>
                  <a:pt x="404339" y="129309"/>
                </a:cubicBezTo>
                <a:cubicBezTo>
                  <a:pt x="400775" y="124461"/>
                  <a:pt x="398190" y="118746"/>
                  <a:pt x="396584" y="112164"/>
                </a:cubicBezTo>
                <a:cubicBezTo>
                  <a:pt x="394979" y="105582"/>
                  <a:pt x="394176" y="98439"/>
                  <a:pt x="394176" y="90733"/>
                </a:cubicBezTo>
                <a:cubicBezTo>
                  <a:pt x="394176" y="83734"/>
                  <a:pt x="394754" y="77553"/>
                  <a:pt x="395910" y="72191"/>
                </a:cubicBezTo>
                <a:cubicBezTo>
                  <a:pt x="397066" y="66830"/>
                  <a:pt x="398687" y="62142"/>
                  <a:pt x="400775" y="58129"/>
                </a:cubicBezTo>
                <a:cubicBezTo>
                  <a:pt x="402862" y="54115"/>
                  <a:pt x="405318" y="50744"/>
                  <a:pt x="408144" y="48015"/>
                </a:cubicBezTo>
                <a:cubicBezTo>
                  <a:pt x="410969" y="45286"/>
                  <a:pt x="414036" y="43103"/>
                  <a:pt x="417343" y="41466"/>
                </a:cubicBezTo>
                <a:cubicBezTo>
                  <a:pt x="420650" y="39828"/>
                  <a:pt x="424134" y="38640"/>
                  <a:pt x="427794" y="37902"/>
                </a:cubicBezTo>
                <a:cubicBezTo>
                  <a:pt x="431455" y="37163"/>
                  <a:pt x="435147" y="36794"/>
                  <a:pt x="438872" y="36794"/>
                </a:cubicBezTo>
                <a:cubicBezTo>
                  <a:pt x="444716" y="36794"/>
                  <a:pt x="449918" y="37595"/>
                  <a:pt x="454477" y="39196"/>
                </a:cubicBezTo>
                <a:cubicBezTo>
                  <a:pt x="459037" y="40795"/>
                  <a:pt x="462970" y="42988"/>
                  <a:pt x="466277" y="45773"/>
                </a:cubicBezTo>
                <a:cubicBezTo>
                  <a:pt x="469584" y="48558"/>
                  <a:pt x="472266" y="51840"/>
                  <a:pt x="474321" y="55618"/>
                </a:cubicBezTo>
                <a:cubicBezTo>
                  <a:pt x="476375" y="59395"/>
                  <a:pt x="477820" y="63459"/>
                  <a:pt x="478655" y="67812"/>
                </a:cubicBezTo>
                <a:lnTo>
                  <a:pt x="460835" y="69157"/>
                </a:lnTo>
                <a:cubicBezTo>
                  <a:pt x="459936" y="63436"/>
                  <a:pt x="457656" y="58892"/>
                  <a:pt x="453995" y="55525"/>
                </a:cubicBezTo>
                <a:cubicBezTo>
                  <a:pt x="450335" y="52156"/>
                  <a:pt x="445133" y="50471"/>
                  <a:pt x="438390" y="50471"/>
                </a:cubicBezTo>
                <a:cubicBezTo>
                  <a:pt x="433446" y="50471"/>
                  <a:pt x="429320" y="51289"/>
                  <a:pt x="426012" y="52925"/>
                </a:cubicBezTo>
                <a:cubicBezTo>
                  <a:pt x="422705" y="54560"/>
                  <a:pt x="420024" y="57029"/>
                  <a:pt x="417969" y="60332"/>
                </a:cubicBezTo>
                <a:cubicBezTo>
                  <a:pt x="415914" y="63635"/>
                  <a:pt x="414453" y="67788"/>
                  <a:pt x="413586" y="72790"/>
                </a:cubicBezTo>
                <a:cubicBezTo>
                  <a:pt x="412719" y="77793"/>
                  <a:pt x="412286" y="83661"/>
                  <a:pt x="412286" y="90396"/>
                </a:cubicBezTo>
                <a:close/>
                <a:moveTo>
                  <a:pt x="537800" y="142152"/>
                </a:moveTo>
                <a:cubicBezTo>
                  <a:pt x="535167" y="142863"/>
                  <a:pt x="532486" y="143428"/>
                  <a:pt x="529757" y="143847"/>
                </a:cubicBezTo>
                <a:cubicBezTo>
                  <a:pt x="527028" y="144269"/>
                  <a:pt x="523865" y="144479"/>
                  <a:pt x="520269" y="144479"/>
                </a:cubicBezTo>
                <a:cubicBezTo>
                  <a:pt x="506398" y="144479"/>
                  <a:pt x="499462" y="136621"/>
                  <a:pt x="499462" y="120905"/>
                </a:cubicBezTo>
                <a:lnTo>
                  <a:pt x="499462" y="51435"/>
                </a:lnTo>
                <a:lnTo>
                  <a:pt x="487421" y="51435"/>
                </a:lnTo>
                <a:lnTo>
                  <a:pt x="487421" y="38720"/>
                </a:lnTo>
                <a:lnTo>
                  <a:pt x="500136" y="38720"/>
                </a:lnTo>
                <a:lnTo>
                  <a:pt x="505242" y="15411"/>
                </a:lnTo>
                <a:lnTo>
                  <a:pt x="516801" y="15411"/>
                </a:lnTo>
                <a:lnTo>
                  <a:pt x="516801" y="38720"/>
                </a:lnTo>
                <a:lnTo>
                  <a:pt x="536066" y="38720"/>
                </a:lnTo>
                <a:lnTo>
                  <a:pt x="536066" y="51435"/>
                </a:lnTo>
                <a:lnTo>
                  <a:pt x="516801" y="51435"/>
                </a:lnTo>
                <a:lnTo>
                  <a:pt x="516801" y="117061"/>
                </a:lnTo>
                <a:cubicBezTo>
                  <a:pt x="516801" y="122058"/>
                  <a:pt x="517620" y="125565"/>
                  <a:pt x="519257" y="127584"/>
                </a:cubicBezTo>
                <a:cubicBezTo>
                  <a:pt x="520895" y="129601"/>
                  <a:pt x="523737" y="130609"/>
                  <a:pt x="527782" y="130609"/>
                </a:cubicBezTo>
                <a:cubicBezTo>
                  <a:pt x="529452" y="130609"/>
                  <a:pt x="531073" y="130481"/>
                  <a:pt x="532647" y="130224"/>
                </a:cubicBezTo>
                <a:cubicBezTo>
                  <a:pt x="534220" y="129967"/>
                  <a:pt x="535938" y="129646"/>
                  <a:pt x="537800" y="129261"/>
                </a:cubicBezTo>
                <a:lnTo>
                  <a:pt x="537800" y="142152"/>
                </a:lnTo>
                <a:close/>
                <a:moveTo>
                  <a:pt x="552475" y="16567"/>
                </a:moveTo>
                <a:lnTo>
                  <a:pt x="552475" y="0"/>
                </a:lnTo>
                <a:lnTo>
                  <a:pt x="569814" y="0"/>
                </a:lnTo>
                <a:lnTo>
                  <a:pt x="569814" y="16567"/>
                </a:lnTo>
                <a:lnTo>
                  <a:pt x="552475" y="16567"/>
                </a:lnTo>
                <a:moveTo>
                  <a:pt x="552475" y="142938"/>
                </a:moveTo>
                <a:lnTo>
                  <a:pt x="552475" y="38720"/>
                </a:lnTo>
                <a:lnTo>
                  <a:pt x="569814" y="38720"/>
                </a:lnTo>
                <a:lnTo>
                  <a:pt x="569814" y="142938"/>
                </a:lnTo>
                <a:lnTo>
                  <a:pt x="552475" y="142938"/>
                </a:lnTo>
                <a:close/>
                <a:moveTo>
                  <a:pt x="642123" y="142938"/>
                </a:moveTo>
                <a:lnTo>
                  <a:pt x="621605" y="142938"/>
                </a:lnTo>
                <a:lnTo>
                  <a:pt x="583748" y="38720"/>
                </a:lnTo>
                <a:lnTo>
                  <a:pt x="602243" y="38720"/>
                </a:lnTo>
                <a:lnTo>
                  <a:pt x="625169" y="106529"/>
                </a:lnTo>
                <a:cubicBezTo>
                  <a:pt x="625619" y="107942"/>
                  <a:pt x="626149" y="109660"/>
                  <a:pt x="626759" y="111682"/>
                </a:cubicBezTo>
                <a:cubicBezTo>
                  <a:pt x="627369" y="113705"/>
                  <a:pt x="627995" y="115808"/>
                  <a:pt x="628637" y="117991"/>
                </a:cubicBezTo>
                <a:cubicBezTo>
                  <a:pt x="629279" y="120175"/>
                  <a:pt x="629873" y="122278"/>
                  <a:pt x="630419" y="124300"/>
                </a:cubicBezTo>
                <a:cubicBezTo>
                  <a:pt x="630965" y="126323"/>
                  <a:pt x="631430" y="128009"/>
                  <a:pt x="631816" y="129357"/>
                </a:cubicBezTo>
                <a:cubicBezTo>
                  <a:pt x="632201" y="128009"/>
                  <a:pt x="632699" y="126323"/>
                  <a:pt x="633309" y="124300"/>
                </a:cubicBezTo>
                <a:cubicBezTo>
                  <a:pt x="633919" y="122278"/>
                  <a:pt x="634545" y="120207"/>
                  <a:pt x="635187" y="118088"/>
                </a:cubicBezTo>
                <a:cubicBezTo>
                  <a:pt x="635829" y="115969"/>
                  <a:pt x="636488" y="113898"/>
                  <a:pt x="637162" y="111875"/>
                </a:cubicBezTo>
                <a:cubicBezTo>
                  <a:pt x="637836" y="109852"/>
                  <a:pt x="638430" y="108135"/>
                  <a:pt x="638944" y="106722"/>
                </a:cubicBezTo>
                <a:lnTo>
                  <a:pt x="662641" y="38720"/>
                </a:lnTo>
                <a:lnTo>
                  <a:pt x="681039" y="38720"/>
                </a:lnTo>
                <a:lnTo>
                  <a:pt x="642123" y="142938"/>
                </a:lnTo>
                <a:close/>
                <a:moveTo>
                  <a:pt x="708300" y="94393"/>
                </a:moveTo>
                <a:cubicBezTo>
                  <a:pt x="708300" y="99851"/>
                  <a:pt x="708862" y="104876"/>
                  <a:pt x="709985" y="109467"/>
                </a:cubicBezTo>
                <a:cubicBezTo>
                  <a:pt x="711109" y="114058"/>
                  <a:pt x="712843" y="118007"/>
                  <a:pt x="715187" y="121314"/>
                </a:cubicBezTo>
                <a:cubicBezTo>
                  <a:pt x="717531" y="124621"/>
                  <a:pt x="720533" y="127190"/>
                  <a:pt x="724194" y="129020"/>
                </a:cubicBezTo>
                <a:cubicBezTo>
                  <a:pt x="727854" y="130850"/>
                  <a:pt x="732253" y="131765"/>
                  <a:pt x="737391" y="131765"/>
                </a:cubicBezTo>
                <a:cubicBezTo>
                  <a:pt x="744904" y="131765"/>
                  <a:pt x="750925" y="130256"/>
                  <a:pt x="755452" y="127238"/>
                </a:cubicBezTo>
                <a:cubicBezTo>
                  <a:pt x="759979" y="124220"/>
                  <a:pt x="763046" y="120399"/>
                  <a:pt x="764651" y="115776"/>
                </a:cubicBezTo>
                <a:lnTo>
                  <a:pt x="779871" y="120125"/>
                </a:lnTo>
                <a:cubicBezTo>
                  <a:pt x="778779" y="123025"/>
                  <a:pt x="777254" y="125941"/>
                  <a:pt x="775295" y="128872"/>
                </a:cubicBezTo>
                <a:cubicBezTo>
                  <a:pt x="773337" y="131802"/>
                  <a:pt x="770720" y="134443"/>
                  <a:pt x="767445" y="136795"/>
                </a:cubicBezTo>
                <a:cubicBezTo>
                  <a:pt x="764170" y="139147"/>
                  <a:pt x="760076" y="141080"/>
                  <a:pt x="755163" y="142595"/>
                </a:cubicBezTo>
                <a:cubicBezTo>
                  <a:pt x="750250" y="144108"/>
                  <a:pt x="744326" y="144864"/>
                  <a:pt x="737391" y="144864"/>
                </a:cubicBezTo>
                <a:cubicBezTo>
                  <a:pt x="721978" y="144864"/>
                  <a:pt x="710242" y="140273"/>
                  <a:pt x="702183" y="131091"/>
                </a:cubicBezTo>
                <a:cubicBezTo>
                  <a:pt x="694124" y="121908"/>
                  <a:pt x="690094" y="108263"/>
                  <a:pt x="690094" y="90155"/>
                </a:cubicBezTo>
                <a:cubicBezTo>
                  <a:pt x="690094" y="80395"/>
                  <a:pt x="691314" y="72127"/>
                  <a:pt x="693754" y="65353"/>
                </a:cubicBezTo>
                <a:cubicBezTo>
                  <a:pt x="696195" y="58578"/>
                  <a:pt x="699534" y="53072"/>
                  <a:pt x="703772" y="48834"/>
                </a:cubicBezTo>
                <a:cubicBezTo>
                  <a:pt x="708011" y="44596"/>
                  <a:pt x="712956" y="41530"/>
                  <a:pt x="718607" y="39635"/>
                </a:cubicBezTo>
                <a:cubicBezTo>
                  <a:pt x="724258" y="37741"/>
                  <a:pt x="730294" y="36794"/>
                  <a:pt x="736716" y="36794"/>
                </a:cubicBezTo>
                <a:cubicBezTo>
                  <a:pt x="745450" y="36794"/>
                  <a:pt x="752755" y="38205"/>
                  <a:pt x="758631" y="41026"/>
                </a:cubicBezTo>
                <a:cubicBezTo>
                  <a:pt x="764507" y="43845"/>
                  <a:pt x="769227" y="47739"/>
                  <a:pt x="772791" y="52708"/>
                </a:cubicBezTo>
                <a:cubicBezTo>
                  <a:pt x="776355" y="57676"/>
                  <a:pt x="778892" y="63527"/>
                  <a:pt x="780401" y="70259"/>
                </a:cubicBezTo>
                <a:cubicBezTo>
                  <a:pt x="781910" y="76989"/>
                  <a:pt x="782664" y="84264"/>
                  <a:pt x="782664" y="92084"/>
                </a:cubicBezTo>
                <a:lnTo>
                  <a:pt x="782664" y="94393"/>
                </a:lnTo>
                <a:lnTo>
                  <a:pt x="708300" y="94393"/>
                </a:lnTo>
                <a:moveTo>
                  <a:pt x="764748" y="81101"/>
                </a:moveTo>
                <a:cubicBezTo>
                  <a:pt x="763784" y="70187"/>
                  <a:pt x="760991" y="62225"/>
                  <a:pt x="756367" y="57217"/>
                </a:cubicBezTo>
                <a:cubicBezTo>
                  <a:pt x="751743" y="52206"/>
                  <a:pt x="745097" y="49701"/>
                  <a:pt x="736427" y="49701"/>
                </a:cubicBezTo>
                <a:cubicBezTo>
                  <a:pt x="733537" y="49701"/>
                  <a:pt x="730503" y="50163"/>
                  <a:pt x="727324" y="51088"/>
                </a:cubicBezTo>
                <a:cubicBezTo>
                  <a:pt x="724146" y="52014"/>
                  <a:pt x="721208" y="53657"/>
                  <a:pt x="718510" y="56019"/>
                </a:cubicBezTo>
                <a:cubicBezTo>
                  <a:pt x="715813" y="58381"/>
                  <a:pt x="713533" y="61588"/>
                  <a:pt x="711671" y="65642"/>
                </a:cubicBezTo>
                <a:cubicBezTo>
                  <a:pt x="709809" y="69693"/>
                  <a:pt x="708749" y="74846"/>
                  <a:pt x="708492" y="81101"/>
                </a:cubicBezTo>
                <a:lnTo>
                  <a:pt x="764748" y="81101"/>
                </a:lnTo>
                <a:close/>
                <a:moveTo>
                  <a:pt x="947291" y="105416"/>
                </a:moveTo>
                <a:cubicBezTo>
                  <a:pt x="947291" y="111654"/>
                  <a:pt x="946279" y="117217"/>
                  <a:pt x="944257" y="122103"/>
                </a:cubicBezTo>
                <a:cubicBezTo>
                  <a:pt x="942234" y="126989"/>
                  <a:pt x="939280" y="131121"/>
                  <a:pt x="935394" y="134498"/>
                </a:cubicBezTo>
                <a:cubicBezTo>
                  <a:pt x="931509" y="137873"/>
                  <a:pt x="926693" y="140445"/>
                  <a:pt x="920945" y="142213"/>
                </a:cubicBezTo>
                <a:cubicBezTo>
                  <a:pt x="915198" y="143981"/>
                  <a:pt x="908631" y="144864"/>
                  <a:pt x="901246" y="144864"/>
                </a:cubicBezTo>
                <a:cubicBezTo>
                  <a:pt x="892834" y="144864"/>
                  <a:pt x="885754" y="143821"/>
                  <a:pt x="880006" y="141734"/>
                </a:cubicBezTo>
                <a:cubicBezTo>
                  <a:pt x="874259" y="139647"/>
                  <a:pt x="869523" y="136886"/>
                  <a:pt x="865798" y="133451"/>
                </a:cubicBezTo>
                <a:cubicBezTo>
                  <a:pt x="862073" y="130015"/>
                  <a:pt x="859280" y="126098"/>
                  <a:pt x="857417" y="121700"/>
                </a:cubicBezTo>
                <a:cubicBezTo>
                  <a:pt x="855555" y="117301"/>
                  <a:pt x="854335" y="112758"/>
                  <a:pt x="853757" y="108070"/>
                </a:cubicBezTo>
                <a:lnTo>
                  <a:pt x="871674" y="106433"/>
                </a:lnTo>
                <a:cubicBezTo>
                  <a:pt x="872188" y="110015"/>
                  <a:pt x="873135" y="113277"/>
                  <a:pt x="874516" y="116218"/>
                </a:cubicBezTo>
                <a:cubicBezTo>
                  <a:pt x="875896" y="119160"/>
                  <a:pt x="877775" y="121687"/>
                  <a:pt x="880151" y="123798"/>
                </a:cubicBezTo>
                <a:cubicBezTo>
                  <a:pt x="882527" y="125909"/>
                  <a:pt x="885449" y="127540"/>
                  <a:pt x="888917" y="128692"/>
                </a:cubicBezTo>
                <a:cubicBezTo>
                  <a:pt x="892384" y="129842"/>
                  <a:pt x="896494" y="130417"/>
                  <a:pt x="901246" y="130417"/>
                </a:cubicBezTo>
                <a:cubicBezTo>
                  <a:pt x="909980" y="130417"/>
                  <a:pt x="916835" y="128265"/>
                  <a:pt x="921812" y="123963"/>
                </a:cubicBezTo>
                <a:cubicBezTo>
                  <a:pt x="926789" y="119661"/>
                  <a:pt x="929278" y="113272"/>
                  <a:pt x="929278" y="104796"/>
                </a:cubicBezTo>
                <a:cubicBezTo>
                  <a:pt x="929278" y="99787"/>
                  <a:pt x="928170" y="95758"/>
                  <a:pt x="925954" y="92707"/>
                </a:cubicBezTo>
                <a:cubicBezTo>
                  <a:pt x="923739" y="89657"/>
                  <a:pt x="920977" y="87281"/>
                  <a:pt x="917670" y="85580"/>
                </a:cubicBezTo>
                <a:cubicBezTo>
                  <a:pt x="914363" y="83878"/>
                  <a:pt x="910767" y="82738"/>
                  <a:pt x="906882" y="82161"/>
                </a:cubicBezTo>
                <a:cubicBezTo>
                  <a:pt x="902996" y="81583"/>
                  <a:pt x="899416" y="81294"/>
                  <a:pt x="896141" y="81294"/>
                </a:cubicBezTo>
                <a:lnTo>
                  <a:pt x="886316" y="81294"/>
                </a:lnTo>
                <a:lnTo>
                  <a:pt x="886316" y="66268"/>
                </a:lnTo>
                <a:lnTo>
                  <a:pt x="895756" y="66268"/>
                </a:lnTo>
                <a:cubicBezTo>
                  <a:pt x="899031" y="66268"/>
                  <a:pt x="902434" y="65932"/>
                  <a:pt x="905966" y="65259"/>
                </a:cubicBezTo>
                <a:cubicBezTo>
                  <a:pt x="909498" y="64585"/>
                  <a:pt x="912725" y="63367"/>
                  <a:pt x="915647" y="61605"/>
                </a:cubicBezTo>
                <a:cubicBezTo>
                  <a:pt x="918569" y="59843"/>
                  <a:pt x="920977" y="57457"/>
                  <a:pt x="922872" y="54445"/>
                </a:cubicBezTo>
                <a:cubicBezTo>
                  <a:pt x="924766" y="51433"/>
                  <a:pt x="925714" y="47588"/>
                  <a:pt x="925714" y="42910"/>
                </a:cubicBezTo>
                <a:cubicBezTo>
                  <a:pt x="925714" y="35668"/>
                  <a:pt x="923578" y="29949"/>
                  <a:pt x="919308" y="25753"/>
                </a:cubicBezTo>
                <a:cubicBezTo>
                  <a:pt x="915037" y="21555"/>
                  <a:pt x="908696" y="19457"/>
                  <a:pt x="900283" y="19457"/>
                </a:cubicBezTo>
                <a:cubicBezTo>
                  <a:pt x="892641" y="19457"/>
                  <a:pt x="886460" y="21415"/>
                  <a:pt x="881740" y="25332"/>
                </a:cubicBezTo>
                <a:cubicBezTo>
                  <a:pt x="877020" y="29249"/>
                  <a:pt x="874275" y="34771"/>
                  <a:pt x="873504" y="41899"/>
                </a:cubicBezTo>
                <a:lnTo>
                  <a:pt x="856069" y="40550"/>
                </a:lnTo>
                <a:cubicBezTo>
                  <a:pt x="856775" y="34579"/>
                  <a:pt x="858413" y="29377"/>
                  <a:pt x="860982" y="24947"/>
                </a:cubicBezTo>
                <a:cubicBezTo>
                  <a:pt x="863550" y="20516"/>
                  <a:pt x="866809" y="16840"/>
                  <a:pt x="870759" y="13918"/>
                </a:cubicBezTo>
                <a:cubicBezTo>
                  <a:pt x="874708" y="10996"/>
                  <a:pt x="879220" y="8813"/>
                  <a:pt x="884293" y="7368"/>
                </a:cubicBezTo>
                <a:cubicBezTo>
                  <a:pt x="889366" y="5924"/>
                  <a:pt x="894760" y="5201"/>
                  <a:pt x="900476" y="5201"/>
                </a:cubicBezTo>
                <a:cubicBezTo>
                  <a:pt x="908054" y="5201"/>
                  <a:pt x="914572" y="6147"/>
                  <a:pt x="920030" y="8040"/>
                </a:cubicBezTo>
                <a:cubicBezTo>
                  <a:pt x="925489" y="9930"/>
                  <a:pt x="929952" y="12494"/>
                  <a:pt x="933420" y="15733"/>
                </a:cubicBezTo>
                <a:cubicBezTo>
                  <a:pt x="936888" y="18972"/>
                  <a:pt x="939440" y="22772"/>
                  <a:pt x="941078" y="27132"/>
                </a:cubicBezTo>
                <a:cubicBezTo>
                  <a:pt x="942715" y="31492"/>
                  <a:pt x="943534" y="36141"/>
                  <a:pt x="943534" y="41077"/>
                </a:cubicBezTo>
                <a:cubicBezTo>
                  <a:pt x="943534" y="45052"/>
                  <a:pt x="942988" y="48772"/>
                  <a:pt x="941897" y="52235"/>
                </a:cubicBezTo>
                <a:cubicBezTo>
                  <a:pt x="940805" y="55697"/>
                  <a:pt x="939103" y="58807"/>
                  <a:pt x="936791" y="61566"/>
                </a:cubicBezTo>
                <a:cubicBezTo>
                  <a:pt x="934479" y="64323"/>
                  <a:pt x="931541" y="66696"/>
                  <a:pt x="927977" y="68685"/>
                </a:cubicBezTo>
                <a:cubicBezTo>
                  <a:pt x="924413" y="70671"/>
                  <a:pt x="920127" y="72177"/>
                  <a:pt x="915118" y="73203"/>
                </a:cubicBezTo>
                <a:lnTo>
                  <a:pt x="915118" y="73588"/>
                </a:lnTo>
                <a:cubicBezTo>
                  <a:pt x="920576" y="74168"/>
                  <a:pt x="925328" y="75406"/>
                  <a:pt x="929374" y="77302"/>
                </a:cubicBezTo>
                <a:cubicBezTo>
                  <a:pt x="933420" y="79199"/>
                  <a:pt x="936759" y="81562"/>
                  <a:pt x="939392" y="84391"/>
                </a:cubicBezTo>
                <a:cubicBezTo>
                  <a:pt x="942025" y="87220"/>
                  <a:pt x="944000" y="90436"/>
                  <a:pt x="945316" y="94038"/>
                </a:cubicBezTo>
                <a:cubicBezTo>
                  <a:pt x="946633" y="97638"/>
                  <a:pt x="947291" y="101430"/>
                  <a:pt x="947291" y="105416"/>
                </a:cubicBezTo>
                <a:close/>
                <a:moveTo>
                  <a:pt x="1040795" y="112116"/>
                </a:moveTo>
                <a:lnTo>
                  <a:pt x="1040795" y="142938"/>
                </a:lnTo>
                <a:lnTo>
                  <a:pt x="1024419" y="142938"/>
                </a:lnTo>
                <a:lnTo>
                  <a:pt x="1024419" y="112116"/>
                </a:lnTo>
                <a:lnTo>
                  <a:pt x="960458" y="112116"/>
                </a:lnTo>
                <a:lnTo>
                  <a:pt x="960458" y="98631"/>
                </a:lnTo>
                <a:lnTo>
                  <a:pt x="1022589" y="7128"/>
                </a:lnTo>
                <a:lnTo>
                  <a:pt x="1040795" y="7128"/>
                </a:lnTo>
                <a:lnTo>
                  <a:pt x="1040795" y="98439"/>
                </a:lnTo>
                <a:lnTo>
                  <a:pt x="1059867" y="98439"/>
                </a:lnTo>
                <a:lnTo>
                  <a:pt x="1059867" y="112116"/>
                </a:lnTo>
                <a:lnTo>
                  <a:pt x="1040795" y="112116"/>
                </a:lnTo>
                <a:moveTo>
                  <a:pt x="1024419" y="26680"/>
                </a:moveTo>
                <a:cubicBezTo>
                  <a:pt x="1024291" y="27002"/>
                  <a:pt x="1023969" y="27628"/>
                  <a:pt x="1023456" y="28559"/>
                </a:cubicBezTo>
                <a:cubicBezTo>
                  <a:pt x="1022942" y="29490"/>
                  <a:pt x="1022364" y="30533"/>
                  <a:pt x="1021722" y="31689"/>
                </a:cubicBezTo>
                <a:cubicBezTo>
                  <a:pt x="1021080" y="32845"/>
                  <a:pt x="1020421" y="34017"/>
                  <a:pt x="1019747" y="35205"/>
                </a:cubicBezTo>
                <a:cubicBezTo>
                  <a:pt x="1019073" y="36393"/>
                  <a:pt x="1018479" y="37372"/>
                  <a:pt x="1017965" y="38143"/>
                </a:cubicBezTo>
                <a:lnTo>
                  <a:pt x="983191" y="89384"/>
                </a:lnTo>
                <a:cubicBezTo>
                  <a:pt x="982870" y="89898"/>
                  <a:pt x="982404" y="90572"/>
                  <a:pt x="981794" y="91407"/>
                </a:cubicBezTo>
                <a:cubicBezTo>
                  <a:pt x="981184" y="92242"/>
                  <a:pt x="980558" y="93093"/>
                  <a:pt x="979916" y="93960"/>
                </a:cubicBezTo>
                <a:cubicBezTo>
                  <a:pt x="979274" y="94827"/>
                  <a:pt x="978631" y="95677"/>
                  <a:pt x="977989" y="96512"/>
                </a:cubicBezTo>
                <a:cubicBezTo>
                  <a:pt x="977347" y="97347"/>
                  <a:pt x="976833" y="97989"/>
                  <a:pt x="976448" y="98439"/>
                </a:cubicBezTo>
                <a:lnTo>
                  <a:pt x="1024419" y="98439"/>
                </a:lnTo>
                <a:lnTo>
                  <a:pt x="1024419" y="26680"/>
                </a:lnTo>
                <a:close/>
                <a:moveTo>
                  <a:pt x="1166665" y="98484"/>
                </a:moveTo>
                <a:cubicBezTo>
                  <a:pt x="1166665" y="105298"/>
                  <a:pt x="1165717" y="111550"/>
                  <a:pt x="1163823" y="117239"/>
                </a:cubicBezTo>
                <a:cubicBezTo>
                  <a:pt x="1161928" y="122928"/>
                  <a:pt x="1159135" y="127814"/>
                  <a:pt x="1155442" y="131897"/>
                </a:cubicBezTo>
                <a:cubicBezTo>
                  <a:pt x="1151750" y="135979"/>
                  <a:pt x="1147174" y="139161"/>
                  <a:pt x="1141716" y="141442"/>
                </a:cubicBezTo>
                <a:cubicBezTo>
                  <a:pt x="1136257" y="143724"/>
                  <a:pt x="1129964" y="144864"/>
                  <a:pt x="1122836" y="144864"/>
                </a:cubicBezTo>
                <a:cubicBezTo>
                  <a:pt x="1114937" y="144864"/>
                  <a:pt x="1108033" y="143355"/>
                  <a:pt x="1102125" y="140337"/>
                </a:cubicBezTo>
                <a:cubicBezTo>
                  <a:pt x="1096217" y="137319"/>
                  <a:pt x="1091304" y="132969"/>
                  <a:pt x="1087387" y="127286"/>
                </a:cubicBezTo>
                <a:cubicBezTo>
                  <a:pt x="1083470" y="121603"/>
                  <a:pt x="1080532" y="114636"/>
                  <a:pt x="1078573" y="106385"/>
                </a:cubicBezTo>
                <a:cubicBezTo>
                  <a:pt x="1076615" y="98133"/>
                  <a:pt x="1075635" y="88742"/>
                  <a:pt x="1075635" y="78211"/>
                </a:cubicBezTo>
                <a:cubicBezTo>
                  <a:pt x="1075635" y="66139"/>
                  <a:pt x="1076743" y="55544"/>
                  <a:pt x="1078959" y="46426"/>
                </a:cubicBezTo>
                <a:cubicBezTo>
                  <a:pt x="1081174" y="37308"/>
                  <a:pt x="1084369" y="29699"/>
                  <a:pt x="1088543" y="23598"/>
                </a:cubicBezTo>
                <a:cubicBezTo>
                  <a:pt x="1092717" y="17498"/>
                  <a:pt x="1097807" y="12907"/>
                  <a:pt x="1103811" y="9825"/>
                </a:cubicBezTo>
                <a:cubicBezTo>
                  <a:pt x="1109815" y="6742"/>
                  <a:pt x="1116606" y="5201"/>
                  <a:pt x="1124184" y="5201"/>
                </a:cubicBezTo>
                <a:cubicBezTo>
                  <a:pt x="1128808" y="5201"/>
                  <a:pt x="1133143" y="5683"/>
                  <a:pt x="1137188" y="6646"/>
                </a:cubicBezTo>
                <a:cubicBezTo>
                  <a:pt x="1141234" y="7609"/>
                  <a:pt x="1144911" y="9166"/>
                  <a:pt x="1148218" y="11318"/>
                </a:cubicBezTo>
                <a:cubicBezTo>
                  <a:pt x="1151525" y="13469"/>
                  <a:pt x="1154431" y="16310"/>
                  <a:pt x="1156936" y="19842"/>
                </a:cubicBezTo>
                <a:cubicBezTo>
                  <a:pt x="1159440" y="23374"/>
                  <a:pt x="1161431" y="27708"/>
                  <a:pt x="1162908" y="32845"/>
                </a:cubicBezTo>
                <a:lnTo>
                  <a:pt x="1146340" y="35831"/>
                </a:lnTo>
                <a:cubicBezTo>
                  <a:pt x="1144541" y="29987"/>
                  <a:pt x="1141668" y="25765"/>
                  <a:pt x="1137718" y="23165"/>
                </a:cubicBezTo>
                <a:cubicBezTo>
                  <a:pt x="1133769" y="20564"/>
                  <a:pt x="1129193" y="19264"/>
                  <a:pt x="1123992" y="19264"/>
                </a:cubicBezTo>
                <a:cubicBezTo>
                  <a:pt x="1119239" y="19264"/>
                  <a:pt x="1114937" y="20388"/>
                  <a:pt x="1111084" y="22635"/>
                </a:cubicBezTo>
                <a:cubicBezTo>
                  <a:pt x="1107231" y="24883"/>
                  <a:pt x="1103955" y="28238"/>
                  <a:pt x="1101258" y="32700"/>
                </a:cubicBezTo>
                <a:cubicBezTo>
                  <a:pt x="1098561" y="37163"/>
                  <a:pt x="1096490" y="42766"/>
                  <a:pt x="1095045" y="49508"/>
                </a:cubicBezTo>
                <a:cubicBezTo>
                  <a:pt x="1093600" y="56251"/>
                  <a:pt x="1092878" y="64117"/>
                  <a:pt x="1092878" y="73106"/>
                </a:cubicBezTo>
                <a:cubicBezTo>
                  <a:pt x="1096025" y="67231"/>
                  <a:pt x="1100456" y="62760"/>
                  <a:pt x="1106171" y="59694"/>
                </a:cubicBezTo>
                <a:cubicBezTo>
                  <a:pt x="1111886" y="56628"/>
                  <a:pt x="1118437" y="55095"/>
                  <a:pt x="1125822" y="55095"/>
                </a:cubicBezTo>
                <a:cubicBezTo>
                  <a:pt x="1131987" y="55095"/>
                  <a:pt x="1137574" y="56091"/>
                  <a:pt x="1142583" y="58084"/>
                </a:cubicBezTo>
                <a:cubicBezTo>
                  <a:pt x="1147592" y="60076"/>
                  <a:pt x="1151878" y="62953"/>
                  <a:pt x="1155442" y="66713"/>
                </a:cubicBezTo>
                <a:cubicBezTo>
                  <a:pt x="1159007" y="70474"/>
                  <a:pt x="1161768" y="75038"/>
                  <a:pt x="1163727" y="80406"/>
                </a:cubicBezTo>
                <a:cubicBezTo>
                  <a:pt x="1165685" y="85773"/>
                  <a:pt x="1166665" y="91799"/>
                  <a:pt x="1166665" y="98484"/>
                </a:cubicBezTo>
                <a:moveTo>
                  <a:pt x="1149037" y="99257"/>
                </a:moveTo>
                <a:cubicBezTo>
                  <a:pt x="1149037" y="94578"/>
                  <a:pt x="1148459" y="90347"/>
                  <a:pt x="1147303" y="86564"/>
                </a:cubicBezTo>
                <a:cubicBezTo>
                  <a:pt x="1146147" y="82782"/>
                  <a:pt x="1144413" y="79560"/>
                  <a:pt x="1142101" y="76899"/>
                </a:cubicBezTo>
                <a:cubicBezTo>
                  <a:pt x="1139789" y="74238"/>
                  <a:pt x="1136932" y="72186"/>
                  <a:pt x="1133528" y="70744"/>
                </a:cubicBezTo>
                <a:cubicBezTo>
                  <a:pt x="1130124" y="69301"/>
                  <a:pt x="1126175" y="68579"/>
                  <a:pt x="1121680" y="68579"/>
                </a:cubicBezTo>
                <a:cubicBezTo>
                  <a:pt x="1118533" y="68579"/>
                  <a:pt x="1115354" y="69045"/>
                  <a:pt x="1112143" y="69976"/>
                </a:cubicBezTo>
                <a:cubicBezTo>
                  <a:pt x="1108932" y="70905"/>
                  <a:pt x="1106027" y="72411"/>
                  <a:pt x="1103426" y="74494"/>
                </a:cubicBezTo>
                <a:cubicBezTo>
                  <a:pt x="1100825" y="76577"/>
                  <a:pt x="1098706" y="79318"/>
                  <a:pt x="1097068" y="82717"/>
                </a:cubicBezTo>
                <a:cubicBezTo>
                  <a:pt x="1095431" y="86115"/>
                  <a:pt x="1094612" y="90249"/>
                  <a:pt x="1094612" y="95122"/>
                </a:cubicBezTo>
                <a:cubicBezTo>
                  <a:pt x="1094612" y="100122"/>
                  <a:pt x="1095254" y="104787"/>
                  <a:pt x="1096538" y="109115"/>
                </a:cubicBezTo>
                <a:cubicBezTo>
                  <a:pt x="1097823" y="113443"/>
                  <a:pt x="1099669" y="117211"/>
                  <a:pt x="1102077" y="120417"/>
                </a:cubicBezTo>
                <a:cubicBezTo>
                  <a:pt x="1104485" y="123622"/>
                  <a:pt x="1107391" y="126154"/>
                  <a:pt x="1110795" y="128015"/>
                </a:cubicBezTo>
                <a:cubicBezTo>
                  <a:pt x="1114198" y="129873"/>
                  <a:pt x="1118019" y="130802"/>
                  <a:pt x="1122258" y="130802"/>
                </a:cubicBezTo>
                <a:cubicBezTo>
                  <a:pt x="1126432" y="130802"/>
                  <a:pt x="1130173" y="130080"/>
                  <a:pt x="1133480" y="128638"/>
                </a:cubicBezTo>
                <a:cubicBezTo>
                  <a:pt x="1136787" y="127195"/>
                  <a:pt x="1139597" y="125111"/>
                  <a:pt x="1141908" y="122386"/>
                </a:cubicBezTo>
                <a:cubicBezTo>
                  <a:pt x="1144220" y="119661"/>
                  <a:pt x="1145986" y="116343"/>
                  <a:pt x="1147206" y="112432"/>
                </a:cubicBezTo>
                <a:cubicBezTo>
                  <a:pt x="1148427" y="108521"/>
                  <a:pt x="1149037" y="104129"/>
                  <a:pt x="1149037" y="992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FF1B74-B6DE-451D-A659-BE3C7F5E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57" y="2661957"/>
            <a:ext cx="65759" cy="692148"/>
          </a:xfrm>
          <a:custGeom xmlns:a="http://schemas.openxmlformats.org/drawingml/2006/main">
            <a:pathLst>
              <a:path w="65759" h="692148">
                <a:moveTo>
                  <a:pt x="0" y="0"/>
                </a:moveTo>
                <a:lnTo>
                  <a:pt x="65759" y="0"/>
                </a:lnTo>
                <a:lnTo>
                  <a:pt x="65759" y="692148"/>
                </a:lnTo>
                <a:lnTo>
                  <a:pt x="0" y="6921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4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Cherry-pick224">
            <a:extLst xmlns:a="http://schemas.openxmlformats.org/drawingml/2006/main">
              <a:ext uri="{FF2B5EF4-FFF2-40B4-BE49-F238E27FC236}">
                <a16:creationId xmlns:a16="http://schemas.microsoft.com/office/drawing/2014/main" id="{5C16C98D-D44C-4999-A41F-90EA87A6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07" y="2934136"/>
            <a:ext cx="1376426" cy="183970"/>
          </a:xfrm>
          <a:custGeom xmlns:a="http://schemas.openxmlformats.org/drawingml/2006/main">
            <a:pathLst>
              <a:path w="1376426" h="183970">
                <a:moveTo>
                  <a:pt x="66273" y="20227"/>
                </a:moveTo>
                <a:cubicBezTo>
                  <a:pt x="58567" y="20227"/>
                  <a:pt x="51744" y="21510"/>
                  <a:pt x="45804" y="24077"/>
                </a:cubicBezTo>
                <a:cubicBezTo>
                  <a:pt x="39863" y="26643"/>
                  <a:pt x="34887" y="30301"/>
                  <a:pt x="30873" y="35048"/>
                </a:cubicBezTo>
                <a:cubicBezTo>
                  <a:pt x="26859" y="39796"/>
                  <a:pt x="23825" y="45506"/>
                  <a:pt x="21770" y="52178"/>
                </a:cubicBezTo>
                <a:cubicBezTo>
                  <a:pt x="19715" y="58850"/>
                  <a:pt x="18688" y="66260"/>
                  <a:pt x="18688" y="74407"/>
                </a:cubicBezTo>
                <a:cubicBezTo>
                  <a:pt x="18688" y="82556"/>
                  <a:pt x="19795" y="90015"/>
                  <a:pt x="22011" y="96783"/>
                </a:cubicBezTo>
                <a:cubicBezTo>
                  <a:pt x="24226" y="103551"/>
                  <a:pt x="27405" y="109374"/>
                  <a:pt x="31547" y="114250"/>
                </a:cubicBezTo>
                <a:cubicBezTo>
                  <a:pt x="35689" y="119124"/>
                  <a:pt x="40763" y="122909"/>
                  <a:pt x="46767" y="125604"/>
                </a:cubicBezTo>
                <a:cubicBezTo>
                  <a:pt x="52771" y="128299"/>
                  <a:pt x="59530" y="129646"/>
                  <a:pt x="67044" y="129646"/>
                </a:cubicBezTo>
                <a:cubicBezTo>
                  <a:pt x="72310" y="129646"/>
                  <a:pt x="77110" y="128959"/>
                  <a:pt x="81445" y="127584"/>
                </a:cubicBezTo>
                <a:cubicBezTo>
                  <a:pt x="85779" y="126208"/>
                  <a:pt x="89697" y="124271"/>
                  <a:pt x="93197" y="121775"/>
                </a:cubicBezTo>
                <a:cubicBezTo>
                  <a:pt x="96697" y="119279"/>
                  <a:pt x="99827" y="116319"/>
                  <a:pt x="102589" y="112895"/>
                </a:cubicBezTo>
                <a:cubicBezTo>
                  <a:pt x="105350" y="109472"/>
                  <a:pt x="107790" y="105681"/>
                  <a:pt x="109910" y="101521"/>
                </a:cubicBezTo>
                <a:lnTo>
                  <a:pt x="124937" y="109034"/>
                </a:lnTo>
                <a:cubicBezTo>
                  <a:pt x="122496" y="114106"/>
                  <a:pt x="119478" y="118826"/>
                  <a:pt x="115882" y="123193"/>
                </a:cubicBezTo>
                <a:cubicBezTo>
                  <a:pt x="112286" y="127559"/>
                  <a:pt x="108063" y="131348"/>
                  <a:pt x="103215" y="134558"/>
                </a:cubicBezTo>
                <a:cubicBezTo>
                  <a:pt x="98366" y="137769"/>
                  <a:pt x="92876" y="140289"/>
                  <a:pt x="86743" y="142119"/>
                </a:cubicBezTo>
                <a:cubicBezTo>
                  <a:pt x="80610" y="143949"/>
                  <a:pt x="73755" y="144864"/>
                  <a:pt x="66177" y="144864"/>
                </a:cubicBezTo>
                <a:cubicBezTo>
                  <a:pt x="55196" y="144864"/>
                  <a:pt x="45579" y="143115"/>
                  <a:pt x="37327" y="139615"/>
                </a:cubicBezTo>
                <a:cubicBezTo>
                  <a:pt x="29075" y="136115"/>
                  <a:pt x="22171" y="131235"/>
                  <a:pt x="16616" y="124975"/>
                </a:cubicBezTo>
                <a:cubicBezTo>
                  <a:pt x="11062" y="118714"/>
                  <a:pt x="6903" y="111281"/>
                  <a:pt x="4142" y="102677"/>
                </a:cubicBezTo>
                <a:cubicBezTo>
                  <a:pt x="1381" y="94072"/>
                  <a:pt x="0" y="84665"/>
                  <a:pt x="0" y="74455"/>
                </a:cubicBezTo>
                <a:cubicBezTo>
                  <a:pt x="0" y="63860"/>
                  <a:pt x="1461" y="54292"/>
                  <a:pt x="4383" y="45752"/>
                </a:cubicBezTo>
                <a:cubicBezTo>
                  <a:pt x="7305" y="37211"/>
                  <a:pt x="11575" y="29939"/>
                  <a:pt x="17194" y="23935"/>
                </a:cubicBezTo>
                <a:cubicBezTo>
                  <a:pt x="22814" y="17931"/>
                  <a:pt x="29733" y="13308"/>
                  <a:pt x="37953" y="10065"/>
                </a:cubicBezTo>
                <a:cubicBezTo>
                  <a:pt x="46173" y="6823"/>
                  <a:pt x="55549" y="5201"/>
                  <a:pt x="66081" y="5201"/>
                </a:cubicBezTo>
                <a:cubicBezTo>
                  <a:pt x="80530" y="5201"/>
                  <a:pt x="92603" y="8020"/>
                  <a:pt x="102300" y="13656"/>
                </a:cubicBezTo>
                <a:cubicBezTo>
                  <a:pt x="111997" y="19293"/>
                  <a:pt x="119125" y="27653"/>
                  <a:pt x="123684" y="38735"/>
                </a:cubicBezTo>
                <a:lnTo>
                  <a:pt x="106249" y="44500"/>
                </a:lnTo>
                <a:cubicBezTo>
                  <a:pt x="104965" y="41301"/>
                  <a:pt x="103231" y="38247"/>
                  <a:pt x="101047" y="35337"/>
                </a:cubicBezTo>
                <a:cubicBezTo>
                  <a:pt x="98864" y="32428"/>
                  <a:pt x="96135" y="29854"/>
                  <a:pt x="92860" y="27617"/>
                </a:cubicBezTo>
                <a:cubicBezTo>
                  <a:pt x="89584" y="25377"/>
                  <a:pt x="85747" y="23586"/>
                  <a:pt x="81348" y="22244"/>
                </a:cubicBezTo>
                <a:cubicBezTo>
                  <a:pt x="76949" y="20899"/>
                  <a:pt x="71924" y="20227"/>
                  <a:pt x="66273" y="20227"/>
                </a:cubicBezTo>
                <a:close/>
                <a:moveTo>
                  <a:pt x="162953" y="56636"/>
                </a:moveTo>
                <a:cubicBezTo>
                  <a:pt x="164879" y="53086"/>
                  <a:pt x="166966" y="50069"/>
                  <a:pt x="169214" y="47585"/>
                </a:cubicBezTo>
                <a:cubicBezTo>
                  <a:pt x="171462" y="45101"/>
                  <a:pt x="173934" y="43053"/>
                  <a:pt x="176631" y="41441"/>
                </a:cubicBezTo>
                <a:cubicBezTo>
                  <a:pt x="179328" y="39828"/>
                  <a:pt x="182282" y="38650"/>
                  <a:pt x="185493" y="37908"/>
                </a:cubicBezTo>
                <a:cubicBezTo>
                  <a:pt x="188704" y="37165"/>
                  <a:pt x="192300" y="36794"/>
                  <a:pt x="196282" y="36794"/>
                </a:cubicBezTo>
                <a:cubicBezTo>
                  <a:pt x="202961" y="36794"/>
                  <a:pt x="208435" y="37693"/>
                  <a:pt x="212706" y="39491"/>
                </a:cubicBezTo>
                <a:cubicBezTo>
                  <a:pt x="216976" y="41289"/>
                  <a:pt x="220348" y="43809"/>
                  <a:pt x="222820" y="47052"/>
                </a:cubicBezTo>
                <a:cubicBezTo>
                  <a:pt x="225293" y="50295"/>
                  <a:pt x="226994" y="54164"/>
                  <a:pt x="227926" y="58659"/>
                </a:cubicBezTo>
                <a:cubicBezTo>
                  <a:pt x="228857" y="63153"/>
                  <a:pt x="229322" y="68098"/>
                  <a:pt x="229322" y="73492"/>
                </a:cubicBezTo>
                <a:lnTo>
                  <a:pt x="229322" y="142938"/>
                </a:lnTo>
                <a:lnTo>
                  <a:pt x="211887" y="142938"/>
                </a:lnTo>
                <a:lnTo>
                  <a:pt x="211887" y="76932"/>
                </a:lnTo>
                <a:cubicBezTo>
                  <a:pt x="211887" y="72505"/>
                  <a:pt x="211614" y="68625"/>
                  <a:pt x="211068" y="65290"/>
                </a:cubicBezTo>
                <a:cubicBezTo>
                  <a:pt x="210522" y="61954"/>
                  <a:pt x="209479" y="59180"/>
                  <a:pt x="207938" y="56967"/>
                </a:cubicBezTo>
                <a:cubicBezTo>
                  <a:pt x="206396" y="54754"/>
                  <a:pt x="204213" y="53086"/>
                  <a:pt x="201387" y="51964"/>
                </a:cubicBezTo>
                <a:cubicBezTo>
                  <a:pt x="198562" y="50841"/>
                  <a:pt x="194901" y="50279"/>
                  <a:pt x="190406" y="50279"/>
                </a:cubicBezTo>
                <a:cubicBezTo>
                  <a:pt x="186296" y="50279"/>
                  <a:pt x="182587" y="51016"/>
                  <a:pt x="179280" y="52491"/>
                </a:cubicBezTo>
                <a:cubicBezTo>
                  <a:pt x="175973" y="53966"/>
                  <a:pt x="173147" y="56051"/>
                  <a:pt x="170803" y="58746"/>
                </a:cubicBezTo>
                <a:cubicBezTo>
                  <a:pt x="168459" y="61441"/>
                  <a:pt x="166645" y="64713"/>
                  <a:pt x="165361" y="68561"/>
                </a:cubicBezTo>
                <a:cubicBezTo>
                  <a:pt x="164077" y="72410"/>
                  <a:pt x="163434" y="76740"/>
                  <a:pt x="163434" y="81549"/>
                </a:cubicBezTo>
                <a:lnTo>
                  <a:pt x="163434" y="142938"/>
                </a:lnTo>
                <a:lnTo>
                  <a:pt x="146095" y="142938"/>
                </a:lnTo>
                <a:lnTo>
                  <a:pt x="146095" y="0"/>
                </a:lnTo>
                <a:lnTo>
                  <a:pt x="163434" y="0"/>
                </a:lnTo>
                <a:lnTo>
                  <a:pt x="163434" y="37243"/>
                </a:lnTo>
                <a:cubicBezTo>
                  <a:pt x="163434" y="39366"/>
                  <a:pt x="163402" y="41489"/>
                  <a:pt x="163338" y="43612"/>
                </a:cubicBezTo>
                <a:cubicBezTo>
                  <a:pt x="163274" y="45733"/>
                  <a:pt x="163194" y="47694"/>
                  <a:pt x="163097" y="49496"/>
                </a:cubicBezTo>
                <a:cubicBezTo>
                  <a:pt x="163001" y="51296"/>
                  <a:pt x="162921" y="52824"/>
                  <a:pt x="162856" y="54080"/>
                </a:cubicBezTo>
                <a:cubicBezTo>
                  <a:pt x="162792" y="55335"/>
                  <a:pt x="162728" y="56186"/>
                  <a:pt x="162664" y="56636"/>
                </a:cubicBezTo>
                <a:lnTo>
                  <a:pt x="162953" y="56636"/>
                </a:lnTo>
                <a:close/>
                <a:moveTo>
                  <a:pt x="268690" y="94393"/>
                </a:moveTo>
                <a:cubicBezTo>
                  <a:pt x="268690" y="99851"/>
                  <a:pt x="269252" y="104876"/>
                  <a:pt x="270376" y="109467"/>
                </a:cubicBezTo>
                <a:cubicBezTo>
                  <a:pt x="271500" y="114058"/>
                  <a:pt x="273234" y="118007"/>
                  <a:pt x="275578" y="121314"/>
                </a:cubicBezTo>
                <a:cubicBezTo>
                  <a:pt x="277922" y="124621"/>
                  <a:pt x="280924" y="127190"/>
                  <a:pt x="284584" y="129020"/>
                </a:cubicBezTo>
                <a:cubicBezTo>
                  <a:pt x="288245" y="130850"/>
                  <a:pt x="292644" y="131765"/>
                  <a:pt x="297781" y="131765"/>
                </a:cubicBezTo>
                <a:cubicBezTo>
                  <a:pt x="305295" y="131765"/>
                  <a:pt x="311315" y="130256"/>
                  <a:pt x="315842" y="127238"/>
                </a:cubicBezTo>
                <a:cubicBezTo>
                  <a:pt x="320370" y="124220"/>
                  <a:pt x="323436" y="120399"/>
                  <a:pt x="325042" y="115776"/>
                </a:cubicBezTo>
                <a:lnTo>
                  <a:pt x="340261" y="120125"/>
                </a:lnTo>
                <a:cubicBezTo>
                  <a:pt x="339170" y="123025"/>
                  <a:pt x="337644" y="125941"/>
                  <a:pt x="335686" y="128872"/>
                </a:cubicBezTo>
                <a:cubicBezTo>
                  <a:pt x="333727" y="131802"/>
                  <a:pt x="331110" y="134443"/>
                  <a:pt x="327835" y="136795"/>
                </a:cubicBezTo>
                <a:cubicBezTo>
                  <a:pt x="324560" y="139147"/>
                  <a:pt x="320466" y="141080"/>
                  <a:pt x="315553" y="142595"/>
                </a:cubicBezTo>
                <a:cubicBezTo>
                  <a:pt x="310641" y="144108"/>
                  <a:pt x="304717" y="144864"/>
                  <a:pt x="297781" y="144864"/>
                </a:cubicBezTo>
                <a:cubicBezTo>
                  <a:pt x="282369" y="144864"/>
                  <a:pt x="270633" y="140273"/>
                  <a:pt x="262573" y="131091"/>
                </a:cubicBezTo>
                <a:cubicBezTo>
                  <a:pt x="254514" y="121908"/>
                  <a:pt x="250484" y="108263"/>
                  <a:pt x="250484" y="90155"/>
                </a:cubicBezTo>
                <a:cubicBezTo>
                  <a:pt x="250484" y="80395"/>
                  <a:pt x="251704" y="72127"/>
                  <a:pt x="254145" y="65353"/>
                </a:cubicBezTo>
                <a:cubicBezTo>
                  <a:pt x="256585" y="58578"/>
                  <a:pt x="259924" y="53072"/>
                  <a:pt x="264163" y="48834"/>
                </a:cubicBezTo>
                <a:cubicBezTo>
                  <a:pt x="268401" y="44596"/>
                  <a:pt x="273346" y="41530"/>
                  <a:pt x="278997" y="39635"/>
                </a:cubicBezTo>
                <a:cubicBezTo>
                  <a:pt x="284648" y="37741"/>
                  <a:pt x="290685" y="36794"/>
                  <a:pt x="297107" y="36794"/>
                </a:cubicBezTo>
                <a:cubicBezTo>
                  <a:pt x="305840" y="36794"/>
                  <a:pt x="313145" y="38205"/>
                  <a:pt x="319021" y="41026"/>
                </a:cubicBezTo>
                <a:cubicBezTo>
                  <a:pt x="324897" y="43845"/>
                  <a:pt x="329617" y="47739"/>
                  <a:pt x="333181" y="52708"/>
                </a:cubicBezTo>
                <a:cubicBezTo>
                  <a:pt x="336745" y="57676"/>
                  <a:pt x="339282" y="63527"/>
                  <a:pt x="340791" y="70259"/>
                </a:cubicBezTo>
                <a:cubicBezTo>
                  <a:pt x="342300" y="76989"/>
                  <a:pt x="343055" y="84264"/>
                  <a:pt x="343055" y="92084"/>
                </a:cubicBezTo>
                <a:lnTo>
                  <a:pt x="343055" y="94393"/>
                </a:lnTo>
                <a:lnTo>
                  <a:pt x="268690" y="94393"/>
                </a:lnTo>
                <a:moveTo>
                  <a:pt x="325138" y="81101"/>
                </a:moveTo>
                <a:cubicBezTo>
                  <a:pt x="324175" y="70187"/>
                  <a:pt x="321381" y="62225"/>
                  <a:pt x="316757" y="57217"/>
                </a:cubicBezTo>
                <a:cubicBezTo>
                  <a:pt x="312134" y="52206"/>
                  <a:pt x="305487" y="49701"/>
                  <a:pt x="296818" y="49701"/>
                </a:cubicBezTo>
                <a:cubicBezTo>
                  <a:pt x="293928" y="49701"/>
                  <a:pt x="290894" y="50163"/>
                  <a:pt x="287715" y="51088"/>
                </a:cubicBezTo>
                <a:cubicBezTo>
                  <a:pt x="284536" y="52014"/>
                  <a:pt x="281598" y="53657"/>
                  <a:pt x="278901" y="56019"/>
                </a:cubicBezTo>
                <a:cubicBezTo>
                  <a:pt x="276204" y="58381"/>
                  <a:pt x="273924" y="61588"/>
                  <a:pt x="272062" y="65642"/>
                </a:cubicBezTo>
                <a:cubicBezTo>
                  <a:pt x="270199" y="69693"/>
                  <a:pt x="269140" y="74846"/>
                  <a:pt x="268883" y="81101"/>
                </a:cubicBezTo>
                <a:lnTo>
                  <a:pt x="325138" y="81101"/>
                </a:lnTo>
                <a:close/>
                <a:moveTo>
                  <a:pt x="365469" y="142938"/>
                </a:moveTo>
                <a:lnTo>
                  <a:pt x="365469" y="62993"/>
                </a:lnTo>
                <a:cubicBezTo>
                  <a:pt x="365469" y="60810"/>
                  <a:pt x="365453" y="58578"/>
                  <a:pt x="365421" y="56299"/>
                </a:cubicBezTo>
                <a:cubicBezTo>
                  <a:pt x="365389" y="54019"/>
                  <a:pt x="365341" y="51820"/>
                  <a:pt x="365276" y="49701"/>
                </a:cubicBezTo>
                <a:cubicBezTo>
                  <a:pt x="365212" y="47582"/>
                  <a:pt x="365148" y="45591"/>
                  <a:pt x="365084" y="43729"/>
                </a:cubicBezTo>
                <a:cubicBezTo>
                  <a:pt x="365020" y="41867"/>
                  <a:pt x="364955" y="40197"/>
                  <a:pt x="364891" y="38720"/>
                </a:cubicBezTo>
                <a:lnTo>
                  <a:pt x="381267" y="38720"/>
                </a:lnTo>
                <a:cubicBezTo>
                  <a:pt x="381331" y="40197"/>
                  <a:pt x="381411" y="41883"/>
                  <a:pt x="381508" y="43777"/>
                </a:cubicBezTo>
                <a:cubicBezTo>
                  <a:pt x="381604" y="45671"/>
                  <a:pt x="381700" y="47614"/>
                  <a:pt x="381797" y="49605"/>
                </a:cubicBezTo>
                <a:cubicBezTo>
                  <a:pt x="381893" y="51595"/>
                  <a:pt x="381957" y="53505"/>
                  <a:pt x="381989" y="55336"/>
                </a:cubicBezTo>
                <a:cubicBezTo>
                  <a:pt x="382021" y="57166"/>
                  <a:pt x="382037" y="58723"/>
                  <a:pt x="382037" y="60007"/>
                </a:cubicBezTo>
                <a:lnTo>
                  <a:pt x="382423" y="60007"/>
                </a:lnTo>
                <a:cubicBezTo>
                  <a:pt x="383643" y="56026"/>
                  <a:pt x="384943" y="52574"/>
                  <a:pt x="386324" y="49653"/>
                </a:cubicBezTo>
                <a:cubicBezTo>
                  <a:pt x="387705" y="46731"/>
                  <a:pt x="389326" y="44323"/>
                  <a:pt x="391188" y="42429"/>
                </a:cubicBezTo>
                <a:cubicBezTo>
                  <a:pt x="393051" y="40534"/>
                  <a:pt x="395266" y="39122"/>
                  <a:pt x="397835" y="38191"/>
                </a:cubicBezTo>
                <a:cubicBezTo>
                  <a:pt x="400404" y="37260"/>
                  <a:pt x="403518" y="36794"/>
                  <a:pt x="407179" y="36794"/>
                </a:cubicBezTo>
                <a:cubicBezTo>
                  <a:pt x="408592" y="36794"/>
                  <a:pt x="409940" y="36907"/>
                  <a:pt x="411225" y="37134"/>
                </a:cubicBezTo>
                <a:cubicBezTo>
                  <a:pt x="412509" y="37359"/>
                  <a:pt x="413504" y="37569"/>
                  <a:pt x="414211" y="37763"/>
                </a:cubicBezTo>
                <a:lnTo>
                  <a:pt x="414211" y="53746"/>
                </a:lnTo>
                <a:cubicBezTo>
                  <a:pt x="413055" y="53425"/>
                  <a:pt x="411706" y="53184"/>
                  <a:pt x="410165" y="53024"/>
                </a:cubicBezTo>
                <a:cubicBezTo>
                  <a:pt x="408624" y="52863"/>
                  <a:pt x="406890" y="52783"/>
                  <a:pt x="404963" y="52783"/>
                </a:cubicBezTo>
                <a:cubicBezTo>
                  <a:pt x="400982" y="52783"/>
                  <a:pt x="397594" y="53681"/>
                  <a:pt x="394801" y="55477"/>
                </a:cubicBezTo>
                <a:cubicBezTo>
                  <a:pt x="392007" y="57273"/>
                  <a:pt x="389728" y="59759"/>
                  <a:pt x="387962" y="62936"/>
                </a:cubicBezTo>
                <a:cubicBezTo>
                  <a:pt x="386196" y="66110"/>
                  <a:pt x="384895" y="69895"/>
                  <a:pt x="384060" y="74289"/>
                </a:cubicBezTo>
                <a:cubicBezTo>
                  <a:pt x="383225" y="78682"/>
                  <a:pt x="382808" y="83476"/>
                  <a:pt x="382808" y="88671"/>
                </a:cubicBezTo>
                <a:lnTo>
                  <a:pt x="382808" y="142938"/>
                </a:lnTo>
                <a:lnTo>
                  <a:pt x="365469" y="142938"/>
                </a:lnTo>
                <a:close/>
                <a:moveTo>
                  <a:pt x="431163" y="142938"/>
                </a:moveTo>
                <a:lnTo>
                  <a:pt x="431163" y="62993"/>
                </a:lnTo>
                <a:cubicBezTo>
                  <a:pt x="431163" y="60810"/>
                  <a:pt x="431147" y="58578"/>
                  <a:pt x="431115" y="56299"/>
                </a:cubicBezTo>
                <a:cubicBezTo>
                  <a:pt x="431083" y="54019"/>
                  <a:pt x="431034" y="51820"/>
                  <a:pt x="430970" y="49701"/>
                </a:cubicBezTo>
                <a:cubicBezTo>
                  <a:pt x="430906" y="47582"/>
                  <a:pt x="430842" y="45591"/>
                  <a:pt x="430778" y="43729"/>
                </a:cubicBezTo>
                <a:cubicBezTo>
                  <a:pt x="430713" y="41867"/>
                  <a:pt x="430649" y="40197"/>
                  <a:pt x="430585" y="38720"/>
                </a:cubicBezTo>
                <a:lnTo>
                  <a:pt x="446961" y="38720"/>
                </a:lnTo>
                <a:cubicBezTo>
                  <a:pt x="447025" y="40197"/>
                  <a:pt x="447105" y="41883"/>
                  <a:pt x="447201" y="43777"/>
                </a:cubicBezTo>
                <a:cubicBezTo>
                  <a:pt x="447298" y="45671"/>
                  <a:pt x="447394" y="47614"/>
                  <a:pt x="447490" y="49605"/>
                </a:cubicBezTo>
                <a:cubicBezTo>
                  <a:pt x="447587" y="51595"/>
                  <a:pt x="447651" y="53505"/>
                  <a:pt x="447683" y="55336"/>
                </a:cubicBezTo>
                <a:cubicBezTo>
                  <a:pt x="447715" y="57166"/>
                  <a:pt x="447731" y="58723"/>
                  <a:pt x="447731" y="60007"/>
                </a:cubicBezTo>
                <a:lnTo>
                  <a:pt x="448116" y="60007"/>
                </a:lnTo>
                <a:cubicBezTo>
                  <a:pt x="449337" y="56026"/>
                  <a:pt x="450637" y="52574"/>
                  <a:pt x="452018" y="49653"/>
                </a:cubicBezTo>
                <a:cubicBezTo>
                  <a:pt x="453398" y="46731"/>
                  <a:pt x="455020" y="44323"/>
                  <a:pt x="456882" y="42429"/>
                </a:cubicBezTo>
                <a:cubicBezTo>
                  <a:pt x="458745" y="40534"/>
                  <a:pt x="460960" y="39122"/>
                  <a:pt x="463529" y="38191"/>
                </a:cubicBezTo>
                <a:cubicBezTo>
                  <a:pt x="466098" y="37260"/>
                  <a:pt x="469212" y="36794"/>
                  <a:pt x="472873" y="36794"/>
                </a:cubicBezTo>
                <a:cubicBezTo>
                  <a:pt x="474285" y="36794"/>
                  <a:pt x="475634" y="36907"/>
                  <a:pt x="476918" y="37134"/>
                </a:cubicBezTo>
                <a:cubicBezTo>
                  <a:pt x="478203" y="37359"/>
                  <a:pt x="479198" y="37569"/>
                  <a:pt x="479904" y="37763"/>
                </a:cubicBezTo>
                <a:lnTo>
                  <a:pt x="479904" y="53746"/>
                </a:lnTo>
                <a:cubicBezTo>
                  <a:pt x="478749" y="53425"/>
                  <a:pt x="477400" y="53184"/>
                  <a:pt x="475859" y="53024"/>
                </a:cubicBezTo>
                <a:cubicBezTo>
                  <a:pt x="474317" y="52863"/>
                  <a:pt x="472584" y="52783"/>
                  <a:pt x="470657" y="52783"/>
                </a:cubicBezTo>
                <a:cubicBezTo>
                  <a:pt x="466676" y="52783"/>
                  <a:pt x="463288" y="53681"/>
                  <a:pt x="460495" y="55477"/>
                </a:cubicBezTo>
                <a:cubicBezTo>
                  <a:pt x="457701" y="57273"/>
                  <a:pt x="455421" y="59759"/>
                  <a:pt x="453655" y="62936"/>
                </a:cubicBezTo>
                <a:cubicBezTo>
                  <a:pt x="451889" y="66110"/>
                  <a:pt x="450589" y="69895"/>
                  <a:pt x="449754" y="74289"/>
                </a:cubicBezTo>
                <a:cubicBezTo>
                  <a:pt x="448919" y="78682"/>
                  <a:pt x="448502" y="83476"/>
                  <a:pt x="448502" y="88671"/>
                </a:cubicBezTo>
                <a:lnTo>
                  <a:pt x="448502" y="142938"/>
                </a:lnTo>
                <a:lnTo>
                  <a:pt x="431163" y="142938"/>
                </a:lnTo>
                <a:close/>
                <a:moveTo>
                  <a:pt x="541360" y="142938"/>
                </a:moveTo>
                <a:cubicBezTo>
                  <a:pt x="538919" y="149245"/>
                  <a:pt x="536431" y="154925"/>
                  <a:pt x="533894" y="159978"/>
                </a:cubicBezTo>
                <a:cubicBezTo>
                  <a:pt x="531358" y="165030"/>
                  <a:pt x="528516" y="169343"/>
                  <a:pt x="525369" y="172915"/>
                </a:cubicBezTo>
                <a:cubicBezTo>
                  <a:pt x="522223" y="176488"/>
                  <a:pt x="518723" y="179224"/>
                  <a:pt x="514870" y="181123"/>
                </a:cubicBezTo>
                <a:cubicBezTo>
                  <a:pt x="511017" y="183021"/>
                  <a:pt x="506586" y="183970"/>
                  <a:pt x="501577" y="183970"/>
                </a:cubicBezTo>
                <a:cubicBezTo>
                  <a:pt x="499393" y="183970"/>
                  <a:pt x="497370" y="183906"/>
                  <a:pt x="495508" y="183778"/>
                </a:cubicBezTo>
                <a:cubicBezTo>
                  <a:pt x="493646" y="183649"/>
                  <a:pt x="491687" y="183360"/>
                  <a:pt x="489632" y="182911"/>
                </a:cubicBezTo>
                <a:lnTo>
                  <a:pt x="489632" y="169908"/>
                </a:lnTo>
                <a:cubicBezTo>
                  <a:pt x="490852" y="170100"/>
                  <a:pt x="492233" y="170245"/>
                  <a:pt x="493774" y="170341"/>
                </a:cubicBezTo>
                <a:cubicBezTo>
                  <a:pt x="495315" y="170437"/>
                  <a:pt x="496632" y="170485"/>
                  <a:pt x="497723" y="170485"/>
                </a:cubicBezTo>
                <a:cubicBezTo>
                  <a:pt x="502797" y="170485"/>
                  <a:pt x="507517" y="168584"/>
                  <a:pt x="511884" y="164782"/>
                </a:cubicBezTo>
                <a:cubicBezTo>
                  <a:pt x="516250" y="160981"/>
                  <a:pt x="520071" y="154925"/>
                  <a:pt x="523346" y="146613"/>
                </a:cubicBezTo>
                <a:lnTo>
                  <a:pt x="524984" y="142457"/>
                </a:lnTo>
                <a:lnTo>
                  <a:pt x="483660" y="38720"/>
                </a:lnTo>
                <a:lnTo>
                  <a:pt x="502154" y="38720"/>
                </a:lnTo>
                <a:lnTo>
                  <a:pt x="524117" y="96319"/>
                </a:lnTo>
                <a:cubicBezTo>
                  <a:pt x="524759" y="98053"/>
                  <a:pt x="525578" y="100365"/>
                  <a:pt x="526573" y="103254"/>
                </a:cubicBezTo>
                <a:cubicBezTo>
                  <a:pt x="527569" y="106144"/>
                  <a:pt x="528564" y="109034"/>
                  <a:pt x="529560" y="111923"/>
                </a:cubicBezTo>
                <a:cubicBezTo>
                  <a:pt x="530555" y="114813"/>
                  <a:pt x="531438" y="117413"/>
                  <a:pt x="532209" y="119725"/>
                </a:cubicBezTo>
                <a:cubicBezTo>
                  <a:pt x="532979" y="122037"/>
                  <a:pt x="533429" y="123482"/>
                  <a:pt x="533557" y="124059"/>
                </a:cubicBezTo>
                <a:cubicBezTo>
                  <a:pt x="533750" y="123353"/>
                  <a:pt x="534215" y="121957"/>
                  <a:pt x="534954" y="119870"/>
                </a:cubicBezTo>
                <a:cubicBezTo>
                  <a:pt x="535692" y="117783"/>
                  <a:pt x="536527" y="115455"/>
                  <a:pt x="537458" y="112886"/>
                </a:cubicBezTo>
                <a:cubicBezTo>
                  <a:pt x="538390" y="110318"/>
                  <a:pt x="539337" y="107717"/>
                  <a:pt x="540300" y="105085"/>
                </a:cubicBezTo>
                <a:cubicBezTo>
                  <a:pt x="541263" y="102452"/>
                  <a:pt x="542066" y="100172"/>
                  <a:pt x="542708" y="98246"/>
                </a:cubicBezTo>
                <a:lnTo>
                  <a:pt x="563130" y="38720"/>
                </a:lnTo>
                <a:lnTo>
                  <a:pt x="581432" y="38720"/>
                </a:lnTo>
                <a:lnTo>
                  <a:pt x="541360" y="142938"/>
                </a:lnTo>
                <a:close/>
                <a:moveTo>
                  <a:pt x="590583" y="98246"/>
                </a:moveTo>
                <a:lnTo>
                  <a:pt x="590583" y="82835"/>
                </a:lnTo>
                <a:lnTo>
                  <a:pt x="638747" y="82835"/>
                </a:lnTo>
                <a:lnTo>
                  <a:pt x="638747" y="98246"/>
                </a:lnTo>
                <a:lnTo>
                  <a:pt x="590583" y="98246"/>
                </a:lnTo>
                <a:close/>
                <a:moveTo>
                  <a:pt x="748944" y="90300"/>
                </a:moveTo>
                <a:cubicBezTo>
                  <a:pt x="748944" y="98204"/>
                  <a:pt x="748301" y="105498"/>
                  <a:pt x="747017" y="112182"/>
                </a:cubicBezTo>
                <a:cubicBezTo>
                  <a:pt x="745733" y="118866"/>
                  <a:pt x="743597" y="124619"/>
                  <a:pt x="740611" y="129441"/>
                </a:cubicBezTo>
                <a:cubicBezTo>
                  <a:pt x="737625" y="134261"/>
                  <a:pt x="733676" y="138037"/>
                  <a:pt x="728763" y="140768"/>
                </a:cubicBezTo>
                <a:cubicBezTo>
                  <a:pt x="723850" y="143499"/>
                  <a:pt x="717798" y="144864"/>
                  <a:pt x="710605" y="144864"/>
                </a:cubicBezTo>
                <a:cubicBezTo>
                  <a:pt x="703156" y="144864"/>
                  <a:pt x="696638" y="143445"/>
                  <a:pt x="691051" y="140605"/>
                </a:cubicBezTo>
                <a:cubicBezTo>
                  <a:pt x="685464" y="137764"/>
                  <a:pt x="681193" y="133116"/>
                  <a:pt x="678239" y="126660"/>
                </a:cubicBezTo>
                <a:lnTo>
                  <a:pt x="677758" y="126660"/>
                </a:lnTo>
                <a:cubicBezTo>
                  <a:pt x="677822" y="126789"/>
                  <a:pt x="677870" y="127368"/>
                  <a:pt x="677902" y="128400"/>
                </a:cubicBezTo>
                <a:cubicBezTo>
                  <a:pt x="677934" y="129431"/>
                  <a:pt x="677966" y="130721"/>
                  <a:pt x="677998" y="132268"/>
                </a:cubicBezTo>
                <a:cubicBezTo>
                  <a:pt x="678031" y="133813"/>
                  <a:pt x="678063" y="135536"/>
                  <a:pt x="678095" y="137436"/>
                </a:cubicBezTo>
                <a:cubicBezTo>
                  <a:pt x="678127" y="139336"/>
                  <a:pt x="678143" y="141220"/>
                  <a:pt x="678143" y="143089"/>
                </a:cubicBezTo>
                <a:lnTo>
                  <a:pt x="678143" y="183970"/>
                </a:lnTo>
                <a:lnTo>
                  <a:pt x="660804" y="183970"/>
                </a:lnTo>
                <a:lnTo>
                  <a:pt x="660804" y="60022"/>
                </a:lnTo>
                <a:cubicBezTo>
                  <a:pt x="660804" y="57516"/>
                  <a:pt x="660788" y="55106"/>
                  <a:pt x="660756" y="52792"/>
                </a:cubicBezTo>
                <a:cubicBezTo>
                  <a:pt x="660724" y="50478"/>
                  <a:pt x="660676" y="48374"/>
                  <a:pt x="660611" y="46480"/>
                </a:cubicBezTo>
                <a:cubicBezTo>
                  <a:pt x="660547" y="44584"/>
                  <a:pt x="660483" y="42961"/>
                  <a:pt x="660419" y="41613"/>
                </a:cubicBezTo>
                <a:cubicBezTo>
                  <a:pt x="660355" y="40263"/>
                  <a:pt x="660290" y="39298"/>
                  <a:pt x="660226" y="38720"/>
                </a:cubicBezTo>
                <a:lnTo>
                  <a:pt x="676987" y="38720"/>
                </a:lnTo>
                <a:cubicBezTo>
                  <a:pt x="677051" y="38913"/>
                  <a:pt x="677132" y="39587"/>
                  <a:pt x="677228" y="40743"/>
                </a:cubicBezTo>
                <a:cubicBezTo>
                  <a:pt x="677324" y="41899"/>
                  <a:pt x="677421" y="43296"/>
                  <a:pt x="677517" y="44933"/>
                </a:cubicBezTo>
                <a:cubicBezTo>
                  <a:pt x="677613" y="46570"/>
                  <a:pt x="677710" y="48320"/>
                  <a:pt x="677806" y="50182"/>
                </a:cubicBezTo>
                <a:cubicBezTo>
                  <a:pt x="677902" y="52045"/>
                  <a:pt x="677950" y="53810"/>
                  <a:pt x="677950" y="55480"/>
                </a:cubicBezTo>
                <a:lnTo>
                  <a:pt x="678336" y="55480"/>
                </a:lnTo>
                <a:cubicBezTo>
                  <a:pt x="679941" y="52123"/>
                  <a:pt x="681771" y="49266"/>
                  <a:pt x="683826" y="46911"/>
                </a:cubicBezTo>
                <a:cubicBezTo>
                  <a:pt x="685881" y="44555"/>
                  <a:pt x="688225" y="42618"/>
                  <a:pt x="690858" y="41101"/>
                </a:cubicBezTo>
                <a:cubicBezTo>
                  <a:pt x="693491" y="39584"/>
                  <a:pt x="696429" y="38488"/>
                  <a:pt x="699672" y="37811"/>
                </a:cubicBezTo>
                <a:cubicBezTo>
                  <a:pt x="702915" y="37133"/>
                  <a:pt x="706560" y="36794"/>
                  <a:pt x="710605" y="36794"/>
                </a:cubicBezTo>
                <a:cubicBezTo>
                  <a:pt x="717798" y="36794"/>
                  <a:pt x="723850" y="38079"/>
                  <a:pt x="728763" y="40650"/>
                </a:cubicBezTo>
                <a:cubicBezTo>
                  <a:pt x="733676" y="43220"/>
                  <a:pt x="737625" y="46835"/>
                  <a:pt x="740611" y="51495"/>
                </a:cubicBezTo>
                <a:cubicBezTo>
                  <a:pt x="743597" y="56154"/>
                  <a:pt x="745733" y="61778"/>
                  <a:pt x="747017" y="68366"/>
                </a:cubicBezTo>
                <a:cubicBezTo>
                  <a:pt x="748301" y="74954"/>
                  <a:pt x="748944" y="82265"/>
                  <a:pt x="748944" y="90300"/>
                </a:cubicBezTo>
                <a:moveTo>
                  <a:pt x="730738" y="90685"/>
                </a:moveTo>
                <a:cubicBezTo>
                  <a:pt x="730738" y="84272"/>
                  <a:pt x="730352" y="78564"/>
                  <a:pt x="729582" y="73561"/>
                </a:cubicBezTo>
                <a:cubicBezTo>
                  <a:pt x="728811" y="68558"/>
                  <a:pt x="727479" y="64325"/>
                  <a:pt x="725584" y="60862"/>
                </a:cubicBezTo>
                <a:cubicBezTo>
                  <a:pt x="723690" y="57398"/>
                  <a:pt x="721169" y="54769"/>
                  <a:pt x="718023" y="52973"/>
                </a:cubicBezTo>
                <a:cubicBezTo>
                  <a:pt x="714876" y="51177"/>
                  <a:pt x="710926" y="50279"/>
                  <a:pt x="706174" y="50279"/>
                </a:cubicBezTo>
                <a:cubicBezTo>
                  <a:pt x="702321" y="50279"/>
                  <a:pt x="698693" y="50825"/>
                  <a:pt x="695289" y="51916"/>
                </a:cubicBezTo>
                <a:cubicBezTo>
                  <a:pt x="691886" y="53006"/>
                  <a:pt x="688916" y="55090"/>
                  <a:pt x="686379" y="58168"/>
                </a:cubicBezTo>
                <a:cubicBezTo>
                  <a:pt x="683842" y="61246"/>
                  <a:pt x="681836" y="65495"/>
                  <a:pt x="680359" y="70915"/>
                </a:cubicBezTo>
                <a:cubicBezTo>
                  <a:pt x="678881" y="76335"/>
                  <a:pt x="678143" y="83375"/>
                  <a:pt x="678143" y="92033"/>
                </a:cubicBezTo>
                <a:cubicBezTo>
                  <a:pt x="678143" y="99408"/>
                  <a:pt x="678753" y="105644"/>
                  <a:pt x="679973" y="110743"/>
                </a:cubicBezTo>
                <a:cubicBezTo>
                  <a:pt x="681193" y="115842"/>
                  <a:pt x="682975" y="119964"/>
                  <a:pt x="685319" y="123108"/>
                </a:cubicBezTo>
                <a:cubicBezTo>
                  <a:pt x="687663" y="126251"/>
                  <a:pt x="690569" y="128511"/>
                  <a:pt x="694037" y="129890"/>
                </a:cubicBezTo>
                <a:cubicBezTo>
                  <a:pt x="697505" y="131268"/>
                  <a:pt x="701486" y="131958"/>
                  <a:pt x="705982" y="131958"/>
                </a:cubicBezTo>
                <a:cubicBezTo>
                  <a:pt x="710798" y="131958"/>
                  <a:pt x="714796" y="131028"/>
                  <a:pt x="717974" y="129167"/>
                </a:cubicBezTo>
                <a:cubicBezTo>
                  <a:pt x="721153" y="127307"/>
                  <a:pt x="723690" y="124613"/>
                  <a:pt x="725584" y="121086"/>
                </a:cubicBezTo>
                <a:cubicBezTo>
                  <a:pt x="727479" y="117558"/>
                  <a:pt x="728811" y="113245"/>
                  <a:pt x="729582" y="108146"/>
                </a:cubicBezTo>
                <a:cubicBezTo>
                  <a:pt x="730352" y="103047"/>
                  <a:pt x="730738" y="97226"/>
                  <a:pt x="730738" y="90685"/>
                </a:cubicBezTo>
                <a:close/>
                <a:moveTo>
                  <a:pt x="770395" y="16567"/>
                </a:moveTo>
                <a:lnTo>
                  <a:pt x="770395" y="0"/>
                </a:lnTo>
                <a:lnTo>
                  <a:pt x="787734" y="0"/>
                </a:lnTo>
                <a:lnTo>
                  <a:pt x="787734" y="16567"/>
                </a:lnTo>
                <a:lnTo>
                  <a:pt x="770395" y="16567"/>
                </a:lnTo>
                <a:moveTo>
                  <a:pt x="770395" y="142938"/>
                </a:moveTo>
                <a:lnTo>
                  <a:pt x="770395" y="38720"/>
                </a:lnTo>
                <a:lnTo>
                  <a:pt x="787734" y="38720"/>
                </a:lnTo>
                <a:lnTo>
                  <a:pt x="787734" y="142938"/>
                </a:lnTo>
                <a:lnTo>
                  <a:pt x="770395" y="142938"/>
                </a:lnTo>
                <a:close/>
                <a:moveTo>
                  <a:pt x="827484" y="90396"/>
                </a:moveTo>
                <a:cubicBezTo>
                  <a:pt x="827484" y="96362"/>
                  <a:pt x="827917" y="101846"/>
                  <a:pt x="828784" y="106848"/>
                </a:cubicBezTo>
                <a:cubicBezTo>
                  <a:pt x="829651" y="111851"/>
                  <a:pt x="831112" y="116164"/>
                  <a:pt x="833167" y="119788"/>
                </a:cubicBezTo>
                <a:cubicBezTo>
                  <a:pt x="835222" y="123410"/>
                  <a:pt x="837935" y="126216"/>
                  <a:pt x="841306" y="128204"/>
                </a:cubicBezTo>
                <a:cubicBezTo>
                  <a:pt x="844678" y="130193"/>
                  <a:pt x="848836" y="131187"/>
                  <a:pt x="853781" y="131187"/>
                </a:cubicBezTo>
                <a:cubicBezTo>
                  <a:pt x="859946" y="131187"/>
                  <a:pt x="865099" y="129518"/>
                  <a:pt x="869241" y="126179"/>
                </a:cubicBezTo>
                <a:cubicBezTo>
                  <a:pt x="873384" y="122839"/>
                  <a:pt x="875936" y="117702"/>
                  <a:pt x="876899" y="110767"/>
                </a:cubicBezTo>
                <a:lnTo>
                  <a:pt x="894431" y="111923"/>
                </a:lnTo>
                <a:cubicBezTo>
                  <a:pt x="893853" y="116225"/>
                  <a:pt x="892601" y="120367"/>
                  <a:pt x="890674" y="124348"/>
                </a:cubicBezTo>
                <a:cubicBezTo>
                  <a:pt x="888748" y="128330"/>
                  <a:pt x="886131" y="131829"/>
                  <a:pt x="882824" y="134847"/>
                </a:cubicBezTo>
                <a:cubicBezTo>
                  <a:pt x="879516" y="137865"/>
                  <a:pt x="875487" y="140289"/>
                  <a:pt x="870735" y="142119"/>
                </a:cubicBezTo>
                <a:cubicBezTo>
                  <a:pt x="865982" y="143949"/>
                  <a:pt x="860492" y="144864"/>
                  <a:pt x="854263" y="144864"/>
                </a:cubicBezTo>
                <a:cubicBezTo>
                  <a:pt x="846107" y="144864"/>
                  <a:pt x="839171" y="143484"/>
                  <a:pt x="833456" y="140723"/>
                </a:cubicBezTo>
                <a:cubicBezTo>
                  <a:pt x="827740" y="137962"/>
                  <a:pt x="823101" y="134157"/>
                  <a:pt x="819537" y="129309"/>
                </a:cubicBezTo>
                <a:cubicBezTo>
                  <a:pt x="815972" y="124461"/>
                  <a:pt x="813388" y="118746"/>
                  <a:pt x="811782" y="112164"/>
                </a:cubicBezTo>
                <a:cubicBezTo>
                  <a:pt x="810177" y="105582"/>
                  <a:pt x="809374" y="98439"/>
                  <a:pt x="809374" y="90733"/>
                </a:cubicBezTo>
                <a:cubicBezTo>
                  <a:pt x="809374" y="83734"/>
                  <a:pt x="809952" y="77553"/>
                  <a:pt x="811108" y="72191"/>
                </a:cubicBezTo>
                <a:cubicBezTo>
                  <a:pt x="812264" y="66830"/>
                  <a:pt x="813885" y="62142"/>
                  <a:pt x="815972" y="58129"/>
                </a:cubicBezTo>
                <a:cubicBezTo>
                  <a:pt x="818060" y="54115"/>
                  <a:pt x="820516" y="50744"/>
                  <a:pt x="823341" y="48015"/>
                </a:cubicBezTo>
                <a:cubicBezTo>
                  <a:pt x="826167" y="45286"/>
                  <a:pt x="829233" y="43103"/>
                  <a:pt x="832541" y="41466"/>
                </a:cubicBezTo>
                <a:cubicBezTo>
                  <a:pt x="835848" y="39828"/>
                  <a:pt x="839332" y="38640"/>
                  <a:pt x="842992" y="37902"/>
                </a:cubicBezTo>
                <a:cubicBezTo>
                  <a:pt x="846653" y="37163"/>
                  <a:pt x="850345" y="36794"/>
                  <a:pt x="854070" y="36794"/>
                </a:cubicBezTo>
                <a:cubicBezTo>
                  <a:pt x="859914" y="36794"/>
                  <a:pt x="865115" y="37595"/>
                  <a:pt x="869675" y="39196"/>
                </a:cubicBezTo>
                <a:cubicBezTo>
                  <a:pt x="874234" y="40795"/>
                  <a:pt x="878168" y="42988"/>
                  <a:pt x="881475" y="45773"/>
                </a:cubicBezTo>
                <a:cubicBezTo>
                  <a:pt x="884782" y="48558"/>
                  <a:pt x="887463" y="51840"/>
                  <a:pt x="889518" y="55618"/>
                </a:cubicBezTo>
                <a:cubicBezTo>
                  <a:pt x="891573" y="59395"/>
                  <a:pt x="893018" y="63459"/>
                  <a:pt x="893853" y="67812"/>
                </a:cubicBezTo>
                <a:lnTo>
                  <a:pt x="876033" y="69157"/>
                </a:lnTo>
                <a:cubicBezTo>
                  <a:pt x="875133" y="63436"/>
                  <a:pt x="872854" y="58892"/>
                  <a:pt x="869193" y="55525"/>
                </a:cubicBezTo>
                <a:cubicBezTo>
                  <a:pt x="865533" y="52156"/>
                  <a:pt x="860331" y="50471"/>
                  <a:pt x="853588" y="50471"/>
                </a:cubicBezTo>
                <a:cubicBezTo>
                  <a:pt x="848643" y="50471"/>
                  <a:pt x="844517" y="51289"/>
                  <a:pt x="841210" y="52925"/>
                </a:cubicBezTo>
                <a:cubicBezTo>
                  <a:pt x="837903" y="54560"/>
                  <a:pt x="835222" y="57029"/>
                  <a:pt x="833167" y="60332"/>
                </a:cubicBezTo>
                <a:cubicBezTo>
                  <a:pt x="831112" y="63635"/>
                  <a:pt x="829651" y="67788"/>
                  <a:pt x="828784" y="72790"/>
                </a:cubicBezTo>
                <a:cubicBezTo>
                  <a:pt x="827917" y="77793"/>
                  <a:pt x="827484" y="83661"/>
                  <a:pt x="827484" y="90396"/>
                </a:cubicBezTo>
                <a:close/>
                <a:moveTo>
                  <a:pt x="978236" y="142938"/>
                </a:moveTo>
                <a:lnTo>
                  <a:pt x="942980" y="95356"/>
                </a:lnTo>
                <a:lnTo>
                  <a:pt x="930265" y="105855"/>
                </a:lnTo>
                <a:lnTo>
                  <a:pt x="930265" y="142938"/>
                </a:lnTo>
                <a:lnTo>
                  <a:pt x="912926" y="142938"/>
                </a:lnTo>
                <a:lnTo>
                  <a:pt x="912926" y="0"/>
                </a:lnTo>
                <a:lnTo>
                  <a:pt x="930265" y="0"/>
                </a:lnTo>
                <a:lnTo>
                  <a:pt x="930265" y="89288"/>
                </a:lnTo>
                <a:lnTo>
                  <a:pt x="976020" y="38720"/>
                </a:lnTo>
                <a:lnTo>
                  <a:pt x="996345" y="38720"/>
                </a:lnTo>
                <a:lnTo>
                  <a:pt x="954058" y="83509"/>
                </a:lnTo>
                <a:lnTo>
                  <a:pt x="998561" y="142938"/>
                </a:lnTo>
                <a:lnTo>
                  <a:pt x="978236" y="142938"/>
                </a:lnTo>
                <a:close/>
                <a:moveTo>
                  <a:pt x="1063037" y="142938"/>
                </a:moveTo>
                <a:lnTo>
                  <a:pt x="1063037" y="130624"/>
                </a:lnTo>
                <a:cubicBezTo>
                  <a:pt x="1066312" y="123115"/>
                  <a:pt x="1070310" y="116489"/>
                  <a:pt x="1075030" y="110746"/>
                </a:cubicBezTo>
                <a:cubicBezTo>
                  <a:pt x="1079750" y="105003"/>
                  <a:pt x="1084711" y="99805"/>
                  <a:pt x="1089913" y="95152"/>
                </a:cubicBezTo>
                <a:cubicBezTo>
                  <a:pt x="1095114" y="90498"/>
                  <a:pt x="1100268" y="86183"/>
                  <a:pt x="1105373" y="82206"/>
                </a:cubicBezTo>
                <a:cubicBezTo>
                  <a:pt x="1110478" y="78226"/>
                  <a:pt x="1115086" y="74247"/>
                  <a:pt x="1119196" y="70268"/>
                </a:cubicBezTo>
                <a:cubicBezTo>
                  <a:pt x="1123306" y="66289"/>
                  <a:pt x="1126629" y="62117"/>
                  <a:pt x="1129166" y="57753"/>
                </a:cubicBezTo>
                <a:cubicBezTo>
                  <a:pt x="1131703" y="53388"/>
                  <a:pt x="1132971" y="48447"/>
                  <a:pt x="1132971" y="42928"/>
                </a:cubicBezTo>
                <a:cubicBezTo>
                  <a:pt x="1132971" y="39080"/>
                  <a:pt x="1132393" y="35696"/>
                  <a:pt x="1131237" y="32779"/>
                </a:cubicBezTo>
                <a:cubicBezTo>
                  <a:pt x="1130081" y="29861"/>
                  <a:pt x="1128411" y="27409"/>
                  <a:pt x="1126228" y="25422"/>
                </a:cubicBezTo>
                <a:cubicBezTo>
                  <a:pt x="1124045" y="23434"/>
                  <a:pt x="1121428" y="21943"/>
                  <a:pt x="1118377" y="20949"/>
                </a:cubicBezTo>
                <a:cubicBezTo>
                  <a:pt x="1115327" y="19954"/>
                  <a:pt x="1111939" y="19457"/>
                  <a:pt x="1108215" y="19457"/>
                </a:cubicBezTo>
                <a:cubicBezTo>
                  <a:pt x="1104747" y="19457"/>
                  <a:pt x="1101488" y="19938"/>
                  <a:pt x="1098438" y="20901"/>
                </a:cubicBezTo>
                <a:cubicBezTo>
                  <a:pt x="1095387" y="21865"/>
                  <a:pt x="1092674" y="23309"/>
                  <a:pt x="1090298" y="25236"/>
                </a:cubicBezTo>
                <a:cubicBezTo>
                  <a:pt x="1087922" y="27162"/>
                  <a:pt x="1085979" y="29554"/>
                  <a:pt x="1084470" y="32412"/>
                </a:cubicBezTo>
                <a:cubicBezTo>
                  <a:pt x="1082961" y="35269"/>
                  <a:pt x="1081982" y="38592"/>
                  <a:pt x="1081532" y="42381"/>
                </a:cubicBezTo>
                <a:lnTo>
                  <a:pt x="1063808" y="40743"/>
                </a:lnTo>
                <a:cubicBezTo>
                  <a:pt x="1064386" y="35863"/>
                  <a:pt x="1065734" y="31272"/>
                  <a:pt x="1067854" y="26969"/>
                </a:cubicBezTo>
                <a:cubicBezTo>
                  <a:pt x="1069973" y="22667"/>
                  <a:pt x="1072895" y="18895"/>
                  <a:pt x="1076619" y="15652"/>
                </a:cubicBezTo>
                <a:cubicBezTo>
                  <a:pt x="1080344" y="12409"/>
                  <a:pt x="1084823" y="9857"/>
                  <a:pt x="1090057" y="7995"/>
                </a:cubicBezTo>
                <a:cubicBezTo>
                  <a:pt x="1095291" y="6132"/>
                  <a:pt x="1101343" y="5201"/>
                  <a:pt x="1108215" y="5201"/>
                </a:cubicBezTo>
                <a:cubicBezTo>
                  <a:pt x="1114958" y="5201"/>
                  <a:pt x="1120962" y="6004"/>
                  <a:pt x="1126228" y="7609"/>
                </a:cubicBezTo>
                <a:cubicBezTo>
                  <a:pt x="1131494" y="9213"/>
                  <a:pt x="1135941" y="11586"/>
                  <a:pt x="1139569" y="14731"/>
                </a:cubicBezTo>
                <a:cubicBezTo>
                  <a:pt x="1143198" y="17873"/>
                  <a:pt x="1145975" y="21755"/>
                  <a:pt x="1147902" y="26376"/>
                </a:cubicBezTo>
                <a:cubicBezTo>
                  <a:pt x="1149828" y="30996"/>
                  <a:pt x="1150791" y="36320"/>
                  <a:pt x="1150791" y="42350"/>
                </a:cubicBezTo>
                <a:cubicBezTo>
                  <a:pt x="1150791" y="46908"/>
                  <a:pt x="1149973" y="51239"/>
                  <a:pt x="1148335" y="55345"/>
                </a:cubicBezTo>
                <a:cubicBezTo>
                  <a:pt x="1146698" y="59450"/>
                  <a:pt x="1144514" y="63364"/>
                  <a:pt x="1141785" y="67087"/>
                </a:cubicBezTo>
                <a:cubicBezTo>
                  <a:pt x="1139056" y="70807"/>
                  <a:pt x="1135893" y="74400"/>
                  <a:pt x="1132297" y="77865"/>
                </a:cubicBezTo>
                <a:cubicBezTo>
                  <a:pt x="1128700" y="81331"/>
                  <a:pt x="1124944" y="84716"/>
                  <a:pt x="1121026" y="88021"/>
                </a:cubicBezTo>
                <a:cubicBezTo>
                  <a:pt x="1117109" y="91324"/>
                  <a:pt x="1113160" y="94596"/>
                  <a:pt x="1109178" y="97837"/>
                </a:cubicBezTo>
                <a:cubicBezTo>
                  <a:pt x="1105197" y="101077"/>
                  <a:pt x="1101456" y="104334"/>
                  <a:pt x="1097956" y="107607"/>
                </a:cubicBezTo>
                <a:cubicBezTo>
                  <a:pt x="1094456" y="110878"/>
                  <a:pt x="1091325" y="114198"/>
                  <a:pt x="1088564" y="117567"/>
                </a:cubicBezTo>
                <a:cubicBezTo>
                  <a:pt x="1085803" y="120934"/>
                  <a:pt x="1083651" y="124447"/>
                  <a:pt x="1082110" y="128105"/>
                </a:cubicBezTo>
                <a:lnTo>
                  <a:pt x="1152911" y="128105"/>
                </a:lnTo>
                <a:lnTo>
                  <a:pt x="1152911" y="142938"/>
                </a:lnTo>
                <a:lnTo>
                  <a:pt x="1063037" y="142938"/>
                </a:lnTo>
                <a:close/>
                <a:moveTo>
                  <a:pt x="1172724" y="142938"/>
                </a:moveTo>
                <a:lnTo>
                  <a:pt x="1172724" y="130624"/>
                </a:lnTo>
                <a:cubicBezTo>
                  <a:pt x="1175999" y="123115"/>
                  <a:pt x="1179997" y="116489"/>
                  <a:pt x="1184717" y="110746"/>
                </a:cubicBezTo>
                <a:cubicBezTo>
                  <a:pt x="1189437" y="105003"/>
                  <a:pt x="1194398" y="99805"/>
                  <a:pt x="1199599" y="95152"/>
                </a:cubicBezTo>
                <a:cubicBezTo>
                  <a:pt x="1204801" y="90498"/>
                  <a:pt x="1209954" y="86183"/>
                  <a:pt x="1215060" y="82206"/>
                </a:cubicBezTo>
                <a:cubicBezTo>
                  <a:pt x="1220165" y="78226"/>
                  <a:pt x="1224773" y="74247"/>
                  <a:pt x="1228883" y="70268"/>
                </a:cubicBezTo>
                <a:cubicBezTo>
                  <a:pt x="1232993" y="66289"/>
                  <a:pt x="1236316" y="62117"/>
                  <a:pt x="1238853" y="57753"/>
                </a:cubicBezTo>
                <a:cubicBezTo>
                  <a:pt x="1241389" y="53388"/>
                  <a:pt x="1242658" y="48447"/>
                  <a:pt x="1242658" y="42928"/>
                </a:cubicBezTo>
                <a:cubicBezTo>
                  <a:pt x="1242658" y="39080"/>
                  <a:pt x="1242080" y="35696"/>
                  <a:pt x="1240924" y="32779"/>
                </a:cubicBezTo>
                <a:cubicBezTo>
                  <a:pt x="1239768" y="29861"/>
                  <a:pt x="1238098" y="27409"/>
                  <a:pt x="1235915" y="25422"/>
                </a:cubicBezTo>
                <a:cubicBezTo>
                  <a:pt x="1233731" y="23434"/>
                  <a:pt x="1231114" y="21943"/>
                  <a:pt x="1228064" y="20949"/>
                </a:cubicBezTo>
                <a:cubicBezTo>
                  <a:pt x="1225014" y="19954"/>
                  <a:pt x="1221626" y="19457"/>
                  <a:pt x="1217901" y="19457"/>
                </a:cubicBezTo>
                <a:cubicBezTo>
                  <a:pt x="1214434" y="19457"/>
                  <a:pt x="1211175" y="19938"/>
                  <a:pt x="1208124" y="20901"/>
                </a:cubicBezTo>
                <a:cubicBezTo>
                  <a:pt x="1205074" y="21865"/>
                  <a:pt x="1202361" y="23309"/>
                  <a:pt x="1199985" y="25236"/>
                </a:cubicBezTo>
                <a:cubicBezTo>
                  <a:pt x="1197608" y="27162"/>
                  <a:pt x="1195666" y="29554"/>
                  <a:pt x="1194157" y="32412"/>
                </a:cubicBezTo>
                <a:cubicBezTo>
                  <a:pt x="1192648" y="35269"/>
                  <a:pt x="1191668" y="38592"/>
                  <a:pt x="1191219" y="42381"/>
                </a:cubicBezTo>
                <a:lnTo>
                  <a:pt x="1173494" y="40743"/>
                </a:lnTo>
                <a:cubicBezTo>
                  <a:pt x="1174072" y="35863"/>
                  <a:pt x="1175421" y="31272"/>
                  <a:pt x="1177540" y="26969"/>
                </a:cubicBezTo>
                <a:cubicBezTo>
                  <a:pt x="1179659" y="22667"/>
                  <a:pt x="1182581" y="18895"/>
                  <a:pt x="1186306" y="15652"/>
                </a:cubicBezTo>
                <a:cubicBezTo>
                  <a:pt x="1190031" y="12409"/>
                  <a:pt x="1194510" y="9857"/>
                  <a:pt x="1199744" y="7995"/>
                </a:cubicBezTo>
                <a:cubicBezTo>
                  <a:pt x="1204977" y="6132"/>
                  <a:pt x="1211030" y="5201"/>
                  <a:pt x="1217901" y="5201"/>
                </a:cubicBezTo>
                <a:cubicBezTo>
                  <a:pt x="1224644" y="5201"/>
                  <a:pt x="1230649" y="6004"/>
                  <a:pt x="1235915" y="7609"/>
                </a:cubicBezTo>
                <a:cubicBezTo>
                  <a:pt x="1241181" y="9213"/>
                  <a:pt x="1245628" y="11586"/>
                  <a:pt x="1249256" y="14731"/>
                </a:cubicBezTo>
                <a:cubicBezTo>
                  <a:pt x="1252884" y="17873"/>
                  <a:pt x="1255662" y="21755"/>
                  <a:pt x="1257588" y="26376"/>
                </a:cubicBezTo>
                <a:cubicBezTo>
                  <a:pt x="1259515" y="30996"/>
                  <a:pt x="1260478" y="36320"/>
                  <a:pt x="1260478" y="42350"/>
                </a:cubicBezTo>
                <a:cubicBezTo>
                  <a:pt x="1260478" y="46908"/>
                  <a:pt x="1259659" y="51239"/>
                  <a:pt x="1258022" y="55345"/>
                </a:cubicBezTo>
                <a:cubicBezTo>
                  <a:pt x="1256384" y="59450"/>
                  <a:pt x="1254201" y="63364"/>
                  <a:pt x="1251471" y="67087"/>
                </a:cubicBezTo>
                <a:cubicBezTo>
                  <a:pt x="1248742" y="70807"/>
                  <a:pt x="1245579" y="74400"/>
                  <a:pt x="1241983" y="77865"/>
                </a:cubicBezTo>
                <a:cubicBezTo>
                  <a:pt x="1238387" y="81331"/>
                  <a:pt x="1234630" y="84716"/>
                  <a:pt x="1230713" y="88021"/>
                </a:cubicBezTo>
                <a:cubicBezTo>
                  <a:pt x="1226796" y="91324"/>
                  <a:pt x="1222846" y="94596"/>
                  <a:pt x="1218865" y="97837"/>
                </a:cubicBezTo>
                <a:cubicBezTo>
                  <a:pt x="1214883" y="101077"/>
                  <a:pt x="1211142" y="104334"/>
                  <a:pt x="1207643" y="107607"/>
                </a:cubicBezTo>
                <a:cubicBezTo>
                  <a:pt x="1204143" y="110878"/>
                  <a:pt x="1201012" y="114198"/>
                  <a:pt x="1198251" y="117567"/>
                </a:cubicBezTo>
                <a:cubicBezTo>
                  <a:pt x="1195489" y="120934"/>
                  <a:pt x="1193338" y="124447"/>
                  <a:pt x="1191797" y="128105"/>
                </a:cubicBezTo>
                <a:lnTo>
                  <a:pt x="1262597" y="128105"/>
                </a:lnTo>
                <a:lnTo>
                  <a:pt x="1262597" y="142938"/>
                </a:lnTo>
                <a:lnTo>
                  <a:pt x="1172724" y="142938"/>
                </a:lnTo>
                <a:close/>
                <a:moveTo>
                  <a:pt x="1357353" y="112116"/>
                </a:moveTo>
                <a:lnTo>
                  <a:pt x="1357353" y="142938"/>
                </a:lnTo>
                <a:lnTo>
                  <a:pt x="1340978" y="142938"/>
                </a:lnTo>
                <a:lnTo>
                  <a:pt x="1340978" y="112116"/>
                </a:lnTo>
                <a:lnTo>
                  <a:pt x="1277016" y="112116"/>
                </a:lnTo>
                <a:lnTo>
                  <a:pt x="1277016" y="98631"/>
                </a:lnTo>
                <a:lnTo>
                  <a:pt x="1339147" y="7128"/>
                </a:lnTo>
                <a:lnTo>
                  <a:pt x="1357353" y="7128"/>
                </a:lnTo>
                <a:lnTo>
                  <a:pt x="1357353" y="98439"/>
                </a:lnTo>
                <a:lnTo>
                  <a:pt x="1376426" y="98439"/>
                </a:lnTo>
                <a:lnTo>
                  <a:pt x="1376426" y="112116"/>
                </a:lnTo>
                <a:lnTo>
                  <a:pt x="1357353" y="112116"/>
                </a:lnTo>
                <a:moveTo>
                  <a:pt x="1340978" y="26680"/>
                </a:moveTo>
                <a:cubicBezTo>
                  <a:pt x="1340849" y="27002"/>
                  <a:pt x="1340528" y="27628"/>
                  <a:pt x="1340014" y="28559"/>
                </a:cubicBezTo>
                <a:cubicBezTo>
                  <a:pt x="1339501" y="29490"/>
                  <a:pt x="1338923" y="30533"/>
                  <a:pt x="1338280" y="31689"/>
                </a:cubicBezTo>
                <a:cubicBezTo>
                  <a:pt x="1337638" y="32845"/>
                  <a:pt x="1336980" y="34017"/>
                  <a:pt x="1336306" y="35205"/>
                </a:cubicBezTo>
                <a:cubicBezTo>
                  <a:pt x="1335631" y="36393"/>
                  <a:pt x="1335037" y="37372"/>
                  <a:pt x="1334524" y="38143"/>
                </a:cubicBezTo>
                <a:lnTo>
                  <a:pt x="1299750" y="89384"/>
                </a:lnTo>
                <a:cubicBezTo>
                  <a:pt x="1299428" y="89898"/>
                  <a:pt x="1298963" y="90572"/>
                  <a:pt x="1298353" y="91407"/>
                </a:cubicBezTo>
                <a:cubicBezTo>
                  <a:pt x="1297743" y="92242"/>
                  <a:pt x="1297117" y="93093"/>
                  <a:pt x="1296474" y="93960"/>
                </a:cubicBezTo>
                <a:cubicBezTo>
                  <a:pt x="1295832" y="94827"/>
                  <a:pt x="1295190" y="95677"/>
                  <a:pt x="1294548" y="96512"/>
                </a:cubicBezTo>
                <a:cubicBezTo>
                  <a:pt x="1293906" y="97347"/>
                  <a:pt x="1293392" y="97989"/>
                  <a:pt x="1293007" y="98439"/>
                </a:cubicBezTo>
                <a:lnTo>
                  <a:pt x="1340978" y="98439"/>
                </a:lnTo>
                <a:lnTo>
                  <a:pt x="1340978" y="266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25A591-33AA-4762-B3CB-BD60D008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347" y="370439"/>
            <a:ext cx="65760" cy="435680"/>
          </a:xfrm>
          <a:custGeom xmlns:a="http://schemas.openxmlformats.org/drawingml/2006/main">
            <a:pathLst>
              <a:path w="65760" h="435680">
                <a:moveTo>
                  <a:pt x="0" y="0"/>
                </a:moveTo>
                <a:lnTo>
                  <a:pt x="65760" y="0"/>
                </a:lnTo>
                <a:lnTo>
                  <a:pt x="65760" y="435680"/>
                </a:lnTo>
                <a:lnTo>
                  <a:pt x="0" y="43568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D555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5000+141">
            <a:extLst xmlns:a="http://schemas.openxmlformats.org/drawingml/2006/main">
              <a:ext uri="{FF2B5EF4-FFF2-40B4-BE49-F238E27FC236}">
                <a16:creationId xmlns:a16="http://schemas.microsoft.com/office/drawing/2014/main" id="{D1D57F77-FA71-4E41-974F-9BFD0FCF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379" y="519587"/>
            <a:ext cx="920361" cy="139663"/>
          </a:xfrm>
          <a:custGeom xmlns:a="http://schemas.openxmlformats.org/drawingml/2006/main">
            <a:pathLst>
              <a:path w="920361" h="139663">
                <a:moveTo>
                  <a:pt x="93534" y="93475"/>
                </a:moveTo>
                <a:cubicBezTo>
                  <a:pt x="93534" y="100290"/>
                  <a:pt x="92506" y="106525"/>
                  <a:pt x="90451" y="112182"/>
                </a:cubicBezTo>
                <a:cubicBezTo>
                  <a:pt x="88396" y="117839"/>
                  <a:pt x="85346" y="122709"/>
                  <a:pt x="81300" y="126793"/>
                </a:cubicBezTo>
                <a:cubicBezTo>
                  <a:pt x="77255" y="130874"/>
                  <a:pt x="72229" y="134040"/>
                  <a:pt x="66225" y="136289"/>
                </a:cubicBezTo>
                <a:cubicBezTo>
                  <a:pt x="60221" y="138539"/>
                  <a:pt x="53269" y="139663"/>
                  <a:pt x="45370" y="139663"/>
                </a:cubicBezTo>
                <a:cubicBezTo>
                  <a:pt x="38242" y="139663"/>
                  <a:pt x="32029" y="138828"/>
                  <a:pt x="26731" y="137159"/>
                </a:cubicBezTo>
                <a:cubicBezTo>
                  <a:pt x="21433" y="135489"/>
                  <a:pt x="16954" y="133194"/>
                  <a:pt x="13293" y="130272"/>
                </a:cubicBezTo>
                <a:cubicBezTo>
                  <a:pt x="9633" y="127350"/>
                  <a:pt x="6727" y="123931"/>
                  <a:pt x="4576" y="120014"/>
                </a:cubicBezTo>
                <a:cubicBezTo>
                  <a:pt x="2424" y="116097"/>
                  <a:pt x="899" y="111891"/>
                  <a:pt x="0" y="107396"/>
                </a:cubicBezTo>
                <a:lnTo>
                  <a:pt x="17532" y="105374"/>
                </a:lnTo>
                <a:cubicBezTo>
                  <a:pt x="18238" y="107930"/>
                  <a:pt x="19233" y="110406"/>
                  <a:pt x="20518" y="112802"/>
                </a:cubicBezTo>
                <a:cubicBezTo>
                  <a:pt x="21802" y="115198"/>
                  <a:pt x="23552" y="117339"/>
                  <a:pt x="25768" y="119225"/>
                </a:cubicBezTo>
                <a:cubicBezTo>
                  <a:pt x="27983" y="121110"/>
                  <a:pt x="30712" y="122612"/>
                  <a:pt x="33955" y="123731"/>
                </a:cubicBezTo>
                <a:cubicBezTo>
                  <a:pt x="37198" y="124849"/>
                  <a:pt x="41132" y="125408"/>
                  <a:pt x="45755" y="125408"/>
                </a:cubicBezTo>
                <a:cubicBezTo>
                  <a:pt x="50251" y="125408"/>
                  <a:pt x="54329" y="124719"/>
                  <a:pt x="57989" y="123340"/>
                </a:cubicBezTo>
                <a:cubicBezTo>
                  <a:pt x="61650" y="121962"/>
                  <a:pt x="64780" y="119927"/>
                  <a:pt x="67381" y="117236"/>
                </a:cubicBezTo>
                <a:cubicBezTo>
                  <a:pt x="69982" y="114543"/>
                  <a:pt x="71989" y="111241"/>
                  <a:pt x="73401" y="107330"/>
                </a:cubicBezTo>
                <a:cubicBezTo>
                  <a:pt x="74814" y="103419"/>
                  <a:pt x="75521" y="98931"/>
                  <a:pt x="75521" y="93866"/>
                </a:cubicBezTo>
                <a:cubicBezTo>
                  <a:pt x="75521" y="89699"/>
                  <a:pt x="74846" y="85868"/>
                  <a:pt x="73498" y="82374"/>
                </a:cubicBezTo>
                <a:cubicBezTo>
                  <a:pt x="72149" y="78881"/>
                  <a:pt x="70223" y="75868"/>
                  <a:pt x="67718" y="73335"/>
                </a:cubicBezTo>
                <a:cubicBezTo>
                  <a:pt x="65214" y="70803"/>
                  <a:pt x="62147" y="68831"/>
                  <a:pt x="58519" y="67421"/>
                </a:cubicBezTo>
                <a:cubicBezTo>
                  <a:pt x="54891" y="66010"/>
                  <a:pt x="50765" y="65305"/>
                  <a:pt x="46141" y="65305"/>
                </a:cubicBezTo>
                <a:cubicBezTo>
                  <a:pt x="43251" y="65305"/>
                  <a:pt x="40586" y="65561"/>
                  <a:pt x="38146" y="66075"/>
                </a:cubicBezTo>
                <a:cubicBezTo>
                  <a:pt x="35705" y="66589"/>
                  <a:pt x="33442" y="67295"/>
                  <a:pt x="31355" y="68194"/>
                </a:cubicBezTo>
                <a:cubicBezTo>
                  <a:pt x="29267" y="69093"/>
                  <a:pt x="27373" y="70137"/>
                  <a:pt x="25671" y="71325"/>
                </a:cubicBezTo>
                <a:cubicBezTo>
                  <a:pt x="23969" y="72513"/>
                  <a:pt x="22380" y="73749"/>
                  <a:pt x="20903" y="75033"/>
                </a:cubicBezTo>
                <a:lnTo>
                  <a:pt x="3949" y="75033"/>
                </a:lnTo>
                <a:lnTo>
                  <a:pt x="8477" y="1926"/>
                </a:lnTo>
                <a:lnTo>
                  <a:pt x="85635" y="1926"/>
                </a:lnTo>
                <a:lnTo>
                  <a:pt x="85635" y="16760"/>
                </a:lnTo>
                <a:lnTo>
                  <a:pt x="24274" y="16760"/>
                </a:lnTo>
                <a:lnTo>
                  <a:pt x="21674" y="59718"/>
                </a:lnTo>
                <a:cubicBezTo>
                  <a:pt x="24756" y="57342"/>
                  <a:pt x="28609" y="55303"/>
                  <a:pt x="33233" y="53602"/>
                </a:cubicBezTo>
                <a:cubicBezTo>
                  <a:pt x="37857" y="51900"/>
                  <a:pt x="43347" y="51049"/>
                  <a:pt x="49705" y="51049"/>
                </a:cubicBezTo>
                <a:cubicBezTo>
                  <a:pt x="56448" y="51049"/>
                  <a:pt x="62516" y="52078"/>
                  <a:pt x="67911" y="54135"/>
                </a:cubicBezTo>
                <a:cubicBezTo>
                  <a:pt x="73305" y="56191"/>
                  <a:pt x="77897" y="59100"/>
                  <a:pt x="81686" y="62860"/>
                </a:cubicBezTo>
                <a:cubicBezTo>
                  <a:pt x="85474" y="66621"/>
                  <a:pt x="88396" y="71105"/>
                  <a:pt x="90451" y="76312"/>
                </a:cubicBezTo>
                <a:cubicBezTo>
                  <a:pt x="92506" y="81519"/>
                  <a:pt x="93534" y="87240"/>
                  <a:pt x="93534" y="93475"/>
                </a:cubicBezTo>
                <a:close/>
                <a:moveTo>
                  <a:pt x="203799" y="69832"/>
                </a:moveTo>
                <a:cubicBezTo>
                  <a:pt x="203799" y="82867"/>
                  <a:pt x="202562" y="93831"/>
                  <a:pt x="200090" y="102725"/>
                </a:cubicBezTo>
                <a:cubicBezTo>
                  <a:pt x="197618" y="111618"/>
                  <a:pt x="194246" y="118810"/>
                  <a:pt x="189976" y="124300"/>
                </a:cubicBezTo>
                <a:cubicBezTo>
                  <a:pt x="185705" y="129790"/>
                  <a:pt x="180680" y="133724"/>
                  <a:pt x="174900" y="136099"/>
                </a:cubicBezTo>
                <a:cubicBezTo>
                  <a:pt x="169121" y="138475"/>
                  <a:pt x="162956" y="139663"/>
                  <a:pt x="156406" y="139663"/>
                </a:cubicBezTo>
                <a:cubicBezTo>
                  <a:pt x="149791" y="139663"/>
                  <a:pt x="143626" y="138475"/>
                  <a:pt x="137911" y="136099"/>
                </a:cubicBezTo>
                <a:cubicBezTo>
                  <a:pt x="132195" y="133724"/>
                  <a:pt x="127234" y="129807"/>
                  <a:pt x="123028" y="124348"/>
                </a:cubicBezTo>
                <a:cubicBezTo>
                  <a:pt x="118822" y="118890"/>
                  <a:pt x="115515" y="111715"/>
                  <a:pt x="113106" y="102821"/>
                </a:cubicBezTo>
                <a:cubicBezTo>
                  <a:pt x="110698" y="93928"/>
                  <a:pt x="109494" y="82931"/>
                  <a:pt x="109494" y="69832"/>
                </a:cubicBezTo>
                <a:cubicBezTo>
                  <a:pt x="109494" y="56154"/>
                  <a:pt x="110698" y="44837"/>
                  <a:pt x="113106" y="35879"/>
                </a:cubicBezTo>
                <a:cubicBezTo>
                  <a:pt x="115515" y="26921"/>
                  <a:pt x="118838" y="19778"/>
                  <a:pt x="123076" y="14448"/>
                </a:cubicBezTo>
                <a:cubicBezTo>
                  <a:pt x="127315" y="9118"/>
                  <a:pt x="132324" y="5378"/>
                  <a:pt x="138103" y="3227"/>
                </a:cubicBezTo>
                <a:cubicBezTo>
                  <a:pt x="143883" y="1076"/>
                  <a:pt x="150176" y="0"/>
                  <a:pt x="156984" y="0"/>
                </a:cubicBezTo>
                <a:cubicBezTo>
                  <a:pt x="163470" y="0"/>
                  <a:pt x="169554" y="1076"/>
                  <a:pt x="175238" y="3227"/>
                </a:cubicBezTo>
                <a:cubicBezTo>
                  <a:pt x="180921" y="5378"/>
                  <a:pt x="185882" y="9118"/>
                  <a:pt x="190120" y="14448"/>
                </a:cubicBezTo>
                <a:cubicBezTo>
                  <a:pt x="194359" y="19778"/>
                  <a:pt x="197698" y="26921"/>
                  <a:pt x="200138" y="35879"/>
                </a:cubicBezTo>
                <a:cubicBezTo>
                  <a:pt x="202579" y="44837"/>
                  <a:pt x="203799" y="56154"/>
                  <a:pt x="203799" y="69832"/>
                </a:cubicBezTo>
                <a:moveTo>
                  <a:pt x="186171" y="69783"/>
                </a:moveTo>
                <a:cubicBezTo>
                  <a:pt x="186171" y="59006"/>
                  <a:pt x="185529" y="50040"/>
                  <a:pt x="184244" y="42886"/>
                </a:cubicBezTo>
                <a:cubicBezTo>
                  <a:pt x="182960" y="35733"/>
                  <a:pt x="181065" y="30023"/>
                  <a:pt x="178561" y="25756"/>
                </a:cubicBezTo>
                <a:cubicBezTo>
                  <a:pt x="176056" y="21488"/>
                  <a:pt x="172990" y="18472"/>
                  <a:pt x="169362" y="16708"/>
                </a:cubicBezTo>
                <a:cubicBezTo>
                  <a:pt x="165733" y="14945"/>
                  <a:pt x="161607" y="14063"/>
                  <a:pt x="156984" y="14063"/>
                </a:cubicBezTo>
                <a:cubicBezTo>
                  <a:pt x="152103" y="14063"/>
                  <a:pt x="147800" y="14961"/>
                  <a:pt x="144076" y="16757"/>
                </a:cubicBezTo>
                <a:cubicBezTo>
                  <a:pt x="140351" y="18553"/>
                  <a:pt x="137220" y="21585"/>
                  <a:pt x="134684" y="25853"/>
                </a:cubicBezTo>
                <a:cubicBezTo>
                  <a:pt x="132147" y="30119"/>
                  <a:pt x="130237" y="35829"/>
                  <a:pt x="128952" y="42983"/>
                </a:cubicBezTo>
                <a:cubicBezTo>
                  <a:pt x="127668" y="50136"/>
                  <a:pt x="127026" y="59070"/>
                  <a:pt x="127026" y="69783"/>
                </a:cubicBezTo>
                <a:cubicBezTo>
                  <a:pt x="127026" y="80178"/>
                  <a:pt x="127684" y="88936"/>
                  <a:pt x="129000" y="96058"/>
                </a:cubicBezTo>
                <a:cubicBezTo>
                  <a:pt x="130317" y="103177"/>
                  <a:pt x="132244" y="108903"/>
                  <a:pt x="134780" y="113236"/>
                </a:cubicBezTo>
                <a:cubicBezTo>
                  <a:pt x="137317" y="117566"/>
                  <a:pt x="140415" y="120677"/>
                  <a:pt x="144076" y="122570"/>
                </a:cubicBezTo>
                <a:cubicBezTo>
                  <a:pt x="147736" y="124462"/>
                  <a:pt x="151910" y="125408"/>
                  <a:pt x="156598" y="125408"/>
                </a:cubicBezTo>
                <a:cubicBezTo>
                  <a:pt x="161158" y="125408"/>
                  <a:pt x="165268" y="124462"/>
                  <a:pt x="168928" y="122570"/>
                </a:cubicBezTo>
                <a:cubicBezTo>
                  <a:pt x="172589" y="120677"/>
                  <a:pt x="175687" y="117566"/>
                  <a:pt x="178224" y="113236"/>
                </a:cubicBezTo>
                <a:cubicBezTo>
                  <a:pt x="180760" y="108903"/>
                  <a:pt x="182719" y="103177"/>
                  <a:pt x="184100" y="96058"/>
                </a:cubicBezTo>
                <a:cubicBezTo>
                  <a:pt x="185480" y="88936"/>
                  <a:pt x="186171" y="80178"/>
                  <a:pt x="186171" y="69783"/>
                </a:cubicBezTo>
                <a:close/>
                <a:moveTo>
                  <a:pt x="313486" y="69832"/>
                </a:moveTo>
                <a:cubicBezTo>
                  <a:pt x="313486" y="82867"/>
                  <a:pt x="312249" y="93831"/>
                  <a:pt x="309777" y="102725"/>
                </a:cubicBezTo>
                <a:cubicBezTo>
                  <a:pt x="307305" y="111618"/>
                  <a:pt x="303933" y="118810"/>
                  <a:pt x="299663" y="124300"/>
                </a:cubicBezTo>
                <a:cubicBezTo>
                  <a:pt x="295392" y="129790"/>
                  <a:pt x="290367" y="133724"/>
                  <a:pt x="284587" y="136099"/>
                </a:cubicBezTo>
                <a:cubicBezTo>
                  <a:pt x="278808" y="138475"/>
                  <a:pt x="272643" y="139663"/>
                  <a:pt x="266092" y="139663"/>
                </a:cubicBezTo>
                <a:cubicBezTo>
                  <a:pt x="259478" y="139663"/>
                  <a:pt x="253313" y="138475"/>
                  <a:pt x="247598" y="136099"/>
                </a:cubicBezTo>
                <a:cubicBezTo>
                  <a:pt x="241882" y="133724"/>
                  <a:pt x="236921" y="129807"/>
                  <a:pt x="232715" y="124348"/>
                </a:cubicBezTo>
                <a:cubicBezTo>
                  <a:pt x="228509" y="118890"/>
                  <a:pt x="225202" y="111715"/>
                  <a:pt x="222793" y="102821"/>
                </a:cubicBezTo>
                <a:cubicBezTo>
                  <a:pt x="220385" y="93928"/>
                  <a:pt x="219181" y="82931"/>
                  <a:pt x="219181" y="69832"/>
                </a:cubicBezTo>
                <a:cubicBezTo>
                  <a:pt x="219181" y="56154"/>
                  <a:pt x="220385" y="44837"/>
                  <a:pt x="222793" y="35879"/>
                </a:cubicBezTo>
                <a:cubicBezTo>
                  <a:pt x="225202" y="26921"/>
                  <a:pt x="228525" y="19778"/>
                  <a:pt x="232763" y="14448"/>
                </a:cubicBezTo>
                <a:cubicBezTo>
                  <a:pt x="237002" y="9118"/>
                  <a:pt x="242011" y="5378"/>
                  <a:pt x="247790" y="3227"/>
                </a:cubicBezTo>
                <a:cubicBezTo>
                  <a:pt x="253570" y="1076"/>
                  <a:pt x="259863" y="0"/>
                  <a:pt x="266670" y="0"/>
                </a:cubicBezTo>
                <a:cubicBezTo>
                  <a:pt x="273156" y="0"/>
                  <a:pt x="279241" y="1076"/>
                  <a:pt x="284924" y="3227"/>
                </a:cubicBezTo>
                <a:cubicBezTo>
                  <a:pt x="290608" y="5378"/>
                  <a:pt x="295569" y="9118"/>
                  <a:pt x="299807" y="14448"/>
                </a:cubicBezTo>
                <a:cubicBezTo>
                  <a:pt x="304045" y="19778"/>
                  <a:pt x="307385" y="26921"/>
                  <a:pt x="309825" y="35879"/>
                </a:cubicBezTo>
                <a:cubicBezTo>
                  <a:pt x="312265" y="44837"/>
                  <a:pt x="313486" y="56154"/>
                  <a:pt x="313486" y="69832"/>
                </a:cubicBezTo>
                <a:moveTo>
                  <a:pt x="295858" y="69783"/>
                </a:moveTo>
                <a:cubicBezTo>
                  <a:pt x="295858" y="59006"/>
                  <a:pt x="295215" y="50040"/>
                  <a:pt x="293931" y="42886"/>
                </a:cubicBezTo>
                <a:cubicBezTo>
                  <a:pt x="292647" y="35733"/>
                  <a:pt x="290752" y="30023"/>
                  <a:pt x="288248" y="25756"/>
                </a:cubicBezTo>
                <a:cubicBezTo>
                  <a:pt x="285743" y="21488"/>
                  <a:pt x="282677" y="18472"/>
                  <a:pt x="279048" y="16708"/>
                </a:cubicBezTo>
                <a:cubicBezTo>
                  <a:pt x="275420" y="14945"/>
                  <a:pt x="271294" y="14063"/>
                  <a:pt x="266670" y="14063"/>
                </a:cubicBezTo>
                <a:cubicBezTo>
                  <a:pt x="261790" y="14063"/>
                  <a:pt x="257487" y="14961"/>
                  <a:pt x="253763" y="16757"/>
                </a:cubicBezTo>
                <a:cubicBezTo>
                  <a:pt x="250038" y="18553"/>
                  <a:pt x="246907" y="21585"/>
                  <a:pt x="244371" y="25853"/>
                </a:cubicBezTo>
                <a:cubicBezTo>
                  <a:pt x="241834" y="30119"/>
                  <a:pt x="239924" y="35829"/>
                  <a:pt x="238639" y="42983"/>
                </a:cubicBezTo>
                <a:cubicBezTo>
                  <a:pt x="237355" y="50136"/>
                  <a:pt x="236713" y="59070"/>
                  <a:pt x="236713" y="69783"/>
                </a:cubicBezTo>
                <a:cubicBezTo>
                  <a:pt x="236713" y="80178"/>
                  <a:pt x="237371" y="88936"/>
                  <a:pt x="238687" y="96058"/>
                </a:cubicBezTo>
                <a:cubicBezTo>
                  <a:pt x="240004" y="103177"/>
                  <a:pt x="241930" y="108903"/>
                  <a:pt x="244467" y="113236"/>
                </a:cubicBezTo>
                <a:cubicBezTo>
                  <a:pt x="247004" y="117566"/>
                  <a:pt x="250102" y="120677"/>
                  <a:pt x="253763" y="122570"/>
                </a:cubicBezTo>
                <a:cubicBezTo>
                  <a:pt x="257423" y="124462"/>
                  <a:pt x="261597" y="125408"/>
                  <a:pt x="266285" y="125408"/>
                </a:cubicBezTo>
                <a:cubicBezTo>
                  <a:pt x="270845" y="125408"/>
                  <a:pt x="274955" y="124462"/>
                  <a:pt x="278615" y="122570"/>
                </a:cubicBezTo>
                <a:cubicBezTo>
                  <a:pt x="282275" y="120677"/>
                  <a:pt x="285374" y="117566"/>
                  <a:pt x="287911" y="113236"/>
                </a:cubicBezTo>
                <a:cubicBezTo>
                  <a:pt x="290447" y="108903"/>
                  <a:pt x="292406" y="103177"/>
                  <a:pt x="293787" y="96058"/>
                </a:cubicBezTo>
                <a:cubicBezTo>
                  <a:pt x="295167" y="88936"/>
                  <a:pt x="295858" y="80178"/>
                  <a:pt x="295858" y="69783"/>
                </a:cubicBezTo>
                <a:close/>
                <a:moveTo>
                  <a:pt x="423173" y="69832"/>
                </a:moveTo>
                <a:cubicBezTo>
                  <a:pt x="423173" y="82867"/>
                  <a:pt x="421937" y="93831"/>
                  <a:pt x="419464" y="102725"/>
                </a:cubicBezTo>
                <a:cubicBezTo>
                  <a:pt x="416992" y="111618"/>
                  <a:pt x="413620" y="118810"/>
                  <a:pt x="409350" y="124300"/>
                </a:cubicBezTo>
                <a:cubicBezTo>
                  <a:pt x="405079" y="129790"/>
                  <a:pt x="400054" y="133724"/>
                  <a:pt x="394275" y="136099"/>
                </a:cubicBezTo>
                <a:cubicBezTo>
                  <a:pt x="388495" y="138475"/>
                  <a:pt x="382330" y="139663"/>
                  <a:pt x="375780" y="139663"/>
                </a:cubicBezTo>
                <a:cubicBezTo>
                  <a:pt x="369165" y="139663"/>
                  <a:pt x="363000" y="138475"/>
                  <a:pt x="357285" y="136099"/>
                </a:cubicBezTo>
                <a:cubicBezTo>
                  <a:pt x="351570" y="133724"/>
                  <a:pt x="346609" y="129807"/>
                  <a:pt x="342402" y="124348"/>
                </a:cubicBezTo>
                <a:cubicBezTo>
                  <a:pt x="338196" y="118890"/>
                  <a:pt x="334889" y="111715"/>
                  <a:pt x="332481" y="102821"/>
                </a:cubicBezTo>
                <a:cubicBezTo>
                  <a:pt x="330073" y="93928"/>
                  <a:pt x="328868" y="82931"/>
                  <a:pt x="328868" y="69832"/>
                </a:cubicBezTo>
                <a:cubicBezTo>
                  <a:pt x="328868" y="56154"/>
                  <a:pt x="330073" y="44837"/>
                  <a:pt x="332481" y="35879"/>
                </a:cubicBezTo>
                <a:cubicBezTo>
                  <a:pt x="334889" y="26921"/>
                  <a:pt x="338212" y="19778"/>
                  <a:pt x="342451" y="14448"/>
                </a:cubicBezTo>
                <a:cubicBezTo>
                  <a:pt x="346689" y="9118"/>
                  <a:pt x="351698" y="5378"/>
                  <a:pt x="357478" y="3227"/>
                </a:cubicBezTo>
                <a:cubicBezTo>
                  <a:pt x="363257" y="1076"/>
                  <a:pt x="369551" y="0"/>
                  <a:pt x="376358" y="0"/>
                </a:cubicBezTo>
                <a:cubicBezTo>
                  <a:pt x="382844" y="0"/>
                  <a:pt x="388929" y="1076"/>
                  <a:pt x="394612" y="3227"/>
                </a:cubicBezTo>
                <a:cubicBezTo>
                  <a:pt x="400295" y="5378"/>
                  <a:pt x="405256" y="9118"/>
                  <a:pt x="409494" y="14448"/>
                </a:cubicBezTo>
                <a:cubicBezTo>
                  <a:pt x="413733" y="19778"/>
                  <a:pt x="417072" y="26921"/>
                  <a:pt x="419513" y="35879"/>
                </a:cubicBezTo>
                <a:cubicBezTo>
                  <a:pt x="421953" y="44837"/>
                  <a:pt x="423173" y="56154"/>
                  <a:pt x="423173" y="69832"/>
                </a:cubicBezTo>
                <a:moveTo>
                  <a:pt x="405545" y="69783"/>
                </a:moveTo>
                <a:cubicBezTo>
                  <a:pt x="405545" y="59006"/>
                  <a:pt x="404903" y="50040"/>
                  <a:pt x="403618" y="42886"/>
                </a:cubicBezTo>
                <a:cubicBezTo>
                  <a:pt x="402334" y="35733"/>
                  <a:pt x="400440" y="30023"/>
                  <a:pt x="397935" y="25756"/>
                </a:cubicBezTo>
                <a:cubicBezTo>
                  <a:pt x="395431" y="21488"/>
                  <a:pt x="392364" y="18472"/>
                  <a:pt x="388736" y="16708"/>
                </a:cubicBezTo>
                <a:cubicBezTo>
                  <a:pt x="385108" y="14945"/>
                  <a:pt x="380982" y="14063"/>
                  <a:pt x="376358" y="14063"/>
                </a:cubicBezTo>
                <a:cubicBezTo>
                  <a:pt x="371477" y="14063"/>
                  <a:pt x="367175" y="14961"/>
                  <a:pt x="363450" y="16757"/>
                </a:cubicBezTo>
                <a:cubicBezTo>
                  <a:pt x="359725" y="18553"/>
                  <a:pt x="356595" y="21585"/>
                  <a:pt x="354058" y="25853"/>
                </a:cubicBezTo>
                <a:cubicBezTo>
                  <a:pt x="351521" y="30119"/>
                  <a:pt x="349611" y="35829"/>
                  <a:pt x="348327" y="42983"/>
                </a:cubicBezTo>
                <a:cubicBezTo>
                  <a:pt x="347042" y="50136"/>
                  <a:pt x="346400" y="59070"/>
                  <a:pt x="346400" y="69783"/>
                </a:cubicBezTo>
                <a:cubicBezTo>
                  <a:pt x="346400" y="80178"/>
                  <a:pt x="347058" y="88936"/>
                  <a:pt x="348375" y="96058"/>
                </a:cubicBezTo>
                <a:cubicBezTo>
                  <a:pt x="349691" y="103177"/>
                  <a:pt x="351618" y="108903"/>
                  <a:pt x="354154" y="113236"/>
                </a:cubicBezTo>
                <a:cubicBezTo>
                  <a:pt x="356691" y="117566"/>
                  <a:pt x="359790" y="120677"/>
                  <a:pt x="363450" y="122570"/>
                </a:cubicBezTo>
                <a:cubicBezTo>
                  <a:pt x="367110" y="124462"/>
                  <a:pt x="371285" y="125408"/>
                  <a:pt x="375973" y="125408"/>
                </a:cubicBezTo>
                <a:cubicBezTo>
                  <a:pt x="380532" y="125408"/>
                  <a:pt x="384642" y="124462"/>
                  <a:pt x="388302" y="122570"/>
                </a:cubicBezTo>
                <a:cubicBezTo>
                  <a:pt x="391963" y="120677"/>
                  <a:pt x="395061" y="117566"/>
                  <a:pt x="397598" y="113236"/>
                </a:cubicBezTo>
                <a:cubicBezTo>
                  <a:pt x="400135" y="108903"/>
                  <a:pt x="402093" y="103177"/>
                  <a:pt x="403474" y="96058"/>
                </a:cubicBezTo>
                <a:cubicBezTo>
                  <a:pt x="404855" y="88936"/>
                  <a:pt x="405545" y="80178"/>
                  <a:pt x="405545" y="69783"/>
                </a:cubicBezTo>
                <a:close/>
                <a:moveTo>
                  <a:pt x="495485" y="79175"/>
                </a:moveTo>
                <a:lnTo>
                  <a:pt x="495485" y="120399"/>
                </a:lnTo>
                <a:lnTo>
                  <a:pt x="481324" y="120399"/>
                </a:lnTo>
                <a:lnTo>
                  <a:pt x="481324" y="79175"/>
                </a:lnTo>
                <a:lnTo>
                  <a:pt x="440482" y="79175"/>
                </a:lnTo>
                <a:lnTo>
                  <a:pt x="440482" y="65112"/>
                </a:lnTo>
                <a:lnTo>
                  <a:pt x="481324" y="65112"/>
                </a:lnTo>
                <a:lnTo>
                  <a:pt x="481324" y="23887"/>
                </a:lnTo>
                <a:lnTo>
                  <a:pt x="495485" y="23887"/>
                </a:lnTo>
                <a:lnTo>
                  <a:pt x="495485" y="65112"/>
                </a:lnTo>
                <a:lnTo>
                  <a:pt x="536327" y="65112"/>
                </a:lnTo>
                <a:lnTo>
                  <a:pt x="536327" y="79175"/>
                </a:lnTo>
                <a:lnTo>
                  <a:pt x="495485" y="79175"/>
                </a:lnTo>
                <a:close/>
                <a:moveTo>
                  <a:pt x="615930" y="137737"/>
                </a:moveTo>
                <a:lnTo>
                  <a:pt x="615930" y="122904"/>
                </a:lnTo>
                <a:lnTo>
                  <a:pt x="650512" y="122904"/>
                </a:lnTo>
                <a:lnTo>
                  <a:pt x="650512" y="18493"/>
                </a:lnTo>
                <a:lnTo>
                  <a:pt x="619880" y="40262"/>
                </a:lnTo>
                <a:lnTo>
                  <a:pt x="619880" y="23887"/>
                </a:lnTo>
                <a:lnTo>
                  <a:pt x="651957" y="1926"/>
                </a:lnTo>
                <a:lnTo>
                  <a:pt x="667947" y="1926"/>
                </a:lnTo>
                <a:lnTo>
                  <a:pt x="667947" y="122904"/>
                </a:lnTo>
                <a:lnTo>
                  <a:pt x="700987" y="122904"/>
                </a:lnTo>
                <a:lnTo>
                  <a:pt x="700987" y="137737"/>
                </a:lnTo>
                <a:lnTo>
                  <a:pt x="615930" y="137737"/>
                </a:lnTo>
                <a:close/>
                <a:moveTo>
                  <a:pt x="795454" y="106915"/>
                </a:moveTo>
                <a:lnTo>
                  <a:pt x="795454" y="137737"/>
                </a:lnTo>
                <a:lnTo>
                  <a:pt x="779079" y="137737"/>
                </a:lnTo>
                <a:lnTo>
                  <a:pt x="779079" y="106915"/>
                </a:lnTo>
                <a:lnTo>
                  <a:pt x="715117" y="106915"/>
                </a:lnTo>
                <a:lnTo>
                  <a:pt x="715117" y="93430"/>
                </a:lnTo>
                <a:lnTo>
                  <a:pt x="777248" y="1926"/>
                </a:lnTo>
                <a:lnTo>
                  <a:pt x="795454" y="1926"/>
                </a:lnTo>
                <a:lnTo>
                  <a:pt x="795454" y="93237"/>
                </a:lnTo>
                <a:lnTo>
                  <a:pt x="814527" y="93237"/>
                </a:lnTo>
                <a:lnTo>
                  <a:pt x="814527" y="106915"/>
                </a:lnTo>
                <a:lnTo>
                  <a:pt x="795454" y="106915"/>
                </a:lnTo>
                <a:moveTo>
                  <a:pt x="779079" y="21479"/>
                </a:moveTo>
                <a:cubicBezTo>
                  <a:pt x="778950" y="21800"/>
                  <a:pt x="778629" y="22426"/>
                  <a:pt x="778115" y="23357"/>
                </a:cubicBezTo>
                <a:cubicBezTo>
                  <a:pt x="777602" y="24289"/>
                  <a:pt x="777024" y="25332"/>
                  <a:pt x="776381" y="26488"/>
                </a:cubicBezTo>
                <a:cubicBezTo>
                  <a:pt x="775739" y="27644"/>
                  <a:pt x="775081" y="28816"/>
                  <a:pt x="774407" y="30004"/>
                </a:cubicBezTo>
                <a:cubicBezTo>
                  <a:pt x="773732" y="31191"/>
                  <a:pt x="773138" y="32171"/>
                  <a:pt x="772625" y="32941"/>
                </a:cubicBezTo>
                <a:lnTo>
                  <a:pt x="737850" y="84183"/>
                </a:lnTo>
                <a:cubicBezTo>
                  <a:pt x="737529" y="84697"/>
                  <a:pt x="737064" y="85371"/>
                  <a:pt x="736454" y="86206"/>
                </a:cubicBezTo>
                <a:cubicBezTo>
                  <a:pt x="735844" y="87041"/>
                  <a:pt x="735218" y="87892"/>
                  <a:pt x="734575" y="88758"/>
                </a:cubicBezTo>
                <a:cubicBezTo>
                  <a:pt x="733933" y="89625"/>
                  <a:pt x="733291" y="90476"/>
                  <a:pt x="732649" y="91311"/>
                </a:cubicBezTo>
                <a:cubicBezTo>
                  <a:pt x="732007" y="92146"/>
                  <a:pt x="731493" y="92788"/>
                  <a:pt x="731108" y="93237"/>
                </a:cubicBezTo>
                <a:lnTo>
                  <a:pt x="779079" y="93237"/>
                </a:lnTo>
                <a:lnTo>
                  <a:pt x="779079" y="21479"/>
                </a:lnTo>
                <a:close/>
                <a:moveTo>
                  <a:pt x="835304" y="137737"/>
                </a:moveTo>
                <a:lnTo>
                  <a:pt x="835304" y="122904"/>
                </a:lnTo>
                <a:lnTo>
                  <a:pt x="869885" y="122904"/>
                </a:lnTo>
                <a:lnTo>
                  <a:pt x="869885" y="18493"/>
                </a:lnTo>
                <a:lnTo>
                  <a:pt x="839253" y="40262"/>
                </a:lnTo>
                <a:lnTo>
                  <a:pt x="839253" y="23887"/>
                </a:lnTo>
                <a:lnTo>
                  <a:pt x="871330" y="1926"/>
                </a:lnTo>
                <a:lnTo>
                  <a:pt x="887320" y="1926"/>
                </a:lnTo>
                <a:lnTo>
                  <a:pt x="887320" y="122904"/>
                </a:lnTo>
                <a:lnTo>
                  <a:pt x="920361" y="122904"/>
                </a:lnTo>
                <a:lnTo>
                  <a:pt x="920361" y="137737"/>
                </a:lnTo>
                <a:lnTo>
                  <a:pt x="835304" y="1377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2C43FF-3312-4427-98BE-E7FF8F8E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347" y="1026771"/>
            <a:ext cx="65760" cy="911535"/>
          </a:xfrm>
          <a:custGeom xmlns:a="http://schemas.openxmlformats.org/drawingml/2006/main">
            <a:pathLst>
              <a:path w="65760" h="911535">
                <a:moveTo>
                  <a:pt x="0" y="0"/>
                </a:moveTo>
                <a:lnTo>
                  <a:pt x="65760" y="0"/>
                </a:lnTo>
                <a:lnTo>
                  <a:pt x="65760" y="911535"/>
                </a:lnTo>
                <a:lnTo>
                  <a:pt x="0" y="91153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B4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10000+295">
            <a:extLst xmlns:a="http://schemas.openxmlformats.org/drawingml/2006/main">
              <a:ext uri="{FF2B5EF4-FFF2-40B4-BE49-F238E27FC236}">
                <a16:creationId xmlns:a16="http://schemas.microsoft.com/office/drawing/2014/main" id="{DF2576F2-DB2B-4459-A32C-62272316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2507" y="1413844"/>
            <a:ext cx="1024268" cy="139663"/>
          </a:xfrm>
          <a:custGeom xmlns:a="http://schemas.openxmlformats.org/drawingml/2006/main">
            <a:pathLst>
              <a:path w="1024268" h="139663">
                <a:moveTo>
                  <a:pt x="0" y="137737"/>
                </a:moveTo>
                <a:lnTo>
                  <a:pt x="0" y="122904"/>
                </a:lnTo>
                <a:lnTo>
                  <a:pt x="34582" y="122904"/>
                </a:lnTo>
                <a:lnTo>
                  <a:pt x="34582" y="18493"/>
                </a:lnTo>
                <a:lnTo>
                  <a:pt x="3949" y="40262"/>
                </a:lnTo>
                <a:lnTo>
                  <a:pt x="3949" y="23887"/>
                </a:lnTo>
                <a:lnTo>
                  <a:pt x="36026" y="1926"/>
                </a:lnTo>
                <a:lnTo>
                  <a:pt x="52017" y="1926"/>
                </a:lnTo>
                <a:lnTo>
                  <a:pt x="52017" y="122904"/>
                </a:lnTo>
                <a:lnTo>
                  <a:pt x="85057" y="122904"/>
                </a:lnTo>
                <a:lnTo>
                  <a:pt x="85057" y="137737"/>
                </a:lnTo>
                <a:lnTo>
                  <a:pt x="0" y="137737"/>
                </a:lnTo>
                <a:close/>
                <a:moveTo>
                  <a:pt x="196670" y="69832"/>
                </a:moveTo>
                <a:cubicBezTo>
                  <a:pt x="196670" y="82867"/>
                  <a:pt x="195434" y="93831"/>
                  <a:pt x="192962" y="102725"/>
                </a:cubicBezTo>
                <a:cubicBezTo>
                  <a:pt x="190489" y="111618"/>
                  <a:pt x="187118" y="118810"/>
                  <a:pt x="182847" y="124300"/>
                </a:cubicBezTo>
                <a:cubicBezTo>
                  <a:pt x="178577" y="129790"/>
                  <a:pt x="173552" y="133724"/>
                  <a:pt x="167772" y="136099"/>
                </a:cubicBezTo>
                <a:cubicBezTo>
                  <a:pt x="161993" y="138475"/>
                  <a:pt x="155828" y="139663"/>
                  <a:pt x="149277" y="139663"/>
                </a:cubicBezTo>
                <a:cubicBezTo>
                  <a:pt x="142663" y="139663"/>
                  <a:pt x="136498" y="138475"/>
                  <a:pt x="130783" y="136099"/>
                </a:cubicBezTo>
                <a:cubicBezTo>
                  <a:pt x="125067" y="133724"/>
                  <a:pt x="120106" y="129807"/>
                  <a:pt x="115900" y="124348"/>
                </a:cubicBezTo>
                <a:cubicBezTo>
                  <a:pt x="111694" y="118890"/>
                  <a:pt x="108386" y="111715"/>
                  <a:pt x="105978" y="102821"/>
                </a:cubicBezTo>
                <a:cubicBezTo>
                  <a:pt x="103570" y="93928"/>
                  <a:pt x="102366" y="82931"/>
                  <a:pt x="102366" y="69832"/>
                </a:cubicBezTo>
                <a:cubicBezTo>
                  <a:pt x="102366" y="56154"/>
                  <a:pt x="103570" y="44837"/>
                  <a:pt x="105978" y="35879"/>
                </a:cubicBezTo>
                <a:cubicBezTo>
                  <a:pt x="108386" y="26921"/>
                  <a:pt x="111710" y="19778"/>
                  <a:pt x="115948" y="14448"/>
                </a:cubicBezTo>
                <a:cubicBezTo>
                  <a:pt x="120187" y="9118"/>
                  <a:pt x="125196" y="5378"/>
                  <a:pt x="130975" y="3227"/>
                </a:cubicBezTo>
                <a:cubicBezTo>
                  <a:pt x="136755" y="1076"/>
                  <a:pt x="143048" y="0"/>
                  <a:pt x="149855" y="0"/>
                </a:cubicBezTo>
                <a:cubicBezTo>
                  <a:pt x="156341" y="0"/>
                  <a:pt x="162426" y="1076"/>
                  <a:pt x="168109" y="3227"/>
                </a:cubicBezTo>
                <a:cubicBezTo>
                  <a:pt x="173793" y="5378"/>
                  <a:pt x="178754" y="9118"/>
                  <a:pt x="182992" y="14448"/>
                </a:cubicBezTo>
                <a:cubicBezTo>
                  <a:pt x="187230" y="19778"/>
                  <a:pt x="190570" y="26921"/>
                  <a:pt x="193010" y="35879"/>
                </a:cubicBezTo>
                <a:cubicBezTo>
                  <a:pt x="195450" y="44837"/>
                  <a:pt x="196670" y="56154"/>
                  <a:pt x="196670" y="69832"/>
                </a:cubicBezTo>
                <a:moveTo>
                  <a:pt x="179043" y="69783"/>
                </a:moveTo>
                <a:cubicBezTo>
                  <a:pt x="179043" y="59006"/>
                  <a:pt x="178400" y="50040"/>
                  <a:pt x="177116" y="42886"/>
                </a:cubicBezTo>
                <a:cubicBezTo>
                  <a:pt x="175832" y="35733"/>
                  <a:pt x="173937" y="30023"/>
                  <a:pt x="171433" y="25756"/>
                </a:cubicBezTo>
                <a:cubicBezTo>
                  <a:pt x="168928" y="21488"/>
                  <a:pt x="165862" y="18472"/>
                  <a:pt x="162233" y="16708"/>
                </a:cubicBezTo>
                <a:cubicBezTo>
                  <a:pt x="158605" y="14945"/>
                  <a:pt x="154479" y="14063"/>
                  <a:pt x="149855" y="14063"/>
                </a:cubicBezTo>
                <a:cubicBezTo>
                  <a:pt x="144975" y="14063"/>
                  <a:pt x="140672" y="14961"/>
                  <a:pt x="136947" y="16757"/>
                </a:cubicBezTo>
                <a:cubicBezTo>
                  <a:pt x="133223" y="18553"/>
                  <a:pt x="130092" y="21585"/>
                  <a:pt x="127556" y="25853"/>
                </a:cubicBezTo>
                <a:cubicBezTo>
                  <a:pt x="125019" y="30119"/>
                  <a:pt x="123108" y="35829"/>
                  <a:pt x="121824" y="42983"/>
                </a:cubicBezTo>
                <a:cubicBezTo>
                  <a:pt x="120540" y="50136"/>
                  <a:pt x="119898" y="59070"/>
                  <a:pt x="119898" y="69783"/>
                </a:cubicBezTo>
                <a:cubicBezTo>
                  <a:pt x="119898" y="80178"/>
                  <a:pt x="120556" y="88936"/>
                  <a:pt x="121872" y="96058"/>
                </a:cubicBezTo>
                <a:cubicBezTo>
                  <a:pt x="123189" y="103177"/>
                  <a:pt x="125115" y="108903"/>
                  <a:pt x="127652" y="113236"/>
                </a:cubicBezTo>
                <a:cubicBezTo>
                  <a:pt x="130189" y="117566"/>
                  <a:pt x="133287" y="120677"/>
                  <a:pt x="136947" y="122570"/>
                </a:cubicBezTo>
                <a:cubicBezTo>
                  <a:pt x="140608" y="124462"/>
                  <a:pt x="144782" y="125408"/>
                  <a:pt x="149470" y="125408"/>
                </a:cubicBezTo>
                <a:cubicBezTo>
                  <a:pt x="154030" y="125408"/>
                  <a:pt x="158140" y="124462"/>
                  <a:pt x="161800" y="122570"/>
                </a:cubicBezTo>
                <a:cubicBezTo>
                  <a:pt x="165460" y="120677"/>
                  <a:pt x="168559" y="117566"/>
                  <a:pt x="171096" y="113236"/>
                </a:cubicBezTo>
                <a:cubicBezTo>
                  <a:pt x="173632" y="108903"/>
                  <a:pt x="175591" y="103177"/>
                  <a:pt x="176972" y="96058"/>
                </a:cubicBezTo>
                <a:cubicBezTo>
                  <a:pt x="178352" y="88936"/>
                  <a:pt x="179043" y="80178"/>
                  <a:pt x="179043" y="69783"/>
                </a:cubicBezTo>
                <a:close/>
                <a:moveTo>
                  <a:pt x="306357" y="69832"/>
                </a:moveTo>
                <a:cubicBezTo>
                  <a:pt x="306357" y="82867"/>
                  <a:pt x="305121" y="93831"/>
                  <a:pt x="302649" y="102725"/>
                </a:cubicBezTo>
                <a:cubicBezTo>
                  <a:pt x="300176" y="111618"/>
                  <a:pt x="296805" y="118810"/>
                  <a:pt x="292534" y="124300"/>
                </a:cubicBezTo>
                <a:cubicBezTo>
                  <a:pt x="288264" y="129790"/>
                  <a:pt x="283239" y="133724"/>
                  <a:pt x="277459" y="136099"/>
                </a:cubicBezTo>
                <a:cubicBezTo>
                  <a:pt x="271679" y="138475"/>
                  <a:pt x="265515" y="139663"/>
                  <a:pt x="258964" y="139663"/>
                </a:cubicBezTo>
                <a:cubicBezTo>
                  <a:pt x="252350" y="139663"/>
                  <a:pt x="246185" y="138475"/>
                  <a:pt x="240469" y="136099"/>
                </a:cubicBezTo>
                <a:cubicBezTo>
                  <a:pt x="234754" y="133724"/>
                  <a:pt x="229793" y="129807"/>
                  <a:pt x="225587" y="124348"/>
                </a:cubicBezTo>
                <a:cubicBezTo>
                  <a:pt x="221381" y="118890"/>
                  <a:pt x="218073" y="111715"/>
                  <a:pt x="215665" y="102821"/>
                </a:cubicBezTo>
                <a:cubicBezTo>
                  <a:pt x="213257" y="93928"/>
                  <a:pt x="212053" y="82931"/>
                  <a:pt x="212053" y="69832"/>
                </a:cubicBezTo>
                <a:cubicBezTo>
                  <a:pt x="212053" y="56154"/>
                  <a:pt x="213257" y="44837"/>
                  <a:pt x="215665" y="35879"/>
                </a:cubicBezTo>
                <a:cubicBezTo>
                  <a:pt x="218073" y="26921"/>
                  <a:pt x="221397" y="19778"/>
                  <a:pt x="225635" y="14448"/>
                </a:cubicBezTo>
                <a:cubicBezTo>
                  <a:pt x="229873" y="9118"/>
                  <a:pt x="234882" y="5378"/>
                  <a:pt x="240662" y="3227"/>
                </a:cubicBezTo>
                <a:cubicBezTo>
                  <a:pt x="246442" y="1076"/>
                  <a:pt x="252735" y="0"/>
                  <a:pt x="259542" y="0"/>
                </a:cubicBezTo>
                <a:cubicBezTo>
                  <a:pt x="266028" y="0"/>
                  <a:pt x="272113" y="1076"/>
                  <a:pt x="277796" y="3227"/>
                </a:cubicBezTo>
                <a:cubicBezTo>
                  <a:pt x="283480" y="5378"/>
                  <a:pt x="288440" y="9118"/>
                  <a:pt x="292679" y="14448"/>
                </a:cubicBezTo>
                <a:cubicBezTo>
                  <a:pt x="296917" y="19778"/>
                  <a:pt x="300257" y="26921"/>
                  <a:pt x="302697" y="35879"/>
                </a:cubicBezTo>
                <a:cubicBezTo>
                  <a:pt x="305137" y="44837"/>
                  <a:pt x="306357" y="56154"/>
                  <a:pt x="306357" y="69832"/>
                </a:cubicBezTo>
                <a:moveTo>
                  <a:pt x="288729" y="69783"/>
                </a:moveTo>
                <a:cubicBezTo>
                  <a:pt x="288729" y="59006"/>
                  <a:pt x="288087" y="50040"/>
                  <a:pt x="286803" y="42886"/>
                </a:cubicBezTo>
                <a:cubicBezTo>
                  <a:pt x="285518" y="35733"/>
                  <a:pt x="283624" y="30023"/>
                  <a:pt x="281120" y="25756"/>
                </a:cubicBezTo>
                <a:cubicBezTo>
                  <a:pt x="278615" y="21488"/>
                  <a:pt x="275549" y="18472"/>
                  <a:pt x="271920" y="16708"/>
                </a:cubicBezTo>
                <a:cubicBezTo>
                  <a:pt x="268292" y="14945"/>
                  <a:pt x="264166" y="14063"/>
                  <a:pt x="259542" y="14063"/>
                </a:cubicBezTo>
                <a:cubicBezTo>
                  <a:pt x="254662" y="14063"/>
                  <a:pt x="250359" y="14961"/>
                  <a:pt x="246634" y="16757"/>
                </a:cubicBezTo>
                <a:cubicBezTo>
                  <a:pt x="242910" y="18553"/>
                  <a:pt x="239779" y="21585"/>
                  <a:pt x="237242" y="25853"/>
                </a:cubicBezTo>
                <a:cubicBezTo>
                  <a:pt x="234706" y="30119"/>
                  <a:pt x="232795" y="35829"/>
                  <a:pt x="231511" y="42983"/>
                </a:cubicBezTo>
                <a:cubicBezTo>
                  <a:pt x="230227" y="50136"/>
                  <a:pt x="229584" y="59070"/>
                  <a:pt x="229584" y="69783"/>
                </a:cubicBezTo>
                <a:cubicBezTo>
                  <a:pt x="229584" y="80178"/>
                  <a:pt x="230243" y="88936"/>
                  <a:pt x="231559" y="96058"/>
                </a:cubicBezTo>
                <a:cubicBezTo>
                  <a:pt x="232876" y="103177"/>
                  <a:pt x="234802" y="108903"/>
                  <a:pt x="237339" y="113236"/>
                </a:cubicBezTo>
                <a:cubicBezTo>
                  <a:pt x="239875" y="117566"/>
                  <a:pt x="242974" y="120677"/>
                  <a:pt x="246634" y="122570"/>
                </a:cubicBezTo>
                <a:cubicBezTo>
                  <a:pt x="250295" y="124462"/>
                  <a:pt x="254469" y="125408"/>
                  <a:pt x="259157" y="125408"/>
                </a:cubicBezTo>
                <a:cubicBezTo>
                  <a:pt x="263716" y="125408"/>
                  <a:pt x="267826" y="124462"/>
                  <a:pt x="271487" y="122570"/>
                </a:cubicBezTo>
                <a:cubicBezTo>
                  <a:pt x="275147" y="120677"/>
                  <a:pt x="278246" y="117566"/>
                  <a:pt x="280782" y="113236"/>
                </a:cubicBezTo>
                <a:cubicBezTo>
                  <a:pt x="283319" y="108903"/>
                  <a:pt x="285278" y="103177"/>
                  <a:pt x="286658" y="96058"/>
                </a:cubicBezTo>
                <a:cubicBezTo>
                  <a:pt x="288039" y="88936"/>
                  <a:pt x="288729" y="80178"/>
                  <a:pt x="288729" y="69783"/>
                </a:cubicBezTo>
                <a:close/>
                <a:moveTo>
                  <a:pt x="416045" y="69832"/>
                </a:moveTo>
                <a:cubicBezTo>
                  <a:pt x="416045" y="82867"/>
                  <a:pt x="414809" y="93831"/>
                  <a:pt x="412336" y="102725"/>
                </a:cubicBezTo>
                <a:cubicBezTo>
                  <a:pt x="409864" y="111618"/>
                  <a:pt x="406492" y="118810"/>
                  <a:pt x="402222" y="124300"/>
                </a:cubicBezTo>
                <a:cubicBezTo>
                  <a:pt x="397951" y="129790"/>
                  <a:pt x="392926" y="133724"/>
                  <a:pt x="387147" y="136099"/>
                </a:cubicBezTo>
                <a:cubicBezTo>
                  <a:pt x="381367" y="138475"/>
                  <a:pt x="375202" y="139663"/>
                  <a:pt x="368652" y="139663"/>
                </a:cubicBezTo>
                <a:cubicBezTo>
                  <a:pt x="362037" y="139663"/>
                  <a:pt x="355872" y="138475"/>
                  <a:pt x="350157" y="136099"/>
                </a:cubicBezTo>
                <a:cubicBezTo>
                  <a:pt x="344441" y="133724"/>
                  <a:pt x="339481" y="129807"/>
                  <a:pt x="335274" y="124348"/>
                </a:cubicBezTo>
                <a:cubicBezTo>
                  <a:pt x="331068" y="118890"/>
                  <a:pt x="327761" y="111715"/>
                  <a:pt x="325353" y="102821"/>
                </a:cubicBezTo>
                <a:cubicBezTo>
                  <a:pt x="322944" y="93928"/>
                  <a:pt x="321740" y="82931"/>
                  <a:pt x="321740" y="69832"/>
                </a:cubicBezTo>
                <a:cubicBezTo>
                  <a:pt x="321740" y="56154"/>
                  <a:pt x="322944" y="44837"/>
                  <a:pt x="325353" y="35879"/>
                </a:cubicBezTo>
                <a:cubicBezTo>
                  <a:pt x="327761" y="26921"/>
                  <a:pt x="331084" y="19778"/>
                  <a:pt x="335322" y="14448"/>
                </a:cubicBezTo>
                <a:cubicBezTo>
                  <a:pt x="339561" y="9118"/>
                  <a:pt x="344570" y="5378"/>
                  <a:pt x="350349" y="3227"/>
                </a:cubicBezTo>
                <a:cubicBezTo>
                  <a:pt x="356129" y="1076"/>
                  <a:pt x="362422" y="0"/>
                  <a:pt x="369230" y="0"/>
                </a:cubicBezTo>
                <a:cubicBezTo>
                  <a:pt x="375716" y="0"/>
                  <a:pt x="381800" y="1076"/>
                  <a:pt x="387484" y="3227"/>
                </a:cubicBezTo>
                <a:cubicBezTo>
                  <a:pt x="393167" y="5378"/>
                  <a:pt x="398128" y="9118"/>
                  <a:pt x="402366" y="14448"/>
                </a:cubicBezTo>
                <a:cubicBezTo>
                  <a:pt x="406605" y="19778"/>
                  <a:pt x="409944" y="26921"/>
                  <a:pt x="412384" y="35879"/>
                </a:cubicBezTo>
                <a:cubicBezTo>
                  <a:pt x="414825" y="44837"/>
                  <a:pt x="416045" y="56154"/>
                  <a:pt x="416045" y="69832"/>
                </a:cubicBezTo>
                <a:moveTo>
                  <a:pt x="398417" y="69783"/>
                </a:moveTo>
                <a:cubicBezTo>
                  <a:pt x="398417" y="59006"/>
                  <a:pt x="397775" y="50040"/>
                  <a:pt x="396490" y="42886"/>
                </a:cubicBezTo>
                <a:cubicBezTo>
                  <a:pt x="395206" y="35733"/>
                  <a:pt x="393311" y="30023"/>
                  <a:pt x="390807" y="25756"/>
                </a:cubicBezTo>
                <a:cubicBezTo>
                  <a:pt x="388302" y="21488"/>
                  <a:pt x="385236" y="18472"/>
                  <a:pt x="381608" y="16708"/>
                </a:cubicBezTo>
                <a:cubicBezTo>
                  <a:pt x="377979" y="14945"/>
                  <a:pt x="373853" y="14063"/>
                  <a:pt x="369230" y="14063"/>
                </a:cubicBezTo>
                <a:cubicBezTo>
                  <a:pt x="364349" y="14063"/>
                  <a:pt x="360046" y="14961"/>
                  <a:pt x="356322" y="16757"/>
                </a:cubicBezTo>
                <a:cubicBezTo>
                  <a:pt x="352597" y="18553"/>
                  <a:pt x="349466" y="21585"/>
                  <a:pt x="346930" y="25853"/>
                </a:cubicBezTo>
                <a:cubicBezTo>
                  <a:pt x="344393" y="30119"/>
                  <a:pt x="342483" y="35829"/>
                  <a:pt x="341198" y="42983"/>
                </a:cubicBezTo>
                <a:cubicBezTo>
                  <a:pt x="339914" y="50136"/>
                  <a:pt x="339272" y="59070"/>
                  <a:pt x="339272" y="69783"/>
                </a:cubicBezTo>
                <a:cubicBezTo>
                  <a:pt x="339272" y="80178"/>
                  <a:pt x="339930" y="88936"/>
                  <a:pt x="341247" y="96058"/>
                </a:cubicBezTo>
                <a:cubicBezTo>
                  <a:pt x="342563" y="103177"/>
                  <a:pt x="344490" y="108903"/>
                  <a:pt x="347026" y="113236"/>
                </a:cubicBezTo>
                <a:cubicBezTo>
                  <a:pt x="349563" y="117566"/>
                  <a:pt x="352661" y="120677"/>
                  <a:pt x="356322" y="122570"/>
                </a:cubicBezTo>
                <a:cubicBezTo>
                  <a:pt x="359982" y="124462"/>
                  <a:pt x="364156" y="125408"/>
                  <a:pt x="368844" y="125408"/>
                </a:cubicBezTo>
                <a:cubicBezTo>
                  <a:pt x="373404" y="125408"/>
                  <a:pt x="377514" y="124462"/>
                  <a:pt x="381174" y="122570"/>
                </a:cubicBezTo>
                <a:cubicBezTo>
                  <a:pt x="384835" y="120677"/>
                  <a:pt x="387933" y="117566"/>
                  <a:pt x="390470" y="113236"/>
                </a:cubicBezTo>
                <a:cubicBezTo>
                  <a:pt x="393006" y="108903"/>
                  <a:pt x="394965" y="103177"/>
                  <a:pt x="396346" y="96058"/>
                </a:cubicBezTo>
                <a:cubicBezTo>
                  <a:pt x="397726" y="88936"/>
                  <a:pt x="398417" y="80178"/>
                  <a:pt x="398417" y="69783"/>
                </a:cubicBezTo>
                <a:close/>
                <a:moveTo>
                  <a:pt x="525731" y="69832"/>
                </a:moveTo>
                <a:cubicBezTo>
                  <a:pt x="525731" y="82867"/>
                  <a:pt x="524495" y="93831"/>
                  <a:pt x="522023" y="102725"/>
                </a:cubicBezTo>
                <a:cubicBezTo>
                  <a:pt x="519550" y="111618"/>
                  <a:pt x="516179" y="118810"/>
                  <a:pt x="511908" y="124300"/>
                </a:cubicBezTo>
                <a:cubicBezTo>
                  <a:pt x="507638" y="129790"/>
                  <a:pt x="502613" y="133724"/>
                  <a:pt x="496833" y="136099"/>
                </a:cubicBezTo>
                <a:cubicBezTo>
                  <a:pt x="491053" y="138475"/>
                  <a:pt x="484888" y="139663"/>
                  <a:pt x="478338" y="139663"/>
                </a:cubicBezTo>
                <a:cubicBezTo>
                  <a:pt x="471724" y="139663"/>
                  <a:pt x="465559" y="138475"/>
                  <a:pt x="459843" y="136099"/>
                </a:cubicBezTo>
                <a:cubicBezTo>
                  <a:pt x="454128" y="133724"/>
                  <a:pt x="449167" y="129807"/>
                  <a:pt x="444961" y="124348"/>
                </a:cubicBezTo>
                <a:cubicBezTo>
                  <a:pt x="440755" y="118890"/>
                  <a:pt x="437447" y="111715"/>
                  <a:pt x="435039" y="102821"/>
                </a:cubicBezTo>
                <a:cubicBezTo>
                  <a:pt x="432631" y="93928"/>
                  <a:pt x="431427" y="82931"/>
                  <a:pt x="431427" y="69832"/>
                </a:cubicBezTo>
                <a:cubicBezTo>
                  <a:pt x="431427" y="56154"/>
                  <a:pt x="432631" y="44837"/>
                  <a:pt x="435039" y="35879"/>
                </a:cubicBezTo>
                <a:cubicBezTo>
                  <a:pt x="437447" y="26921"/>
                  <a:pt x="440771" y="19778"/>
                  <a:pt x="445009" y="14448"/>
                </a:cubicBezTo>
                <a:cubicBezTo>
                  <a:pt x="449247" y="9118"/>
                  <a:pt x="454256" y="5378"/>
                  <a:pt x="460036" y="3227"/>
                </a:cubicBezTo>
                <a:cubicBezTo>
                  <a:pt x="465816" y="1076"/>
                  <a:pt x="472109" y="0"/>
                  <a:pt x="478916" y="0"/>
                </a:cubicBezTo>
                <a:cubicBezTo>
                  <a:pt x="485402" y="0"/>
                  <a:pt x="491487" y="1076"/>
                  <a:pt x="497170" y="3227"/>
                </a:cubicBezTo>
                <a:cubicBezTo>
                  <a:pt x="502854" y="5378"/>
                  <a:pt x="507814" y="9118"/>
                  <a:pt x="512053" y="14448"/>
                </a:cubicBezTo>
                <a:cubicBezTo>
                  <a:pt x="516291" y="19778"/>
                  <a:pt x="519631" y="26921"/>
                  <a:pt x="522071" y="35879"/>
                </a:cubicBezTo>
                <a:cubicBezTo>
                  <a:pt x="524511" y="44837"/>
                  <a:pt x="525731" y="56154"/>
                  <a:pt x="525731" y="69832"/>
                </a:cubicBezTo>
                <a:moveTo>
                  <a:pt x="508103" y="69783"/>
                </a:moveTo>
                <a:cubicBezTo>
                  <a:pt x="508103" y="59006"/>
                  <a:pt x="507461" y="50040"/>
                  <a:pt x="506177" y="42886"/>
                </a:cubicBezTo>
                <a:cubicBezTo>
                  <a:pt x="504892" y="35733"/>
                  <a:pt x="502998" y="30023"/>
                  <a:pt x="500494" y="25756"/>
                </a:cubicBezTo>
                <a:cubicBezTo>
                  <a:pt x="497989" y="21488"/>
                  <a:pt x="494923" y="18472"/>
                  <a:pt x="491294" y="16708"/>
                </a:cubicBezTo>
                <a:cubicBezTo>
                  <a:pt x="487666" y="14945"/>
                  <a:pt x="483540" y="14063"/>
                  <a:pt x="478916" y="14063"/>
                </a:cubicBezTo>
                <a:cubicBezTo>
                  <a:pt x="474036" y="14063"/>
                  <a:pt x="469733" y="14961"/>
                  <a:pt x="466008" y="16757"/>
                </a:cubicBezTo>
                <a:cubicBezTo>
                  <a:pt x="462284" y="18553"/>
                  <a:pt x="459153" y="21585"/>
                  <a:pt x="456616" y="25853"/>
                </a:cubicBezTo>
                <a:cubicBezTo>
                  <a:pt x="454080" y="30119"/>
                  <a:pt x="452169" y="35829"/>
                  <a:pt x="450885" y="42983"/>
                </a:cubicBezTo>
                <a:cubicBezTo>
                  <a:pt x="449601" y="50136"/>
                  <a:pt x="448958" y="59070"/>
                  <a:pt x="448958" y="69783"/>
                </a:cubicBezTo>
                <a:cubicBezTo>
                  <a:pt x="448958" y="80178"/>
                  <a:pt x="449617" y="88936"/>
                  <a:pt x="450933" y="96058"/>
                </a:cubicBezTo>
                <a:cubicBezTo>
                  <a:pt x="452250" y="103177"/>
                  <a:pt x="454176" y="108903"/>
                  <a:pt x="456713" y="113236"/>
                </a:cubicBezTo>
                <a:cubicBezTo>
                  <a:pt x="459249" y="117566"/>
                  <a:pt x="462348" y="120677"/>
                  <a:pt x="466008" y="122570"/>
                </a:cubicBezTo>
                <a:cubicBezTo>
                  <a:pt x="469669" y="124462"/>
                  <a:pt x="473843" y="125408"/>
                  <a:pt x="478531" y="125408"/>
                </a:cubicBezTo>
                <a:cubicBezTo>
                  <a:pt x="483090" y="125408"/>
                  <a:pt x="487200" y="124462"/>
                  <a:pt x="490861" y="122570"/>
                </a:cubicBezTo>
                <a:cubicBezTo>
                  <a:pt x="494521" y="120677"/>
                  <a:pt x="497620" y="117566"/>
                  <a:pt x="500156" y="113236"/>
                </a:cubicBezTo>
                <a:cubicBezTo>
                  <a:pt x="502693" y="108903"/>
                  <a:pt x="504652" y="103177"/>
                  <a:pt x="506032" y="96058"/>
                </a:cubicBezTo>
                <a:cubicBezTo>
                  <a:pt x="507413" y="88936"/>
                  <a:pt x="508103" y="80178"/>
                  <a:pt x="508103" y="69783"/>
                </a:cubicBezTo>
                <a:close/>
                <a:moveTo>
                  <a:pt x="598043" y="79175"/>
                </a:moveTo>
                <a:lnTo>
                  <a:pt x="598043" y="120399"/>
                </a:lnTo>
                <a:lnTo>
                  <a:pt x="583883" y="120399"/>
                </a:lnTo>
                <a:lnTo>
                  <a:pt x="583883" y="79175"/>
                </a:lnTo>
                <a:lnTo>
                  <a:pt x="543040" y="79175"/>
                </a:lnTo>
                <a:lnTo>
                  <a:pt x="543040" y="65112"/>
                </a:lnTo>
                <a:lnTo>
                  <a:pt x="583883" y="65112"/>
                </a:lnTo>
                <a:lnTo>
                  <a:pt x="583883" y="23887"/>
                </a:lnTo>
                <a:lnTo>
                  <a:pt x="598043" y="23887"/>
                </a:lnTo>
                <a:lnTo>
                  <a:pt x="598043" y="65112"/>
                </a:lnTo>
                <a:lnTo>
                  <a:pt x="638886" y="65112"/>
                </a:lnTo>
                <a:lnTo>
                  <a:pt x="638886" y="79175"/>
                </a:lnTo>
                <a:lnTo>
                  <a:pt x="598043" y="79175"/>
                </a:lnTo>
                <a:close/>
                <a:moveTo>
                  <a:pt x="713383" y="137737"/>
                </a:moveTo>
                <a:lnTo>
                  <a:pt x="713383" y="125423"/>
                </a:lnTo>
                <a:cubicBezTo>
                  <a:pt x="716658" y="117914"/>
                  <a:pt x="720656" y="111288"/>
                  <a:pt x="725376" y="105545"/>
                </a:cubicBezTo>
                <a:cubicBezTo>
                  <a:pt x="730096" y="99802"/>
                  <a:pt x="735057" y="94604"/>
                  <a:pt x="740259" y="89950"/>
                </a:cubicBezTo>
                <a:cubicBezTo>
                  <a:pt x="745460" y="85297"/>
                  <a:pt x="750614" y="80982"/>
                  <a:pt x="755719" y="77004"/>
                </a:cubicBezTo>
                <a:cubicBezTo>
                  <a:pt x="760825" y="73025"/>
                  <a:pt x="765432" y="69046"/>
                  <a:pt x="769542" y="65067"/>
                </a:cubicBezTo>
                <a:cubicBezTo>
                  <a:pt x="773652" y="61088"/>
                  <a:pt x="776975" y="56916"/>
                  <a:pt x="779512" y="52551"/>
                </a:cubicBezTo>
                <a:cubicBezTo>
                  <a:pt x="782049" y="48187"/>
                  <a:pt x="783317" y="43245"/>
                  <a:pt x="783317" y="37727"/>
                </a:cubicBezTo>
                <a:cubicBezTo>
                  <a:pt x="783317" y="33878"/>
                  <a:pt x="782739" y="30495"/>
                  <a:pt x="781583" y="27577"/>
                </a:cubicBezTo>
                <a:cubicBezTo>
                  <a:pt x="780427" y="24660"/>
                  <a:pt x="778757" y="22208"/>
                  <a:pt x="776574" y="20221"/>
                </a:cubicBezTo>
                <a:cubicBezTo>
                  <a:pt x="774391" y="18232"/>
                  <a:pt x="771774" y="16742"/>
                  <a:pt x="768723" y="15748"/>
                </a:cubicBezTo>
                <a:cubicBezTo>
                  <a:pt x="765673" y="14753"/>
                  <a:pt x="762285" y="14255"/>
                  <a:pt x="758561" y="14255"/>
                </a:cubicBezTo>
                <a:cubicBezTo>
                  <a:pt x="755093" y="14255"/>
                  <a:pt x="751834" y="14737"/>
                  <a:pt x="748784" y="15700"/>
                </a:cubicBezTo>
                <a:cubicBezTo>
                  <a:pt x="745733" y="16663"/>
                  <a:pt x="743020" y="18108"/>
                  <a:pt x="740644" y="20034"/>
                </a:cubicBezTo>
                <a:cubicBezTo>
                  <a:pt x="738268" y="21961"/>
                  <a:pt x="736325" y="24353"/>
                  <a:pt x="734816" y="27210"/>
                </a:cubicBezTo>
                <a:cubicBezTo>
                  <a:pt x="733307" y="30068"/>
                  <a:pt x="732328" y="33391"/>
                  <a:pt x="731878" y="37179"/>
                </a:cubicBezTo>
                <a:lnTo>
                  <a:pt x="714154" y="35542"/>
                </a:lnTo>
                <a:cubicBezTo>
                  <a:pt x="714732" y="30662"/>
                  <a:pt x="716080" y="26070"/>
                  <a:pt x="718200" y="21768"/>
                </a:cubicBezTo>
                <a:cubicBezTo>
                  <a:pt x="720319" y="17466"/>
                  <a:pt x="723241" y="13693"/>
                  <a:pt x="726965" y="10451"/>
                </a:cubicBezTo>
                <a:cubicBezTo>
                  <a:pt x="730690" y="7208"/>
                  <a:pt x="735169" y="4655"/>
                  <a:pt x="740403" y="2793"/>
                </a:cubicBezTo>
                <a:cubicBezTo>
                  <a:pt x="745637" y="931"/>
                  <a:pt x="751689" y="0"/>
                  <a:pt x="758561" y="0"/>
                </a:cubicBezTo>
                <a:cubicBezTo>
                  <a:pt x="765304" y="0"/>
                  <a:pt x="771308" y="803"/>
                  <a:pt x="776574" y="2408"/>
                </a:cubicBezTo>
                <a:cubicBezTo>
                  <a:pt x="781840" y="4011"/>
                  <a:pt x="786287" y="6385"/>
                  <a:pt x="789915" y="9530"/>
                </a:cubicBezTo>
                <a:cubicBezTo>
                  <a:pt x="793544" y="12672"/>
                  <a:pt x="796321" y="16554"/>
                  <a:pt x="798248" y="21175"/>
                </a:cubicBezTo>
                <a:cubicBezTo>
                  <a:pt x="800174" y="25795"/>
                  <a:pt x="801138" y="31119"/>
                  <a:pt x="801138" y="37149"/>
                </a:cubicBezTo>
                <a:cubicBezTo>
                  <a:pt x="801138" y="41706"/>
                  <a:pt x="800319" y="46038"/>
                  <a:pt x="798681" y="50143"/>
                </a:cubicBezTo>
                <a:cubicBezTo>
                  <a:pt x="797044" y="54249"/>
                  <a:pt x="794860" y="58163"/>
                  <a:pt x="792131" y="61885"/>
                </a:cubicBezTo>
                <a:cubicBezTo>
                  <a:pt x="789402" y="65606"/>
                  <a:pt x="786239" y="69199"/>
                  <a:pt x="782643" y="72664"/>
                </a:cubicBezTo>
                <a:cubicBezTo>
                  <a:pt x="779046" y="76130"/>
                  <a:pt x="775290" y="79515"/>
                  <a:pt x="771372" y="82820"/>
                </a:cubicBezTo>
                <a:cubicBezTo>
                  <a:pt x="767455" y="86123"/>
                  <a:pt x="763506" y="89395"/>
                  <a:pt x="759524" y="92635"/>
                </a:cubicBezTo>
                <a:cubicBezTo>
                  <a:pt x="755543" y="95876"/>
                  <a:pt x="751802" y="99133"/>
                  <a:pt x="748302" y="102406"/>
                </a:cubicBezTo>
                <a:cubicBezTo>
                  <a:pt x="744802" y="105677"/>
                  <a:pt x="741671" y="108997"/>
                  <a:pt x="738910" y="112366"/>
                </a:cubicBezTo>
                <a:cubicBezTo>
                  <a:pt x="736149" y="115733"/>
                  <a:pt x="733997" y="119246"/>
                  <a:pt x="732456" y="122904"/>
                </a:cubicBezTo>
                <a:lnTo>
                  <a:pt x="803257" y="122904"/>
                </a:lnTo>
                <a:lnTo>
                  <a:pt x="803257" y="137737"/>
                </a:lnTo>
                <a:lnTo>
                  <a:pt x="713383" y="137737"/>
                </a:lnTo>
                <a:close/>
                <a:moveTo>
                  <a:pt x="913522" y="67135"/>
                </a:moveTo>
                <a:cubicBezTo>
                  <a:pt x="913522" y="79207"/>
                  <a:pt x="912382" y="89786"/>
                  <a:pt x="910102" y="98872"/>
                </a:cubicBezTo>
                <a:cubicBezTo>
                  <a:pt x="907822" y="107958"/>
                  <a:pt x="904563" y="115519"/>
                  <a:pt x="900325" y="121555"/>
                </a:cubicBezTo>
                <a:cubicBezTo>
                  <a:pt x="896086" y="127591"/>
                  <a:pt x="890933" y="132118"/>
                  <a:pt x="884864" y="135136"/>
                </a:cubicBezTo>
                <a:cubicBezTo>
                  <a:pt x="878796" y="138154"/>
                  <a:pt x="871972" y="139663"/>
                  <a:pt x="864395" y="139663"/>
                </a:cubicBezTo>
                <a:cubicBezTo>
                  <a:pt x="859193" y="139663"/>
                  <a:pt x="854505" y="139133"/>
                  <a:pt x="850331" y="138074"/>
                </a:cubicBezTo>
                <a:cubicBezTo>
                  <a:pt x="846157" y="137014"/>
                  <a:pt x="842432" y="135361"/>
                  <a:pt x="839157" y="133114"/>
                </a:cubicBezTo>
                <a:cubicBezTo>
                  <a:pt x="835882" y="130866"/>
                  <a:pt x="833088" y="127944"/>
                  <a:pt x="830776" y="124348"/>
                </a:cubicBezTo>
                <a:cubicBezTo>
                  <a:pt x="828464" y="120753"/>
                  <a:pt x="826602" y="116418"/>
                  <a:pt x="825189" y="111345"/>
                </a:cubicBezTo>
                <a:lnTo>
                  <a:pt x="841758" y="108745"/>
                </a:lnTo>
                <a:cubicBezTo>
                  <a:pt x="843556" y="114554"/>
                  <a:pt x="846365" y="118816"/>
                  <a:pt x="850186" y="121531"/>
                </a:cubicBezTo>
                <a:cubicBezTo>
                  <a:pt x="854007" y="124244"/>
                  <a:pt x="858840" y="125601"/>
                  <a:pt x="864684" y="125601"/>
                </a:cubicBezTo>
                <a:cubicBezTo>
                  <a:pt x="869372" y="125601"/>
                  <a:pt x="873658" y="124493"/>
                  <a:pt x="877543" y="122278"/>
                </a:cubicBezTo>
                <a:cubicBezTo>
                  <a:pt x="881428" y="120062"/>
                  <a:pt x="884736" y="116739"/>
                  <a:pt x="887465" y="112309"/>
                </a:cubicBezTo>
                <a:cubicBezTo>
                  <a:pt x="890194" y="107878"/>
                  <a:pt x="892330" y="102323"/>
                  <a:pt x="893871" y="95645"/>
                </a:cubicBezTo>
                <a:cubicBezTo>
                  <a:pt x="895412" y="88967"/>
                  <a:pt x="896247" y="81133"/>
                  <a:pt x="896375" y="72143"/>
                </a:cubicBezTo>
                <a:cubicBezTo>
                  <a:pt x="895027" y="75161"/>
                  <a:pt x="893180" y="77858"/>
                  <a:pt x="890836" y="80234"/>
                </a:cubicBezTo>
                <a:cubicBezTo>
                  <a:pt x="888492" y="82610"/>
                  <a:pt x="885827" y="84617"/>
                  <a:pt x="882841" y="86254"/>
                </a:cubicBezTo>
                <a:cubicBezTo>
                  <a:pt x="879855" y="87892"/>
                  <a:pt x="876628" y="89144"/>
                  <a:pt x="873160" y="90011"/>
                </a:cubicBezTo>
                <a:cubicBezTo>
                  <a:pt x="869693" y="90877"/>
                  <a:pt x="866193" y="91311"/>
                  <a:pt x="862661" y="91311"/>
                </a:cubicBezTo>
                <a:cubicBezTo>
                  <a:pt x="856496" y="91311"/>
                  <a:pt x="850925" y="90204"/>
                  <a:pt x="845948" y="87991"/>
                </a:cubicBezTo>
                <a:cubicBezTo>
                  <a:pt x="840971" y="85778"/>
                  <a:pt x="836749" y="82683"/>
                  <a:pt x="833281" y="78708"/>
                </a:cubicBezTo>
                <a:cubicBezTo>
                  <a:pt x="829813" y="74731"/>
                  <a:pt x="827132" y="69936"/>
                  <a:pt x="825238" y="64323"/>
                </a:cubicBezTo>
                <a:cubicBezTo>
                  <a:pt x="823343" y="58709"/>
                  <a:pt x="822396" y="52470"/>
                  <a:pt x="822396" y="45607"/>
                </a:cubicBezTo>
                <a:cubicBezTo>
                  <a:pt x="822396" y="38616"/>
                  <a:pt x="823407" y="32298"/>
                  <a:pt x="825430" y="26653"/>
                </a:cubicBezTo>
                <a:cubicBezTo>
                  <a:pt x="827453" y="21009"/>
                  <a:pt x="830391" y="16214"/>
                  <a:pt x="834244" y="12269"/>
                </a:cubicBezTo>
                <a:cubicBezTo>
                  <a:pt x="838097" y="8324"/>
                  <a:pt x="842833" y="5293"/>
                  <a:pt x="848452" y="3176"/>
                </a:cubicBezTo>
                <a:cubicBezTo>
                  <a:pt x="854072" y="1059"/>
                  <a:pt x="860445" y="0"/>
                  <a:pt x="867573" y="0"/>
                </a:cubicBezTo>
                <a:cubicBezTo>
                  <a:pt x="882665" y="0"/>
                  <a:pt x="894096" y="5587"/>
                  <a:pt x="901866" y="16760"/>
                </a:cubicBezTo>
                <a:cubicBezTo>
                  <a:pt x="909636" y="27933"/>
                  <a:pt x="913522" y="44724"/>
                  <a:pt x="913522" y="67135"/>
                </a:cubicBezTo>
                <a:moveTo>
                  <a:pt x="894641" y="50321"/>
                </a:moveTo>
                <a:cubicBezTo>
                  <a:pt x="894641" y="45320"/>
                  <a:pt x="894047" y="40608"/>
                  <a:pt x="892859" y="36183"/>
                </a:cubicBezTo>
                <a:cubicBezTo>
                  <a:pt x="891671" y="31758"/>
                  <a:pt x="889905" y="27912"/>
                  <a:pt x="887561" y="24643"/>
                </a:cubicBezTo>
                <a:cubicBezTo>
                  <a:pt x="885217" y="21372"/>
                  <a:pt x="882328" y="18791"/>
                  <a:pt x="878892" y="16901"/>
                </a:cubicBezTo>
                <a:cubicBezTo>
                  <a:pt x="875456" y="15009"/>
                  <a:pt x="871491" y="14063"/>
                  <a:pt x="866995" y="14063"/>
                </a:cubicBezTo>
                <a:cubicBezTo>
                  <a:pt x="862821" y="14063"/>
                  <a:pt x="859064" y="14800"/>
                  <a:pt x="855725" y="16275"/>
                </a:cubicBezTo>
                <a:cubicBezTo>
                  <a:pt x="852386" y="17750"/>
                  <a:pt x="849560" y="19850"/>
                  <a:pt x="847248" y="22575"/>
                </a:cubicBezTo>
                <a:cubicBezTo>
                  <a:pt x="844936" y="25300"/>
                  <a:pt x="843154" y="28618"/>
                  <a:pt x="841902" y="32529"/>
                </a:cubicBezTo>
                <a:cubicBezTo>
                  <a:pt x="840650" y="36440"/>
                  <a:pt x="840024" y="40799"/>
                  <a:pt x="840024" y="45607"/>
                </a:cubicBezTo>
                <a:cubicBezTo>
                  <a:pt x="840024" y="50160"/>
                  <a:pt x="840586" y="54392"/>
                  <a:pt x="841710" y="58303"/>
                </a:cubicBezTo>
                <a:cubicBezTo>
                  <a:pt x="842833" y="62214"/>
                  <a:pt x="844519" y="65597"/>
                  <a:pt x="846767" y="68450"/>
                </a:cubicBezTo>
                <a:cubicBezTo>
                  <a:pt x="849014" y="71301"/>
                  <a:pt x="851808" y="73545"/>
                  <a:pt x="855147" y="75180"/>
                </a:cubicBezTo>
                <a:cubicBezTo>
                  <a:pt x="858487" y="76816"/>
                  <a:pt x="862372" y="77633"/>
                  <a:pt x="866803" y="77633"/>
                </a:cubicBezTo>
                <a:cubicBezTo>
                  <a:pt x="870014" y="77633"/>
                  <a:pt x="873273" y="77089"/>
                  <a:pt x="876580" y="75999"/>
                </a:cubicBezTo>
                <a:cubicBezTo>
                  <a:pt x="879887" y="74909"/>
                  <a:pt x="882873" y="73243"/>
                  <a:pt x="885538" y="70999"/>
                </a:cubicBezTo>
                <a:cubicBezTo>
                  <a:pt x="888204" y="68754"/>
                  <a:pt x="890387" y="65917"/>
                  <a:pt x="892089" y="62487"/>
                </a:cubicBezTo>
                <a:cubicBezTo>
                  <a:pt x="893790" y="59056"/>
                  <a:pt x="894641" y="55000"/>
                  <a:pt x="894641" y="50321"/>
                </a:cubicBezTo>
                <a:close/>
                <a:moveTo>
                  <a:pt x="1024268" y="93475"/>
                </a:moveTo>
                <a:cubicBezTo>
                  <a:pt x="1024268" y="100290"/>
                  <a:pt x="1023241" y="106525"/>
                  <a:pt x="1021186" y="112182"/>
                </a:cubicBezTo>
                <a:cubicBezTo>
                  <a:pt x="1019131" y="117839"/>
                  <a:pt x="1016080" y="122709"/>
                  <a:pt x="1012035" y="126793"/>
                </a:cubicBezTo>
                <a:cubicBezTo>
                  <a:pt x="1007989" y="130874"/>
                  <a:pt x="1002964" y="134040"/>
                  <a:pt x="996959" y="136289"/>
                </a:cubicBezTo>
                <a:cubicBezTo>
                  <a:pt x="990955" y="138539"/>
                  <a:pt x="984003" y="139663"/>
                  <a:pt x="976105" y="139663"/>
                </a:cubicBezTo>
                <a:cubicBezTo>
                  <a:pt x="968976" y="139663"/>
                  <a:pt x="962763" y="138828"/>
                  <a:pt x="957465" y="137159"/>
                </a:cubicBezTo>
                <a:cubicBezTo>
                  <a:pt x="952167" y="135489"/>
                  <a:pt x="947688" y="133194"/>
                  <a:pt x="944028" y="130272"/>
                </a:cubicBezTo>
                <a:cubicBezTo>
                  <a:pt x="940367" y="127350"/>
                  <a:pt x="937461" y="123931"/>
                  <a:pt x="935310" y="120014"/>
                </a:cubicBezTo>
                <a:cubicBezTo>
                  <a:pt x="933159" y="116097"/>
                  <a:pt x="931633" y="111891"/>
                  <a:pt x="930734" y="107396"/>
                </a:cubicBezTo>
                <a:lnTo>
                  <a:pt x="948266" y="105374"/>
                </a:lnTo>
                <a:cubicBezTo>
                  <a:pt x="948972" y="107930"/>
                  <a:pt x="949968" y="110406"/>
                  <a:pt x="951252" y="112802"/>
                </a:cubicBezTo>
                <a:cubicBezTo>
                  <a:pt x="952537" y="115198"/>
                  <a:pt x="954286" y="117339"/>
                  <a:pt x="956502" y="119225"/>
                </a:cubicBezTo>
                <a:cubicBezTo>
                  <a:pt x="958718" y="121110"/>
                  <a:pt x="961447" y="122612"/>
                  <a:pt x="964690" y="123731"/>
                </a:cubicBezTo>
                <a:cubicBezTo>
                  <a:pt x="967933" y="124849"/>
                  <a:pt x="971866" y="125408"/>
                  <a:pt x="976490" y="125408"/>
                </a:cubicBezTo>
                <a:cubicBezTo>
                  <a:pt x="980985" y="125408"/>
                  <a:pt x="985063" y="124719"/>
                  <a:pt x="988723" y="123340"/>
                </a:cubicBezTo>
                <a:cubicBezTo>
                  <a:pt x="992384" y="121962"/>
                  <a:pt x="995515" y="119927"/>
                  <a:pt x="998115" y="117236"/>
                </a:cubicBezTo>
                <a:cubicBezTo>
                  <a:pt x="1000716" y="114543"/>
                  <a:pt x="1002723" y="111241"/>
                  <a:pt x="1004136" y="107330"/>
                </a:cubicBezTo>
                <a:cubicBezTo>
                  <a:pt x="1005549" y="103419"/>
                  <a:pt x="1006255" y="98931"/>
                  <a:pt x="1006255" y="93866"/>
                </a:cubicBezTo>
                <a:cubicBezTo>
                  <a:pt x="1006255" y="89699"/>
                  <a:pt x="1005581" y="85868"/>
                  <a:pt x="1004232" y="82374"/>
                </a:cubicBezTo>
                <a:cubicBezTo>
                  <a:pt x="1002884" y="78881"/>
                  <a:pt x="1000957" y="75868"/>
                  <a:pt x="998453" y="73335"/>
                </a:cubicBezTo>
                <a:cubicBezTo>
                  <a:pt x="995948" y="70803"/>
                  <a:pt x="992882" y="68831"/>
                  <a:pt x="989253" y="67421"/>
                </a:cubicBezTo>
                <a:cubicBezTo>
                  <a:pt x="985625" y="66010"/>
                  <a:pt x="981499" y="65305"/>
                  <a:pt x="976875" y="65305"/>
                </a:cubicBezTo>
                <a:cubicBezTo>
                  <a:pt x="973985" y="65305"/>
                  <a:pt x="971320" y="65561"/>
                  <a:pt x="968880" y="66075"/>
                </a:cubicBezTo>
                <a:cubicBezTo>
                  <a:pt x="966440" y="66589"/>
                  <a:pt x="964176" y="67295"/>
                  <a:pt x="962089" y="68194"/>
                </a:cubicBezTo>
                <a:cubicBezTo>
                  <a:pt x="960002" y="69093"/>
                  <a:pt x="958107" y="70137"/>
                  <a:pt x="956406" y="71325"/>
                </a:cubicBezTo>
                <a:cubicBezTo>
                  <a:pt x="954704" y="72513"/>
                  <a:pt x="953114" y="73749"/>
                  <a:pt x="951637" y="75033"/>
                </a:cubicBezTo>
                <a:lnTo>
                  <a:pt x="934684" y="75033"/>
                </a:lnTo>
                <a:lnTo>
                  <a:pt x="939211" y="1926"/>
                </a:lnTo>
                <a:lnTo>
                  <a:pt x="1016369" y="1926"/>
                </a:lnTo>
                <a:lnTo>
                  <a:pt x="1016369" y="16760"/>
                </a:lnTo>
                <a:lnTo>
                  <a:pt x="955009" y="16760"/>
                </a:lnTo>
                <a:lnTo>
                  <a:pt x="952408" y="59718"/>
                </a:lnTo>
                <a:cubicBezTo>
                  <a:pt x="955491" y="57342"/>
                  <a:pt x="959344" y="55303"/>
                  <a:pt x="963967" y="53602"/>
                </a:cubicBezTo>
                <a:cubicBezTo>
                  <a:pt x="968591" y="51900"/>
                  <a:pt x="974082" y="51049"/>
                  <a:pt x="980439" y="51049"/>
                </a:cubicBezTo>
                <a:cubicBezTo>
                  <a:pt x="987182" y="51049"/>
                  <a:pt x="993251" y="52078"/>
                  <a:pt x="998645" y="54135"/>
                </a:cubicBezTo>
                <a:cubicBezTo>
                  <a:pt x="1004040" y="56191"/>
                  <a:pt x="1008631" y="59100"/>
                  <a:pt x="1012420" y="62860"/>
                </a:cubicBezTo>
                <a:cubicBezTo>
                  <a:pt x="1016209" y="66621"/>
                  <a:pt x="1019131" y="71105"/>
                  <a:pt x="1021186" y="76312"/>
                </a:cubicBezTo>
                <a:cubicBezTo>
                  <a:pt x="1023241" y="81519"/>
                  <a:pt x="1024268" y="87240"/>
                  <a:pt x="1024268" y="934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71B42C-45D1-45E2-8B10-20389FDB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347" y="2130960"/>
            <a:ext cx="65760" cy="228654"/>
          </a:xfrm>
          <a:custGeom xmlns:a="http://schemas.openxmlformats.org/drawingml/2006/main">
            <a:pathLst>
              <a:path w="65760" h="228654">
                <a:moveTo>
                  <a:pt x="0" y="0"/>
                </a:moveTo>
                <a:lnTo>
                  <a:pt x="65760" y="0"/>
                </a:lnTo>
                <a:lnTo>
                  <a:pt x="65760" y="228654"/>
                </a:lnTo>
                <a:lnTo>
                  <a:pt x="0" y="22865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1FF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50000+74">
            <a:extLst xmlns:a="http://schemas.openxmlformats.org/drawingml/2006/main">
              <a:ext uri="{FF2B5EF4-FFF2-40B4-BE49-F238E27FC236}">
                <a16:creationId xmlns:a16="http://schemas.microsoft.com/office/drawing/2014/main" id="{B0568EB5-6866-4C10-B497-EC17113A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379" y="2176594"/>
            <a:ext cx="924214" cy="139663"/>
          </a:xfrm>
          <a:custGeom xmlns:a="http://schemas.openxmlformats.org/drawingml/2006/main">
            <a:pathLst>
              <a:path w="924214" h="139663">
                <a:moveTo>
                  <a:pt x="93534" y="93475"/>
                </a:moveTo>
                <a:cubicBezTo>
                  <a:pt x="93534" y="100290"/>
                  <a:pt x="92506" y="106525"/>
                  <a:pt x="90451" y="112182"/>
                </a:cubicBezTo>
                <a:cubicBezTo>
                  <a:pt x="88396" y="117839"/>
                  <a:pt x="85346" y="122709"/>
                  <a:pt x="81300" y="126793"/>
                </a:cubicBezTo>
                <a:cubicBezTo>
                  <a:pt x="77255" y="130874"/>
                  <a:pt x="72229" y="134040"/>
                  <a:pt x="66225" y="136289"/>
                </a:cubicBezTo>
                <a:cubicBezTo>
                  <a:pt x="60221" y="138539"/>
                  <a:pt x="53269" y="139663"/>
                  <a:pt x="45370" y="139663"/>
                </a:cubicBezTo>
                <a:cubicBezTo>
                  <a:pt x="38242" y="139663"/>
                  <a:pt x="32029" y="138828"/>
                  <a:pt x="26731" y="137159"/>
                </a:cubicBezTo>
                <a:cubicBezTo>
                  <a:pt x="21433" y="135489"/>
                  <a:pt x="16954" y="133194"/>
                  <a:pt x="13293" y="130272"/>
                </a:cubicBezTo>
                <a:cubicBezTo>
                  <a:pt x="9633" y="127350"/>
                  <a:pt x="6727" y="123931"/>
                  <a:pt x="4576" y="120014"/>
                </a:cubicBezTo>
                <a:cubicBezTo>
                  <a:pt x="2424" y="116097"/>
                  <a:pt x="899" y="111891"/>
                  <a:pt x="0" y="107396"/>
                </a:cubicBezTo>
                <a:lnTo>
                  <a:pt x="17532" y="105374"/>
                </a:lnTo>
                <a:cubicBezTo>
                  <a:pt x="18238" y="107930"/>
                  <a:pt x="19233" y="110406"/>
                  <a:pt x="20518" y="112802"/>
                </a:cubicBezTo>
                <a:cubicBezTo>
                  <a:pt x="21802" y="115198"/>
                  <a:pt x="23552" y="117339"/>
                  <a:pt x="25768" y="119225"/>
                </a:cubicBezTo>
                <a:cubicBezTo>
                  <a:pt x="27983" y="121110"/>
                  <a:pt x="30712" y="122612"/>
                  <a:pt x="33955" y="123731"/>
                </a:cubicBezTo>
                <a:cubicBezTo>
                  <a:pt x="37198" y="124849"/>
                  <a:pt x="41132" y="125408"/>
                  <a:pt x="45755" y="125408"/>
                </a:cubicBezTo>
                <a:cubicBezTo>
                  <a:pt x="50251" y="125408"/>
                  <a:pt x="54329" y="124719"/>
                  <a:pt x="57989" y="123340"/>
                </a:cubicBezTo>
                <a:cubicBezTo>
                  <a:pt x="61650" y="121962"/>
                  <a:pt x="64780" y="119927"/>
                  <a:pt x="67381" y="117236"/>
                </a:cubicBezTo>
                <a:cubicBezTo>
                  <a:pt x="69982" y="114543"/>
                  <a:pt x="71989" y="111241"/>
                  <a:pt x="73401" y="107330"/>
                </a:cubicBezTo>
                <a:cubicBezTo>
                  <a:pt x="74814" y="103419"/>
                  <a:pt x="75521" y="98931"/>
                  <a:pt x="75521" y="93866"/>
                </a:cubicBezTo>
                <a:cubicBezTo>
                  <a:pt x="75521" y="89699"/>
                  <a:pt x="74846" y="85868"/>
                  <a:pt x="73498" y="82374"/>
                </a:cubicBezTo>
                <a:cubicBezTo>
                  <a:pt x="72149" y="78881"/>
                  <a:pt x="70223" y="75868"/>
                  <a:pt x="67718" y="73335"/>
                </a:cubicBezTo>
                <a:cubicBezTo>
                  <a:pt x="65214" y="70803"/>
                  <a:pt x="62147" y="68831"/>
                  <a:pt x="58519" y="67421"/>
                </a:cubicBezTo>
                <a:cubicBezTo>
                  <a:pt x="54891" y="66010"/>
                  <a:pt x="50765" y="65305"/>
                  <a:pt x="46141" y="65305"/>
                </a:cubicBezTo>
                <a:cubicBezTo>
                  <a:pt x="43251" y="65305"/>
                  <a:pt x="40586" y="65561"/>
                  <a:pt x="38146" y="66075"/>
                </a:cubicBezTo>
                <a:cubicBezTo>
                  <a:pt x="35705" y="66589"/>
                  <a:pt x="33442" y="67295"/>
                  <a:pt x="31355" y="68194"/>
                </a:cubicBezTo>
                <a:cubicBezTo>
                  <a:pt x="29267" y="69093"/>
                  <a:pt x="27373" y="70137"/>
                  <a:pt x="25671" y="71325"/>
                </a:cubicBezTo>
                <a:cubicBezTo>
                  <a:pt x="23969" y="72513"/>
                  <a:pt x="22380" y="73749"/>
                  <a:pt x="20903" y="75033"/>
                </a:cubicBezTo>
                <a:lnTo>
                  <a:pt x="3949" y="75033"/>
                </a:lnTo>
                <a:lnTo>
                  <a:pt x="8477" y="1926"/>
                </a:lnTo>
                <a:lnTo>
                  <a:pt x="85635" y="1926"/>
                </a:lnTo>
                <a:lnTo>
                  <a:pt x="85635" y="16760"/>
                </a:lnTo>
                <a:lnTo>
                  <a:pt x="24274" y="16760"/>
                </a:lnTo>
                <a:lnTo>
                  <a:pt x="21674" y="59718"/>
                </a:lnTo>
                <a:cubicBezTo>
                  <a:pt x="24756" y="57342"/>
                  <a:pt x="28609" y="55303"/>
                  <a:pt x="33233" y="53602"/>
                </a:cubicBezTo>
                <a:cubicBezTo>
                  <a:pt x="37857" y="51900"/>
                  <a:pt x="43347" y="51049"/>
                  <a:pt x="49705" y="51049"/>
                </a:cubicBezTo>
                <a:cubicBezTo>
                  <a:pt x="56448" y="51049"/>
                  <a:pt x="62516" y="52078"/>
                  <a:pt x="67911" y="54135"/>
                </a:cubicBezTo>
                <a:cubicBezTo>
                  <a:pt x="73305" y="56191"/>
                  <a:pt x="77897" y="59100"/>
                  <a:pt x="81686" y="62860"/>
                </a:cubicBezTo>
                <a:cubicBezTo>
                  <a:pt x="85474" y="66621"/>
                  <a:pt x="88396" y="71105"/>
                  <a:pt x="90451" y="76312"/>
                </a:cubicBezTo>
                <a:cubicBezTo>
                  <a:pt x="92506" y="81519"/>
                  <a:pt x="93534" y="87240"/>
                  <a:pt x="93534" y="93475"/>
                </a:cubicBezTo>
                <a:close/>
                <a:moveTo>
                  <a:pt x="203799" y="69832"/>
                </a:moveTo>
                <a:cubicBezTo>
                  <a:pt x="203799" y="82867"/>
                  <a:pt x="202562" y="93831"/>
                  <a:pt x="200090" y="102725"/>
                </a:cubicBezTo>
                <a:cubicBezTo>
                  <a:pt x="197618" y="111618"/>
                  <a:pt x="194246" y="118810"/>
                  <a:pt x="189976" y="124300"/>
                </a:cubicBezTo>
                <a:cubicBezTo>
                  <a:pt x="185705" y="129790"/>
                  <a:pt x="180680" y="133724"/>
                  <a:pt x="174900" y="136099"/>
                </a:cubicBezTo>
                <a:cubicBezTo>
                  <a:pt x="169121" y="138475"/>
                  <a:pt x="162956" y="139663"/>
                  <a:pt x="156406" y="139663"/>
                </a:cubicBezTo>
                <a:cubicBezTo>
                  <a:pt x="149791" y="139663"/>
                  <a:pt x="143626" y="138475"/>
                  <a:pt x="137911" y="136099"/>
                </a:cubicBezTo>
                <a:cubicBezTo>
                  <a:pt x="132195" y="133724"/>
                  <a:pt x="127234" y="129807"/>
                  <a:pt x="123028" y="124348"/>
                </a:cubicBezTo>
                <a:cubicBezTo>
                  <a:pt x="118822" y="118890"/>
                  <a:pt x="115515" y="111715"/>
                  <a:pt x="113106" y="102821"/>
                </a:cubicBezTo>
                <a:cubicBezTo>
                  <a:pt x="110698" y="93928"/>
                  <a:pt x="109494" y="82931"/>
                  <a:pt x="109494" y="69832"/>
                </a:cubicBezTo>
                <a:cubicBezTo>
                  <a:pt x="109494" y="56154"/>
                  <a:pt x="110698" y="44837"/>
                  <a:pt x="113106" y="35879"/>
                </a:cubicBezTo>
                <a:cubicBezTo>
                  <a:pt x="115515" y="26921"/>
                  <a:pt x="118838" y="19778"/>
                  <a:pt x="123076" y="14448"/>
                </a:cubicBezTo>
                <a:cubicBezTo>
                  <a:pt x="127315" y="9118"/>
                  <a:pt x="132324" y="5378"/>
                  <a:pt x="138103" y="3227"/>
                </a:cubicBezTo>
                <a:cubicBezTo>
                  <a:pt x="143883" y="1076"/>
                  <a:pt x="150176" y="0"/>
                  <a:pt x="156984" y="0"/>
                </a:cubicBezTo>
                <a:cubicBezTo>
                  <a:pt x="163470" y="0"/>
                  <a:pt x="169554" y="1076"/>
                  <a:pt x="175238" y="3227"/>
                </a:cubicBezTo>
                <a:cubicBezTo>
                  <a:pt x="180921" y="5378"/>
                  <a:pt x="185882" y="9118"/>
                  <a:pt x="190120" y="14448"/>
                </a:cubicBezTo>
                <a:cubicBezTo>
                  <a:pt x="194359" y="19778"/>
                  <a:pt x="197698" y="26921"/>
                  <a:pt x="200138" y="35879"/>
                </a:cubicBezTo>
                <a:cubicBezTo>
                  <a:pt x="202579" y="44837"/>
                  <a:pt x="203799" y="56154"/>
                  <a:pt x="203799" y="69832"/>
                </a:cubicBezTo>
                <a:moveTo>
                  <a:pt x="186171" y="69783"/>
                </a:moveTo>
                <a:cubicBezTo>
                  <a:pt x="186171" y="59006"/>
                  <a:pt x="185529" y="50040"/>
                  <a:pt x="184244" y="42886"/>
                </a:cubicBezTo>
                <a:cubicBezTo>
                  <a:pt x="182960" y="35733"/>
                  <a:pt x="181065" y="30023"/>
                  <a:pt x="178561" y="25756"/>
                </a:cubicBezTo>
                <a:cubicBezTo>
                  <a:pt x="176056" y="21488"/>
                  <a:pt x="172990" y="18472"/>
                  <a:pt x="169362" y="16708"/>
                </a:cubicBezTo>
                <a:cubicBezTo>
                  <a:pt x="165733" y="14945"/>
                  <a:pt x="161607" y="14063"/>
                  <a:pt x="156984" y="14063"/>
                </a:cubicBezTo>
                <a:cubicBezTo>
                  <a:pt x="152103" y="14063"/>
                  <a:pt x="147800" y="14961"/>
                  <a:pt x="144076" y="16757"/>
                </a:cubicBezTo>
                <a:cubicBezTo>
                  <a:pt x="140351" y="18553"/>
                  <a:pt x="137220" y="21585"/>
                  <a:pt x="134684" y="25853"/>
                </a:cubicBezTo>
                <a:cubicBezTo>
                  <a:pt x="132147" y="30119"/>
                  <a:pt x="130237" y="35829"/>
                  <a:pt x="128952" y="42983"/>
                </a:cubicBezTo>
                <a:cubicBezTo>
                  <a:pt x="127668" y="50136"/>
                  <a:pt x="127026" y="59070"/>
                  <a:pt x="127026" y="69783"/>
                </a:cubicBezTo>
                <a:cubicBezTo>
                  <a:pt x="127026" y="80178"/>
                  <a:pt x="127684" y="88936"/>
                  <a:pt x="129000" y="96058"/>
                </a:cubicBezTo>
                <a:cubicBezTo>
                  <a:pt x="130317" y="103177"/>
                  <a:pt x="132244" y="108903"/>
                  <a:pt x="134780" y="113236"/>
                </a:cubicBezTo>
                <a:cubicBezTo>
                  <a:pt x="137317" y="117566"/>
                  <a:pt x="140415" y="120677"/>
                  <a:pt x="144076" y="122570"/>
                </a:cubicBezTo>
                <a:cubicBezTo>
                  <a:pt x="147736" y="124462"/>
                  <a:pt x="151910" y="125408"/>
                  <a:pt x="156598" y="125408"/>
                </a:cubicBezTo>
                <a:cubicBezTo>
                  <a:pt x="161158" y="125408"/>
                  <a:pt x="165268" y="124462"/>
                  <a:pt x="168928" y="122570"/>
                </a:cubicBezTo>
                <a:cubicBezTo>
                  <a:pt x="172589" y="120677"/>
                  <a:pt x="175687" y="117566"/>
                  <a:pt x="178224" y="113236"/>
                </a:cubicBezTo>
                <a:cubicBezTo>
                  <a:pt x="180760" y="108903"/>
                  <a:pt x="182719" y="103177"/>
                  <a:pt x="184100" y="96058"/>
                </a:cubicBezTo>
                <a:cubicBezTo>
                  <a:pt x="185480" y="88936"/>
                  <a:pt x="186171" y="80178"/>
                  <a:pt x="186171" y="69783"/>
                </a:cubicBezTo>
                <a:close/>
                <a:moveTo>
                  <a:pt x="313486" y="69832"/>
                </a:moveTo>
                <a:cubicBezTo>
                  <a:pt x="313486" y="82867"/>
                  <a:pt x="312249" y="93831"/>
                  <a:pt x="309777" y="102725"/>
                </a:cubicBezTo>
                <a:cubicBezTo>
                  <a:pt x="307305" y="111618"/>
                  <a:pt x="303933" y="118810"/>
                  <a:pt x="299663" y="124300"/>
                </a:cubicBezTo>
                <a:cubicBezTo>
                  <a:pt x="295392" y="129790"/>
                  <a:pt x="290367" y="133724"/>
                  <a:pt x="284587" y="136099"/>
                </a:cubicBezTo>
                <a:cubicBezTo>
                  <a:pt x="278808" y="138475"/>
                  <a:pt x="272643" y="139663"/>
                  <a:pt x="266092" y="139663"/>
                </a:cubicBezTo>
                <a:cubicBezTo>
                  <a:pt x="259478" y="139663"/>
                  <a:pt x="253313" y="138475"/>
                  <a:pt x="247598" y="136099"/>
                </a:cubicBezTo>
                <a:cubicBezTo>
                  <a:pt x="241882" y="133724"/>
                  <a:pt x="236921" y="129807"/>
                  <a:pt x="232715" y="124348"/>
                </a:cubicBezTo>
                <a:cubicBezTo>
                  <a:pt x="228509" y="118890"/>
                  <a:pt x="225202" y="111715"/>
                  <a:pt x="222793" y="102821"/>
                </a:cubicBezTo>
                <a:cubicBezTo>
                  <a:pt x="220385" y="93928"/>
                  <a:pt x="219181" y="82931"/>
                  <a:pt x="219181" y="69832"/>
                </a:cubicBezTo>
                <a:cubicBezTo>
                  <a:pt x="219181" y="56154"/>
                  <a:pt x="220385" y="44837"/>
                  <a:pt x="222793" y="35879"/>
                </a:cubicBezTo>
                <a:cubicBezTo>
                  <a:pt x="225202" y="26921"/>
                  <a:pt x="228525" y="19778"/>
                  <a:pt x="232763" y="14448"/>
                </a:cubicBezTo>
                <a:cubicBezTo>
                  <a:pt x="237002" y="9118"/>
                  <a:pt x="242011" y="5378"/>
                  <a:pt x="247790" y="3227"/>
                </a:cubicBezTo>
                <a:cubicBezTo>
                  <a:pt x="253570" y="1076"/>
                  <a:pt x="259863" y="0"/>
                  <a:pt x="266670" y="0"/>
                </a:cubicBezTo>
                <a:cubicBezTo>
                  <a:pt x="273156" y="0"/>
                  <a:pt x="279241" y="1076"/>
                  <a:pt x="284924" y="3227"/>
                </a:cubicBezTo>
                <a:cubicBezTo>
                  <a:pt x="290608" y="5378"/>
                  <a:pt x="295569" y="9118"/>
                  <a:pt x="299807" y="14448"/>
                </a:cubicBezTo>
                <a:cubicBezTo>
                  <a:pt x="304045" y="19778"/>
                  <a:pt x="307385" y="26921"/>
                  <a:pt x="309825" y="35879"/>
                </a:cubicBezTo>
                <a:cubicBezTo>
                  <a:pt x="312265" y="44837"/>
                  <a:pt x="313486" y="56154"/>
                  <a:pt x="313486" y="69832"/>
                </a:cubicBezTo>
                <a:moveTo>
                  <a:pt x="295858" y="69783"/>
                </a:moveTo>
                <a:cubicBezTo>
                  <a:pt x="295858" y="59006"/>
                  <a:pt x="295215" y="50040"/>
                  <a:pt x="293931" y="42886"/>
                </a:cubicBezTo>
                <a:cubicBezTo>
                  <a:pt x="292647" y="35733"/>
                  <a:pt x="290752" y="30023"/>
                  <a:pt x="288248" y="25756"/>
                </a:cubicBezTo>
                <a:cubicBezTo>
                  <a:pt x="285743" y="21488"/>
                  <a:pt x="282677" y="18472"/>
                  <a:pt x="279048" y="16708"/>
                </a:cubicBezTo>
                <a:cubicBezTo>
                  <a:pt x="275420" y="14945"/>
                  <a:pt x="271294" y="14063"/>
                  <a:pt x="266670" y="14063"/>
                </a:cubicBezTo>
                <a:cubicBezTo>
                  <a:pt x="261790" y="14063"/>
                  <a:pt x="257487" y="14961"/>
                  <a:pt x="253763" y="16757"/>
                </a:cubicBezTo>
                <a:cubicBezTo>
                  <a:pt x="250038" y="18553"/>
                  <a:pt x="246907" y="21585"/>
                  <a:pt x="244371" y="25853"/>
                </a:cubicBezTo>
                <a:cubicBezTo>
                  <a:pt x="241834" y="30119"/>
                  <a:pt x="239924" y="35829"/>
                  <a:pt x="238639" y="42983"/>
                </a:cubicBezTo>
                <a:cubicBezTo>
                  <a:pt x="237355" y="50136"/>
                  <a:pt x="236713" y="59070"/>
                  <a:pt x="236713" y="69783"/>
                </a:cubicBezTo>
                <a:cubicBezTo>
                  <a:pt x="236713" y="80178"/>
                  <a:pt x="237371" y="88936"/>
                  <a:pt x="238687" y="96058"/>
                </a:cubicBezTo>
                <a:cubicBezTo>
                  <a:pt x="240004" y="103177"/>
                  <a:pt x="241930" y="108903"/>
                  <a:pt x="244467" y="113236"/>
                </a:cubicBezTo>
                <a:cubicBezTo>
                  <a:pt x="247004" y="117566"/>
                  <a:pt x="250102" y="120677"/>
                  <a:pt x="253763" y="122570"/>
                </a:cubicBezTo>
                <a:cubicBezTo>
                  <a:pt x="257423" y="124462"/>
                  <a:pt x="261597" y="125408"/>
                  <a:pt x="266285" y="125408"/>
                </a:cubicBezTo>
                <a:cubicBezTo>
                  <a:pt x="270845" y="125408"/>
                  <a:pt x="274955" y="124462"/>
                  <a:pt x="278615" y="122570"/>
                </a:cubicBezTo>
                <a:cubicBezTo>
                  <a:pt x="282275" y="120677"/>
                  <a:pt x="285374" y="117566"/>
                  <a:pt x="287911" y="113236"/>
                </a:cubicBezTo>
                <a:cubicBezTo>
                  <a:pt x="290447" y="108903"/>
                  <a:pt x="292406" y="103177"/>
                  <a:pt x="293787" y="96058"/>
                </a:cubicBezTo>
                <a:cubicBezTo>
                  <a:pt x="295167" y="88936"/>
                  <a:pt x="295858" y="80178"/>
                  <a:pt x="295858" y="69783"/>
                </a:cubicBezTo>
                <a:close/>
                <a:moveTo>
                  <a:pt x="423173" y="69832"/>
                </a:moveTo>
                <a:cubicBezTo>
                  <a:pt x="423173" y="82867"/>
                  <a:pt x="421937" y="93831"/>
                  <a:pt x="419464" y="102725"/>
                </a:cubicBezTo>
                <a:cubicBezTo>
                  <a:pt x="416992" y="111618"/>
                  <a:pt x="413620" y="118810"/>
                  <a:pt x="409350" y="124300"/>
                </a:cubicBezTo>
                <a:cubicBezTo>
                  <a:pt x="405079" y="129790"/>
                  <a:pt x="400054" y="133724"/>
                  <a:pt x="394275" y="136099"/>
                </a:cubicBezTo>
                <a:cubicBezTo>
                  <a:pt x="388495" y="138475"/>
                  <a:pt x="382330" y="139663"/>
                  <a:pt x="375780" y="139663"/>
                </a:cubicBezTo>
                <a:cubicBezTo>
                  <a:pt x="369165" y="139663"/>
                  <a:pt x="363000" y="138475"/>
                  <a:pt x="357285" y="136099"/>
                </a:cubicBezTo>
                <a:cubicBezTo>
                  <a:pt x="351570" y="133724"/>
                  <a:pt x="346609" y="129807"/>
                  <a:pt x="342402" y="124348"/>
                </a:cubicBezTo>
                <a:cubicBezTo>
                  <a:pt x="338196" y="118890"/>
                  <a:pt x="334889" y="111715"/>
                  <a:pt x="332481" y="102821"/>
                </a:cubicBezTo>
                <a:cubicBezTo>
                  <a:pt x="330073" y="93928"/>
                  <a:pt x="328868" y="82931"/>
                  <a:pt x="328868" y="69832"/>
                </a:cubicBezTo>
                <a:cubicBezTo>
                  <a:pt x="328868" y="56154"/>
                  <a:pt x="330073" y="44837"/>
                  <a:pt x="332481" y="35879"/>
                </a:cubicBezTo>
                <a:cubicBezTo>
                  <a:pt x="334889" y="26921"/>
                  <a:pt x="338212" y="19778"/>
                  <a:pt x="342451" y="14448"/>
                </a:cubicBezTo>
                <a:cubicBezTo>
                  <a:pt x="346689" y="9118"/>
                  <a:pt x="351698" y="5378"/>
                  <a:pt x="357478" y="3227"/>
                </a:cubicBezTo>
                <a:cubicBezTo>
                  <a:pt x="363257" y="1076"/>
                  <a:pt x="369551" y="0"/>
                  <a:pt x="376358" y="0"/>
                </a:cubicBezTo>
                <a:cubicBezTo>
                  <a:pt x="382844" y="0"/>
                  <a:pt x="388929" y="1076"/>
                  <a:pt x="394612" y="3227"/>
                </a:cubicBezTo>
                <a:cubicBezTo>
                  <a:pt x="400295" y="5378"/>
                  <a:pt x="405256" y="9118"/>
                  <a:pt x="409494" y="14448"/>
                </a:cubicBezTo>
                <a:cubicBezTo>
                  <a:pt x="413733" y="19778"/>
                  <a:pt x="417072" y="26921"/>
                  <a:pt x="419513" y="35879"/>
                </a:cubicBezTo>
                <a:cubicBezTo>
                  <a:pt x="421953" y="44837"/>
                  <a:pt x="423173" y="56154"/>
                  <a:pt x="423173" y="69832"/>
                </a:cubicBezTo>
                <a:moveTo>
                  <a:pt x="405545" y="69783"/>
                </a:moveTo>
                <a:cubicBezTo>
                  <a:pt x="405545" y="59006"/>
                  <a:pt x="404903" y="50040"/>
                  <a:pt x="403618" y="42886"/>
                </a:cubicBezTo>
                <a:cubicBezTo>
                  <a:pt x="402334" y="35733"/>
                  <a:pt x="400440" y="30023"/>
                  <a:pt x="397935" y="25756"/>
                </a:cubicBezTo>
                <a:cubicBezTo>
                  <a:pt x="395431" y="21488"/>
                  <a:pt x="392364" y="18472"/>
                  <a:pt x="388736" y="16708"/>
                </a:cubicBezTo>
                <a:cubicBezTo>
                  <a:pt x="385108" y="14945"/>
                  <a:pt x="380982" y="14063"/>
                  <a:pt x="376358" y="14063"/>
                </a:cubicBezTo>
                <a:cubicBezTo>
                  <a:pt x="371477" y="14063"/>
                  <a:pt x="367175" y="14961"/>
                  <a:pt x="363450" y="16757"/>
                </a:cubicBezTo>
                <a:cubicBezTo>
                  <a:pt x="359725" y="18553"/>
                  <a:pt x="356595" y="21585"/>
                  <a:pt x="354058" y="25853"/>
                </a:cubicBezTo>
                <a:cubicBezTo>
                  <a:pt x="351521" y="30119"/>
                  <a:pt x="349611" y="35829"/>
                  <a:pt x="348327" y="42983"/>
                </a:cubicBezTo>
                <a:cubicBezTo>
                  <a:pt x="347042" y="50136"/>
                  <a:pt x="346400" y="59070"/>
                  <a:pt x="346400" y="69783"/>
                </a:cubicBezTo>
                <a:cubicBezTo>
                  <a:pt x="346400" y="80178"/>
                  <a:pt x="347058" y="88936"/>
                  <a:pt x="348375" y="96058"/>
                </a:cubicBezTo>
                <a:cubicBezTo>
                  <a:pt x="349691" y="103177"/>
                  <a:pt x="351618" y="108903"/>
                  <a:pt x="354154" y="113236"/>
                </a:cubicBezTo>
                <a:cubicBezTo>
                  <a:pt x="356691" y="117566"/>
                  <a:pt x="359790" y="120677"/>
                  <a:pt x="363450" y="122570"/>
                </a:cubicBezTo>
                <a:cubicBezTo>
                  <a:pt x="367110" y="124462"/>
                  <a:pt x="371285" y="125408"/>
                  <a:pt x="375973" y="125408"/>
                </a:cubicBezTo>
                <a:cubicBezTo>
                  <a:pt x="380532" y="125408"/>
                  <a:pt x="384642" y="124462"/>
                  <a:pt x="388302" y="122570"/>
                </a:cubicBezTo>
                <a:cubicBezTo>
                  <a:pt x="391963" y="120677"/>
                  <a:pt x="395061" y="117566"/>
                  <a:pt x="397598" y="113236"/>
                </a:cubicBezTo>
                <a:cubicBezTo>
                  <a:pt x="400135" y="108903"/>
                  <a:pt x="402093" y="103177"/>
                  <a:pt x="403474" y="96058"/>
                </a:cubicBezTo>
                <a:cubicBezTo>
                  <a:pt x="404855" y="88936"/>
                  <a:pt x="405545" y="80178"/>
                  <a:pt x="405545" y="69783"/>
                </a:cubicBezTo>
                <a:close/>
                <a:moveTo>
                  <a:pt x="532860" y="69832"/>
                </a:moveTo>
                <a:cubicBezTo>
                  <a:pt x="532860" y="82867"/>
                  <a:pt x="531623" y="93831"/>
                  <a:pt x="529151" y="102725"/>
                </a:cubicBezTo>
                <a:cubicBezTo>
                  <a:pt x="526679" y="111618"/>
                  <a:pt x="523307" y="118810"/>
                  <a:pt x="519037" y="124300"/>
                </a:cubicBezTo>
                <a:cubicBezTo>
                  <a:pt x="514766" y="129790"/>
                  <a:pt x="509741" y="133724"/>
                  <a:pt x="503961" y="136099"/>
                </a:cubicBezTo>
                <a:cubicBezTo>
                  <a:pt x="498182" y="138475"/>
                  <a:pt x="492017" y="139663"/>
                  <a:pt x="485466" y="139663"/>
                </a:cubicBezTo>
                <a:cubicBezTo>
                  <a:pt x="478852" y="139663"/>
                  <a:pt x="472687" y="138475"/>
                  <a:pt x="466972" y="136099"/>
                </a:cubicBezTo>
                <a:cubicBezTo>
                  <a:pt x="461256" y="133724"/>
                  <a:pt x="456295" y="129807"/>
                  <a:pt x="452089" y="124348"/>
                </a:cubicBezTo>
                <a:cubicBezTo>
                  <a:pt x="447883" y="118890"/>
                  <a:pt x="444575" y="111715"/>
                  <a:pt x="442167" y="102821"/>
                </a:cubicBezTo>
                <a:cubicBezTo>
                  <a:pt x="439759" y="93928"/>
                  <a:pt x="438555" y="82931"/>
                  <a:pt x="438555" y="69832"/>
                </a:cubicBezTo>
                <a:cubicBezTo>
                  <a:pt x="438555" y="56154"/>
                  <a:pt x="439759" y="44837"/>
                  <a:pt x="442167" y="35879"/>
                </a:cubicBezTo>
                <a:cubicBezTo>
                  <a:pt x="444575" y="26921"/>
                  <a:pt x="447899" y="19778"/>
                  <a:pt x="452137" y="14448"/>
                </a:cubicBezTo>
                <a:cubicBezTo>
                  <a:pt x="456376" y="9118"/>
                  <a:pt x="461385" y="5378"/>
                  <a:pt x="467164" y="3227"/>
                </a:cubicBezTo>
                <a:cubicBezTo>
                  <a:pt x="472944" y="1076"/>
                  <a:pt x="479237" y="0"/>
                  <a:pt x="486044" y="0"/>
                </a:cubicBezTo>
                <a:cubicBezTo>
                  <a:pt x="492530" y="0"/>
                  <a:pt x="498615" y="1076"/>
                  <a:pt x="504298" y="3227"/>
                </a:cubicBezTo>
                <a:cubicBezTo>
                  <a:pt x="509982" y="5378"/>
                  <a:pt x="514943" y="9118"/>
                  <a:pt x="519181" y="14448"/>
                </a:cubicBezTo>
                <a:cubicBezTo>
                  <a:pt x="523419" y="19778"/>
                  <a:pt x="526759" y="26921"/>
                  <a:pt x="529199" y="35879"/>
                </a:cubicBezTo>
                <a:cubicBezTo>
                  <a:pt x="531639" y="44837"/>
                  <a:pt x="532860" y="56154"/>
                  <a:pt x="532860" y="69832"/>
                </a:cubicBezTo>
                <a:moveTo>
                  <a:pt x="515232" y="69783"/>
                </a:moveTo>
                <a:cubicBezTo>
                  <a:pt x="515232" y="59006"/>
                  <a:pt x="514589" y="50040"/>
                  <a:pt x="513305" y="42886"/>
                </a:cubicBezTo>
                <a:cubicBezTo>
                  <a:pt x="512021" y="35733"/>
                  <a:pt x="510126" y="30023"/>
                  <a:pt x="507622" y="25756"/>
                </a:cubicBezTo>
                <a:cubicBezTo>
                  <a:pt x="505117" y="21488"/>
                  <a:pt x="502051" y="18472"/>
                  <a:pt x="498422" y="16708"/>
                </a:cubicBezTo>
                <a:cubicBezTo>
                  <a:pt x="494794" y="14945"/>
                  <a:pt x="490668" y="14063"/>
                  <a:pt x="486044" y="14063"/>
                </a:cubicBezTo>
                <a:cubicBezTo>
                  <a:pt x="481164" y="14063"/>
                  <a:pt x="476861" y="14961"/>
                  <a:pt x="473137" y="16757"/>
                </a:cubicBezTo>
                <a:cubicBezTo>
                  <a:pt x="469412" y="18553"/>
                  <a:pt x="466281" y="21585"/>
                  <a:pt x="463745" y="25853"/>
                </a:cubicBezTo>
                <a:cubicBezTo>
                  <a:pt x="461208" y="30119"/>
                  <a:pt x="459298" y="35829"/>
                  <a:pt x="458013" y="42983"/>
                </a:cubicBezTo>
                <a:cubicBezTo>
                  <a:pt x="456729" y="50136"/>
                  <a:pt x="456087" y="59070"/>
                  <a:pt x="456087" y="69783"/>
                </a:cubicBezTo>
                <a:cubicBezTo>
                  <a:pt x="456087" y="80178"/>
                  <a:pt x="456745" y="88936"/>
                  <a:pt x="458061" y="96058"/>
                </a:cubicBezTo>
                <a:cubicBezTo>
                  <a:pt x="459378" y="103177"/>
                  <a:pt x="461304" y="108903"/>
                  <a:pt x="463841" y="113236"/>
                </a:cubicBezTo>
                <a:cubicBezTo>
                  <a:pt x="466378" y="117566"/>
                  <a:pt x="469476" y="120677"/>
                  <a:pt x="473137" y="122570"/>
                </a:cubicBezTo>
                <a:cubicBezTo>
                  <a:pt x="476797" y="124462"/>
                  <a:pt x="480971" y="125408"/>
                  <a:pt x="485659" y="125408"/>
                </a:cubicBezTo>
                <a:cubicBezTo>
                  <a:pt x="490219" y="125408"/>
                  <a:pt x="494329" y="124462"/>
                  <a:pt x="497989" y="122570"/>
                </a:cubicBezTo>
                <a:cubicBezTo>
                  <a:pt x="501649" y="120677"/>
                  <a:pt x="504748" y="117566"/>
                  <a:pt x="507285" y="113236"/>
                </a:cubicBezTo>
                <a:cubicBezTo>
                  <a:pt x="509821" y="108903"/>
                  <a:pt x="511780" y="103177"/>
                  <a:pt x="513161" y="96058"/>
                </a:cubicBezTo>
                <a:cubicBezTo>
                  <a:pt x="514541" y="88936"/>
                  <a:pt x="515232" y="80178"/>
                  <a:pt x="515232" y="69783"/>
                </a:cubicBezTo>
                <a:close/>
                <a:moveTo>
                  <a:pt x="605172" y="79175"/>
                </a:moveTo>
                <a:lnTo>
                  <a:pt x="605172" y="120399"/>
                </a:lnTo>
                <a:lnTo>
                  <a:pt x="591012" y="120399"/>
                </a:lnTo>
                <a:lnTo>
                  <a:pt x="591012" y="79175"/>
                </a:lnTo>
                <a:lnTo>
                  <a:pt x="550169" y="79175"/>
                </a:lnTo>
                <a:lnTo>
                  <a:pt x="550169" y="65112"/>
                </a:lnTo>
                <a:lnTo>
                  <a:pt x="591012" y="65112"/>
                </a:lnTo>
                <a:lnTo>
                  <a:pt x="591012" y="23887"/>
                </a:lnTo>
                <a:lnTo>
                  <a:pt x="605172" y="23887"/>
                </a:lnTo>
                <a:lnTo>
                  <a:pt x="605172" y="65112"/>
                </a:lnTo>
                <a:lnTo>
                  <a:pt x="646014" y="65112"/>
                </a:lnTo>
                <a:lnTo>
                  <a:pt x="646014" y="79175"/>
                </a:lnTo>
                <a:lnTo>
                  <a:pt x="605172" y="79175"/>
                </a:lnTo>
                <a:close/>
                <a:moveTo>
                  <a:pt x="810385" y="16085"/>
                </a:moveTo>
                <a:cubicBezTo>
                  <a:pt x="803578" y="26488"/>
                  <a:pt x="797317" y="36489"/>
                  <a:pt x="791601" y="46089"/>
                </a:cubicBezTo>
                <a:cubicBezTo>
                  <a:pt x="785886" y="55689"/>
                  <a:pt x="780973" y="65353"/>
                  <a:pt x="776863" y="75081"/>
                </a:cubicBezTo>
                <a:cubicBezTo>
                  <a:pt x="772753" y="84809"/>
                  <a:pt x="769558" y="94794"/>
                  <a:pt x="767278" y="105036"/>
                </a:cubicBezTo>
                <a:cubicBezTo>
                  <a:pt x="764999" y="115278"/>
                  <a:pt x="763859" y="126179"/>
                  <a:pt x="763859" y="137737"/>
                </a:cubicBezTo>
                <a:lnTo>
                  <a:pt x="745749" y="137737"/>
                </a:lnTo>
                <a:cubicBezTo>
                  <a:pt x="745749" y="126885"/>
                  <a:pt x="747034" y="116242"/>
                  <a:pt x="749602" y="105807"/>
                </a:cubicBezTo>
                <a:cubicBezTo>
                  <a:pt x="752171" y="95372"/>
                  <a:pt x="755639" y="85130"/>
                  <a:pt x="760006" y="75081"/>
                </a:cubicBezTo>
                <a:cubicBezTo>
                  <a:pt x="764373" y="65032"/>
                  <a:pt x="769446" y="55159"/>
                  <a:pt x="775225" y="45463"/>
                </a:cubicBezTo>
                <a:cubicBezTo>
                  <a:pt x="781005" y="35767"/>
                  <a:pt x="787138" y="26199"/>
                  <a:pt x="793624" y="16760"/>
                </a:cubicBezTo>
                <a:lnTo>
                  <a:pt x="720704" y="16760"/>
                </a:lnTo>
                <a:lnTo>
                  <a:pt x="720704" y="1926"/>
                </a:lnTo>
                <a:lnTo>
                  <a:pt x="810385" y="1926"/>
                </a:lnTo>
                <a:lnTo>
                  <a:pt x="810385" y="16085"/>
                </a:lnTo>
                <a:close/>
                <a:moveTo>
                  <a:pt x="905141" y="106915"/>
                </a:moveTo>
                <a:lnTo>
                  <a:pt x="905141" y="137737"/>
                </a:lnTo>
                <a:lnTo>
                  <a:pt x="888765" y="137737"/>
                </a:lnTo>
                <a:lnTo>
                  <a:pt x="888765" y="106915"/>
                </a:lnTo>
                <a:lnTo>
                  <a:pt x="824804" y="106915"/>
                </a:lnTo>
                <a:lnTo>
                  <a:pt x="824804" y="93430"/>
                </a:lnTo>
                <a:lnTo>
                  <a:pt x="886935" y="1926"/>
                </a:lnTo>
                <a:lnTo>
                  <a:pt x="905141" y="1926"/>
                </a:lnTo>
                <a:lnTo>
                  <a:pt x="905141" y="93237"/>
                </a:lnTo>
                <a:lnTo>
                  <a:pt x="924214" y="93237"/>
                </a:lnTo>
                <a:lnTo>
                  <a:pt x="924214" y="106915"/>
                </a:lnTo>
                <a:lnTo>
                  <a:pt x="905141" y="106915"/>
                </a:lnTo>
                <a:moveTo>
                  <a:pt x="888765" y="21479"/>
                </a:moveTo>
                <a:cubicBezTo>
                  <a:pt x="888637" y="21800"/>
                  <a:pt x="888316" y="22426"/>
                  <a:pt x="887802" y="23357"/>
                </a:cubicBezTo>
                <a:cubicBezTo>
                  <a:pt x="887288" y="24289"/>
                  <a:pt x="886710" y="25332"/>
                  <a:pt x="886068" y="26488"/>
                </a:cubicBezTo>
                <a:cubicBezTo>
                  <a:pt x="885426" y="27644"/>
                  <a:pt x="884768" y="28816"/>
                  <a:pt x="884094" y="30004"/>
                </a:cubicBezTo>
                <a:cubicBezTo>
                  <a:pt x="883419" y="31191"/>
                  <a:pt x="882825" y="32171"/>
                  <a:pt x="882311" y="32941"/>
                </a:cubicBezTo>
                <a:lnTo>
                  <a:pt x="847537" y="84183"/>
                </a:lnTo>
                <a:cubicBezTo>
                  <a:pt x="847216" y="84697"/>
                  <a:pt x="846751" y="85371"/>
                  <a:pt x="846141" y="86206"/>
                </a:cubicBezTo>
                <a:cubicBezTo>
                  <a:pt x="845530" y="87041"/>
                  <a:pt x="844904" y="87892"/>
                  <a:pt x="844262" y="88758"/>
                </a:cubicBezTo>
                <a:cubicBezTo>
                  <a:pt x="843620" y="89625"/>
                  <a:pt x="842978" y="90476"/>
                  <a:pt x="842336" y="91311"/>
                </a:cubicBezTo>
                <a:cubicBezTo>
                  <a:pt x="841693" y="92146"/>
                  <a:pt x="841180" y="92788"/>
                  <a:pt x="840794" y="93237"/>
                </a:cubicBezTo>
                <a:lnTo>
                  <a:pt x="888765" y="93237"/>
                </a:lnTo>
                <a:lnTo>
                  <a:pt x="888765" y="214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CE72A3-01AA-4105-B56B-E1B4DEEB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347" y="2564292"/>
            <a:ext cx="65760" cy="414054"/>
          </a:xfrm>
          <a:custGeom xmlns:a="http://schemas.openxmlformats.org/drawingml/2006/main">
            <a:pathLst>
              <a:path w="65760" h="414054">
                <a:moveTo>
                  <a:pt x="0" y="0"/>
                </a:moveTo>
                <a:lnTo>
                  <a:pt x="65760" y="0"/>
                </a:lnTo>
                <a:lnTo>
                  <a:pt x="65760" y="414054"/>
                </a:lnTo>
                <a:lnTo>
                  <a:pt x="0" y="41405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100000+134">
            <a:extLst xmlns:a="http://schemas.openxmlformats.org/drawingml/2006/main">
              <a:ext uri="{FF2B5EF4-FFF2-40B4-BE49-F238E27FC236}">
                <a16:creationId xmlns:a16="http://schemas.microsoft.com/office/drawing/2014/main" id="{D7579877-8003-4133-BF56-3266BDB3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2507" y="2702625"/>
            <a:ext cx="1136460" cy="139663"/>
          </a:xfrm>
          <a:custGeom xmlns:a="http://schemas.openxmlformats.org/drawingml/2006/main">
            <a:pathLst>
              <a:path w="1136460" h="139663">
                <a:moveTo>
                  <a:pt x="0" y="137737"/>
                </a:moveTo>
                <a:lnTo>
                  <a:pt x="0" y="122904"/>
                </a:lnTo>
                <a:lnTo>
                  <a:pt x="34582" y="122904"/>
                </a:lnTo>
                <a:lnTo>
                  <a:pt x="34582" y="18493"/>
                </a:lnTo>
                <a:lnTo>
                  <a:pt x="3949" y="40262"/>
                </a:lnTo>
                <a:lnTo>
                  <a:pt x="3949" y="23887"/>
                </a:lnTo>
                <a:lnTo>
                  <a:pt x="36026" y="1926"/>
                </a:lnTo>
                <a:lnTo>
                  <a:pt x="52017" y="1926"/>
                </a:lnTo>
                <a:lnTo>
                  <a:pt x="52017" y="122904"/>
                </a:lnTo>
                <a:lnTo>
                  <a:pt x="85057" y="122904"/>
                </a:lnTo>
                <a:lnTo>
                  <a:pt x="85057" y="137737"/>
                </a:lnTo>
                <a:lnTo>
                  <a:pt x="0" y="137737"/>
                </a:lnTo>
                <a:close/>
                <a:moveTo>
                  <a:pt x="196670" y="69832"/>
                </a:moveTo>
                <a:cubicBezTo>
                  <a:pt x="196670" y="82867"/>
                  <a:pt x="195434" y="93831"/>
                  <a:pt x="192962" y="102725"/>
                </a:cubicBezTo>
                <a:cubicBezTo>
                  <a:pt x="190489" y="111618"/>
                  <a:pt x="187118" y="118810"/>
                  <a:pt x="182847" y="124300"/>
                </a:cubicBezTo>
                <a:cubicBezTo>
                  <a:pt x="178577" y="129790"/>
                  <a:pt x="173552" y="133724"/>
                  <a:pt x="167772" y="136099"/>
                </a:cubicBezTo>
                <a:cubicBezTo>
                  <a:pt x="161993" y="138475"/>
                  <a:pt x="155828" y="139663"/>
                  <a:pt x="149277" y="139663"/>
                </a:cubicBezTo>
                <a:cubicBezTo>
                  <a:pt x="142663" y="139663"/>
                  <a:pt x="136498" y="138475"/>
                  <a:pt x="130783" y="136099"/>
                </a:cubicBezTo>
                <a:cubicBezTo>
                  <a:pt x="125067" y="133724"/>
                  <a:pt x="120106" y="129807"/>
                  <a:pt x="115900" y="124348"/>
                </a:cubicBezTo>
                <a:cubicBezTo>
                  <a:pt x="111694" y="118890"/>
                  <a:pt x="108386" y="111715"/>
                  <a:pt x="105978" y="102821"/>
                </a:cubicBezTo>
                <a:cubicBezTo>
                  <a:pt x="103570" y="93928"/>
                  <a:pt x="102366" y="82931"/>
                  <a:pt x="102366" y="69832"/>
                </a:cubicBezTo>
                <a:cubicBezTo>
                  <a:pt x="102366" y="56154"/>
                  <a:pt x="103570" y="44837"/>
                  <a:pt x="105978" y="35879"/>
                </a:cubicBezTo>
                <a:cubicBezTo>
                  <a:pt x="108386" y="26921"/>
                  <a:pt x="111710" y="19778"/>
                  <a:pt x="115948" y="14448"/>
                </a:cubicBezTo>
                <a:cubicBezTo>
                  <a:pt x="120187" y="9118"/>
                  <a:pt x="125196" y="5378"/>
                  <a:pt x="130975" y="3227"/>
                </a:cubicBezTo>
                <a:cubicBezTo>
                  <a:pt x="136755" y="1076"/>
                  <a:pt x="143048" y="0"/>
                  <a:pt x="149855" y="0"/>
                </a:cubicBezTo>
                <a:cubicBezTo>
                  <a:pt x="156341" y="0"/>
                  <a:pt x="162426" y="1076"/>
                  <a:pt x="168109" y="3227"/>
                </a:cubicBezTo>
                <a:cubicBezTo>
                  <a:pt x="173793" y="5378"/>
                  <a:pt x="178754" y="9118"/>
                  <a:pt x="182992" y="14448"/>
                </a:cubicBezTo>
                <a:cubicBezTo>
                  <a:pt x="187230" y="19778"/>
                  <a:pt x="190570" y="26921"/>
                  <a:pt x="193010" y="35879"/>
                </a:cubicBezTo>
                <a:cubicBezTo>
                  <a:pt x="195450" y="44837"/>
                  <a:pt x="196670" y="56154"/>
                  <a:pt x="196670" y="69832"/>
                </a:cubicBezTo>
                <a:moveTo>
                  <a:pt x="179043" y="69783"/>
                </a:moveTo>
                <a:cubicBezTo>
                  <a:pt x="179043" y="59006"/>
                  <a:pt x="178400" y="50040"/>
                  <a:pt x="177116" y="42886"/>
                </a:cubicBezTo>
                <a:cubicBezTo>
                  <a:pt x="175832" y="35733"/>
                  <a:pt x="173937" y="30023"/>
                  <a:pt x="171433" y="25756"/>
                </a:cubicBezTo>
                <a:cubicBezTo>
                  <a:pt x="168928" y="21488"/>
                  <a:pt x="165862" y="18472"/>
                  <a:pt x="162233" y="16708"/>
                </a:cubicBezTo>
                <a:cubicBezTo>
                  <a:pt x="158605" y="14945"/>
                  <a:pt x="154479" y="14063"/>
                  <a:pt x="149855" y="14063"/>
                </a:cubicBezTo>
                <a:cubicBezTo>
                  <a:pt x="144975" y="14063"/>
                  <a:pt x="140672" y="14961"/>
                  <a:pt x="136947" y="16757"/>
                </a:cubicBezTo>
                <a:cubicBezTo>
                  <a:pt x="133223" y="18553"/>
                  <a:pt x="130092" y="21585"/>
                  <a:pt x="127556" y="25853"/>
                </a:cubicBezTo>
                <a:cubicBezTo>
                  <a:pt x="125019" y="30119"/>
                  <a:pt x="123108" y="35829"/>
                  <a:pt x="121824" y="42983"/>
                </a:cubicBezTo>
                <a:cubicBezTo>
                  <a:pt x="120540" y="50136"/>
                  <a:pt x="119898" y="59070"/>
                  <a:pt x="119898" y="69783"/>
                </a:cubicBezTo>
                <a:cubicBezTo>
                  <a:pt x="119898" y="80178"/>
                  <a:pt x="120556" y="88936"/>
                  <a:pt x="121872" y="96058"/>
                </a:cubicBezTo>
                <a:cubicBezTo>
                  <a:pt x="123189" y="103177"/>
                  <a:pt x="125115" y="108903"/>
                  <a:pt x="127652" y="113236"/>
                </a:cubicBezTo>
                <a:cubicBezTo>
                  <a:pt x="130189" y="117566"/>
                  <a:pt x="133287" y="120677"/>
                  <a:pt x="136947" y="122570"/>
                </a:cubicBezTo>
                <a:cubicBezTo>
                  <a:pt x="140608" y="124462"/>
                  <a:pt x="144782" y="125408"/>
                  <a:pt x="149470" y="125408"/>
                </a:cubicBezTo>
                <a:cubicBezTo>
                  <a:pt x="154030" y="125408"/>
                  <a:pt x="158140" y="124462"/>
                  <a:pt x="161800" y="122570"/>
                </a:cubicBezTo>
                <a:cubicBezTo>
                  <a:pt x="165460" y="120677"/>
                  <a:pt x="168559" y="117566"/>
                  <a:pt x="171096" y="113236"/>
                </a:cubicBezTo>
                <a:cubicBezTo>
                  <a:pt x="173632" y="108903"/>
                  <a:pt x="175591" y="103177"/>
                  <a:pt x="176972" y="96058"/>
                </a:cubicBezTo>
                <a:cubicBezTo>
                  <a:pt x="178352" y="88936"/>
                  <a:pt x="179043" y="80178"/>
                  <a:pt x="179043" y="69783"/>
                </a:cubicBezTo>
                <a:close/>
                <a:moveTo>
                  <a:pt x="306357" y="69832"/>
                </a:moveTo>
                <a:cubicBezTo>
                  <a:pt x="306357" y="82867"/>
                  <a:pt x="305121" y="93831"/>
                  <a:pt x="302649" y="102725"/>
                </a:cubicBezTo>
                <a:cubicBezTo>
                  <a:pt x="300176" y="111618"/>
                  <a:pt x="296805" y="118810"/>
                  <a:pt x="292534" y="124300"/>
                </a:cubicBezTo>
                <a:cubicBezTo>
                  <a:pt x="288264" y="129790"/>
                  <a:pt x="283239" y="133724"/>
                  <a:pt x="277459" y="136099"/>
                </a:cubicBezTo>
                <a:cubicBezTo>
                  <a:pt x="271679" y="138475"/>
                  <a:pt x="265515" y="139663"/>
                  <a:pt x="258964" y="139663"/>
                </a:cubicBezTo>
                <a:cubicBezTo>
                  <a:pt x="252350" y="139663"/>
                  <a:pt x="246185" y="138475"/>
                  <a:pt x="240469" y="136099"/>
                </a:cubicBezTo>
                <a:cubicBezTo>
                  <a:pt x="234754" y="133724"/>
                  <a:pt x="229793" y="129807"/>
                  <a:pt x="225587" y="124348"/>
                </a:cubicBezTo>
                <a:cubicBezTo>
                  <a:pt x="221381" y="118890"/>
                  <a:pt x="218073" y="111715"/>
                  <a:pt x="215665" y="102821"/>
                </a:cubicBezTo>
                <a:cubicBezTo>
                  <a:pt x="213257" y="93928"/>
                  <a:pt x="212053" y="82931"/>
                  <a:pt x="212053" y="69832"/>
                </a:cubicBezTo>
                <a:cubicBezTo>
                  <a:pt x="212053" y="56154"/>
                  <a:pt x="213257" y="44837"/>
                  <a:pt x="215665" y="35879"/>
                </a:cubicBezTo>
                <a:cubicBezTo>
                  <a:pt x="218073" y="26921"/>
                  <a:pt x="221397" y="19778"/>
                  <a:pt x="225635" y="14448"/>
                </a:cubicBezTo>
                <a:cubicBezTo>
                  <a:pt x="229873" y="9118"/>
                  <a:pt x="234882" y="5378"/>
                  <a:pt x="240662" y="3227"/>
                </a:cubicBezTo>
                <a:cubicBezTo>
                  <a:pt x="246442" y="1076"/>
                  <a:pt x="252735" y="0"/>
                  <a:pt x="259542" y="0"/>
                </a:cubicBezTo>
                <a:cubicBezTo>
                  <a:pt x="266028" y="0"/>
                  <a:pt x="272113" y="1076"/>
                  <a:pt x="277796" y="3227"/>
                </a:cubicBezTo>
                <a:cubicBezTo>
                  <a:pt x="283480" y="5378"/>
                  <a:pt x="288440" y="9118"/>
                  <a:pt x="292679" y="14448"/>
                </a:cubicBezTo>
                <a:cubicBezTo>
                  <a:pt x="296917" y="19778"/>
                  <a:pt x="300257" y="26921"/>
                  <a:pt x="302697" y="35879"/>
                </a:cubicBezTo>
                <a:cubicBezTo>
                  <a:pt x="305137" y="44837"/>
                  <a:pt x="306357" y="56154"/>
                  <a:pt x="306357" y="69832"/>
                </a:cubicBezTo>
                <a:moveTo>
                  <a:pt x="288729" y="69783"/>
                </a:moveTo>
                <a:cubicBezTo>
                  <a:pt x="288729" y="59006"/>
                  <a:pt x="288087" y="50040"/>
                  <a:pt x="286803" y="42886"/>
                </a:cubicBezTo>
                <a:cubicBezTo>
                  <a:pt x="285518" y="35733"/>
                  <a:pt x="283624" y="30023"/>
                  <a:pt x="281120" y="25756"/>
                </a:cubicBezTo>
                <a:cubicBezTo>
                  <a:pt x="278615" y="21488"/>
                  <a:pt x="275549" y="18472"/>
                  <a:pt x="271920" y="16708"/>
                </a:cubicBezTo>
                <a:cubicBezTo>
                  <a:pt x="268292" y="14945"/>
                  <a:pt x="264166" y="14063"/>
                  <a:pt x="259542" y="14063"/>
                </a:cubicBezTo>
                <a:cubicBezTo>
                  <a:pt x="254662" y="14063"/>
                  <a:pt x="250359" y="14961"/>
                  <a:pt x="246634" y="16757"/>
                </a:cubicBezTo>
                <a:cubicBezTo>
                  <a:pt x="242910" y="18553"/>
                  <a:pt x="239779" y="21585"/>
                  <a:pt x="237242" y="25853"/>
                </a:cubicBezTo>
                <a:cubicBezTo>
                  <a:pt x="234706" y="30119"/>
                  <a:pt x="232795" y="35829"/>
                  <a:pt x="231511" y="42983"/>
                </a:cubicBezTo>
                <a:cubicBezTo>
                  <a:pt x="230227" y="50136"/>
                  <a:pt x="229584" y="59070"/>
                  <a:pt x="229584" y="69783"/>
                </a:cubicBezTo>
                <a:cubicBezTo>
                  <a:pt x="229584" y="80178"/>
                  <a:pt x="230243" y="88936"/>
                  <a:pt x="231559" y="96058"/>
                </a:cubicBezTo>
                <a:cubicBezTo>
                  <a:pt x="232876" y="103177"/>
                  <a:pt x="234802" y="108903"/>
                  <a:pt x="237339" y="113236"/>
                </a:cubicBezTo>
                <a:cubicBezTo>
                  <a:pt x="239875" y="117566"/>
                  <a:pt x="242974" y="120677"/>
                  <a:pt x="246634" y="122570"/>
                </a:cubicBezTo>
                <a:cubicBezTo>
                  <a:pt x="250295" y="124462"/>
                  <a:pt x="254469" y="125408"/>
                  <a:pt x="259157" y="125408"/>
                </a:cubicBezTo>
                <a:cubicBezTo>
                  <a:pt x="263716" y="125408"/>
                  <a:pt x="267826" y="124462"/>
                  <a:pt x="271487" y="122570"/>
                </a:cubicBezTo>
                <a:cubicBezTo>
                  <a:pt x="275147" y="120677"/>
                  <a:pt x="278246" y="117566"/>
                  <a:pt x="280782" y="113236"/>
                </a:cubicBezTo>
                <a:cubicBezTo>
                  <a:pt x="283319" y="108903"/>
                  <a:pt x="285278" y="103177"/>
                  <a:pt x="286658" y="96058"/>
                </a:cubicBezTo>
                <a:cubicBezTo>
                  <a:pt x="288039" y="88936"/>
                  <a:pt x="288729" y="80178"/>
                  <a:pt x="288729" y="69783"/>
                </a:cubicBezTo>
                <a:close/>
                <a:moveTo>
                  <a:pt x="416045" y="69832"/>
                </a:moveTo>
                <a:cubicBezTo>
                  <a:pt x="416045" y="82867"/>
                  <a:pt x="414809" y="93831"/>
                  <a:pt x="412336" y="102725"/>
                </a:cubicBezTo>
                <a:cubicBezTo>
                  <a:pt x="409864" y="111618"/>
                  <a:pt x="406492" y="118810"/>
                  <a:pt x="402222" y="124300"/>
                </a:cubicBezTo>
                <a:cubicBezTo>
                  <a:pt x="397951" y="129790"/>
                  <a:pt x="392926" y="133724"/>
                  <a:pt x="387147" y="136099"/>
                </a:cubicBezTo>
                <a:cubicBezTo>
                  <a:pt x="381367" y="138475"/>
                  <a:pt x="375202" y="139663"/>
                  <a:pt x="368652" y="139663"/>
                </a:cubicBezTo>
                <a:cubicBezTo>
                  <a:pt x="362037" y="139663"/>
                  <a:pt x="355872" y="138475"/>
                  <a:pt x="350157" y="136099"/>
                </a:cubicBezTo>
                <a:cubicBezTo>
                  <a:pt x="344441" y="133724"/>
                  <a:pt x="339481" y="129807"/>
                  <a:pt x="335274" y="124348"/>
                </a:cubicBezTo>
                <a:cubicBezTo>
                  <a:pt x="331068" y="118890"/>
                  <a:pt x="327761" y="111715"/>
                  <a:pt x="325353" y="102821"/>
                </a:cubicBezTo>
                <a:cubicBezTo>
                  <a:pt x="322944" y="93928"/>
                  <a:pt x="321740" y="82931"/>
                  <a:pt x="321740" y="69832"/>
                </a:cubicBezTo>
                <a:cubicBezTo>
                  <a:pt x="321740" y="56154"/>
                  <a:pt x="322944" y="44837"/>
                  <a:pt x="325353" y="35879"/>
                </a:cubicBezTo>
                <a:cubicBezTo>
                  <a:pt x="327761" y="26921"/>
                  <a:pt x="331084" y="19778"/>
                  <a:pt x="335322" y="14448"/>
                </a:cubicBezTo>
                <a:cubicBezTo>
                  <a:pt x="339561" y="9118"/>
                  <a:pt x="344570" y="5378"/>
                  <a:pt x="350349" y="3227"/>
                </a:cubicBezTo>
                <a:cubicBezTo>
                  <a:pt x="356129" y="1076"/>
                  <a:pt x="362422" y="0"/>
                  <a:pt x="369230" y="0"/>
                </a:cubicBezTo>
                <a:cubicBezTo>
                  <a:pt x="375716" y="0"/>
                  <a:pt x="381800" y="1076"/>
                  <a:pt x="387484" y="3227"/>
                </a:cubicBezTo>
                <a:cubicBezTo>
                  <a:pt x="393167" y="5378"/>
                  <a:pt x="398128" y="9118"/>
                  <a:pt x="402366" y="14448"/>
                </a:cubicBezTo>
                <a:cubicBezTo>
                  <a:pt x="406605" y="19778"/>
                  <a:pt x="409944" y="26921"/>
                  <a:pt x="412384" y="35879"/>
                </a:cubicBezTo>
                <a:cubicBezTo>
                  <a:pt x="414825" y="44837"/>
                  <a:pt x="416045" y="56154"/>
                  <a:pt x="416045" y="69832"/>
                </a:cubicBezTo>
                <a:moveTo>
                  <a:pt x="398417" y="69783"/>
                </a:moveTo>
                <a:cubicBezTo>
                  <a:pt x="398417" y="59006"/>
                  <a:pt x="397775" y="50040"/>
                  <a:pt x="396490" y="42886"/>
                </a:cubicBezTo>
                <a:cubicBezTo>
                  <a:pt x="395206" y="35733"/>
                  <a:pt x="393311" y="30023"/>
                  <a:pt x="390807" y="25756"/>
                </a:cubicBezTo>
                <a:cubicBezTo>
                  <a:pt x="388302" y="21488"/>
                  <a:pt x="385236" y="18472"/>
                  <a:pt x="381608" y="16708"/>
                </a:cubicBezTo>
                <a:cubicBezTo>
                  <a:pt x="377979" y="14945"/>
                  <a:pt x="373853" y="14063"/>
                  <a:pt x="369230" y="14063"/>
                </a:cubicBezTo>
                <a:cubicBezTo>
                  <a:pt x="364349" y="14063"/>
                  <a:pt x="360046" y="14961"/>
                  <a:pt x="356322" y="16757"/>
                </a:cubicBezTo>
                <a:cubicBezTo>
                  <a:pt x="352597" y="18553"/>
                  <a:pt x="349466" y="21585"/>
                  <a:pt x="346930" y="25853"/>
                </a:cubicBezTo>
                <a:cubicBezTo>
                  <a:pt x="344393" y="30119"/>
                  <a:pt x="342483" y="35829"/>
                  <a:pt x="341198" y="42983"/>
                </a:cubicBezTo>
                <a:cubicBezTo>
                  <a:pt x="339914" y="50136"/>
                  <a:pt x="339272" y="59070"/>
                  <a:pt x="339272" y="69783"/>
                </a:cubicBezTo>
                <a:cubicBezTo>
                  <a:pt x="339272" y="80178"/>
                  <a:pt x="339930" y="88936"/>
                  <a:pt x="341247" y="96058"/>
                </a:cubicBezTo>
                <a:cubicBezTo>
                  <a:pt x="342563" y="103177"/>
                  <a:pt x="344490" y="108903"/>
                  <a:pt x="347026" y="113236"/>
                </a:cubicBezTo>
                <a:cubicBezTo>
                  <a:pt x="349563" y="117566"/>
                  <a:pt x="352661" y="120677"/>
                  <a:pt x="356322" y="122570"/>
                </a:cubicBezTo>
                <a:cubicBezTo>
                  <a:pt x="359982" y="124462"/>
                  <a:pt x="364156" y="125408"/>
                  <a:pt x="368844" y="125408"/>
                </a:cubicBezTo>
                <a:cubicBezTo>
                  <a:pt x="373404" y="125408"/>
                  <a:pt x="377514" y="124462"/>
                  <a:pt x="381174" y="122570"/>
                </a:cubicBezTo>
                <a:cubicBezTo>
                  <a:pt x="384835" y="120677"/>
                  <a:pt x="387933" y="117566"/>
                  <a:pt x="390470" y="113236"/>
                </a:cubicBezTo>
                <a:cubicBezTo>
                  <a:pt x="393006" y="108903"/>
                  <a:pt x="394965" y="103177"/>
                  <a:pt x="396346" y="96058"/>
                </a:cubicBezTo>
                <a:cubicBezTo>
                  <a:pt x="397726" y="88936"/>
                  <a:pt x="398417" y="80178"/>
                  <a:pt x="398417" y="69783"/>
                </a:cubicBezTo>
                <a:close/>
                <a:moveTo>
                  <a:pt x="525731" y="69832"/>
                </a:moveTo>
                <a:cubicBezTo>
                  <a:pt x="525731" y="82867"/>
                  <a:pt x="524495" y="93831"/>
                  <a:pt x="522023" y="102725"/>
                </a:cubicBezTo>
                <a:cubicBezTo>
                  <a:pt x="519550" y="111618"/>
                  <a:pt x="516179" y="118810"/>
                  <a:pt x="511908" y="124300"/>
                </a:cubicBezTo>
                <a:cubicBezTo>
                  <a:pt x="507638" y="129790"/>
                  <a:pt x="502613" y="133724"/>
                  <a:pt x="496833" y="136099"/>
                </a:cubicBezTo>
                <a:cubicBezTo>
                  <a:pt x="491053" y="138475"/>
                  <a:pt x="484888" y="139663"/>
                  <a:pt x="478338" y="139663"/>
                </a:cubicBezTo>
                <a:cubicBezTo>
                  <a:pt x="471724" y="139663"/>
                  <a:pt x="465559" y="138475"/>
                  <a:pt x="459843" y="136099"/>
                </a:cubicBezTo>
                <a:cubicBezTo>
                  <a:pt x="454128" y="133724"/>
                  <a:pt x="449167" y="129807"/>
                  <a:pt x="444961" y="124348"/>
                </a:cubicBezTo>
                <a:cubicBezTo>
                  <a:pt x="440755" y="118890"/>
                  <a:pt x="437447" y="111715"/>
                  <a:pt x="435039" y="102821"/>
                </a:cubicBezTo>
                <a:cubicBezTo>
                  <a:pt x="432631" y="93928"/>
                  <a:pt x="431427" y="82931"/>
                  <a:pt x="431427" y="69832"/>
                </a:cubicBezTo>
                <a:cubicBezTo>
                  <a:pt x="431427" y="56154"/>
                  <a:pt x="432631" y="44837"/>
                  <a:pt x="435039" y="35879"/>
                </a:cubicBezTo>
                <a:cubicBezTo>
                  <a:pt x="437447" y="26921"/>
                  <a:pt x="440771" y="19778"/>
                  <a:pt x="445009" y="14448"/>
                </a:cubicBezTo>
                <a:cubicBezTo>
                  <a:pt x="449247" y="9118"/>
                  <a:pt x="454256" y="5378"/>
                  <a:pt x="460036" y="3227"/>
                </a:cubicBezTo>
                <a:cubicBezTo>
                  <a:pt x="465816" y="1076"/>
                  <a:pt x="472109" y="0"/>
                  <a:pt x="478916" y="0"/>
                </a:cubicBezTo>
                <a:cubicBezTo>
                  <a:pt x="485402" y="0"/>
                  <a:pt x="491487" y="1076"/>
                  <a:pt x="497170" y="3227"/>
                </a:cubicBezTo>
                <a:cubicBezTo>
                  <a:pt x="502854" y="5378"/>
                  <a:pt x="507814" y="9118"/>
                  <a:pt x="512053" y="14448"/>
                </a:cubicBezTo>
                <a:cubicBezTo>
                  <a:pt x="516291" y="19778"/>
                  <a:pt x="519631" y="26921"/>
                  <a:pt x="522071" y="35879"/>
                </a:cubicBezTo>
                <a:cubicBezTo>
                  <a:pt x="524511" y="44837"/>
                  <a:pt x="525731" y="56154"/>
                  <a:pt x="525731" y="69832"/>
                </a:cubicBezTo>
                <a:moveTo>
                  <a:pt x="508103" y="69783"/>
                </a:moveTo>
                <a:cubicBezTo>
                  <a:pt x="508103" y="59006"/>
                  <a:pt x="507461" y="50040"/>
                  <a:pt x="506177" y="42886"/>
                </a:cubicBezTo>
                <a:cubicBezTo>
                  <a:pt x="504892" y="35733"/>
                  <a:pt x="502998" y="30023"/>
                  <a:pt x="500494" y="25756"/>
                </a:cubicBezTo>
                <a:cubicBezTo>
                  <a:pt x="497989" y="21488"/>
                  <a:pt x="494923" y="18472"/>
                  <a:pt x="491294" y="16708"/>
                </a:cubicBezTo>
                <a:cubicBezTo>
                  <a:pt x="487666" y="14945"/>
                  <a:pt x="483540" y="14063"/>
                  <a:pt x="478916" y="14063"/>
                </a:cubicBezTo>
                <a:cubicBezTo>
                  <a:pt x="474036" y="14063"/>
                  <a:pt x="469733" y="14961"/>
                  <a:pt x="466008" y="16757"/>
                </a:cubicBezTo>
                <a:cubicBezTo>
                  <a:pt x="462284" y="18553"/>
                  <a:pt x="459153" y="21585"/>
                  <a:pt x="456616" y="25853"/>
                </a:cubicBezTo>
                <a:cubicBezTo>
                  <a:pt x="454080" y="30119"/>
                  <a:pt x="452169" y="35829"/>
                  <a:pt x="450885" y="42983"/>
                </a:cubicBezTo>
                <a:cubicBezTo>
                  <a:pt x="449601" y="50136"/>
                  <a:pt x="448958" y="59070"/>
                  <a:pt x="448958" y="69783"/>
                </a:cubicBezTo>
                <a:cubicBezTo>
                  <a:pt x="448958" y="80178"/>
                  <a:pt x="449617" y="88936"/>
                  <a:pt x="450933" y="96058"/>
                </a:cubicBezTo>
                <a:cubicBezTo>
                  <a:pt x="452250" y="103177"/>
                  <a:pt x="454176" y="108903"/>
                  <a:pt x="456713" y="113236"/>
                </a:cubicBezTo>
                <a:cubicBezTo>
                  <a:pt x="459249" y="117566"/>
                  <a:pt x="462348" y="120677"/>
                  <a:pt x="466008" y="122570"/>
                </a:cubicBezTo>
                <a:cubicBezTo>
                  <a:pt x="469669" y="124462"/>
                  <a:pt x="473843" y="125408"/>
                  <a:pt x="478531" y="125408"/>
                </a:cubicBezTo>
                <a:cubicBezTo>
                  <a:pt x="483090" y="125408"/>
                  <a:pt x="487200" y="124462"/>
                  <a:pt x="490861" y="122570"/>
                </a:cubicBezTo>
                <a:cubicBezTo>
                  <a:pt x="494521" y="120677"/>
                  <a:pt x="497620" y="117566"/>
                  <a:pt x="500156" y="113236"/>
                </a:cubicBezTo>
                <a:cubicBezTo>
                  <a:pt x="502693" y="108903"/>
                  <a:pt x="504652" y="103177"/>
                  <a:pt x="506032" y="96058"/>
                </a:cubicBezTo>
                <a:cubicBezTo>
                  <a:pt x="507413" y="88936"/>
                  <a:pt x="508103" y="80178"/>
                  <a:pt x="508103" y="69783"/>
                </a:cubicBezTo>
                <a:close/>
                <a:moveTo>
                  <a:pt x="635418" y="69832"/>
                </a:moveTo>
                <a:cubicBezTo>
                  <a:pt x="635418" y="82867"/>
                  <a:pt x="634182" y="93831"/>
                  <a:pt x="631710" y="102725"/>
                </a:cubicBezTo>
                <a:cubicBezTo>
                  <a:pt x="629237" y="111618"/>
                  <a:pt x="625866" y="118810"/>
                  <a:pt x="621595" y="124300"/>
                </a:cubicBezTo>
                <a:cubicBezTo>
                  <a:pt x="617325" y="129790"/>
                  <a:pt x="612300" y="133724"/>
                  <a:pt x="606520" y="136099"/>
                </a:cubicBezTo>
                <a:cubicBezTo>
                  <a:pt x="600741" y="138475"/>
                  <a:pt x="594576" y="139663"/>
                  <a:pt x="588025" y="139663"/>
                </a:cubicBezTo>
                <a:cubicBezTo>
                  <a:pt x="581411" y="139663"/>
                  <a:pt x="575246" y="138475"/>
                  <a:pt x="569531" y="136099"/>
                </a:cubicBezTo>
                <a:cubicBezTo>
                  <a:pt x="563815" y="133724"/>
                  <a:pt x="558854" y="129807"/>
                  <a:pt x="554648" y="124348"/>
                </a:cubicBezTo>
                <a:cubicBezTo>
                  <a:pt x="550442" y="118890"/>
                  <a:pt x="547134" y="111715"/>
                  <a:pt x="544726" y="102821"/>
                </a:cubicBezTo>
                <a:cubicBezTo>
                  <a:pt x="542318" y="93928"/>
                  <a:pt x="541114" y="82931"/>
                  <a:pt x="541114" y="69832"/>
                </a:cubicBezTo>
                <a:cubicBezTo>
                  <a:pt x="541114" y="56154"/>
                  <a:pt x="542318" y="44837"/>
                  <a:pt x="544726" y="35879"/>
                </a:cubicBezTo>
                <a:cubicBezTo>
                  <a:pt x="547134" y="26921"/>
                  <a:pt x="550458" y="19778"/>
                  <a:pt x="554696" y="14448"/>
                </a:cubicBezTo>
                <a:cubicBezTo>
                  <a:pt x="558935" y="9118"/>
                  <a:pt x="563944" y="5378"/>
                  <a:pt x="569723" y="3227"/>
                </a:cubicBezTo>
                <a:cubicBezTo>
                  <a:pt x="575503" y="1076"/>
                  <a:pt x="581796" y="0"/>
                  <a:pt x="588603" y="0"/>
                </a:cubicBezTo>
                <a:cubicBezTo>
                  <a:pt x="595089" y="0"/>
                  <a:pt x="601174" y="1076"/>
                  <a:pt x="606857" y="3227"/>
                </a:cubicBezTo>
                <a:cubicBezTo>
                  <a:pt x="612541" y="5378"/>
                  <a:pt x="617502" y="9118"/>
                  <a:pt x="621740" y="14448"/>
                </a:cubicBezTo>
                <a:cubicBezTo>
                  <a:pt x="625978" y="19778"/>
                  <a:pt x="629318" y="26921"/>
                  <a:pt x="631758" y="35879"/>
                </a:cubicBezTo>
                <a:cubicBezTo>
                  <a:pt x="634198" y="44837"/>
                  <a:pt x="635418" y="56154"/>
                  <a:pt x="635418" y="69832"/>
                </a:cubicBezTo>
                <a:moveTo>
                  <a:pt x="617791" y="69783"/>
                </a:moveTo>
                <a:cubicBezTo>
                  <a:pt x="617791" y="59006"/>
                  <a:pt x="617148" y="50040"/>
                  <a:pt x="615864" y="42886"/>
                </a:cubicBezTo>
                <a:cubicBezTo>
                  <a:pt x="614580" y="35733"/>
                  <a:pt x="612685" y="30023"/>
                  <a:pt x="610181" y="25756"/>
                </a:cubicBezTo>
                <a:cubicBezTo>
                  <a:pt x="607676" y="21488"/>
                  <a:pt x="604610" y="18472"/>
                  <a:pt x="600981" y="16708"/>
                </a:cubicBezTo>
                <a:cubicBezTo>
                  <a:pt x="597353" y="14945"/>
                  <a:pt x="593227" y="14063"/>
                  <a:pt x="588603" y="14063"/>
                </a:cubicBezTo>
                <a:cubicBezTo>
                  <a:pt x="583723" y="14063"/>
                  <a:pt x="579420" y="14961"/>
                  <a:pt x="575695" y="16757"/>
                </a:cubicBezTo>
                <a:cubicBezTo>
                  <a:pt x="571971" y="18553"/>
                  <a:pt x="568840" y="21585"/>
                  <a:pt x="566304" y="25853"/>
                </a:cubicBezTo>
                <a:cubicBezTo>
                  <a:pt x="563767" y="30119"/>
                  <a:pt x="561856" y="35829"/>
                  <a:pt x="560572" y="42983"/>
                </a:cubicBezTo>
                <a:cubicBezTo>
                  <a:pt x="559288" y="50136"/>
                  <a:pt x="558646" y="59070"/>
                  <a:pt x="558646" y="69783"/>
                </a:cubicBezTo>
                <a:cubicBezTo>
                  <a:pt x="558646" y="80178"/>
                  <a:pt x="559304" y="88936"/>
                  <a:pt x="560620" y="96058"/>
                </a:cubicBezTo>
                <a:cubicBezTo>
                  <a:pt x="561937" y="103177"/>
                  <a:pt x="563863" y="108903"/>
                  <a:pt x="566400" y="113236"/>
                </a:cubicBezTo>
                <a:cubicBezTo>
                  <a:pt x="568937" y="117566"/>
                  <a:pt x="572035" y="120677"/>
                  <a:pt x="575695" y="122570"/>
                </a:cubicBezTo>
                <a:cubicBezTo>
                  <a:pt x="579356" y="124462"/>
                  <a:pt x="583530" y="125408"/>
                  <a:pt x="588218" y="125408"/>
                </a:cubicBezTo>
                <a:cubicBezTo>
                  <a:pt x="592778" y="125408"/>
                  <a:pt x="596887" y="124462"/>
                  <a:pt x="600548" y="122570"/>
                </a:cubicBezTo>
                <a:cubicBezTo>
                  <a:pt x="604208" y="120677"/>
                  <a:pt x="607307" y="117566"/>
                  <a:pt x="609844" y="113236"/>
                </a:cubicBezTo>
                <a:cubicBezTo>
                  <a:pt x="612380" y="108903"/>
                  <a:pt x="614339" y="103177"/>
                  <a:pt x="615719" y="96058"/>
                </a:cubicBezTo>
                <a:cubicBezTo>
                  <a:pt x="617100" y="88936"/>
                  <a:pt x="617791" y="80178"/>
                  <a:pt x="617791" y="69783"/>
                </a:cubicBezTo>
                <a:close/>
                <a:moveTo>
                  <a:pt x="707730" y="79175"/>
                </a:moveTo>
                <a:lnTo>
                  <a:pt x="707730" y="120399"/>
                </a:lnTo>
                <a:lnTo>
                  <a:pt x="693570" y="120399"/>
                </a:lnTo>
                <a:lnTo>
                  <a:pt x="693570" y="79175"/>
                </a:lnTo>
                <a:lnTo>
                  <a:pt x="652727" y="79175"/>
                </a:lnTo>
                <a:lnTo>
                  <a:pt x="652727" y="65112"/>
                </a:lnTo>
                <a:lnTo>
                  <a:pt x="693570" y="65112"/>
                </a:lnTo>
                <a:lnTo>
                  <a:pt x="693570" y="23887"/>
                </a:lnTo>
                <a:lnTo>
                  <a:pt x="707730" y="23887"/>
                </a:lnTo>
                <a:lnTo>
                  <a:pt x="707730" y="65112"/>
                </a:lnTo>
                <a:lnTo>
                  <a:pt x="748573" y="65112"/>
                </a:lnTo>
                <a:lnTo>
                  <a:pt x="748573" y="79175"/>
                </a:lnTo>
                <a:lnTo>
                  <a:pt x="707730" y="79175"/>
                </a:lnTo>
                <a:close/>
                <a:moveTo>
                  <a:pt x="828176" y="137737"/>
                </a:moveTo>
                <a:lnTo>
                  <a:pt x="828176" y="122904"/>
                </a:lnTo>
                <a:lnTo>
                  <a:pt x="862757" y="122904"/>
                </a:lnTo>
                <a:lnTo>
                  <a:pt x="862757" y="18493"/>
                </a:lnTo>
                <a:lnTo>
                  <a:pt x="832125" y="40262"/>
                </a:lnTo>
                <a:lnTo>
                  <a:pt x="832125" y="23887"/>
                </a:lnTo>
                <a:lnTo>
                  <a:pt x="864202" y="1926"/>
                </a:lnTo>
                <a:lnTo>
                  <a:pt x="880192" y="1926"/>
                </a:lnTo>
                <a:lnTo>
                  <a:pt x="880192" y="122904"/>
                </a:lnTo>
                <a:lnTo>
                  <a:pt x="913233" y="122904"/>
                </a:lnTo>
                <a:lnTo>
                  <a:pt x="913233" y="137737"/>
                </a:lnTo>
                <a:lnTo>
                  <a:pt x="828176" y="137737"/>
                </a:lnTo>
                <a:close/>
                <a:moveTo>
                  <a:pt x="1023883" y="100214"/>
                </a:moveTo>
                <a:cubicBezTo>
                  <a:pt x="1023883" y="106453"/>
                  <a:pt x="1022872" y="112016"/>
                  <a:pt x="1020849" y="116902"/>
                </a:cubicBezTo>
                <a:cubicBezTo>
                  <a:pt x="1018826" y="121788"/>
                  <a:pt x="1015872" y="125920"/>
                  <a:pt x="1011987" y="129297"/>
                </a:cubicBezTo>
                <a:cubicBezTo>
                  <a:pt x="1008101" y="132672"/>
                  <a:pt x="1003285" y="135244"/>
                  <a:pt x="997537" y="137011"/>
                </a:cubicBezTo>
                <a:cubicBezTo>
                  <a:pt x="991790" y="138779"/>
                  <a:pt x="985224" y="139663"/>
                  <a:pt x="977838" y="139663"/>
                </a:cubicBezTo>
                <a:cubicBezTo>
                  <a:pt x="969426" y="139663"/>
                  <a:pt x="962346" y="138620"/>
                  <a:pt x="956598" y="136533"/>
                </a:cubicBezTo>
                <a:cubicBezTo>
                  <a:pt x="950851" y="134446"/>
                  <a:pt x="946115" y="131685"/>
                  <a:pt x="942390" y="128249"/>
                </a:cubicBezTo>
                <a:cubicBezTo>
                  <a:pt x="938665" y="124814"/>
                  <a:pt x="935872" y="120897"/>
                  <a:pt x="934010" y="116498"/>
                </a:cubicBezTo>
                <a:cubicBezTo>
                  <a:pt x="932147" y="112100"/>
                  <a:pt x="930927" y="107557"/>
                  <a:pt x="930349" y="102869"/>
                </a:cubicBezTo>
                <a:lnTo>
                  <a:pt x="948266" y="101232"/>
                </a:lnTo>
                <a:cubicBezTo>
                  <a:pt x="948780" y="104814"/>
                  <a:pt x="949727" y="108075"/>
                  <a:pt x="951108" y="111017"/>
                </a:cubicBezTo>
                <a:cubicBezTo>
                  <a:pt x="952488" y="113959"/>
                  <a:pt x="954367" y="116485"/>
                  <a:pt x="956743" y="118596"/>
                </a:cubicBezTo>
                <a:cubicBezTo>
                  <a:pt x="959119" y="120707"/>
                  <a:pt x="962041" y="122339"/>
                  <a:pt x="965509" y="123491"/>
                </a:cubicBezTo>
                <a:cubicBezTo>
                  <a:pt x="968976" y="124640"/>
                  <a:pt x="973086" y="125215"/>
                  <a:pt x="977838" y="125215"/>
                </a:cubicBezTo>
                <a:cubicBezTo>
                  <a:pt x="986572" y="125215"/>
                  <a:pt x="993427" y="123064"/>
                  <a:pt x="998404" y="118762"/>
                </a:cubicBezTo>
                <a:cubicBezTo>
                  <a:pt x="1003381" y="114460"/>
                  <a:pt x="1005870" y="108070"/>
                  <a:pt x="1005870" y="99594"/>
                </a:cubicBezTo>
                <a:cubicBezTo>
                  <a:pt x="1005870" y="94586"/>
                  <a:pt x="1004762" y="90556"/>
                  <a:pt x="1002546" y="87506"/>
                </a:cubicBezTo>
                <a:cubicBezTo>
                  <a:pt x="1000331" y="84456"/>
                  <a:pt x="997570" y="82080"/>
                  <a:pt x="994262" y="80379"/>
                </a:cubicBezTo>
                <a:cubicBezTo>
                  <a:pt x="990955" y="78677"/>
                  <a:pt x="987359" y="77537"/>
                  <a:pt x="983474" y="76959"/>
                </a:cubicBezTo>
                <a:cubicBezTo>
                  <a:pt x="979588" y="76381"/>
                  <a:pt x="976008" y="76092"/>
                  <a:pt x="972733" y="76092"/>
                </a:cubicBezTo>
                <a:lnTo>
                  <a:pt x="962908" y="76092"/>
                </a:lnTo>
                <a:lnTo>
                  <a:pt x="962908" y="61067"/>
                </a:lnTo>
                <a:lnTo>
                  <a:pt x="972348" y="61067"/>
                </a:lnTo>
                <a:cubicBezTo>
                  <a:pt x="975623" y="61067"/>
                  <a:pt x="979027" y="60730"/>
                  <a:pt x="982559" y="60058"/>
                </a:cubicBezTo>
                <a:cubicBezTo>
                  <a:pt x="986091" y="59384"/>
                  <a:pt x="989318" y="58166"/>
                  <a:pt x="992239" y="56404"/>
                </a:cubicBezTo>
                <a:cubicBezTo>
                  <a:pt x="995161" y="54642"/>
                  <a:pt x="997570" y="52255"/>
                  <a:pt x="999464" y="49243"/>
                </a:cubicBezTo>
                <a:cubicBezTo>
                  <a:pt x="1001358" y="46231"/>
                  <a:pt x="1002306" y="42387"/>
                  <a:pt x="1002306" y="37709"/>
                </a:cubicBezTo>
                <a:cubicBezTo>
                  <a:pt x="1002306" y="30467"/>
                  <a:pt x="1000170" y="24748"/>
                  <a:pt x="995900" y="20552"/>
                </a:cubicBezTo>
                <a:cubicBezTo>
                  <a:pt x="991629" y="16354"/>
                  <a:pt x="985288" y="14255"/>
                  <a:pt x="976875" y="14255"/>
                </a:cubicBezTo>
                <a:cubicBezTo>
                  <a:pt x="969233" y="14255"/>
                  <a:pt x="963052" y="16214"/>
                  <a:pt x="958332" y="20131"/>
                </a:cubicBezTo>
                <a:cubicBezTo>
                  <a:pt x="953612" y="24048"/>
                  <a:pt x="950867" y="29570"/>
                  <a:pt x="950096" y="36698"/>
                </a:cubicBezTo>
                <a:lnTo>
                  <a:pt x="932661" y="35349"/>
                </a:lnTo>
                <a:cubicBezTo>
                  <a:pt x="933367" y="29377"/>
                  <a:pt x="935005" y="24176"/>
                  <a:pt x="937574" y="19745"/>
                </a:cubicBezTo>
                <a:cubicBezTo>
                  <a:pt x="940142" y="15315"/>
                  <a:pt x="943401" y="11639"/>
                  <a:pt x="947351" y="8717"/>
                </a:cubicBezTo>
                <a:cubicBezTo>
                  <a:pt x="951300" y="5795"/>
                  <a:pt x="955812" y="3612"/>
                  <a:pt x="960885" y="2167"/>
                </a:cubicBezTo>
                <a:cubicBezTo>
                  <a:pt x="965958" y="722"/>
                  <a:pt x="971352" y="0"/>
                  <a:pt x="977068" y="0"/>
                </a:cubicBezTo>
                <a:cubicBezTo>
                  <a:pt x="984646" y="0"/>
                  <a:pt x="991164" y="946"/>
                  <a:pt x="996622" y="2838"/>
                </a:cubicBezTo>
                <a:cubicBezTo>
                  <a:pt x="1002081" y="4729"/>
                  <a:pt x="1006544" y="7293"/>
                  <a:pt x="1010012" y="10532"/>
                </a:cubicBezTo>
                <a:cubicBezTo>
                  <a:pt x="1013480" y="13771"/>
                  <a:pt x="1016032" y="17570"/>
                  <a:pt x="1017670" y="21931"/>
                </a:cubicBezTo>
                <a:cubicBezTo>
                  <a:pt x="1019307" y="26291"/>
                  <a:pt x="1020126" y="30940"/>
                  <a:pt x="1020126" y="35876"/>
                </a:cubicBezTo>
                <a:cubicBezTo>
                  <a:pt x="1020126" y="39851"/>
                  <a:pt x="1019580" y="43571"/>
                  <a:pt x="1018489" y="47034"/>
                </a:cubicBezTo>
                <a:cubicBezTo>
                  <a:pt x="1017397" y="50495"/>
                  <a:pt x="1015695" y="53606"/>
                  <a:pt x="1013383" y="56365"/>
                </a:cubicBezTo>
                <a:cubicBezTo>
                  <a:pt x="1011071" y="59122"/>
                  <a:pt x="1008133" y="61495"/>
                  <a:pt x="1004569" y="63484"/>
                </a:cubicBezTo>
                <a:cubicBezTo>
                  <a:pt x="1001005" y="65470"/>
                  <a:pt x="996719" y="66976"/>
                  <a:pt x="991710" y="68002"/>
                </a:cubicBezTo>
                <a:lnTo>
                  <a:pt x="991710" y="68387"/>
                </a:lnTo>
                <a:cubicBezTo>
                  <a:pt x="997168" y="68967"/>
                  <a:pt x="1001920" y="70205"/>
                  <a:pt x="1005966" y="72101"/>
                </a:cubicBezTo>
                <a:cubicBezTo>
                  <a:pt x="1010012" y="73997"/>
                  <a:pt x="1013351" y="76360"/>
                  <a:pt x="1015984" y="79190"/>
                </a:cubicBezTo>
                <a:cubicBezTo>
                  <a:pt x="1018617" y="82019"/>
                  <a:pt x="1020592" y="85235"/>
                  <a:pt x="1021908" y="88837"/>
                </a:cubicBezTo>
                <a:cubicBezTo>
                  <a:pt x="1023225" y="92437"/>
                  <a:pt x="1023883" y="96229"/>
                  <a:pt x="1023883" y="100214"/>
                </a:cubicBezTo>
                <a:close/>
                <a:moveTo>
                  <a:pt x="1117387" y="106915"/>
                </a:moveTo>
                <a:lnTo>
                  <a:pt x="1117387" y="137737"/>
                </a:lnTo>
                <a:lnTo>
                  <a:pt x="1101011" y="137737"/>
                </a:lnTo>
                <a:lnTo>
                  <a:pt x="1101011" y="106915"/>
                </a:lnTo>
                <a:lnTo>
                  <a:pt x="1037050" y="106915"/>
                </a:lnTo>
                <a:lnTo>
                  <a:pt x="1037050" y="93430"/>
                </a:lnTo>
                <a:lnTo>
                  <a:pt x="1099181" y="1926"/>
                </a:lnTo>
                <a:lnTo>
                  <a:pt x="1117387" y="1926"/>
                </a:lnTo>
                <a:lnTo>
                  <a:pt x="1117387" y="93237"/>
                </a:lnTo>
                <a:lnTo>
                  <a:pt x="1136460" y="93237"/>
                </a:lnTo>
                <a:lnTo>
                  <a:pt x="1136460" y="106915"/>
                </a:lnTo>
                <a:lnTo>
                  <a:pt x="1117387" y="106915"/>
                </a:lnTo>
                <a:moveTo>
                  <a:pt x="1101011" y="21479"/>
                </a:moveTo>
                <a:cubicBezTo>
                  <a:pt x="1100883" y="21800"/>
                  <a:pt x="1100562" y="22426"/>
                  <a:pt x="1100048" y="23357"/>
                </a:cubicBezTo>
                <a:cubicBezTo>
                  <a:pt x="1099534" y="24289"/>
                  <a:pt x="1098956" y="25332"/>
                  <a:pt x="1098314" y="26488"/>
                </a:cubicBezTo>
                <a:cubicBezTo>
                  <a:pt x="1097672" y="27644"/>
                  <a:pt x="1097014" y="28816"/>
                  <a:pt x="1096339" y="30004"/>
                </a:cubicBezTo>
                <a:cubicBezTo>
                  <a:pt x="1095665" y="31191"/>
                  <a:pt x="1095071" y="32171"/>
                  <a:pt x="1094557" y="32941"/>
                </a:cubicBezTo>
                <a:lnTo>
                  <a:pt x="1059783" y="84183"/>
                </a:lnTo>
                <a:cubicBezTo>
                  <a:pt x="1059462" y="84697"/>
                  <a:pt x="1058996" y="85371"/>
                  <a:pt x="1058386" y="86206"/>
                </a:cubicBezTo>
                <a:cubicBezTo>
                  <a:pt x="1057776" y="87041"/>
                  <a:pt x="1057150" y="87892"/>
                  <a:pt x="1056508" y="88758"/>
                </a:cubicBezTo>
                <a:cubicBezTo>
                  <a:pt x="1055866" y="89625"/>
                  <a:pt x="1055224" y="90476"/>
                  <a:pt x="1054581" y="91311"/>
                </a:cubicBezTo>
                <a:cubicBezTo>
                  <a:pt x="1053939" y="92146"/>
                  <a:pt x="1053425" y="92788"/>
                  <a:pt x="1053040" y="93237"/>
                </a:cubicBezTo>
                <a:lnTo>
                  <a:pt x="1101011" y="93237"/>
                </a:lnTo>
                <a:lnTo>
                  <a:pt x="1101011" y="214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AEA88A-99D9-4C86-9B1A-14FD97EB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347" y="3156651"/>
            <a:ext cx="65760" cy="123598"/>
          </a:xfrm>
          <a:custGeom xmlns:a="http://schemas.openxmlformats.org/drawingml/2006/main">
            <a:pathLst>
              <a:path w="65760" h="123598">
                <a:moveTo>
                  <a:pt x="0" y="0"/>
                </a:moveTo>
                <a:lnTo>
                  <a:pt x="65760" y="0"/>
                </a:lnTo>
                <a:lnTo>
                  <a:pt x="65760" y="123598"/>
                </a:lnTo>
                <a:lnTo>
                  <a:pt x="0" y="12359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500000+40">
            <a:extLst xmlns:a="http://schemas.openxmlformats.org/drawingml/2006/main">
              <a:ext uri="{FF2B5EF4-FFF2-40B4-BE49-F238E27FC236}">
                <a16:creationId xmlns:a16="http://schemas.microsoft.com/office/drawing/2014/main" id="{5508A286-B6C1-43A2-8019-FB6BF20F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379" y="3149755"/>
            <a:ext cx="1031974" cy="139663"/>
          </a:xfrm>
          <a:custGeom xmlns:a="http://schemas.openxmlformats.org/drawingml/2006/main">
            <a:pathLst>
              <a:path w="1031974" h="139663">
                <a:moveTo>
                  <a:pt x="93534" y="93475"/>
                </a:moveTo>
                <a:cubicBezTo>
                  <a:pt x="93534" y="100290"/>
                  <a:pt x="92506" y="106525"/>
                  <a:pt x="90451" y="112182"/>
                </a:cubicBezTo>
                <a:cubicBezTo>
                  <a:pt x="88396" y="117839"/>
                  <a:pt x="85346" y="122709"/>
                  <a:pt x="81300" y="126793"/>
                </a:cubicBezTo>
                <a:cubicBezTo>
                  <a:pt x="77255" y="130874"/>
                  <a:pt x="72229" y="134040"/>
                  <a:pt x="66225" y="136289"/>
                </a:cubicBezTo>
                <a:cubicBezTo>
                  <a:pt x="60221" y="138539"/>
                  <a:pt x="53269" y="139663"/>
                  <a:pt x="45370" y="139663"/>
                </a:cubicBezTo>
                <a:cubicBezTo>
                  <a:pt x="38242" y="139663"/>
                  <a:pt x="32029" y="138828"/>
                  <a:pt x="26731" y="137159"/>
                </a:cubicBezTo>
                <a:cubicBezTo>
                  <a:pt x="21433" y="135489"/>
                  <a:pt x="16954" y="133194"/>
                  <a:pt x="13293" y="130272"/>
                </a:cubicBezTo>
                <a:cubicBezTo>
                  <a:pt x="9633" y="127350"/>
                  <a:pt x="6727" y="123931"/>
                  <a:pt x="4576" y="120014"/>
                </a:cubicBezTo>
                <a:cubicBezTo>
                  <a:pt x="2424" y="116097"/>
                  <a:pt x="899" y="111891"/>
                  <a:pt x="0" y="107396"/>
                </a:cubicBezTo>
                <a:lnTo>
                  <a:pt x="17532" y="105374"/>
                </a:lnTo>
                <a:cubicBezTo>
                  <a:pt x="18238" y="107930"/>
                  <a:pt x="19233" y="110406"/>
                  <a:pt x="20518" y="112802"/>
                </a:cubicBezTo>
                <a:cubicBezTo>
                  <a:pt x="21802" y="115198"/>
                  <a:pt x="23552" y="117339"/>
                  <a:pt x="25768" y="119225"/>
                </a:cubicBezTo>
                <a:cubicBezTo>
                  <a:pt x="27983" y="121110"/>
                  <a:pt x="30712" y="122612"/>
                  <a:pt x="33955" y="123731"/>
                </a:cubicBezTo>
                <a:cubicBezTo>
                  <a:pt x="37198" y="124849"/>
                  <a:pt x="41132" y="125408"/>
                  <a:pt x="45755" y="125408"/>
                </a:cubicBezTo>
                <a:cubicBezTo>
                  <a:pt x="50251" y="125408"/>
                  <a:pt x="54329" y="124719"/>
                  <a:pt x="57989" y="123340"/>
                </a:cubicBezTo>
                <a:cubicBezTo>
                  <a:pt x="61650" y="121962"/>
                  <a:pt x="64780" y="119927"/>
                  <a:pt x="67381" y="117236"/>
                </a:cubicBezTo>
                <a:cubicBezTo>
                  <a:pt x="69982" y="114543"/>
                  <a:pt x="71989" y="111241"/>
                  <a:pt x="73401" y="107330"/>
                </a:cubicBezTo>
                <a:cubicBezTo>
                  <a:pt x="74814" y="103419"/>
                  <a:pt x="75521" y="98931"/>
                  <a:pt x="75521" y="93866"/>
                </a:cubicBezTo>
                <a:cubicBezTo>
                  <a:pt x="75521" y="89699"/>
                  <a:pt x="74846" y="85868"/>
                  <a:pt x="73498" y="82374"/>
                </a:cubicBezTo>
                <a:cubicBezTo>
                  <a:pt x="72149" y="78881"/>
                  <a:pt x="70223" y="75868"/>
                  <a:pt x="67718" y="73335"/>
                </a:cubicBezTo>
                <a:cubicBezTo>
                  <a:pt x="65214" y="70803"/>
                  <a:pt x="62147" y="68831"/>
                  <a:pt x="58519" y="67421"/>
                </a:cubicBezTo>
                <a:cubicBezTo>
                  <a:pt x="54891" y="66010"/>
                  <a:pt x="50765" y="65305"/>
                  <a:pt x="46141" y="65305"/>
                </a:cubicBezTo>
                <a:cubicBezTo>
                  <a:pt x="43251" y="65305"/>
                  <a:pt x="40586" y="65561"/>
                  <a:pt x="38146" y="66075"/>
                </a:cubicBezTo>
                <a:cubicBezTo>
                  <a:pt x="35705" y="66589"/>
                  <a:pt x="33442" y="67295"/>
                  <a:pt x="31355" y="68194"/>
                </a:cubicBezTo>
                <a:cubicBezTo>
                  <a:pt x="29267" y="69093"/>
                  <a:pt x="27373" y="70137"/>
                  <a:pt x="25671" y="71325"/>
                </a:cubicBezTo>
                <a:cubicBezTo>
                  <a:pt x="23969" y="72513"/>
                  <a:pt x="22380" y="73749"/>
                  <a:pt x="20903" y="75033"/>
                </a:cubicBezTo>
                <a:lnTo>
                  <a:pt x="3949" y="75033"/>
                </a:lnTo>
                <a:lnTo>
                  <a:pt x="8477" y="1926"/>
                </a:lnTo>
                <a:lnTo>
                  <a:pt x="85635" y="1926"/>
                </a:lnTo>
                <a:lnTo>
                  <a:pt x="85635" y="16760"/>
                </a:lnTo>
                <a:lnTo>
                  <a:pt x="24274" y="16760"/>
                </a:lnTo>
                <a:lnTo>
                  <a:pt x="21674" y="59718"/>
                </a:lnTo>
                <a:cubicBezTo>
                  <a:pt x="24756" y="57342"/>
                  <a:pt x="28609" y="55303"/>
                  <a:pt x="33233" y="53602"/>
                </a:cubicBezTo>
                <a:cubicBezTo>
                  <a:pt x="37857" y="51900"/>
                  <a:pt x="43347" y="51049"/>
                  <a:pt x="49705" y="51049"/>
                </a:cubicBezTo>
                <a:cubicBezTo>
                  <a:pt x="56448" y="51049"/>
                  <a:pt x="62516" y="52078"/>
                  <a:pt x="67911" y="54135"/>
                </a:cubicBezTo>
                <a:cubicBezTo>
                  <a:pt x="73305" y="56191"/>
                  <a:pt x="77897" y="59100"/>
                  <a:pt x="81686" y="62860"/>
                </a:cubicBezTo>
                <a:cubicBezTo>
                  <a:pt x="85474" y="66621"/>
                  <a:pt x="88396" y="71105"/>
                  <a:pt x="90451" y="76312"/>
                </a:cubicBezTo>
                <a:cubicBezTo>
                  <a:pt x="92506" y="81519"/>
                  <a:pt x="93534" y="87240"/>
                  <a:pt x="93534" y="93475"/>
                </a:cubicBezTo>
                <a:close/>
                <a:moveTo>
                  <a:pt x="203799" y="69832"/>
                </a:moveTo>
                <a:cubicBezTo>
                  <a:pt x="203799" y="82867"/>
                  <a:pt x="202562" y="93831"/>
                  <a:pt x="200090" y="102725"/>
                </a:cubicBezTo>
                <a:cubicBezTo>
                  <a:pt x="197618" y="111618"/>
                  <a:pt x="194246" y="118810"/>
                  <a:pt x="189976" y="124300"/>
                </a:cubicBezTo>
                <a:cubicBezTo>
                  <a:pt x="185705" y="129790"/>
                  <a:pt x="180680" y="133724"/>
                  <a:pt x="174900" y="136099"/>
                </a:cubicBezTo>
                <a:cubicBezTo>
                  <a:pt x="169121" y="138475"/>
                  <a:pt x="162956" y="139663"/>
                  <a:pt x="156406" y="139663"/>
                </a:cubicBezTo>
                <a:cubicBezTo>
                  <a:pt x="149791" y="139663"/>
                  <a:pt x="143626" y="138475"/>
                  <a:pt x="137911" y="136099"/>
                </a:cubicBezTo>
                <a:cubicBezTo>
                  <a:pt x="132195" y="133724"/>
                  <a:pt x="127234" y="129807"/>
                  <a:pt x="123028" y="124348"/>
                </a:cubicBezTo>
                <a:cubicBezTo>
                  <a:pt x="118822" y="118890"/>
                  <a:pt x="115515" y="111715"/>
                  <a:pt x="113106" y="102821"/>
                </a:cubicBezTo>
                <a:cubicBezTo>
                  <a:pt x="110698" y="93928"/>
                  <a:pt x="109494" y="82931"/>
                  <a:pt x="109494" y="69832"/>
                </a:cubicBezTo>
                <a:cubicBezTo>
                  <a:pt x="109494" y="56154"/>
                  <a:pt x="110698" y="44837"/>
                  <a:pt x="113106" y="35879"/>
                </a:cubicBezTo>
                <a:cubicBezTo>
                  <a:pt x="115515" y="26921"/>
                  <a:pt x="118838" y="19778"/>
                  <a:pt x="123076" y="14448"/>
                </a:cubicBezTo>
                <a:cubicBezTo>
                  <a:pt x="127315" y="9118"/>
                  <a:pt x="132324" y="5378"/>
                  <a:pt x="138103" y="3227"/>
                </a:cubicBezTo>
                <a:cubicBezTo>
                  <a:pt x="143883" y="1076"/>
                  <a:pt x="150176" y="0"/>
                  <a:pt x="156984" y="0"/>
                </a:cubicBezTo>
                <a:cubicBezTo>
                  <a:pt x="163470" y="0"/>
                  <a:pt x="169554" y="1076"/>
                  <a:pt x="175238" y="3227"/>
                </a:cubicBezTo>
                <a:cubicBezTo>
                  <a:pt x="180921" y="5378"/>
                  <a:pt x="185882" y="9118"/>
                  <a:pt x="190120" y="14448"/>
                </a:cubicBezTo>
                <a:cubicBezTo>
                  <a:pt x="194359" y="19778"/>
                  <a:pt x="197698" y="26921"/>
                  <a:pt x="200138" y="35879"/>
                </a:cubicBezTo>
                <a:cubicBezTo>
                  <a:pt x="202579" y="44837"/>
                  <a:pt x="203799" y="56154"/>
                  <a:pt x="203799" y="69832"/>
                </a:cubicBezTo>
                <a:moveTo>
                  <a:pt x="186171" y="69783"/>
                </a:moveTo>
                <a:cubicBezTo>
                  <a:pt x="186171" y="59006"/>
                  <a:pt x="185529" y="50040"/>
                  <a:pt x="184244" y="42886"/>
                </a:cubicBezTo>
                <a:cubicBezTo>
                  <a:pt x="182960" y="35733"/>
                  <a:pt x="181065" y="30023"/>
                  <a:pt x="178561" y="25756"/>
                </a:cubicBezTo>
                <a:cubicBezTo>
                  <a:pt x="176056" y="21488"/>
                  <a:pt x="172990" y="18472"/>
                  <a:pt x="169362" y="16708"/>
                </a:cubicBezTo>
                <a:cubicBezTo>
                  <a:pt x="165733" y="14945"/>
                  <a:pt x="161607" y="14063"/>
                  <a:pt x="156984" y="14063"/>
                </a:cubicBezTo>
                <a:cubicBezTo>
                  <a:pt x="152103" y="14063"/>
                  <a:pt x="147800" y="14961"/>
                  <a:pt x="144076" y="16757"/>
                </a:cubicBezTo>
                <a:cubicBezTo>
                  <a:pt x="140351" y="18553"/>
                  <a:pt x="137220" y="21585"/>
                  <a:pt x="134684" y="25853"/>
                </a:cubicBezTo>
                <a:cubicBezTo>
                  <a:pt x="132147" y="30119"/>
                  <a:pt x="130237" y="35829"/>
                  <a:pt x="128952" y="42983"/>
                </a:cubicBezTo>
                <a:cubicBezTo>
                  <a:pt x="127668" y="50136"/>
                  <a:pt x="127026" y="59070"/>
                  <a:pt x="127026" y="69783"/>
                </a:cubicBezTo>
                <a:cubicBezTo>
                  <a:pt x="127026" y="80178"/>
                  <a:pt x="127684" y="88936"/>
                  <a:pt x="129000" y="96058"/>
                </a:cubicBezTo>
                <a:cubicBezTo>
                  <a:pt x="130317" y="103177"/>
                  <a:pt x="132244" y="108903"/>
                  <a:pt x="134780" y="113236"/>
                </a:cubicBezTo>
                <a:cubicBezTo>
                  <a:pt x="137317" y="117566"/>
                  <a:pt x="140415" y="120677"/>
                  <a:pt x="144076" y="122570"/>
                </a:cubicBezTo>
                <a:cubicBezTo>
                  <a:pt x="147736" y="124462"/>
                  <a:pt x="151910" y="125408"/>
                  <a:pt x="156598" y="125408"/>
                </a:cubicBezTo>
                <a:cubicBezTo>
                  <a:pt x="161158" y="125408"/>
                  <a:pt x="165268" y="124462"/>
                  <a:pt x="168928" y="122570"/>
                </a:cubicBezTo>
                <a:cubicBezTo>
                  <a:pt x="172589" y="120677"/>
                  <a:pt x="175687" y="117566"/>
                  <a:pt x="178224" y="113236"/>
                </a:cubicBezTo>
                <a:cubicBezTo>
                  <a:pt x="180760" y="108903"/>
                  <a:pt x="182719" y="103177"/>
                  <a:pt x="184100" y="96058"/>
                </a:cubicBezTo>
                <a:cubicBezTo>
                  <a:pt x="185480" y="88936"/>
                  <a:pt x="186171" y="80178"/>
                  <a:pt x="186171" y="69783"/>
                </a:cubicBezTo>
                <a:close/>
                <a:moveTo>
                  <a:pt x="313486" y="69832"/>
                </a:moveTo>
                <a:cubicBezTo>
                  <a:pt x="313486" y="82867"/>
                  <a:pt x="312249" y="93831"/>
                  <a:pt x="309777" y="102725"/>
                </a:cubicBezTo>
                <a:cubicBezTo>
                  <a:pt x="307305" y="111618"/>
                  <a:pt x="303933" y="118810"/>
                  <a:pt x="299663" y="124300"/>
                </a:cubicBezTo>
                <a:cubicBezTo>
                  <a:pt x="295392" y="129790"/>
                  <a:pt x="290367" y="133724"/>
                  <a:pt x="284587" y="136099"/>
                </a:cubicBezTo>
                <a:cubicBezTo>
                  <a:pt x="278808" y="138475"/>
                  <a:pt x="272643" y="139663"/>
                  <a:pt x="266092" y="139663"/>
                </a:cubicBezTo>
                <a:cubicBezTo>
                  <a:pt x="259478" y="139663"/>
                  <a:pt x="253313" y="138475"/>
                  <a:pt x="247598" y="136099"/>
                </a:cubicBezTo>
                <a:cubicBezTo>
                  <a:pt x="241882" y="133724"/>
                  <a:pt x="236921" y="129807"/>
                  <a:pt x="232715" y="124348"/>
                </a:cubicBezTo>
                <a:cubicBezTo>
                  <a:pt x="228509" y="118890"/>
                  <a:pt x="225202" y="111715"/>
                  <a:pt x="222793" y="102821"/>
                </a:cubicBezTo>
                <a:cubicBezTo>
                  <a:pt x="220385" y="93928"/>
                  <a:pt x="219181" y="82931"/>
                  <a:pt x="219181" y="69832"/>
                </a:cubicBezTo>
                <a:cubicBezTo>
                  <a:pt x="219181" y="56154"/>
                  <a:pt x="220385" y="44837"/>
                  <a:pt x="222793" y="35879"/>
                </a:cubicBezTo>
                <a:cubicBezTo>
                  <a:pt x="225202" y="26921"/>
                  <a:pt x="228525" y="19778"/>
                  <a:pt x="232763" y="14448"/>
                </a:cubicBezTo>
                <a:cubicBezTo>
                  <a:pt x="237002" y="9118"/>
                  <a:pt x="242011" y="5378"/>
                  <a:pt x="247790" y="3227"/>
                </a:cubicBezTo>
                <a:cubicBezTo>
                  <a:pt x="253570" y="1076"/>
                  <a:pt x="259863" y="0"/>
                  <a:pt x="266670" y="0"/>
                </a:cubicBezTo>
                <a:cubicBezTo>
                  <a:pt x="273156" y="0"/>
                  <a:pt x="279241" y="1076"/>
                  <a:pt x="284924" y="3227"/>
                </a:cubicBezTo>
                <a:cubicBezTo>
                  <a:pt x="290608" y="5378"/>
                  <a:pt x="295569" y="9118"/>
                  <a:pt x="299807" y="14448"/>
                </a:cubicBezTo>
                <a:cubicBezTo>
                  <a:pt x="304045" y="19778"/>
                  <a:pt x="307385" y="26921"/>
                  <a:pt x="309825" y="35879"/>
                </a:cubicBezTo>
                <a:cubicBezTo>
                  <a:pt x="312265" y="44837"/>
                  <a:pt x="313486" y="56154"/>
                  <a:pt x="313486" y="69832"/>
                </a:cubicBezTo>
                <a:moveTo>
                  <a:pt x="295858" y="69783"/>
                </a:moveTo>
                <a:cubicBezTo>
                  <a:pt x="295858" y="59006"/>
                  <a:pt x="295215" y="50040"/>
                  <a:pt x="293931" y="42886"/>
                </a:cubicBezTo>
                <a:cubicBezTo>
                  <a:pt x="292647" y="35733"/>
                  <a:pt x="290752" y="30023"/>
                  <a:pt x="288248" y="25756"/>
                </a:cubicBezTo>
                <a:cubicBezTo>
                  <a:pt x="285743" y="21488"/>
                  <a:pt x="282677" y="18472"/>
                  <a:pt x="279048" y="16708"/>
                </a:cubicBezTo>
                <a:cubicBezTo>
                  <a:pt x="275420" y="14945"/>
                  <a:pt x="271294" y="14063"/>
                  <a:pt x="266670" y="14063"/>
                </a:cubicBezTo>
                <a:cubicBezTo>
                  <a:pt x="261790" y="14063"/>
                  <a:pt x="257487" y="14961"/>
                  <a:pt x="253763" y="16757"/>
                </a:cubicBezTo>
                <a:cubicBezTo>
                  <a:pt x="250038" y="18553"/>
                  <a:pt x="246907" y="21585"/>
                  <a:pt x="244371" y="25853"/>
                </a:cubicBezTo>
                <a:cubicBezTo>
                  <a:pt x="241834" y="30119"/>
                  <a:pt x="239924" y="35829"/>
                  <a:pt x="238639" y="42983"/>
                </a:cubicBezTo>
                <a:cubicBezTo>
                  <a:pt x="237355" y="50136"/>
                  <a:pt x="236713" y="59070"/>
                  <a:pt x="236713" y="69783"/>
                </a:cubicBezTo>
                <a:cubicBezTo>
                  <a:pt x="236713" y="80178"/>
                  <a:pt x="237371" y="88936"/>
                  <a:pt x="238687" y="96058"/>
                </a:cubicBezTo>
                <a:cubicBezTo>
                  <a:pt x="240004" y="103177"/>
                  <a:pt x="241930" y="108903"/>
                  <a:pt x="244467" y="113236"/>
                </a:cubicBezTo>
                <a:cubicBezTo>
                  <a:pt x="247004" y="117566"/>
                  <a:pt x="250102" y="120677"/>
                  <a:pt x="253763" y="122570"/>
                </a:cubicBezTo>
                <a:cubicBezTo>
                  <a:pt x="257423" y="124462"/>
                  <a:pt x="261597" y="125408"/>
                  <a:pt x="266285" y="125408"/>
                </a:cubicBezTo>
                <a:cubicBezTo>
                  <a:pt x="270845" y="125408"/>
                  <a:pt x="274955" y="124462"/>
                  <a:pt x="278615" y="122570"/>
                </a:cubicBezTo>
                <a:cubicBezTo>
                  <a:pt x="282275" y="120677"/>
                  <a:pt x="285374" y="117566"/>
                  <a:pt x="287911" y="113236"/>
                </a:cubicBezTo>
                <a:cubicBezTo>
                  <a:pt x="290447" y="108903"/>
                  <a:pt x="292406" y="103177"/>
                  <a:pt x="293787" y="96058"/>
                </a:cubicBezTo>
                <a:cubicBezTo>
                  <a:pt x="295167" y="88936"/>
                  <a:pt x="295858" y="80178"/>
                  <a:pt x="295858" y="69783"/>
                </a:cubicBezTo>
                <a:close/>
                <a:moveTo>
                  <a:pt x="423173" y="69832"/>
                </a:moveTo>
                <a:cubicBezTo>
                  <a:pt x="423173" y="82867"/>
                  <a:pt x="421937" y="93831"/>
                  <a:pt x="419464" y="102725"/>
                </a:cubicBezTo>
                <a:cubicBezTo>
                  <a:pt x="416992" y="111618"/>
                  <a:pt x="413620" y="118810"/>
                  <a:pt x="409350" y="124300"/>
                </a:cubicBezTo>
                <a:cubicBezTo>
                  <a:pt x="405079" y="129790"/>
                  <a:pt x="400054" y="133724"/>
                  <a:pt x="394275" y="136099"/>
                </a:cubicBezTo>
                <a:cubicBezTo>
                  <a:pt x="388495" y="138475"/>
                  <a:pt x="382330" y="139663"/>
                  <a:pt x="375780" y="139663"/>
                </a:cubicBezTo>
                <a:cubicBezTo>
                  <a:pt x="369165" y="139663"/>
                  <a:pt x="363000" y="138475"/>
                  <a:pt x="357285" y="136099"/>
                </a:cubicBezTo>
                <a:cubicBezTo>
                  <a:pt x="351570" y="133724"/>
                  <a:pt x="346609" y="129807"/>
                  <a:pt x="342402" y="124348"/>
                </a:cubicBezTo>
                <a:cubicBezTo>
                  <a:pt x="338196" y="118890"/>
                  <a:pt x="334889" y="111715"/>
                  <a:pt x="332481" y="102821"/>
                </a:cubicBezTo>
                <a:cubicBezTo>
                  <a:pt x="330073" y="93928"/>
                  <a:pt x="328868" y="82931"/>
                  <a:pt x="328868" y="69832"/>
                </a:cubicBezTo>
                <a:cubicBezTo>
                  <a:pt x="328868" y="56154"/>
                  <a:pt x="330073" y="44837"/>
                  <a:pt x="332481" y="35879"/>
                </a:cubicBezTo>
                <a:cubicBezTo>
                  <a:pt x="334889" y="26921"/>
                  <a:pt x="338212" y="19778"/>
                  <a:pt x="342451" y="14448"/>
                </a:cubicBezTo>
                <a:cubicBezTo>
                  <a:pt x="346689" y="9118"/>
                  <a:pt x="351698" y="5378"/>
                  <a:pt x="357478" y="3227"/>
                </a:cubicBezTo>
                <a:cubicBezTo>
                  <a:pt x="363257" y="1076"/>
                  <a:pt x="369551" y="0"/>
                  <a:pt x="376358" y="0"/>
                </a:cubicBezTo>
                <a:cubicBezTo>
                  <a:pt x="382844" y="0"/>
                  <a:pt x="388929" y="1076"/>
                  <a:pt x="394612" y="3227"/>
                </a:cubicBezTo>
                <a:cubicBezTo>
                  <a:pt x="400295" y="5378"/>
                  <a:pt x="405256" y="9118"/>
                  <a:pt x="409494" y="14448"/>
                </a:cubicBezTo>
                <a:cubicBezTo>
                  <a:pt x="413733" y="19778"/>
                  <a:pt x="417072" y="26921"/>
                  <a:pt x="419513" y="35879"/>
                </a:cubicBezTo>
                <a:cubicBezTo>
                  <a:pt x="421953" y="44837"/>
                  <a:pt x="423173" y="56154"/>
                  <a:pt x="423173" y="69832"/>
                </a:cubicBezTo>
                <a:moveTo>
                  <a:pt x="405545" y="69783"/>
                </a:moveTo>
                <a:cubicBezTo>
                  <a:pt x="405545" y="59006"/>
                  <a:pt x="404903" y="50040"/>
                  <a:pt x="403618" y="42886"/>
                </a:cubicBezTo>
                <a:cubicBezTo>
                  <a:pt x="402334" y="35733"/>
                  <a:pt x="400440" y="30023"/>
                  <a:pt x="397935" y="25756"/>
                </a:cubicBezTo>
                <a:cubicBezTo>
                  <a:pt x="395431" y="21488"/>
                  <a:pt x="392364" y="18472"/>
                  <a:pt x="388736" y="16708"/>
                </a:cubicBezTo>
                <a:cubicBezTo>
                  <a:pt x="385108" y="14945"/>
                  <a:pt x="380982" y="14063"/>
                  <a:pt x="376358" y="14063"/>
                </a:cubicBezTo>
                <a:cubicBezTo>
                  <a:pt x="371477" y="14063"/>
                  <a:pt x="367175" y="14961"/>
                  <a:pt x="363450" y="16757"/>
                </a:cubicBezTo>
                <a:cubicBezTo>
                  <a:pt x="359725" y="18553"/>
                  <a:pt x="356595" y="21585"/>
                  <a:pt x="354058" y="25853"/>
                </a:cubicBezTo>
                <a:cubicBezTo>
                  <a:pt x="351521" y="30119"/>
                  <a:pt x="349611" y="35829"/>
                  <a:pt x="348327" y="42983"/>
                </a:cubicBezTo>
                <a:cubicBezTo>
                  <a:pt x="347042" y="50136"/>
                  <a:pt x="346400" y="59070"/>
                  <a:pt x="346400" y="69783"/>
                </a:cubicBezTo>
                <a:cubicBezTo>
                  <a:pt x="346400" y="80178"/>
                  <a:pt x="347058" y="88936"/>
                  <a:pt x="348375" y="96058"/>
                </a:cubicBezTo>
                <a:cubicBezTo>
                  <a:pt x="349691" y="103177"/>
                  <a:pt x="351618" y="108903"/>
                  <a:pt x="354154" y="113236"/>
                </a:cubicBezTo>
                <a:cubicBezTo>
                  <a:pt x="356691" y="117566"/>
                  <a:pt x="359790" y="120677"/>
                  <a:pt x="363450" y="122570"/>
                </a:cubicBezTo>
                <a:cubicBezTo>
                  <a:pt x="367110" y="124462"/>
                  <a:pt x="371285" y="125408"/>
                  <a:pt x="375973" y="125408"/>
                </a:cubicBezTo>
                <a:cubicBezTo>
                  <a:pt x="380532" y="125408"/>
                  <a:pt x="384642" y="124462"/>
                  <a:pt x="388302" y="122570"/>
                </a:cubicBezTo>
                <a:cubicBezTo>
                  <a:pt x="391963" y="120677"/>
                  <a:pt x="395061" y="117566"/>
                  <a:pt x="397598" y="113236"/>
                </a:cubicBezTo>
                <a:cubicBezTo>
                  <a:pt x="400135" y="108903"/>
                  <a:pt x="402093" y="103177"/>
                  <a:pt x="403474" y="96058"/>
                </a:cubicBezTo>
                <a:cubicBezTo>
                  <a:pt x="404855" y="88936"/>
                  <a:pt x="405545" y="80178"/>
                  <a:pt x="405545" y="69783"/>
                </a:cubicBezTo>
                <a:close/>
                <a:moveTo>
                  <a:pt x="532860" y="69832"/>
                </a:moveTo>
                <a:cubicBezTo>
                  <a:pt x="532860" y="82867"/>
                  <a:pt x="531623" y="93831"/>
                  <a:pt x="529151" y="102725"/>
                </a:cubicBezTo>
                <a:cubicBezTo>
                  <a:pt x="526679" y="111618"/>
                  <a:pt x="523307" y="118810"/>
                  <a:pt x="519037" y="124300"/>
                </a:cubicBezTo>
                <a:cubicBezTo>
                  <a:pt x="514766" y="129790"/>
                  <a:pt x="509741" y="133724"/>
                  <a:pt x="503961" y="136099"/>
                </a:cubicBezTo>
                <a:cubicBezTo>
                  <a:pt x="498182" y="138475"/>
                  <a:pt x="492017" y="139663"/>
                  <a:pt x="485466" y="139663"/>
                </a:cubicBezTo>
                <a:cubicBezTo>
                  <a:pt x="478852" y="139663"/>
                  <a:pt x="472687" y="138475"/>
                  <a:pt x="466972" y="136099"/>
                </a:cubicBezTo>
                <a:cubicBezTo>
                  <a:pt x="461256" y="133724"/>
                  <a:pt x="456295" y="129807"/>
                  <a:pt x="452089" y="124348"/>
                </a:cubicBezTo>
                <a:cubicBezTo>
                  <a:pt x="447883" y="118890"/>
                  <a:pt x="444575" y="111715"/>
                  <a:pt x="442167" y="102821"/>
                </a:cubicBezTo>
                <a:cubicBezTo>
                  <a:pt x="439759" y="93928"/>
                  <a:pt x="438555" y="82931"/>
                  <a:pt x="438555" y="69832"/>
                </a:cubicBezTo>
                <a:cubicBezTo>
                  <a:pt x="438555" y="56154"/>
                  <a:pt x="439759" y="44837"/>
                  <a:pt x="442167" y="35879"/>
                </a:cubicBezTo>
                <a:cubicBezTo>
                  <a:pt x="444575" y="26921"/>
                  <a:pt x="447899" y="19778"/>
                  <a:pt x="452137" y="14448"/>
                </a:cubicBezTo>
                <a:cubicBezTo>
                  <a:pt x="456376" y="9118"/>
                  <a:pt x="461385" y="5378"/>
                  <a:pt x="467164" y="3227"/>
                </a:cubicBezTo>
                <a:cubicBezTo>
                  <a:pt x="472944" y="1076"/>
                  <a:pt x="479237" y="0"/>
                  <a:pt x="486044" y="0"/>
                </a:cubicBezTo>
                <a:cubicBezTo>
                  <a:pt x="492530" y="0"/>
                  <a:pt x="498615" y="1076"/>
                  <a:pt x="504298" y="3227"/>
                </a:cubicBezTo>
                <a:cubicBezTo>
                  <a:pt x="509982" y="5378"/>
                  <a:pt x="514943" y="9118"/>
                  <a:pt x="519181" y="14448"/>
                </a:cubicBezTo>
                <a:cubicBezTo>
                  <a:pt x="523419" y="19778"/>
                  <a:pt x="526759" y="26921"/>
                  <a:pt x="529199" y="35879"/>
                </a:cubicBezTo>
                <a:cubicBezTo>
                  <a:pt x="531639" y="44837"/>
                  <a:pt x="532860" y="56154"/>
                  <a:pt x="532860" y="69832"/>
                </a:cubicBezTo>
                <a:moveTo>
                  <a:pt x="515232" y="69783"/>
                </a:moveTo>
                <a:cubicBezTo>
                  <a:pt x="515232" y="59006"/>
                  <a:pt x="514589" y="50040"/>
                  <a:pt x="513305" y="42886"/>
                </a:cubicBezTo>
                <a:cubicBezTo>
                  <a:pt x="512021" y="35733"/>
                  <a:pt x="510126" y="30023"/>
                  <a:pt x="507622" y="25756"/>
                </a:cubicBezTo>
                <a:cubicBezTo>
                  <a:pt x="505117" y="21488"/>
                  <a:pt x="502051" y="18472"/>
                  <a:pt x="498422" y="16708"/>
                </a:cubicBezTo>
                <a:cubicBezTo>
                  <a:pt x="494794" y="14945"/>
                  <a:pt x="490668" y="14063"/>
                  <a:pt x="486044" y="14063"/>
                </a:cubicBezTo>
                <a:cubicBezTo>
                  <a:pt x="481164" y="14063"/>
                  <a:pt x="476861" y="14961"/>
                  <a:pt x="473137" y="16757"/>
                </a:cubicBezTo>
                <a:cubicBezTo>
                  <a:pt x="469412" y="18553"/>
                  <a:pt x="466281" y="21585"/>
                  <a:pt x="463745" y="25853"/>
                </a:cubicBezTo>
                <a:cubicBezTo>
                  <a:pt x="461208" y="30119"/>
                  <a:pt x="459298" y="35829"/>
                  <a:pt x="458013" y="42983"/>
                </a:cubicBezTo>
                <a:cubicBezTo>
                  <a:pt x="456729" y="50136"/>
                  <a:pt x="456087" y="59070"/>
                  <a:pt x="456087" y="69783"/>
                </a:cubicBezTo>
                <a:cubicBezTo>
                  <a:pt x="456087" y="80178"/>
                  <a:pt x="456745" y="88936"/>
                  <a:pt x="458061" y="96058"/>
                </a:cubicBezTo>
                <a:cubicBezTo>
                  <a:pt x="459378" y="103177"/>
                  <a:pt x="461304" y="108903"/>
                  <a:pt x="463841" y="113236"/>
                </a:cubicBezTo>
                <a:cubicBezTo>
                  <a:pt x="466378" y="117566"/>
                  <a:pt x="469476" y="120677"/>
                  <a:pt x="473137" y="122570"/>
                </a:cubicBezTo>
                <a:cubicBezTo>
                  <a:pt x="476797" y="124462"/>
                  <a:pt x="480971" y="125408"/>
                  <a:pt x="485659" y="125408"/>
                </a:cubicBezTo>
                <a:cubicBezTo>
                  <a:pt x="490219" y="125408"/>
                  <a:pt x="494329" y="124462"/>
                  <a:pt x="497989" y="122570"/>
                </a:cubicBezTo>
                <a:cubicBezTo>
                  <a:pt x="501649" y="120677"/>
                  <a:pt x="504748" y="117566"/>
                  <a:pt x="507285" y="113236"/>
                </a:cubicBezTo>
                <a:cubicBezTo>
                  <a:pt x="509821" y="108903"/>
                  <a:pt x="511780" y="103177"/>
                  <a:pt x="513161" y="96058"/>
                </a:cubicBezTo>
                <a:cubicBezTo>
                  <a:pt x="514541" y="88936"/>
                  <a:pt x="515232" y="80178"/>
                  <a:pt x="515232" y="69783"/>
                </a:cubicBezTo>
                <a:close/>
                <a:moveTo>
                  <a:pt x="642547" y="69832"/>
                </a:moveTo>
                <a:cubicBezTo>
                  <a:pt x="642547" y="82867"/>
                  <a:pt x="641310" y="93831"/>
                  <a:pt x="638838" y="102725"/>
                </a:cubicBezTo>
                <a:cubicBezTo>
                  <a:pt x="636366" y="111618"/>
                  <a:pt x="632994" y="118810"/>
                  <a:pt x="628724" y="124300"/>
                </a:cubicBezTo>
                <a:cubicBezTo>
                  <a:pt x="624453" y="129790"/>
                  <a:pt x="619428" y="133724"/>
                  <a:pt x="613648" y="136099"/>
                </a:cubicBezTo>
                <a:cubicBezTo>
                  <a:pt x="607869" y="138475"/>
                  <a:pt x="601704" y="139663"/>
                  <a:pt x="595154" y="139663"/>
                </a:cubicBezTo>
                <a:cubicBezTo>
                  <a:pt x="588539" y="139663"/>
                  <a:pt x="582374" y="138475"/>
                  <a:pt x="576659" y="136099"/>
                </a:cubicBezTo>
                <a:cubicBezTo>
                  <a:pt x="570943" y="133724"/>
                  <a:pt x="565982" y="129807"/>
                  <a:pt x="561776" y="124348"/>
                </a:cubicBezTo>
                <a:cubicBezTo>
                  <a:pt x="557570" y="118890"/>
                  <a:pt x="554263" y="111715"/>
                  <a:pt x="551854" y="102821"/>
                </a:cubicBezTo>
                <a:cubicBezTo>
                  <a:pt x="549446" y="93928"/>
                  <a:pt x="548242" y="82931"/>
                  <a:pt x="548242" y="69832"/>
                </a:cubicBezTo>
                <a:cubicBezTo>
                  <a:pt x="548242" y="56154"/>
                  <a:pt x="549446" y="44837"/>
                  <a:pt x="551854" y="35879"/>
                </a:cubicBezTo>
                <a:cubicBezTo>
                  <a:pt x="554263" y="26921"/>
                  <a:pt x="557586" y="19778"/>
                  <a:pt x="561824" y="14448"/>
                </a:cubicBezTo>
                <a:cubicBezTo>
                  <a:pt x="566063" y="9118"/>
                  <a:pt x="571072" y="5378"/>
                  <a:pt x="576851" y="3227"/>
                </a:cubicBezTo>
                <a:cubicBezTo>
                  <a:pt x="582631" y="1076"/>
                  <a:pt x="588924" y="0"/>
                  <a:pt x="595732" y="0"/>
                </a:cubicBezTo>
                <a:cubicBezTo>
                  <a:pt x="602218" y="0"/>
                  <a:pt x="608302" y="1076"/>
                  <a:pt x="613986" y="3227"/>
                </a:cubicBezTo>
                <a:cubicBezTo>
                  <a:pt x="619669" y="5378"/>
                  <a:pt x="624630" y="9118"/>
                  <a:pt x="628868" y="14448"/>
                </a:cubicBezTo>
                <a:cubicBezTo>
                  <a:pt x="633107" y="19778"/>
                  <a:pt x="636446" y="26921"/>
                  <a:pt x="638886" y="35879"/>
                </a:cubicBezTo>
                <a:cubicBezTo>
                  <a:pt x="641327" y="44837"/>
                  <a:pt x="642547" y="56154"/>
                  <a:pt x="642547" y="69832"/>
                </a:cubicBezTo>
                <a:moveTo>
                  <a:pt x="624919" y="69783"/>
                </a:moveTo>
                <a:cubicBezTo>
                  <a:pt x="624919" y="59006"/>
                  <a:pt x="624277" y="50040"/>
                  <a:pt x="622992" y="42886"/>
                </a:cubicBezTo>
                <a:cubicBezTo>
                  <a:pt x="621708" y="35733"/>
                  <a:pt x="619813" y="30023"/>
                  <a:pt x="617309" y="25756"/>
                </a:cubicBezTo>
                <a:cubicBezTo>
                  <a:pt x="614804" y="21488"/>
                  <a:pt x="611738" y="18472"/>
                  <a:pt x="608110" y="16708"/>
                </a:cubicBezTo>
                <a:cubicBezTo>
                  <a:pt x="604481" y="14945"/>
                  <a:pt x="600355" y="14063"/>
                  <a:pt x="595732" y="14063"/>
                </a:cubicBezTo>
                <a:cubicBezTo>
                  <a:pt x="590851" y="14063"/>
                  <a:pt x="586548" y="14961"/>
                  <a:pt x="582824" y="16757"/>
                </a:cubicBezTo>
                <a:cubicBezTo>
                  <a:pt x="579099" y="18553"/>
                  <a:pt x="575968" y="21585"/>
                  <a:pt x="573432" y="25853"/>
                </a:cubicBezTo>
                <a:cubicBezTo>
                  <a:pt x="570895" y="30119"/>
                  <a:pt x="568985" y="35829"/>
                  <a:pt x="567700" y="42983"/>
                </a:cubicBezTo>
                <a:cubicBezTo>
                  <a:pt x="566416" y="50136"/>
                  <a:pt x="565774" y="59070"/>
                  <a:pt x="565774" y="69783"/>
                </a:cubicBezTo>
                <a:cubicBezTo>
                  <a:pt x="565774" y="80178"/>
                  <a:pt x="566432" y="88936"/>
                  <a:pt x="567748" y="96058"/>
                </a:cubicBezTo>
                <a:cubicBezTo>
                  <a:pt x="569065" y="103177"/>
                  <a:pt x="570991" y="108903"/>
                  <a:pt x="573528" y="113236"/>
                </a:cubicBezTo>
                <a:cubicBezTo>
                  <a:pt x="576065" y="117566"/>
                  <a:pt x="579163" y="120677"/>
                  <a:pt x="582824" y="122570"/>
                </a:cubicBezTo>
                <a:cubicBezTo>
                  <a:pt x="586484" y="124462"/>
                  <a:pt x="590658" y="125408"/>
                  <a:pt x="595346" y="125408"/>
                </a:cubicBezTo>
                <a:cubicBezTo>
                  <a:pt x="599906" y="125408"/>
                  <a:pt x="604016" y="124462"/>
                  <a:pt x="607676" y="122570"/>
                </a:cubicBezTo>
                <a:cubicBezTo>
                  <a:pt x="611337" y="120677"/>
                  <a:pt x="614435" y="117566"/>
                  <a:pt x="616972" y="113236"/>
                </a:cubicBezTo>
                <a:cubicBezTo>
                  <a:pt x="619508" y="108903"/>
                  <a:pt x="621467" y="103177"/>
                  <a:pt x="622848" y="96058"/>
                </a:cubicBezTo>
                <a:cubicBezTo>
                  <a:pt x="624228" y="88936"/>
                  <a:pt x="624919" y="80178"/>
                  <a:pt x="624919" y="69783"/>
                </a:cubicBezTo>
                <a:close/>
                <a:moveTo>
                  <a:pt x="714858" y="79175"/>
                </a:moveTo>
                <a:lnTo>
                  <a:pt x="714858" y="120399"/>
                </a:lnTo>
                <a:lnTo>
                  <a:pt x="700698" y="120399"/>
                </a:lnTo>
                <a:lnTo>
                  <a:pt x="700698" y="79175"/>
                </a:lnTo>
                <a:lnTo>
                  <a:pt x="659856" y="79175"/>
                </a:lnTo>
                <a:lnTo>
                  <a:pt x="659856" y="65112"/>
                </a:lnTo>
                <a:lnTo>
                  <a:pt x="700698" y="65112"/>
                </a:lnTo>
                <a:lnTo>
                  <a:pt x="700698" y="23887"/>
                </a:lnTo>
                <a:lnTo>
                  <a:pt x="714858" y="23887"/>
                </a:lnTo>
                <a:lnTo>
                  <a:pt x="714858" y="65112"/>
                </a:lnTo>
                <a:lnTo>
                  <a:pt x="755701" y="65112"/>
                </a:lnTo>
                <a:lnTo>
                  <a:pt x="755701" y="79175"/>
                </a:lnTo>
                <a:lnTo>
                  <a:pt x="714858" y="79175"/>
                </a:lnTo>
                <a:close/>
                <a:moveTo>
                  <a:pt x="905141" y="106915"/>
                </a:moveTo>
                <a:lnTo>
                  <a:pt x="905141" y="137737"/>
                </a:lnTo>
                <a:lnTo>
                  <a:pt x="888765" y="137737"/>
                </a:lnTo>
                <a:lnTo>
                  <a:pt x="888765" y="106915"/>
                </a:lnTo>
                <a:lnTo>
                  <a:pt x="824804" y="106915"/>
                </a:lnTo>
                <a:lnTo>
                  <a:pt x="824804" y="93430"/>
                </a:lnTo>
                <a:lnTo>
                  <a:pt x="886935" y="1926"/>
                </a:lnTo>
                <a:lnTo>
                  <a:pt x="905141" y="1926"/>
                </a:lnTo>
                <a:lnTo>
                  <a:pt x="905141" y="93237"/>
                </a:lnTo>
                <a:lnTo>
                  <a:pt x="924214" y="93237"/>
                </a:lnTo>
                <a:lnTo>
                  <a:pt x="924214" y="106915"/>
                </a:lnTo>
                <a:lnTo>
                  <a:pt x="905141" y="106915"/>
                </a:lnTo>
                <a:moveTo>
                  <a:pt x="888765" y="21479"/>
                </a:moveTo>
                <a:cubicBezTo>
                  <a:pt x="888637" y="21800"/>
                  <a:pt x="888316" y="22426"/>
                  <a:pt x="887802" y="23357"/>
                </a:cubicBezTo>
                <a:cubicBezTo>
                  <a:pt x="887288" y="24289"/>
                  <a:pt x="886710" y="25332"/>
                  <a:pt x="886068" y="26488"/>
                </a:cubicBezTo>
                <a:cubicBezTo>
                  <a:pt x="885426" y="27644"/>
                  <a:pt x="884768" y="28816"/>
                  <a:pt x="884094" y="30004"/>
                </a:cubicBezTo>
                <a:cubicBezTo>
                  <a:pt x="883419" y="31191"/>
                  <a:pt x="882825" y="32171"/>
                  <a:pt x="882311" y="32941"/>
                </a:cubicBezTo>
                <a:lnTo>
                  <a:pt x="847537" y="84183"/>
                </a:lnTo>
                <a:cubicBezTo>
                  <a:pt x="847216" y="84697"/>
                  <a:pt x="846751" y="85371"/>
                  <a:pt x="846141" y="86206"/>
                </a:cubicBezTo>
                <a:cubicBezTo>
                  <a:pt x="845530" y="87041"/>
                  <a:pt x="844904" y="87892"/>
                  <a:pt x="844262" y="88758"/>
                </a:cubicBezTo>
                <a:cubicBezTo>
                  <a:pt x="843620" y="89625"/>
                  <a:pt x="842978" y="90476"/>
                  <a:pt x="842336" y="91311"/>
                </a:cubicBezTo>
                <a:cubicBezTo>
                  <a:pt x="841693" y="92146"/>
                  <a:pt x="841180" y="92788"/>
                  <a:pt x="840794" y="93237"/>
                </a:cubicBezTo>
                <a:lnTo>
                  <a:pt x="888765" y="93237"/>
                </a:lnTo>
                <a:lnTo>
                  <a:pt x="888765" y="21479"/>
                </a:lnTo>
                <a:close/>
                <a:moveTo>
                  <a:pt x="1031974" y="69832"/>
                </a:moveTo>
                <a:cubicBezTo>
                  <a:pt x="1031974" y="82867"/>
                  <a:pt x="1030738" y="93831"/>
                  <a:pt x="1028266" y="102725"/>
                </a:cubicBezTo>
                <a:cubicBezTo>
                  <a:pt x="1025793" y="111618"/>
                  <a:pt x="1022422" y="118810"/>
                  <a:pt x="1018151" y="124300"/>
                </a:cubicBezTo>
                <a:cubicBezTo>
                  <a:pt x="1013881" y="129790"/>
                  <a:pt x="1008856" y="133724"/>
                  <a:pt x="1003076" y="136099"/>
                </a:cubicBezTo>
                <a:cubicBezTo>
                  <a:pt x="997297" y="138475"/>
                  <a:pt x="991132" y="139663"/>
                  <a:pt x="984581" y="139663"/>
                </a:cubicBezTo>
                <a:cubicBezTo>
                  <a:pt x="977967" y="139663"/>
                  <a:pt x="971802" y="138475"/>
                  <a:pt x="966087" y="136099"/>
                </a:cubicBezTo>
                <a:cubicBezTo>
                  <a:pt x="960371" y="133724"/>
                  <a:pt x="955410" y="129807"/>
                  <a:pt x="951204" y="124348"/>
                </a:cubicBezTo>
                <a:cubicBezTo>
                  <a:pt x="946998" y="118890"/>
                  <a:pt x="943690" y="111715"/>
                  <a:pt x="941282" y="102821"/>
                </a:cubicBezTo>
                <a:cubicBezTo>
                  <a:pt x="938874" y="93928"/>
                  <a:pt x="937670" y="82931"/>
                  <a:pt x="937670" y="69832"/>
                </a:cubicBezTo>
                <a:cubicBezTo>
                  <a:pt x="937670" y="56154"/>
                  <a:pt x="938874" y="44837"/>
                  <a:pt x="941282" y="35879"/>
                </a:cubicBezTo>
                <a:cubicBezTo>
                  <a:pt x="943690" y="26921"/>
                  <a:pt x="947014" y="19778"/>
                  <a:pt x="951252" y="14448"/>
                </a:cubicBezTo>
                <a:cubicBezTo>
                  <a:pt x="955491" y="9118"/>
                  <a:pt x="960500" y="5378"/>
                  <a:pt x="966279" y="3227"/>
                </a:cubicBezTo>
                <a:cubicBezTo>
                  <a:pt x="972059" y="1076"/>
                  <a:pt x="978352" y="0"/>
                  <a:pt x="985159" y="0"/>
                </a:cubicBezTo>
                <a:cubicBezTo>
                  <a:pt x="991645" y="0"/>
                  <a:pt x="997730" y="1076"/>
                  <a:pt x="1003413" y="3227"/>
                </a:cubicBezTo>
                <a:cubicBezTo>
                  <a:pt x="1009097" y="5378"/>
                  <a:pt x="1014058" y="9118"/>
                  <a:pt x="1018296" y="14448"/>
                </a:cubicBezTo>
                <a:cubicBezTo>
                  <a:pt x="1022534" y="19778"/>
                  <a:pt x="1025874" y="26921"/>
                  <a:pt x="1028314" y="35879"/>
                </a:cubicBezTo>
                <a:cubicBezTo>
                  <a:pt x="1030754" y="44837"/>
                  <a:pt x="1031974" y="56154"/>
                  <a:pt x="1031974" y="69832"/>
                </a:cubicBezTo>
                <a:moveTo>
                  <a:pt x="1014347" y="69783"/>
                </a:moveTo>
                <a:cubicBezTo>
                  <a:pt x="1014347" y="59006"/>
                  <a:pt x="1013704" y="50040"/>
                  <a:pt x="1012420" y="42886"/>
                </a:cubicBezTo>
                <a:cubicBezTo>
                  <a:pt x="1011136" y="35733"/>
                  <a:pt x="1009241" y="30023"/>
                  <a:pt x="1006737" y="25756"/>
                </a:cubicBezTo>
                <a:cubicBezTo>
                  <a:pt x="1004232" y="21488"/>
                  <a:pt x="1001166" y="18472"/>
                  <a:pt x="997537" y="16708"/>
                </a:cubicBezTo>
                <a:cubicBezTo>
                  <a:pt x="993909" y="14945"/>
                  <a:pt x="989783" y="14063"/>
                  <a:pt x="985159" y="14063"/>
                </a:cubicBezTo>
                <a:cubicBezTo>
                  <a:pt x="980279" y="14063"/>
                  <a:pt x="975976" y="14961"/>
                  <a:pt x="972252" y="16757"/>
                </a:cubicBezTo>
                <a:cubicBezTo>
                  <a:pt x="968527" y="18553"/>
                  <a:pt x="965396" y="21585"/>
                  <a:pt x="962860" y="25853"/>
                </a:cubicBezTo>
                <a:cubicBezTo>
                  <a:pt x="960323" y="30119"/>
                  <a:pt x="958412" y="35829"/>
                  <a:pt x="957128" y="42983"/>
                </a:cubicBezTo>
                <a:cubicBezTo>
                  <a:pt x="955844" y="50136"/>
                  <a:pt x="955202" y="59070"/>
                  <a:pt x="955202" y="69783"/>
                </a:cubicBezTo>
                <a:cubicBezTo>
                  <a:pt x="955202" y="80178"/>
                  <a:pt x="955860" y="88936"/>
                  <a:pt x="957176" y="96058"/>
                </a:cubicBezTo>
                <a:cubicBezTo>
                  <a:pt x="958493" y="103177"/>
                  <a:pt x="960419" y="108903"/>
                  <a:pt x="962956" y="113236"/>
                </a:cubicBezTo>
                <a:cubicBezTo>
                  <a:pt x="965493" y="117566"/>
                  <a:pt x="968591" y="120677"/>
                  <a:pt x="972252" y="122570"/>
                </a:cubicBezTo>
                <a:cubicBezTo>
                  <a:pt x="975912" y="124462"/>
                  <a:pt x="980086" y="125408"/>
                  <a:pt x="984774" y="125408"/>
                </a:cubicBezTo>
                <a:cubicBezTo>
                  <a:pt x="989334" y="125408"/>
                  <a:pt x="993444" y="124462"/>
                  <a:pt x="997104" y="122570"/>
                </a:cubicBezTo>
                <a:cubicBezTo>
                  <a:pt x="1000764" y="120677"/>
                  <a:pt x="1003863" y="117566"/>
                  <a:pt x="1006400" y="113236"/>
                </a:cubicBezTo>
                <a:cubicBezTo>
                  <a:pt x="1008936" y="108903"/>
                  <a:pt x="1010895" y="103177"/>
                  <a:pt x="1012276" y="96058"/>
                </a:cubicBezTo>
                <a:cubicBezTo>
                  <a:pt x="1013656" y="88936"/>
                  <a:pt x="1014347" y="80178"/>
                  <a:pt x="1014347" y="697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7F81E9-8E40-4F93-994D-2AAAE217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347" y="3436843"/>
            <a:ext cx="65760" cy="352251"/>
          </a:xfrm>
          <a:custGeom xmlns:a="http://schemas.openxmlformats.org/drawingml/2006/main">
            <a:pathLst>
              <a:path w="65760" h="352251">
                <a:moveTo>
                  <a:pt x="0" y="0"/>
                </a:moveTo>
                <a:lnTo>
                  <a:pt x="65760" y="0"/>
                </a:lnTo>
                <a:lnTo>
                  <a:pt x="65760" y="352251"/>
                </a:lnTo>
                <a:lnTo>
                  <a:pt x="0" y="3522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B478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1000000+114">
            <a:extLst xmlns:a="http://schemas.openxmlformats.org/drawingml/2006/main">
              <a:ext uri="{FF2B5EF4-FFF2-40B4-BE49-F238E27FC236}">
                <a16:creationId xmlns:a16="http://schemas.microsoft.com/office/drawing/2014/main" id="{AA058E1D-8121-47BD-9822-8870B347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2507" y="3544275"/>
            <a:ext cx="1246146" cy="139663"/>
          </a:xfrm>
          <a:custGeom xmlns:a="http://schemas.openxmlformats.org/drawingml/2006/main">
            <a:pathLst>
              <a:path w="1246146" h="139663">
                <a:moveTo>
                  <a:pt x="0" y="137737"/>
                </a:moveTo>
                <a:lnTo>
                  <a:pt x="0" y="122904"/>
                </a:lnTo>
                <a:lnTo>
                  <a:pt x="34582" y="122904"/>
                </a:lnTo>
                <a:lnTo>
                  <a:pt x="34582" y="18493"/>
                </a:lnTo>
                <a:lnTo>
                  <a:pt x="3949" y="40262"/>
                </a:lnTo>
                <a:lnTo>
                  <a:pt x="3949" y="23887"/>
                </a:lnTo>
                <a:lnTo>
                  <a:pt x="36026" y="1926"/>
                </a:lnTo>
                <a:lnTo>
                  <a:pt x="52017" y="1926"/>
                </a:lnTo>
                <a:lnTo>
                  <a:pt x="52017" y="122904"/>
                </a:lnTo>
                <a:lnTo>
                  <a:pt x="85057" y="122904"/>
                </a:lnTo>
                <a:lnTo>
                  <a:pt x="85057" y="137737"/>
                </a:lnTo>
                <a:lnTo>
                  <a:pt x="0" y="137737"/>
                </a:lnTo>
                <a:close/>
                <a:moveTo>
                  <a:pt x="196670" y="69832"/>
                </a:moveTo>
                <a:cubicBezTo>
                  <a:pt x="196670" y="82867"/>
                  <a:pt x="195434" y="93831"/>
                  <a:pt x="192962" y="102725"/>
                </a:cubicBezTo>
                <a:cubicBezTo>
                  <a:pt x="190489" y="111618"/>
                  <a:pt x="187118" y="118810"/>
                  <a:pt x="182847" y="124300"/>
                </a:cubicBezTo>
                <a:cubicBezTo>
                  <a:pt x="178577" y="129790"/>
                  <a:pt x="173552" y="133724"/>
                  <a:pt x="167772" y="136099"/>
                </a:cubicBezTo>
                <a:cubicBezTo>
                  <a:pt x="161993" y="138475"/>
                  <a:pt x="155828" y="139663"/>
                  <a:pt x="149277" y="139663"/>
                </a:cubicBezTo>
                <a:cubicBezTo>
                  <a:pt x="142663" y="139663"/>
                  <a:pt x="136498" y="138475"/>
                  <a:pt x="130783" y="136099"/>
                </a:cubicBezTo>
                <a:cubicBezTo>
                  <a:pt x="125067" y="133724"/>
                  <a:pt x="120106" y="129807"/>
                  <a:pt x="115900" y="124348"/>
                </a:cubicBezTo>
                <a:cubicBezTo>
                  <a:pt x="111694" y="118890"/>
                  <a:pt x="108386" y="111715"/>
                  <a:pt x="105978" y="102821"/>
                </a:cubicBezTo>
                <a:cubicBezTo>
                  <a:pt x="103570" y="93928"/>
                  <a:pt x="102366" y="82931"/>
                  <a:pt x="102366" y="69832"/>
                </a:cubicBezTo>
                <a:cubicBezTo>
                  <a:pt x="102366" y="56154"/>
                  <a:pt x="103570" y="44837"/>
                  <a:pt x="105978" y="35879"/>
                </a:cubicBezTo>
                <a:cubicBezTo>
                  <a:pt x="108386" y="26921"/>
                  <a:pt x="111710" y="19778"/>
                  <a:pt x="115948" y="14448"/>
                </a:cubicBezTo>
                <a:cubicBezTo>
                  <a:pt x="120187" y="9118"/>
                  <a:pt x="125196" y="5378"/>
                  <a:pt x="130975" y="3227"/>
                </a:cubicBezTo>
                <a:cubicBezTo>
                  <a:pt x="136755" y="1076"/>
                  <a:pt x="143048" y="0"/>
                  <a:pt x="149855" y="0"/>
                </a:cubicBezTo>
                <a:cubicBezTo>
                  <a:pt x="156341" y="0"/>
                  <a:pt x="162426" y="1076"/>
                  <a:pt x="168109" y="3227"/>
                </a:cubicBezTo>
                <a:cubicBezTo>
                  <a:pt x="173793" y="5378"/>
                  <a:pt x="178754" y="9118"/>
                  <a:pt x="182992" y="14448"/>
                </a:cubicBezTo>
                <a:cubicBezTo>
                  <a:pt x="187230" y="19778"/>
                  <a:pt x="190570" y="26921"/>
                  <a:pt x="193010" y="35879"/>
                </a:cubicBezTo>
                <a:cubicBezTo>
                  <a:pt x="195450" y="44837"/>
                  <a:pt x="196670" y="56154"/>
                  <a:pt x="196670" y="69832"/>
                </a:cubicBezTo>
                <a:moveTo>
                  <a:pt x="179043" y="69783"/>
                </a:moveTo>
                <a:cubicBezTo>
                  <a:pt x="179043" y="59006"/>
                  <a:pt x="178400" y="50040"/>
                  <a:pt x="177116" y="42886"/>
                </a:cubicBezTo>
                <a:cubicBezTo>
                  <a:pt x="175832" y="35733"/>
                  <a:pt x="173937" y="30023"/>
                  <a:pt x="171433" y="25756"/>
                </a:cubicBezTo>
                <a:cubicBezTo>
                  <a:pt x="168928" y="21488"/>
                  <a:pt x="165862" y="18472"/>
                  <a:pt x="162233" y="16708"/>
                </a:cubicBezTo>
                <a:cubicBezTo>
                  <a:pt x="158605" y="14945"/>
                  <a:pt x="154479" y="14063"/>
                  <a:pt x="149855" y="14063"/>
                </a:cubicBezTo>
                <a:cubicBezTo>
                  <a:pt x="144975" y="14063"/>
                  <a:pt x="140672" y="14961"/>
                  <a:pt x="136947" y="16757"/>
                </a:cubicBezTo>
                <a:cubicBezTo>
                  <a:pt x="133223" y="18553"/>
                  <a:pt x="130092" y="21585"/>
                  <a:pt x="127556" y="25853"/>
                </a:cubicBezTo>
                <a:cubicBezTo>
                  <a:pt x="125019" y="30119"/>
                  <a:pt x="123108" y="35829"/>
                  <a:pt x="121824" y="42983"/>
                </a:cubicBezTo>
                <a:cubicBezTo>
                  <a:pt x="120540" y="50136"/>
                  <a:pt x="119898" y="59070"/>
                  <a:pt x="119898" y="69783"/>
                </a:cubicBezTo>
                <a:cubicBezTo>
                  <a:pt x="119898" y="80178"/>
                  <a:pt x="120556" y="88936"/>
                  <a:pt x="121872" y="96058"/>
                </a:cubicBezTo>
                <a:cubicBezTo>
                  <a:pt x="123189" y="103177"/>
                  <a:pt x="125115" y="108903"/>
                  <a:pt x="127652" y="113236"/>
                </a:cubicBezTo>
                <a:cubicBezTo>
                  <a:pt x="130189" y="117566"/>
                  <a:pt x="133287" y="120677"/>
                  <a:pt x="136947" y="122570"/>
                </a:cubicBezTo>
                <a:cubicBezTo>
                  <a:pt x="140608" y="124462"/>
                  <a:pt x="144782" y="125408"/>
                  <a:pt x="149470" y="125408"/>
                </a:cubicBezTo>
                <a:cubicBezTo>
                  <a:pt x="154030" y="125408"/>
                  <a:pt x="158140" y="124462"/>
                  <a:pt x="161800" y="122570"/>
                </a:cubicBezTo>
                <a:cubicBezTo>
                  <a:pt x="165460" y="120677"/>
                  <a:pt x="168559" y="117566"/>
                  <a:pt x="171096" y="113236"/>
                </a:cubicBezTo>
                <a:cubicBezTo>
                  <a:pt x="173632" y="108903"/>
                  <a:pt x="175591" y="103177"/>
                  <a:pt x="176972" y="96058"/>
                </a:cubicBezTo>
                <a:cubicBezTo>
                  <a:pt x="178352" y="88936"/>
                  <a:pt x="179043" y="80178"/>
                  <a:pt x="179043" y="69783"/>
                </a:cubicBezTo>
                <a:close/>
                <a:moveTo>
                  <a:pt x="306357" y="69832"/>
                </a:moveTo>
                <a:cubicBezTo>
                  <a:pt x="306357" y="82867"/>
                  <a:pt x="305121" y="93831"/>
                  <a:pt x="302649" y="102725"/>
                </a:cubicBezTo>
                <a:cubicBezTo>
                  <a:pt x="300176" y="111618"/>
                  <a:pt x="296805" y="118810"/>
                  <a:pt x="292534" y="124300"/>
                </a:cubicBezTo>
                <a:cubicBezTo>
                  <a:pt x="288264" y="129790"/>
                  <a:pt x="283239" y="133724"/>
                  <a:pt x="277459" y="136099"/>
                </a:cubicBezTo>
                <a:cubicBezTo>
                  <a:pt x="271679" y="138475"/>
                  <a:pt x="265515" y="139663"/>
                  <a:pt x="258964" y="139663"/>
                </a:cubicBezTo>
                <a:cubicBezTo>
                  <a:pt x="252350" y="139663"/>
                  <a:pt x="246185" y="138475"/>
                  <a:pt x="240469" y="136099"/>
                </a:cubicBezTo>
                <a:cubicBezTo>
                  <a:pt x="234754" y="133724"/>
                  <a:pt x="229793" y="129807"/>
                  <a:pt x="225587" y="124348"/>
                </a:cubicBezTo>
                <a:cubicBezTo>
                  <a:pt x="221381" y="118890"/>
                  <a:pt x="218073" y="111715"/>
                  <a:pt x="215665" y="102821"/>
                </a:cubicBezTo>
                <a:cubicBezTo>
                  <a:pt x="213257" y="93928"/>
                  <a:pt x="212053" y="82931"/>
                  <a:pt x="212053" y="69832"/>
                </a:cubicBezTo>
                <a:cubicBezTo>
                  <a:pt x="212053" y="56154"/>
                  <a:pt x="213257" y="44837"/>
                  <a:pt x="215665" y="35879"/>
                </a:cubicBezTo>
                <a:cubicBezTo>
                  <a:pt x="218073" y="26921"/>
                  <a:pt x="221397" y="19778"/>
                  <a:pt x="225635" y="14448"/>
                </a:cubicBezTo>
                <a:cubicBezTo>
                  <a:pt x="229873" y="9118"/>
                  <a:pt x="234882" y="5378"/>
                  <a:pt x="240662" y="3227"/>
                </a:cubicBezTo>
                <a:cubicBezTo>
                  <a:pt x="246442" y="1076"/>
                  <a:pt x="252735" y="0"/>
                  <a:pt x="259542" y="0"/>
                </a:cubicBezTo>
                <a:cubicBezTo>
                  <a:pt x="266028" y="0"/>
                  <a:pt x="272113" y="1076"/>
                  <a:pt x="277796" y="3227"/>
                </a:cubicBezTo>
                <a:cubicBezTo>
                  <a:pt x="283480" y="5378"/>
                  <a:pt x="288440" y="9118"/>
                  <a:pt x="292679" y="14448"/>
                </a:cubicBezTo>
                <a:cubicBezTo>
                  <a:pt x="296917" y="19778"/>
                  <a:pt x="300257" y="26921"/>
                  <a:pt x="302697" y="35879"/>
                </a:cubicBezTo>
                <a:cubicBezTo>
                  <a:pt x="305137" y="44837"/>
                  <a:pt x="306357" y="56154"/>
                  <a:pt x="306357" y="69832"/>
                </a:cubicBezTo>
                <a:moveTo>
                  <a:pt x="288729" y="69783"/>
                </a:moveTo>
                <a:cubicBezTo>
                  <a:pt x="288729" y="59006"/>
                  <a:pt x="288087" y="50040"/>
                  <a:pt x="286803" y="42886"/>
                </a:cubicBezTo>
                <a:cubicBezTo>
                  <a:pt x="285518" y="35733"/>
                  <a:pt x="283624" y="30023"/>
                  <a:pt x="281120" y="25756"/>
                </a:cubicBezTo>
                <a:cubicBezTo>
                  <a:pt x="278615" y="21488"/>
                  <a:pt x="275549" y="18472"/>
                  <a:pt x="271920" y="16708"/>
                </a:cubicBezTo>
                <a:cubicBezTo>
                  <a:pt x="268292" y="14945"/>
                  <a:pt x="264166" y="14063"/>
                  <a:pt x="259542" y="14063"/>
                </a:cubicBezTo>
                <a:cubicBezTo>
                  <a:pt x="254662" y="14063"/>
                  <a:pt x="250359" y="14961"/>
                  <a:pt x="246634" y="16757"/>
                </a:cubicBezTo>
                <a:cubicBezTo>
                  <a:pt x="242910" y="18553"/>
                  <a:pt x="239779" y="21585"/>
                  <a:pt x="237242" y="25853"/>
                </a:cubicBezTo>
                <a:cubicBezTo>
                  <a:pt x="234706" y="30119"/>
                  <a:pt x="232795" y="35829"/>
                  <a:pt x="231511" y="42983"/>
                </a:cubicBezTo>
                <a:cubicBezTo>
                  <a:pt x="230227" y="50136"/>
                  <a:pt x="229584" y="59070"/>
                  <a:pt x="229584" y="69783"/>
                </a:cubicBezTo>
                <a:cubicBezTo>
                  <a:pt x="229584" y="80178"/>
                  <a:pt x="230243" y="88936"/>
                  <a:pt x="231559" y="96058"/>
                </a:cubicBezTo>
                <a:cubicBezTo>
                  <a:pt x="232876" y="103177"/>
                  <a:pt x="234802" y="108903"/>
                  <a:pt x="237339" y="113236"/>
                </a:cubicBezTo>
                <a:cubicBezTo>
                  <a:pt x="239875" y="117566"/>
                  <a:pt x="242974" y="120677"/>
                  <a:pt x="246634" y="122570"/>
                </a:cubicBezTo>
                <a:cubicBezTo>
                  <a:pt x="250295" y="124462"/>
                  <a:pt x="254469" y="125408"/>
                  <a:pt x="259157" y="125408"/>
                </a:cubicBezTo>
                <a:cubicBezTo>
                  <a:pt x="263716" y="125408"/>
                  <a:pt x="267826" y="124462"/>
                  <a:pt x="271487" y="122570"/>
                </a:cubicBezTo>
                <a:cubicBezTo>
                  <a:pt x="275147" y="120677"/>
                  <a:pt x="278246" y="117566"/>
                  <a:pt x="280782" y="113236"/>
                </a:cubicBezTo>
                <a:cubicBezTo>
                  <a:pt x="283319" y="108903"/>
                  <a:pt x="285278" y="103177"/>
                  <a:pt x="286658" y="96058"/>
                </a:cubicBezTo>
                <a:cubicBezTo>
                  <a:pt x="288039" y="88936"/>
                  <a:pt x="288729" y="80178"/>
                  <a:pt x="288729" y="69783"/>
                </a:cubicBezTo>
                <a:close/>
                <a:moveTo>
                  <a:pt x="416045" y="69832"/>
                </a:moveTo>
                <a:cubicBezTo>
                  <a:pt x="416045" y="82867"/>
                  <a:pt x="414809" y="93831"/>
                  <a:pt x="412336" y="102725"/>
                </a:cubicBezTo>
                <a:cubicBezTo>
                  <a:pt x="409864" y="111618"/>
                  <a:pt x="406492" y="118810"/>
                  <a:pt x="402222" y="124300"/>
                </a:cubicBezTo>
                <a:cubicBezTo>
                  <a:pt x="397951" y="129790"/>
                  <a:pt x="392926" y="133724"/>
                  <a:pt x="387147" y="136099"/>
                </a:cubicBezTo>
                <a:cubicBezTo>
                  <a:pt x="381367" y="138475"/>
                  <a:pt x="375202" y="139663"/>
                  <a:pt x="368652" y="139663"/>
                </a:cubicBezTo>
                <a:cubicBezTo>
                  <a:pt x="362037" y="139663"/>
                  <a:pt x="355872" y="138475"/>
                  <a:pt x="350157" y="136099"/>
                </a:cubicBezTo>
                <a:cubicBezTo>
                  <a:pt x="344441" y="133724"/>
                  <a:pt x="339481" y="129807"/>
                  <a:pt x="335274" y="124348"/>
                </a:cubicBezTo>
                <a:cubicBezTo>
                  <a:pt x="331068" y="118890"/>
                  <a:pt x="327761" y="111715"/>
                  <a:pt x="325353" y="102821"/>
                </a:cubicBezTo>
                <a:cubicBezTo>
                  <a:pt x="322944" y="93928"/>
                  <a:pt x="321740" y="82931"/>
                  <a:pt x="321740" y="69832"/>
                </a:cubicBezTo>
                <a:cubicBezTo>
                  <a:pt x="321740" y="56154"/>
                  <a:pt x="322944" y="44837"/>
                  <a:pt x="325353" y="35879"/>
                </a:cubicBezTo>
                <a:cubicBezTo>
                  <a:pt x="327761" y="26921"/>
                  <a:pt x="331084" y="19778"/>
                  <a:pt x="335322" y="14448"/>
                </a:cubicBezTo>
                <a:cubicBezTo>
                  <a:pt x="339561" y="9118"/>
                  <a:pt x="344570" y="5378"/>
                  <a:pt x="350349" y="3227"/>
                </a:cubicBezTo>
                <a:cubicBezTo>
                  <a:pt x="356129" y="1076"/>
                  <a:pt x="362422" y="0"/>
                  <a:pt x="369230" y="0"/>
                </a:cubicBezTo>
                <a:cubicBezTo>
                  <a:pt x="375716" y="0"/>
                  <a:pt x="381800" y="1076"/>
                  <a:pt x="387484" y="3227"/>
                </a:cubicBezTo>
                <a:cubicBezTo>
                  <a:pt x="393167" y="5378"/>
                  <a:pt x="398128" y="9118"/>
                  <a:pt x="402366" y="14448"/>
                </a:cubicBezTo>
                <a:cubicBezTo>
                  <a:pt x="406605" y="19778"/>
                  <a:pt x="409944" y="26921"/>
                  <a:pt x="412384" y="35879"/>
                </a:cubicBezTo>
                <a:cubicBezTo>
                  <a:pt x="414825" y="44837"/>
                  <a:pt x="416045" y="56154"/>
                  <a:pt x="416045" y="69832"/>
                </a:cubicBezTo>
                <a:moveTo>
                  <a:pt x="398417" y="69783"/>
                </a:moveTo>
                <a:cubicBezTo>
                  <a:pt x="398417" y="59006"/>
                  <a:pt x="397775" y="50040"/>
                  <a:pt x="396490" y="42886"/>
                </a:cubicBezTo>
                <a:cubicBezTo>
                  <a:pt x="395206" y="35733"/>
                  <a:pt x="393311" y="30023"/>
                  <a:pt x="390807" y="25756"/>
                </a:cubicBezTo>
                <a:cubicBezTo>
                  <a:pt x="388302" y="21488"/>
                  <a:pt x="385236" y="18472"/>
                  <a:pt x="381608" y="16708"/>
                </a:cubicBezTo>
                <a:cubicBezTo>
                  <a:pt x="377979" y="14945"/>
                  <a:pt x="373853" y="14063"/>
                  <a:pt x="369230" y="14063"/>
                </a:cubicBezTo>
                <a:cubicBezTo>
                  <a:pt x="364349" y="14063"/>
                  <a:pt x="360046" y="14961"/>
                  <a:pt x="356322" y="16757"/>
                </a:cubicBezTo>
                <a:cubicBezTo>
                  <a:pt x="352597" y="18553"/>
                  <a:pt x="349466" y="21585"/>
                  <a:pt x="346930" y="25853"/>
                </a:cubicBezTo>
                <a:cubicBezTo>
                  <a:pt x="344393" y="30119"/>
                  <a:pt x="342483" y="35829"/>
                  <a:pt x="341198" y="42983"/>
                </a:cubicBezTo>
                <a:cubicBezTo>
                  <a:pt x="339914" y="50136"/>
                  <a:pt x="339272" y="59070"/>
                  <a:pt x="339272" y="69783"/>
                </a:cubicBezTo>
                <a:cubicBezTo>
                  <a:pt x="339272" y="80178"/>
                  <a:pt x="339930" y="88936"/>
                  <a:pt x="341247" y="96058"/>
                </a:cubicBezTo>
                <a:cubicBezTo>
                  <a:pt x="342563" y="103177"/>
                  <a:pt x="344490" y="108903"/>
                  <a:pt x="347026" y="113236"/>
                </a:cubicBezTo>
                <a:cubicBezTo>
                  <a:pt x="349563" y="117566"/>
                  <a:pt x="352661" y="120677"/>
                  <a:pt x="356322" y="122570"/>
                </a:cubicBezTo>
                <a:cubicBezTo>
                  <a:pt x="359982" y="124462"/>
                  <a:pt x="364156" y="125408"/>
                  <a:pt x="368844" y="125408"/>
                </a:cubicBezTo>
                <a:cubicBezTo>
                  <a:pt x="373404" y="125408"/>
                  <a:pt x="377514" y="124462"/>
                  <a:pt x="381174" y="122570"/>
                </a:cubicBezTo>
                <a:cubicBezTo>
                  <a:pt x="384835" y="120677"/>
                  <a:pt x="387933" y="117566"/>
                  <a:pt x="390470" y="113236"/>
                </a:cubicBezTo>
                <a:cubicBezTo>
                  <a:pt x="393006" y="108903"/>
                  <a:pt x="394965" y="103177"/>
                  <a:pt x="396346" y="96058"/>
                </a:cubicBezTo>
                <a:cubicBezTo>
                  <a:pt x="397726" y="88936"/>
                  <a:pt x="398417" y="80178"/>
                  <a:pt x="398417" y="69783"/>
                </a:cubicBezTo>
                <a:close/>
                <a:moveTo>
                  <a:pt x="525731" y="69832"/>
                </a:moveTo>
                <a:cubicBezTo>
                  <a:pt x="525731" y="82867"/>
                  <a:pt x="524495" y="93831"/>
                  <a:pt x="522023" y="102725"/>
                </a:cubicBezTo>
                <a:cubicBezTo>
                  <a:pt x="519550" y="111618"/>
                  <a:pt x="516179" y="118810"/>
                  <a:pt x="511908" y="124300"/>
                </a:cubicBezTo>
                <a:cubicBezTo>
                  <a:pt x="507638" y="129790"/>
                  <a:pt x="502613" y="133724"/>
                  <a:pt x="496833" y="136099"/>
                </a:cubicBezTo>
                <a:cubicBezTo>
                  <a:pt x="491053" y="138475"/>
                  <a:pt x="484888" y="139663"/>
                  <a:pt x="478338" y="139663"/>
                </a:cubicBezTo>
                <a:cubicBezTo>
                  <a:pt x="471724" y="139663"/>
                  <a:pt x="465559" y="138475"/>
                  <a:pt x="459843" y="136099"/>
                </a:cubicBezTo>
                <a:cubicBezTo>
                  <a:pt x="454128" y="133724"/>
                  <a:pt x="449167" y="129807"/>
                  <a:pt x="444961" y="124348"/>
                </a:cubicBezTo>
                <a:cubicBezTo>
                  <a:pt x="440755" y="118890"/>
                  <a:pt x="437447" y="111715"/>
                  <a:pt x="435039" y="102821"/>
                </a:cubicBezTo>
                <a:cubicBezTo>
                  <a:pt x="432631" y="93928"/>
                  <a:pt x="431427" y="82931"/>
                  <a:pt x="431427" y="69832"/>
                </a:cubicBezTo>
                <a:cubicBezTo>
                  <a:pt x="431427" y="56154"/>
                  <a:pt x="432631" y="44837"/>
                  <a:pt x="435039" y="35879"/>
                </a:cubicBezTo>
                <a:cubicBezTo>
                  <a:pt x="437447" y="26921"/>
                  <a:pt x="440771" y="19778"/>
                  <a:pt x="445009" y="14448"/>
                </a:cubicBezTo>
                <a:cubicBezTo>
                  <a:pt x="449247" y="9118"/>
                  <a:pt x="454256" y="5378"/>
                  <a:pt x="460036" y="3227"/>
                </a:cubicBezTo>
                <a:cubicBezTo>
                  <a:pt x="465816" y="1076"/>
                  <a:pt x="472109" y="0"/>
                  <a:pt x="478916" y="0"/>
                </a:cubicBezTo>
                <a:cubicBezTo>
                  <a:pt x="485402" y="0"/>
                  <a:pt x="491487" y="1076"/>
                  <a:pt x="497170" y="3227"/>
                </a:cubicBezTo>
                <a:cubicBezTo>
                  <a:pt x="502854" y="5378"/>
                  <a:pt x="507814" y="9118"/>
                  <a:pt x="512053" y="14448"/>
                </a:cubicBezTo>
                <a:cubicBezTo>
                  <a:pt x="516291" y="19778"/>
                  <a:pt x="519631" y="26921"/>
                  <a:pt x="522071" y="35879"/>
                </a:cubicBezTo>
                <a:cubicBezTo>
                  <a:pt x="524511" y="44837"/>
                  <a:pt x="525731" y="56154"/>
                  <a:pt x="525731" y="69832"/>
                </a:cubicBezTo>
                <a:moveTo>
                  <a:pt x="508103" y="69783"/>
                </a:moveTo>
                <a:cubicBezTo>
                  <a:pt x="508103" y="59006"/>
                  <a:pt x="507461" y="50040"/>
                  <a:pt x="506177" y="42886"/>
                </a:cubicBezTo>
                <a:cubicBezTo>
                  <a:pt x="504892" y="35733"/>
                  <a:pt x="502998" y="30023"/>
                  <a:pt x="500494" y="25756"/>
                </a:cubicBezTo>
                <a:cubicBezTo>
                  <a:pt x="497989" y="21488"/>
                  <a:pt x="494923" y="18472"/>
                  <a:pt x="491294" y="16708"/>
                </a:cubicBezTo>
                <a:cubicBezTo>
                  <a:pt x="487666" y="14945"/>
                  <a:pt x="483540" y="14063"/>
                  <a:pt x="478916" y="14063"/>
                </a:cubicBezTo>
                <a:cubicBezTo>
                  <a:pt x="474036" y="14063"/>
                  <a:pt x="469733" y="14961"/>
                  <a:pt x="466008" y="16757"/>
                </a:cubicBezTo>
                <a:cubicBezTo>
                  <a:pt x="462284" y="18553"/>
                  <a:pt x="459153" y="21585"/>
                  <a:pt x="456616" y="25853"/>
                </a:cubicBezTo>
                <a:cubicBezTo>
                  <a:pt x="454080" y="30119"/>
                  <a:pt x="452169" y="35829"/>
                  <a:pt x="450885" y="42983"/>
                </a:cubicBezTo>
                <a:cubicBezTo>
                  <a:pt x="449601" y="50136"/>
                  <a:pt x="448958" y="59070"/>
                  <a:pt x="448958" y="69783"/>
                </a:cubicBezTo>
                <a:cubicBezTo>
                  <a:pt x="448958" y="80178"/>
                  <a:pt x="449617" y="88936"/>
                  <a:pt x="450933" y="96058"/>
                </a:cubicBezTo>
                <a:cubicBezTo>
                  <a:pt x="452250" y="103177"/>
                  <a:pt x="454176" y="108903"/>
                  <a:pt x="456713" y="113236"/>
                </a:cubicBezTo>
                <a:cubicBezTo>
                  <a:pt x="459249" y="117566"/>
                  <a:pt x="462348" y="120677"/>
                  <a:pt x="466008" y="122570"/>
                </a:cubicBezTo>
                <a:cubicBezTo>
                  <a:pt x="469669" y="124462"/>
                  <a:pt x="473843" y="125408"/>
                  <a:pt x="478531" y="125408"/>
                </a:cubicBezTo>
                <a:cubicBezTo>
                  <a:pt x="483090" y="125408"/>
                  <a:pt x="487200" y="124462"/>
                  <a:pt x="490861" y="122570"/>
                </a:cubicBezTo>
                <a:cubicBezTo>
                  <a:pt x="494521" y="120677"/>
                  <a:pt x="497620" y="117566"/>
                  <a:pt x="500156" y="113236"/>
                </a:cubicBezTo>
                <a:cubicBezTo>
                  <a:pt x="502693" y="108903"/>
                  <a:pt x="504652" y="103177"/>
                  <a:pt x="506032" y="96058"/>
                </a:cubicBezTo>
                <a:cubicBezTo>
                  <a:pt x="507413" y="88936"/>
                  <a:pt x="508103" y="80178"/>
                  <a:pt x="508103" y="69783"/>
                </a:cubicBezTo>
                <a:close/>
                <a:moveTo>
                  <a:pt x="635418" y="69832"/>
                </a:moveTo>
                <a:cubicBezTo>
                  <a:pt x="635418" y="82867"/>
                  <a:pt x="634182" y="93831"/>
                  <a:pt x="631710" y="102725"/>
                </a:cubicBezTo>
                <a:cubicBezTo>
                  <a:pt x="629237" y="111618"/>
                  <a:pt x="625866" y="118810"/>
                  <a:pt x="621595" y="124300"/>
                </a:cubicBezTo>
                <a:cubicBezTo>
                  <a:pt x="617325" y="129790"/>
                  <a:pt x="612300" y="133724"/>
                  <a:pt x="606520" y="136099"/>
                </a:cubicBezTo>
                <a:cubicBezTo>
                  <a:pt x="600741" y="138475"/>
                  <a:pt x="594576" y="139663"/>
                  <a:pt x="588025" y="139663"/>
                </a:cubicBezTo>
                <a:cubicBezTo>
                  <a:pt x="581411" y="139663"/>
                  <a:pt x="575246" y="138475"/>
                  <a:pt x="569531" y="136099"/>
                </a:cubicBezTo>
                <a:cubicBezTo>
                  <a:pt x="563815" y="133724"/>
                  <a:pt x="558854" y="129807"/>
                  <a:pt x="554648" y="124348"/>
                </a:cubicBezTo>
                <a:cubicBezTo>
                  <a:pt x="550442" y="118890"/>
                  <a:pt x="547134" y="111715"/>
                  <a:pt x="544726" y="102821"/>
                </a:cubicBezTo>
                <a:cubicBezTo>
                  <a:pt x="542318" y="93928"/>
                  <a:pt x="541114" y="82931"/>
                  <a:pt x="541114" y="69832"/>
                </a:cubicBezTo>
                <a:cubicBezTo>
                  <a:pt x="541114" y="56154"/>
                  <a:pt x="542318" y="44837"/>
                  <a:pt x="544726" y="35879"/>
                </a:cubicBezTo>
                <a:cubicBezTo>
                  <a:pt x="547134" y="26921"/>
                  <a:pt x="550458" y="19778"/>
                  <a:pt x="554696" y="14448"/>
                </a:cubicBezTo>
                <a:cubicBezTo>
                  <a:pt x="558935" y="9118"/>
                  <a:pt x="563944" y="5378"/>
                  <a:pt x="569723" y="3227"/>
                </a:cubicBezTo>
                <a:cubicBezTo>
                  <a:pt x="575503" y="1076"/>
                  <a:pt x="581796" y="0"/>
                  <a:pt x="588603" y="0"/>
                </a:cubicBezTo>
                <a:cubicBezTo>
                  <a:pt x="595089" y="0"/>
                  <a:pt x="601174" y="1076"/>
                  <a:pt x="606857" y="3227"/>
                </a:cubicBezTo>
                <a:cubicBezTo>
                  <a:pt x="612541" y="5378"/>
                  <a:pt x="617502" y="9118"/>
                  <a:pt x="621740" y="14448"/>
                </a:cubicBezTo>
                <a:cubicBezTo>
                  <a:pt x="625978" y="19778"/>
                  <a:pt x="629318" y="26921"/>
                  <a:pt x="631758" y="35879"/>
                </a:cubicBezTo>
                <a:cubicBezTo>
                  <a:pt x="634198" y="44837"/>
                  <a:pt x="635418" y="56154"/>
                  <a:pt x="635418" y="69832"/>
                </a:cubicBezTo>
                <a:moveTo>
                  <a:pt x="617791" y="69783"/>
                </a:moveTo>
                <a:cubicBezTo>
                  <a:pt x="617791" y="59006"/>
                  <a:pt x="617148" y="50040"/>
                  <a:pt x="615864" y="42886"/>
                </a:cubicBezTo>
                <a:cubicBezTo>
                  <a:pt x="614580" y="35733"/>
                  <a:pt x="612685" y="30023"/>
                  <a:pt x="610181" y="25756"/>
                </a:cubicBezTo>
                <a:cubicBezTo>
                  <a:pt x="607676" y="21488"/>
                  <a:pt x="604610" y="18472"/>
                  <a:pt x="600981" y="16708"/>
                </a:cubicBezTo>
                <a:cubicBezTo>
                  <a:pt x="597353" y="14945"/>
                  <a:pt x="593227" y="14063"/>
                  <a:pt x="588603" y="14063"/>
                </a:cubicBezTo>
                <a:cubicBezTo>
                  <a:pt x="583723" y="14063"/>
                  <a:pt x="579420" y="14961"/>
                  <a:pt x="575695" y="16757"/>
                </a:cubicBezTo>
                <a:cubicBezTo>
                  <a:pt x="571971" y="18553"/>
                  <a:pt x="568840" y="21585"/>
                  <a:pt x="566304" y="25853"/>
                </a:cubicBezTo>
                <a:cubicBezTo>
                  <a:pt x="563767" y="30119"/>
                  <a:pt x="561856" y="35829"/>
                  <a:pt x="560572" y="42983"/>
                </a:cubicBezTo>
                <a:cubicBezTo>
                  <a:pt x="559288" y="50136"/>
                  <a:pt x="558646" y="59070"/>
                  <a:pt x="558646" y="69783"/>
                </a:cubicBezTo>
                <a:cubicBezTo>
                  <a:pt x="558646" y="80178"/>
                  <a:pt x="559304" y="88936"/>
                  <a:pt x="560620" y="96058"/>
                </a:cubicBezTo>
                <a:cubicBezTo>
                  <a:pt x="561937" y="103177"/>
                  <a:pt x="563863" y="108903"/>
                  <a:pt x="566400" y="113236"/>
                </a:cubicBezTo>
                <a:cubicBezTo>
                  <a:pt x="568937" y="117566"/>
                  <a:pt x="572035" y="120677"/>
                  <a:pt x="575695" y="122570"/>
                </a:cubicBezTo>
                <a:cubicBezTo>
                  <a:pt x="579356" y="124462"/>
                  <a:pt x="583530" y="125408"/>
                  <a:pt x="588218" y="125408"/>
                </a:cubicBezTo>
                <a:cubicBezTo>
                  <a:pt x="592778" y="125408"/>
                  <a:pt x="596887" y="124462"/>
                  <a:pt x="600548" y="122570"/>
                </a:cubicBezTo>
                <a:cubicBezTo>
                  <a:pt x="604208" y="120677"/>
                  <a:pt x="607307" y="117566"/>
                  <a:pt x="609844" y="113236"/>
                </a:cubicBezTo>
                <a:cubicBezTo>
                  <a:pt x="612380" y="108903"/>
                  <a:pt x="614339" y="103177"/>
                  <a:pt x="615719" y="96058"/>
                </a:cubicBezTo>
                <a:cubicBezTo>
                  <a:pt x="617100" y="88936"/>
                  <a:pt x="617791" y="80178"/>
                  <a:pt x="617791" y="69783"/>
                </a:cubicBezTo>
                <a:close/>
                <a:moveTo>
                  <a:pt x="745105" y="69832"/>
                </a:moveTo>
                <a:cubicBezTo>
                  <a:pt x="745105" y="82867"/>
                  <a:pt x="743869" y="93831"/>
                  <a:pt x="741397" y="102725"/>
                </a:cubicBezTo>
                <a:cubicBezTo>
                  <a:pt x="738924" y="111618"/>
                  <a:pt x="735553" y="118810"/>
                  <a:pt x="731282" y="124300"/>
                </a:cubicBezTo>
                <a:cubicBezTo>
                  <a:pt x="727012" y="129790"/>
                  <a:pt x="721987" y="133724"/>
                  <a:pt x="716207" y="136099"/>
                </a:cubicBezTo>
                <a:cubicBezTo>
                  <a:pt x="710427" y="138475"/>
                  <a:pt x="704262" y="139663"/>
                  <a:pt x="697712" y="139663"/>
                </a:cubicBezTo>
                <a:cubicBezTo>
                  <a:pt x="691098" y="139663"/>
                  <a:pt x="684933" y="138475"/>
                  <a:pt x="679217" y="136099"/>
                </a:cubicBezTo>
                <a:cubicBezTo>
                  <a:pt x="673502" y="133724"/>
                  <a:pt x="668541" y="129807"/>
                  <a:pt x="664335" y="124348"/>
                </a:cubicBezTo>
                <a:cubicBezTo>
                  <a:pt x="660129" y="118890"/>
                  <a:pt x="656821" y="111715"/>
                  <a:pt x="654413" y="102821"/>
                </a:cubicBezTo>
                <a:cubicBezTo>
                  <a:pt x="652005" y="93928"/>
                  <a:pt x="650801" y="82931"/>
                  <a:pt x="650801" y="69832"/>
                </a:cubicBezTo>
                <a:cubicBezTo>
                  <a:pt x="650801" y="56154"/>
                  <a:pt x="652005" y="44837"/>
                  <a:pt x="654413" y="35879"/>
                </a:cubicBezTo>
                <a:cubicBezTo>
                  <a:pt x="656821" y="26921"/>
                  <a:pt x="660145" y="19778"/>
                  <a:pt x="664383" y="14448"/>
                </a:cubicBezTo>
                <a:cubicBezTo>
                  <a:pt x="668621" y="9118"/>
                  <a:pt x="673630" y="5378"/>
                  <a:pt x="679410" y="3227"/>
                </a:cubicBezTo>
                <a:cubicBezTo>
                  <a:pt x="685190" y="1076"/>
                  <a:pt x="691483" y="0"/>
                  <a:pt x="698290" y="0"/>
                </a:cubicBezTo>
                <a:cubicBezTo>
                  <a:pt x="704776" y="0"/>
                  <a:pt x="710861" y="1076"/>
                  <a:pt x="716544" y="3227"/>
                </a:cubicBezTo>
                <a:cubicBezTo>
                  <a:pt x="722228" y="5378"/>
                  <a:pt x="727188" y="9118"/>
                  <a:pt x="731427" y="14448"/>
                </a:cubicBezTo>
                <a:cubicBezTo>
                  <a:pt x="735665" y="19778"/>
                  <a:pt x="739005" y="26921"/>
                  <a:pt x="741445" y="35879"/>
                </a:cubicBezTo>
                <a:cubicBezTo>
                  <a:pt x="743885" y="44837"/>
                  <a:pt x="745105" y="56154"/>
                  <a:pt x="745105" y="69832"/>
                </a:cubicBezTo>
                <a:moveTo>
                  <a:pt x="727477" y="69783"/>
                </a:moveTo>
                <a:cubicBezTo>
                  <a:pt x="727477" y="59006"/>
                  <a:pt x="726835" y="50040"/>
                  <a:pt x="725551" y="42886"/>
                </a:cubicBezTo>
                <a:cubicBezTo>
                  <a:pt x="724266" y="35733"/>
                  <a:pt x="722372" y="30023"/>
                  <a:pt x="719868" y="25756"/>
                </a:cubicBezTo>
                <a:cubicBezTo>
                  <a:pt x="717363" y="21488"/>
                  <a:pt x="714297" y="18472"/>
                  <a:pt x="710668" y="16708"/>
                </a:cubicBezTo>
                <a:cubicBezTo>
                  <a:pt x="707040" y="14945"/>
                  <a:pt x="702914" y="14063"/>
                  <a:pt x="698290" y="14063"/>
                </a:cubicBezTo>
                <a:cubicBezTo>
                  <a:pt x="693410" y="14063"/>
                  <a:pt x="689107" y="14961"/>
                  <a:pt x="685382" y="16757"/>
                </a:cubicBezTo>
                <a:cubicBezTo>
                  <a:pt x="681658" y="18553"/>
                  <a:pt x="678527" y="21585"/>
                  <a:pt x="675990" y="25853"/>
                </a:cubicBezTo>
                <a:cubicBezTo>
                  <a:pt x="673454" y="30119"/>
                  <a:pt x="671543" y="35829"/>
                  <a:pt x="670259" y="42983"/>
                </a:cubicBezTo>
                <a:cubicBezTo>
                  <a:pt x="668975" y="50136"/>
                  <a:pt x="668332" y="59070"/>
                  <a:pt x="668332" y="69783"/>
                </a:cubicBezTo>
                <a:cubicBezTo>
                  <a:pt x="668332" y="80178"/>
                  <a:pt x="668991" y="88936"/>
                  <a:pt x="670307" y="96058"/>
                </a:cubicBezTo>
                <a:cubicBezTo>
                  <a:pt x="671624" y="103177"/>
                  <a:pt x="673550" y="108903"/>
                  <a:pt x="676087" y="113236"/>
                </a:cubicBezTo>
                <a:cubicBezTo>
                  <a:pt x="678623" y="117566"/>
                  <a:pt x="681722" y="120677"/>
                  <a:pt x="685382" y="122570"/>
                </a:cubicBezTo>
                <a:cubicBezTo>
                  <a:pt x="689043" y="124462"/>
                  <a:pt x="693217" y="125408"/>
                  <a:pt x="697905" y="125408"/>
                </a:cubicBezTo>
                <a:cubicBezTo>
                  <a:pt x="702464" y="125408"/>
                  <a:pt x="706574" y="124462"/>
                  <a:pt x="710235" y="122570"/>
                </a:cubicBezTo>
                <a:cubicBezTo>
                  <a:pt x="713895" y="120677"/>
                  <a:pt x="716994" y="117566"/>
                  <a:pt x="719530" y="113236"/>
                </a:cubicBezTo>
                <a:cubicBezTo>
                  <a:pt x="722067" y="108903"/>
                  <a:pt x="724026" y="103177"/>
                  <a:pt x="725406" y="96058"/>
                </a:cubicBezTo>
                <a:cubicBezTo>
                  <a:pt x="726787" y="88936"/>
                  <a:pt x="727477" y="80178"/>
                  <a:pt x="727477" y="69783"/>
                </a:cubicBezTo>
                <a:close/>
                <a:moveTo>
                  <a:pt x="817417" y="79175"/>
                </a:moveTo>
                <a:lnTo>
                  <a:pt x="817417" y="120399"/>
                </a:lnTo>
                <a:lnTo>
                  <a:pt x="803257" y="120399"/>
                </a:lnTo>
                <a:lnTo>
                  <a:pt x="803257" y="79175"/>
                </a:lnTo>
                <a:lnTo>
                  <a:pt x="762414" y="79175"/>
                </a:lnTo>
                <a:lnTo>
                  <a:pt x="762414" y="65112"/>
                </a:lnTo>
                <a:lnTo>
                  <a:pt x="803257" y="65112"/>
                </a:lnTo>
                <a:lnTo>
                  <a:pt x="803257" y="23887"/>
                </a:lnTo>
                <a:lnTo>
                  <a:pt x="817417" y="23887"/>
                </a:lnTo>
                <a:lnTo>
                  <a:pt x="817417" y="65112"/>
                </a:lnTo>
                <a:lnTo>
                  <a:pt x="858260" y="65112"/>
                </a:lnTo>
                <a:lnTo>
                  <a:pt x="858260" y="79175"/>
                </a:lnTo>
                <a:lnTo>
                  <a:pt x="817417" y="79175"/>
                </a:lnTo>
                <a:close/>
                <a:moveTo>
                  <a:pt x="937863" y="137737"/>
                </a:moveTo>
                <a:lnTo>
                  <a:pt x="937863" y="122904"/>
                </a:lnTo>
                <a:lnTo>
                  <a:pt x="972444" y="122904"/>
                </a:lnTo>
                <a:lnTo>
                  <a:pt x="972444" y="18493"/>
                </a:lnTo>
                <a:lnTo>
                  <a:pt x="941812" y="40262"/>
                </a:lnTo>
                <a:lnTo>
                  <a:pt x="941812" y="23887"/>
                </a:lnTo>
                <a:lnTo>
                  <a:pt x="973889" y="1926"/>
                </a:lnTo>
                <a:lnTo>
                  <a:pt x="989879" y="1926"/>
                </a:lnTo>
                <a:lnTo>
                  <a:pt x="989879" y="122904"/>
                </a:lnTo>
                <a:lnTo>
                  <a:pt x="1022920" y="122904"/>
                </a:lnTo>
                <a:lnTo>
                  <a:pt x="1022920" y="137737"/>
                </a:lnTo>
                <a:lnTo>
                  <a:pt x="937863" y="137737"/>
                </a:lnTo>
                <a:close/>
                <a:moveTo>
                  <a:pt x="1047549" y="137737"/>
                </a:moveTo>
                <a:lnTo>
                  <a:pt x="1047549" y="122904"/>
                </a:lnTo>
                <a:lnTo>
                  <a:pt x="1082131" y="122904"/>
                </a:lnTo>
                <a:lnTo>
                  <a:pt x="1082131" y="18493"/>
                </a:lnTo>
                <a:lnTo>
                  <a:pt x="1051499" y="40262"/>
                </a:lnTo>
                <a:lnTo>
                  <a:pt x="1051499" y="23887"/>
                </a:lnTo>
                <a:lnTo>
                  <a:pt x="1083576" y="1926"/>
                </a:lnTo>
                <a:lnTo>
                  <a:pt x="1099566" y="1926"/>
                </a:lnTo>
                <a:lnTo>
                  <a:pt x="1099566" y="122904"/>
                </a:lnTo>
                <a:lnTo>
                  <a:pt x="1132607" y="122904"/>
                </a:lnTo>
                <a:lnTo>
                  <a:pt x="1132607" y="137737"/>
                </a:lnTo>
                <a:lnTo>
                  <a:pt x="1047549" y="137737"/>
                </a:lnTo>
                <a:close/>
                <a:moveTo>
                  <a:pt x="1227074" y="106915"/>
                </a:moveTo>
                <a:lnTo>
                  <a:pt x="1227074" y="137737"/>
                </a:lnTo>
                <a:lnTo>
                  <a:pt x="1210698" y="137737"/>
                </a:lnTo>
                <a:lnTo>
                  <a:pt x="1210698" y="106915"/>
                </a:lnTo>
                <a:lnTo>
                  <a:pt x="1146737" y="106915"/>
                </a:lnTo>
                <a:lnTo>
                  <a:pt x="1146737" y="93430"/>
                </a:lnTo>
                <a:lnTo>
                  <a:pt x="1208868" y="1926"/>
                </a:lnTo>
                <a:lnTo>
                  <a:pt x="1227074" y="1926"/>
                </a:lnTo>
                <a:lnTo>
                  <a:pt x="1227074" y="93237"/>
                </a:lnTo>
                <a:lnTo>
                  <a:pt x="1246146" y="93237"/>
                </a:lnTo>
                <a:lnTo>
                  <a:pt x="1246146" y="106915"/>
                </a:lnTo>
                <a:lnTo>
                  <a:pt x="1227074" y="106915"/>
                </a:lnTo>
                <a:moveTo>
                  <a:pt x="1210698" y="21479"/>
                </a:moveTo>
                <a:cubicBezTo>
                  <a:pt x="1210570" y="21800"/>
                  <a:pt x="1210248" y="22426"/>
                  <a:pt x="1209735" y="23357"/>
                </a:cubicBezTo>
                <a:cubicBezTo>
                  <a:pt x="1209221" y="24289"/>
                  <a:pt x="1208643" y="25332"/>
                  <a:pt x="1208001" y="26488"/>
                </a:cubicBezTo>
                <a:cubicBezTo>
                  <a:pt x="1207359" y="27644"/>
                  <a:pt x="1206700" y="28816"/>
                  <a:pt x="1206026" y="30004"/>
                </a:cubicBezTo>
                <a:cubicBezTo>
                  <a:pt x="1205352" y="31191"/>
                  <a:pt x="1204758" y="32171"/>
                  <a:pt x="1204244" y="32941"/>
                </a:cubicBezTo>
                <a:lnTo>
                  <a:pt x="1169470" y="84183"/>
                </a:lnTo>
                <a:cubicBezTo>
                  <a:pt x="1169149" y="84697"/>
                  <a:pt x="1168683" y="85371"/>
                  <a:pt x="1168073" y="86206"/>
                </a:cubicBezTo>
                <a:cubicBezTo>
                  <a:pt x="1167463" y="87041"/>
                  <a:pt x="1166837" y="87892"/>
                  <a:pt x="1166195" y="88758"/>
                </a:cubicBezTo>
                <a:cubicBezTo>
                  <a:pt x="1165553" y="89625"/>
                  <a:pt x="1164910" y="90476"/>
                  <a:pt x="1164268" y="91311"/>
                </a:cubicBezTo>
                <a:cubicBezTo>
                  <a:pt x="1163626" y="92146"/>
                  <a:pt x="1163112" y="92788"/>
                  <a:pt x="1162727" y="93237"/>
                </a:cubicBezTo>
                <a:lnTo>
                  <a:pt x="1210698" y="93237"/>
                </a:lnTo>
                <a:lnTo>
                  <a:pt x="1210698" y="214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ED5752-2E96-423B-8C98-D4B8444A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440" y="676908"/>
            <a:ext cx="65759" cy="614971"/>
          </a:xfrm>
          <a:custGeom xmlns:a="http://schemas.openxmlformats.org/drawingml/2006/main">
            <a:pathLst>
              <a:path w="65759" h="614971">
                <a:moveTo>
                  <a:pt x="0" y="0"/>
                </a:moveTo>
                <a:lnTo>
                  <a:pt x="65759" y="0"/>
                </a:lnTo>
                <a:lnTo>
                  <a:pt x="65759" y="614971"/>
                </a:lnTo>
                <a:lnTo>
                  <a:pt x="0" y="61497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D555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Display198">
            <a:extLst xmlns:a="http://schemas.openxmlformats.org/drawingml/2006/main">
              <a:ext uri="{FF2B5EF4-FFF2-40B4-BE49-F238E27FC236}">
                <a16:creationId xmlns:a16="http://schemas.microsoft.com/office/drawing/2014/main" id="{DACF122E-A2A1-4B4E-AFE1-C81E4ACC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455" y="908910"/>
            <a:ext cx="1005856" cy="183970"/>
          </a:xfrm>
          <a:custGeom xmlns:a="http://schemas.openxmlformats.org/drawingml/2006/main">
            <a:pathLst>
              <a:path w="1005856" h="183970">
                <a:moveTo>
                  <a:pt x="116845" y="73636"/>
                </a:moveTo>
                <a:cubicBezTo>
                  <a:pt x="116845" y="84946"/>
                  <a:pt x="115143" y="94922"/>
                  <a:pt x="111740" y="103565"/>
                </a:cubicBezTo>
                <a:cubicBezTo>
                  <a:pt x="108336" y="112207"/>
                  <a:pt x="103680" y="119436"/>
                  <a:pt x="97772" y="125251"/>
                </a:cubicBezTo>
                <a:cubicBezTo>
                  <a:pt x="91864" y="131067"/>
                  <a:pt x="84880" y="135468"/>
                  <a:pt x="76821" y="138456"/>
                </a:cubicBezTo>
                <a:cubicBezTo>
                  <a:pt x="68762" y="141444"/>
                  <a:pt x="60076" y="142938"/>
                  <a:pt x="50765" y="142938"/>
                </a:cubicBezTo>
                <a:lnTo>
                  <a:pt x="0" y="142938"/>
                </a:lnTo>
                <a:lnTo>
                  <a:pt x="0" y="7128"/>
                </a:lnTo>
                <a:lnTo>
                  <a:pt x="44889" y="7128"/>
                </a:lnTo>
                <a:cubicBezTo>
                  <a:pt x="55356" y="7128"/>
                  <a:pt x="65005" y="8429"/>
                  <a:pt x="73835" y="11032"/>
                </a:cubicBezTo>
                <a:cubicBezTo>
                  <a:pt x="82665" y="13634"/>
                  <a:pt x="90259" y="17651"/>
                  <a:pt x="96616" y="23081"/>
                </a:cubicBezTo>
                <a:cubicBezTo>
                  <a:pt x="102974" y="28511"/>
                  <a:pt x="107935" y="35402"/>
                  <a:pt x="111499" y="43756"/>
                </a:cubicBezTo>
                <a:cubicBezTo>
                  <a:pt x="115063" y="52110"/>
                  <a:pt x="116845" y="62070"/>
                  <a:pt x="116845" y="73636"/>
                </a:cubicBezTo>
                <a:moveTo>
                  <a:pt x="98350" y="73636"/>
                </a:moveTo>
                <a:cubicBezTo>
                  <a:pt x="98350" y="64464"/>
                  <a:pt x="97034" y="56622"/>
                  <a:pt x="94401" y="50110"/>
                </a:cubicBezTo>
                <a:cubicBezTo>
                  <a:pt x="91768" y="43597"/>
                  <a:pt x="88075" y="38255"/>
                  <a:pt x="83323" y="34085"/>
                </a:cubicBezTo>
                <a:cubicBezTo>
                  <a:pt x="78571" y="29915"/>
                  <a:pt x="72888" y="26852"/>
                  <a:pt x="66273" y="24896"/>
                </a:cubicBezTo>
                <a:cubicBezTo>
                  <a:pt x="59659" y="22939"/>
                  <a:pt x="52402" y="21961"/>
                  <a:pt x="44503" y="21961"/>
                </a:cubicBezTo>
                <a:lnTo>
                  <a:pt x="18399" y="21961"/>
                </a:lnTo>
                <a:lnTo>
                  <a:pt x="18399" y="128105"/>
                </a:lnTo>
                <a:lnTo>
                  <a:pt x="48645" y="128105"/>
                </a:lnTo>
                <a:cubicBezTo>
                  <a:pt x="55774" y="128105"/>
                  <a:pt x="62372" y="126950"/>
                  <a:pt x="68441" y="124640"/>
                </a:cubicBezTo>
                <a:cubicBezTo>
                  <a:pt x="74509" y="122331"/>
                  <a:pt x="79759" y="118898"/>
                  <a:pt x="84190" y="114343"/>
                </a:cubicBezTo>
                <a:cubicBezTo>
                  <a:pt x="88621" y="109788"/>
                  <a:pt x="92089" y="104110"/>
                  <a:pt x="94593" y="97310"/>
                </a:cubicBezTo>
                <a:cubicBezTo>
                  <a:pt x="97098" y="90509"/>
                  <a:pt x="98350" y="82618"/>
                  <a:pt x="98350" y="73636"/>
                </a:cubicBezTo>
                <a:close/>
                <a:moveTo>
                  <a:pt x="139449" y="16567"/>
                </a:moveTo>
                <a:lnTo>
                  <a:pt x="139449" y="0"/>
                </a:lnTo>
                <a:lnTo>
                  <a:pt x="156788" y="0"/>
                </a:lnTo>
                <a:lnTo>
                  <a:pt x="156788" y="16567"/>
                </a:lnTo>
                <a:lnTo>
                  <a:pt x="139449" y="16567"/>
                </a:lnTo>
                <a:moveTo>
                  <a:pt x="139449" y="142938"/>
                </a:moveTo>
                <a:lnTo>
                  <a:pt x="139449" y="38720"/>
                </a:lnTo>
                <a:lnTo>
                  <a:pt x="156788" y="38720"/>
                </a:lnTo>
                <a:lnTo>
                  <a:pt x="156788" y="142938"/>
                </a:lnTo>
                <a:lnTo>
                  <a:pt x="139449" y="142938"/>
                </a:lnTo>
                <a:close/>
                <a:moveTo>
                  <a:pt x="261558" y="114111"/>
                </a:moveTo>
                <a:cubicBezTo>
                  <a:pt x="261558" y="118996"/>
                  <a:pt x="260611" y="123350"/>
                  <a:pt x="258717" y="127175"/>
                </a:cubicBezTo>
                <a:cubicBezTo>
                  <a:pt x="256822" y="130997"/>
                  <a:pt x="254077" y="134211"/>
                  <a:pt x="250481" y="136816"/>
                </a:cubicBezTo>
                <a:cubicBezTo>
                  <a:pt x="246885" y="139418"/>
                  <a:pt x="242470" y="141411"/>
                  <a:pt x="237236" y="142794"/>
                </a:cubicBezTo>
                <a:cubicBezTo>
                  <a:pt x="232002" y="144174"/>
                  <a:pt x="226014" y="144864"/>
                  <a:pt x="219271" y="144864"/>
                </a:cubicBezTo>
                <a:cubicBezTo>
                  <a:pt x="213234" y="144864"/>
                  <a:pt x="207792" y="144397"/>
                  <a:pt x="202943" y="143462"/>
                </a:cubicBezTo>
                <a:cubicBezTo>
                  <a:pt x="198095" y="142529"/>
                  <a:pt x="193840" y="141032"/>
                  <a:pt x="190180" y="138971"/>
                </a:cubicBezTo>
                <a:cubicBezTo>
                  <a:pt x="186519" y="136908"/>
                  <a:pt x="183453" y="134186"/>
                  <a:pt x="180981" y="130805"/>
                </a:cubicBezTo>
                <a:cubicBezTo>
                  <a:pt x="178508" y="127422"/>
                  <a:pt x="176694" y="123282"/>
                  <a:pt x="175538" y="118386"/>
                </a:cubicBezTo>
                <a:lnTo>
                  <a:pt x="190854" y="115391"/>
                </a:lnTo>
                <a:cubicBezTo>
                  <a:pt x="192331" y="120977"/>
                  <a:pt x="195382" y="125071"/>
                  <a:pt x="200005" y="127671"/>
                </a:cubicBezTo>
                <a:cubicBezTo>
                  <a:pt x="204629" y="130272"/>
                  <a:pt x="211051" y="131572"/>
                  <a:pt x="219271" y="131572"/>
                </a:cubicBezTo>
                <a:cubicBezTo>
                  <a:pt x="222995" y="131572"/>
                  <a:pt x="226415" y="131317"/>
                  <a:pt x="229530" y="130805"/>
                </a:cubicBezTo>
                <a:cubicBezTo>
                  <a:pt x="232644" y="130293"/>
                  <a:pt x="235325" y="129414"/>
                  <a:pt x="237573" y="128168"/>
                </a:cubicBezTo>
                <a:cubicBezTo>
                  <a:pt x="239821" y="126922"/>
                  <a:pt x="241570" y="125259"/>
                  <a:pt x="242823" y="123181"/>
                </a:cubicBezTo>
                <a:cubicBezTo>
                  <a:pt x="244075" y="121102"/>
                  <a:pt x="244701" y="118528"/>
                  <a:pt x="244701" y="115460"/>
                </a:cubicBezTo>
                <a:cubicBezTo>
                  <a:pt x="244701" y="112312"/>
                  <a:pt x="243963" y="109725"/>
                  <a:pt x="242486" y="107700"/>
                </a:cubicBezTo>
                <a:cubicBezTo>
                  <a:pt x="241009" y="105676"/>
                  <a:pt x="238954" y="103989"/>
                  <a:pt x="236321" y="102640"/>
                </a:cubicBezTo>
                <a:cubicBezTo>
                  <a:pt x="233688" y="101290"/>
                  <a:pt x="230493" y="100117"/>
                  <a:pt x="226736" y="99122"/>
                </a:cubicBezTo>
                <a:cubicBezTo>
                  <a:pt x="222979" y="98124"/>
                  <a:pt x="218853" y="97015"/>
                  <a:pt x="214358" y="95793"/>
                </a:cubicBezTo>
                <a:cubicBezTo>
                  <a:pt x="210184" y="94701"/>
                  <a:pt x="206042" y="93481"/>
                  <a:pt x="201932" y="92133"/>
                </a:cubicBezTo>
                <a:cubicBezTo>
                  <a:pt x="197822" y="90782"/>
                  <a:pt x="194113" y="88998"/>
                  <a:pt x="190806" y="86781"/>
                </a:cubicBezTo>
                <a:cubicBezTo>
                  <a:pt x="187499" y="84563"/>
                  <a:pt x="184818" y="81816"/>
                  <a:pt x="182763" y="78540"/>
                </a:cubicBezTo>
                <a:cubicBezTo>
                  <a:pt x="180708" y="75261"/>
                  <a:pt x="179680" y="71147"/>
                  <a:pt x="179680" y="66199"/>
                </a:cubicBezTo>
                <a:cubicBezTo>
                  <a:pt x="179680" y="56685"/>
                  <a:pt x="183068" y="49438"/>
                  <a:pt x="189843" y="44457"/>
                </a:cubicBezTo>
                <a:cubicBezTo>
                  <a:pt x="196618" y="39477"/>
                  <a:pt x="206491" y="36987"/>
                  <a:pt x="219463" y="36987"/>
                </a:cubicBezTo>
                <a:cubicBezTo>
                  <a:pt x="230958" y="36987"/>
                  <a:pt x="240093" y="39002"/>
                  <a:pt x="246868" y="43034"/>
                </a:cubicBezTo>
                <a:cubicBezTo>
                  <a:pt x="253644" y="47065"/>
                  <a:pt x="257930" y="53528"/>
                  <a:pt x="259728" y="62421"/>
                </a:cubicBezTo>
                <a:lnTo>
                  <a:pt x="244123" y="64341"/>
                </a:lnTo>
                <a:cubicBezTo>
                  <a:pt x="243545" y="61663"/>
                  <a:pt x="242486" y="59414"/>
                  <a:pt x="240944" y="57596"/>
                </a:cubicBezTo>
                <a:cubicBezTo>
                  <a:pt x="239403" y="55778"/>
                  <a:pt x="237541" y="54311"/>
                  <a:pt x="235357" y="53195"/>
                </a:cubicBezTo>
                <a:cubicBezTo>
                  <a:pt x="233174" y="52080"/>
                  <a:pt x="230718" y="51283"/>
                  <a:pt x="227988" y="50806"/>
                </a:cubicBezTo>
                <a:cubicBezTo>
                  <a:pt x="225259" y="50326"/>
                  <a:pt x="222417" y="50086"/>
                  <a:pt x="219463" y="50086"/>
                </a:cubicBezTo>
                <a:cubicBezTo>
                  <a:pt x="211629" y="50086"/>
                  <a:pt x="205849" y="51276"/>
                  <a:pt x="202124" y="53656"/>
                </a:cubicBezTo>
                <a:cubicBezTo>
                  <a:pt x="198400" y="56036"/>
                  <a:pt x="196537" y="59638"/>
                  <a:pt x="196537" y="64462"/>
                </a:cubicBezTo>
                <a:cubicBezTo>
                  <a:pt x="196537" y="67289"/>
                  <a:pt x="197228" y="69619"/>
                  <a:pt x="198608" y="71451"/>
                </a:cubicBezTo>
                <a:cubicBezTo>
                  <a:pt x="199989" y="73283"/>
                  <a:pt x="201916" y="74826"/>
                  <a:pt x="204388" y="76080"/>
                </a:cubicBezTo>
                <a:cubicBezTo>
                  <a:pt x="206861" y="77332"/>
                  <a:pt x="209831" y="78425"/>
                  <a:pt x="213298" y="79358"/>
                </a:cubicBezTo>
                <a:cubicBezTo>
                  <a:pt x="216766" y="80289"/>
                  <a:pt x="220587" y="81269"/>
                  <a:pt x="224761" y="82296"/>
                </a:cubicBezTo>
                <a:cubicBezTo>
                  <a:pt x="227523" y="83004"/>
                  <a:pt x="230348" y="83760"/>
                  <a:pt x="233238" y="84562"/>
                </a:cubicBezTo>
                <a:cubicBezTo>
                  <a:pt x="236128" y="85365"/>
                  <a:pt x="238938" y="86329"/>
                  <a:pt x="241667" y="87455"/>
                </a:cubicBezTo>
                <a:cubicBezTo>
                  <a:pt x="244396" y="88579"/>
                  <a:pt x="246965" y="89896"/>
                  <a:pt x="249373" y="91407"/>
                </a:cubicBezTo>
                <a:cubicBezTo>
                  <a:pt x="251781" y="92918"/>
                  <a:pt x="253884" y="94734"/>
                  <a:pt x="255682" y="96855"/>
                </a:cubicBezTo>
                <a:cubicBezTo>
                  <a:pt x="257481" y="98976"/>
                  <a:pt x="258909" y="101450"/>
                  <a:pt x="259969" y="104278"/>
                </a:cubicBezTo>
                <a:cubicBezTo>
                  <a:pt x="261029" y="107105"/>
                  <a:pt x="261558" y="110383"/>
                  <a:pt x="261558" y="114111"/>
                </a:cubicBezTo>
                <a:close/>
                <a:moveTo>
                  <a:pt x="370119" y="90300"/>
                </a:moveTo>
                <a:cubicBezTo>
                  <a:pt x="370119" y="98204"/>
                  <a:pt x="369477" y="105498"/>
                  <a:pt x="368192" y="112182"/>
                </a:cubicBezTo>
                <a:cubicBezTo>
                  <a:pt x="366908" y="118866"/>
                  <a:pt x="364773" y="124619"/>
                  <a:pt x="361787" y="129441"/>
                </a:cubicBezTo>
                <a:cubicBezTo>
                  <a:pt x="358801" y="134261"/>
                  <a:pt x="354851" y="138037"/>
                  <a:pt x="349938" y="140768"/>
                </a:cubicBezTo>
                <a:cubicBezTo>
                  <a:pt x="345026" y="143499"/>
                  <a:pt x="338973" y="144864"/>
                  <a:pt x="331781" y="144864"/>
                </a:cubicBezTo>
                <a:cubicBezTo>
                  <a:pt x="324331" y="144864"/>
                  <a:pt x="317813" y="143445"/>
                  <a:pt x="312226" y="140605"/>
                </a:cubicBezTo>
                <a:cubicBezTo>
                  <a:pt x="306639" y="137764"/>
                  <a:pt x="302369" y="133116"/>
                  <a:pt x="299415" y="126660"/>
                </a:cubicBezTo>
                <a:lnTo>
                  <a:pt x="298933" y="126660"/>
                </a:lnTo>
                <a:cubicBezTo>
                  <a:pt x="298997" y="126789"/>
                  <a:pt x="299045" y="127368"/>
                  <a:pt x="299078" y="128400"/>
                </a:cubicBezTo>
                <a:cubicBezTo>
                  <a:pt x="299110" y="129431"/>
                  <a:pt x="299142" y="130721"/>
                  <a:pt x="299174" y="132268"/>
                </a:cubicBezTo>
                <a:cubicBezTo>
                  <a:pt x="299206" y="133813"/>
                  <a:pt x="299238" y="135536"/>
                  <a:pt x="299270" y="137436"/>
                </a:cubicBezTo>
                <a:cubicBezTo>
                  <a:pt x="299302" y="139336"/>
                  <a:pt x="299318" y="141220"/>
                  <a:pt x="299318" y="143089"/>
                </a:cubicBezTo>
                <a:lnTo>
                  <a:pt x="299318" y="183970"/>
                </a:lnTo>
                <a:lnTo>
                  <a:pt x="281979" y="183970"/>
                </a:lnTo>
                <a:lnTo>
                  <a:pt x="281979" y="60022"/>
                </a:lnTo>
                <a:cubicBezTo>
                  <a:pt x="281979" y="57516"/>
                  <a:pt x="281963" y="55106"/>
                  <a:pt x="281931" y="52792"/>
                </a:cubicBezTo>
                <a:cubicBezTo>
                  <a:pt x="281899" y="50478"/>
                  <a:pt x="281851" y="48374"/>
                  <a:pt x="281787" y="46480"/>
                </a:cubicBezTo>
                <a:cubicBezTo>
                  <a:pt x="281723" y="44584"/>
                  <a:pt x="281658" y="42961"/>
                  <a:pt x="281594" y="41613"/>
                </a:cubicBezTo>
                <a:cubicBezTo>
                  <a:pt x="281530" y="40263"/>
                  <a:pt x="281466" y="39298"/>
                  <a:pt x="281402" y="38720"/>
                </a:cubicBezTo>
                <a:lnTo>
                  <a:pt x="298162" y="38720"/>
                </a:lnTo>
                <a:cubicBezTo>
                  <a:pt x="298227" y="38913"/>
                  <a:pt x="298307" y="39587"/>
                  <a:pt x="298403" y="40743"/>
                </a:cubicBezTo>
                <a:cubicBezTo>
                  <a:pt x="298500" y="41899"/>
                  <a:pt x="298596" y="43296"/>
                  <a:pt x="298692" y="44933"/>
                </a:cubicBezTo>
                <a:cubicBezTo>
                  <a:pt x="298789" y="46570"/>
                  <a:pt x="298885" y="48320"/>
                  <a:pt x="298981" y="50182"/>
                </a:cubicBezTo>
                <a:cubicBezTo>
                  <a:pt x="299078" y="52045"/>
                  <a:pt x="299126" y="53810"/>
                  <a:pt x="299126" y="55480"/>
                </a:cubicBezTo>
                <a:lnTo>
                  <a:pt x="299511" y="55480"/>
                </a:lnTo>
                <a:cubicBezTo>
                  <a:pt x="301117" y="52123"/>
                  <a:pt x="302947" y="49266"/>
                  <a:pt x="305002" y="46911"/>
                </a:cubicBezTo>
                <a:cubicBezTo>
                  <a:pt x="307057" y="44555"/>
                  <a:pt x="309401" y="42618"/>
                  <a:pt x="312034" y="41101"/>
                </a:cubicBezTo>
                <a:cubicBezTo>
                  <a:pt x="314667" y="39584"/>
                  <a:pt x="317605" y="38488"/>
                  <a:pt x="320848" y="37811"/>
                </a:cubicBezTo>
                <a:cubicBezTo>
                  <a:pt x="324091" y="37133"/>
                  <a:pt x="327735" y="36794"/>
                  <a:pt x="331781" y="36794"/>
                </a:cubicBezTo>
                <a:cubicBezTo>
                  <a:pt x="338973" y="36794"/>
                  <a:pt x="345026" y="38079"/>
                  <a:pt x="349938" y="40650"/>
                </a:cubicBezTo>
                <a:cubicBezTo>
                  <a:pt x="354851" y="43220"/>
                  <a:pt x="358801" y="46835"/>
                  <a:pt x="361787" y="51495"/>
                </a:cubicBezTo>
                <a:cubicBezTo>
                  <a:pt x="364773" y="56154"/>
                  <a:pt x="366908" y="61778"/>
                  <a:pt x="368192" y="68366"/>
                </a:cubicBezTo>
                <a:cubicBezTo>
                  <a:pt x="369477" y="74954"/>
                  <a:pt x="370119" y="82265"/>
                  <a:pt x="370119" y="90300"/>
                </a:cubicBezTo>
                <a:moveTo>
                  <a:pt x="351913" y="90685"/>
                </a:moveTo>
                <a:cubicBezTo>
                  <a:pt x="351913" y="84272"/>
                  <a:pt x="351528" y="78564"/>
                  <a:pt x="350757" y="73561"/>
                </a:cubicBezTo>
                <a:cubicBezTo>
                  <a:pt x="349987" y="68558"/>
                  <a:pt x="348654" y="64325"/>
                  <a:pt x="346760" y="60862"/>
                </a:cubicBezTo>
                <a:cubicBezTo>
                  <a:pt x="344865" y="57398"/>
                  <a:pt x="342345" y="54769"/>
                  <a:pt x="339198" y="52973"/>
                </a:cubicBezTo>
                <a:cubicBezTo>
                  <a:pt x="336051" y="51177"/>
                  <a:pt x="332102" y="50279"/>
                  <a:pt x="327350" y="50279"/>
                </a:cubicBezTo>
                <a:cubicBezTo>
                  <a:pt x="323497" y="50279"/>
                  <a:pt x="319868" y="50825"/>
                  <a:pt x="316465" y="51916"/>
                </a:cubicBezTo>
                <a:cubicBezTo>
                  <a:pt x="313061" y="53006"/>
                  <a:pt x="310091" y="55090"/>
                  <a:pt x="307554" y="58168"/>
                </a:cubicBezTo>
                <a:cubicBezTo>
                  <a:pt x="305018" y="61246"/>
                  <a:pt x="303011" y="65495"/>
                  <a:pt x="301534" y="70915"/>
                </a:cubicBezTo>
                <a:cubicBezTo>
                  <a:pt x="300057" y="76335"/>
                  <a:pt x="299318" y="83375"/>
                  <a:pt x="299318" y="92033"/>
                </a:cubicBezTo>
                <a:cubicBezTo>
                  <a:pt x="299318" y="99408"/>
                  <a:pt x="299928" y="105644"/>
                  <a:pt x="301149" y="110743"/>
                </a:cubicBezTo>
                <a:cubicBezTo>
                  <a:pt x="302369" y="115842"/>
                  <a:pt x="304151" y="119964"/>
                  <a:pt x="306495" y="123108"/>
                </a:cubicBezTo>
                <a:cubicBezTo>
                  <a:pt x="308839" y="126251"/>
                  <a:pt x="311745" y="128511"/>
                  <a:pt x="315212" y="129890"/>
                </a:cubicBezTo>
                <a:cubicBezTo>
                  <a:pt x="318680" y="131268"/>
                  <a:pt x="322662" y="131958"/>
                  <a:pt x="327157" y="131958"/>
                </a:cubicBezTo>
                <a:cubicBezTo>
                  <a:pt x="331973" y="131958"/>
                  <a:pt x="335971" y="131028"/>
                  <a:pt x="339150" y="129167"/>
                </a:cubicBezTo>
                <a:cubicBezTo>
                  <a:pt x="342329" y="127307"/>
                  <a:pt x="344865" y="124613"/>
                  <a:pt x="346760" y="121086"/>
                </a:cubicBezTo>
                <a:cubicBezTo>
                  <a:pt x="348654" y="117558"/>
                  <a:pt x="349987" y="113245"/>
                  <a:pt x="350757" y="108146"/>
                </a:cubicBezTo>
                <a:cubicBezTo>
                  <a:pt x="351528" y="103047"/>
                  <a:pt x="351913" y="97226"/>
                  <a:pt x="351913" y="90685"/>
                </a:cubicBezTo>
                <a:close/>
                <a:moveTo>
                  <a:pt x="391667" y="142938"/>
                </a:moveTo>
                <a:lnTo>
                  <a:pt x="391667" y="0"/>
                </a:lnTo>
                <a:lnTo>
                  <a:pt x="409006" y="0"/>
                </a:lnTo>
                <a:lnTo>
                  <a:pt x="409006" y="142938"/>
                </a:lnTo>
                <a:lnTo>
                  <a:pt x="391667" y="142938"/>
                </a:lnTo>
                <a:close/>
                <a:moveTo>
                  <a:pt x="462049" y="144864"/>
                </a:moveTo>
                <a:cubicBezTo>
                  <a:pt x="451581" y="144864"/>
                  <a:pt x="443715" y="142103"/>
                  <a:pt x="438449" y="136581"/>
                </a:cubicBezTo>
                <a:cubicBezTo>
                  <a:pt x="433183" y="131059"/>
                  <a:pt x="430550" y="123482"/>
                  <a:pt x="430550" y="113850"/>
                </a:cubicBezTo>
                <a:cubicBezTo>
                  <a:pt x="430550" y="106979"/>
                  <a:pt x="431850" y="101344"/>
                  <a:pt x="434451" y="96946"/>
                </a:cubicBezTo>
                <a:cubicBezTo>
                  <a:pt x="437052" y="92547"/>
                  <a:pt x="440456" y="89096"/>
                  <a:pt x="444662" y="86591"/>
                </a:cubicBezTo>
                <a:cubicBezTo>
                  <a:pt x="448868" y="84087"/>
                  <a:pt x="453669" y="82353"/>
                  <a:pt x="459063" y="81390"/>
                </a:cubicBezTo>
                <a:cubicBezTo>
                  <a:pt x="464457" y="80427"/>
                  <a:pt x="469948" y="79881"/>
                  <a:pt x="475535" y="79753"/>
                </a:cubicBezTo>
                <a:lnTo>
                  <a:pt x="498942" y="79367"/>
                </a:lnTo>
                <a:lnTo>
                  <a:pt x="498942" y="73702"/>
                </a:lnTo>
                <a:cubicBezTo>
                  <a:pt x="498942" y="69414"/>
                  <a:pt x="498493" y="65766"/>
                  <a:pt x="497594" y="62758"/>
                </a:cubicBezTo>
                <a:cubicBezTo>
                  <a:pt x="496695" y="59750"/>
                  <a:pt x="495314" y="57318"/>
                  <a:pt x="493452" y="55462"/>
                </a:cubicBezTo>
                <a:cubicBezTo>
                  <a:pt x="491589" y="53606"/>
                  <a:pt x="489262" y="52246"/>
                  <a:pt x="486468" y="51383"/>
                </a:cubicBezTo>
                <a:cubicBezTo>
                  <a:pt x="483675" y="50519"/>
                  <a:pt x="480383" y="50086"/>
                  <a:pt x="476594" y="50086"/>
                </a:cubicBezTo>
                <a:cubicBezTo>
                  <a:pt x="473255" y="50086"/>
                  <a:pt x="470237" y="50324"/>
                  <a:pt x="467540" y="50799"/>
                </a:cubicBezTo>
                <a:cubicBezTo>
                  <a:pt x="464843" y="51275"/>
                  <a:pt x="462499" y="52132"/>
                  <a:pt x="460508" y="53370"/>
                </a:cubicBezTo>
                <a:cubicBezTo>
                  <a:pt x="458517" y="54608"/>
                  <a:pt x="456912" y="56291"/>
                  <a:pt x="455691" y="58418"/>
                </a:cubicBezTo>
                <a:cubicBezTo>
                  <a:pt x="454471" y="60543"/>
                  <a:pt x="453669" y="63224"/>
                  <a:pt x="453283" y="66460"/>
                </a:cubicBezTo>
                <a:lnTo>
                  <a:pt x="435174" y="64829"/>
                </a:lnTo>
                <a:cubicBezTo>
                  <a:pt x="435816" y="60731"/>
                  <a:pt x="437036" y="56971"/>
                  <a:pt x="438834" y="53548"/>
                </a:cubicBezTo>
                <a:cubicBezTo>
                  <a:pt x="440632" y="50122"/>
                  <a:pt x="443185" y="47162"/>
                  <a:pt x="446492" y="44668"/>
                </a:cubicBezTo>
                <a:cubicBezTo>
                  <a:pt x="449799" y="42172"/>
                  <a:pt x="453941" y="40235"/>
                  <a:pt x="458918" y="38859"/>
                </a:cubicBezTo>
                <a:cubicBezTo>
                  <a:pt x="463895" y="37482"/>
                  <a:pt x="469916" y="36794"/>
                  <a:pt x="476980" y="36794"/>
                </a:cubicBezTo>
                <a:cubicBezTo>
                  <a:pt x="490080" y="36794"/>
                  <a:pt x="499938" y="39793"/>
                  <a:pt x="506552" y="45791"/>
                </a:cubicBezTo>
                <a:cubicBezTo>
                  <a:pt x="513167" y="51789"/>
                  <a:pt x="516474" y="60465"/>
                  <a:pt x="516474" y="71818"/>
                </a:cubicBezTo>
                <a:lnTo>
                  <a:pt x="516474" y="116658"/>
                </a:lnTo>
                <a:cubicBezTo>
                  <a:pt x="516474" y="121791"/>
                  <a:pt x="517148" y="125657"/>
                  <a:pt x="518497" y="128255"/>
                </a:cubicBezTo>
                <a:cubicBezTo>
                  <a:pt x="519845" y="130852"/>
                  <a:pt x="522414" y="132150"/>
                  <a:pt x="526203" y="132150"/>
                </a:cubicBezTo>
                <a:cubicBezTo>
                  <a:pt x="527166" y="132150"/>
                  <a:pt x="528130" y="132086"/>
                  <a:pt x="529093" y="131958"/>
                </a:cubicBezTo>
                <a:cubicBezTo>
                  <a:pt x="530056" y="131829"/>
                  <a:pt x="530987" y="131669"/>
                  <a:pt x="531886" y="131476"/>
                </a:cubicBezTo>
                <a:lnTo>
                  <a:pt x="531886" y="142348"/>
                </a:lnTo>
                <a:cubicBezTo>
                  <a:pt x="529703" y="142866"/>
                  <a:pt x="527536" y="143254"/>
                  <a:pt x="525384" y="143513"/>
                </a:cubicBezTo>
                <a:cubicBezTo>
                  <a:pt x="523233" y="143772"/>
                  <a:pt x="520937" y="143901"/>
                  <a:pt x="518497" y="143901"/>
                </a:cubicBezTo>
                <a:cubicBezTo>
                  <a:pt x="515222" y="143901"/>
                  <a:pt x="512412" y="143466"/>
                  <a:pt x="510068" y="142595"/>
                </a:cubicBezTo>
                <a:cubicBezTo>
                  <a:pt x="507724" y="141724"/>
                  <a:pt x="505814" y="140402"/>
                  <a:pt x="504337" y="138628"/>
                </a:cubicBezTo>
                <a:cubicBezTo>
                  <a:pt x="502860" y="136854"/>
                  <a:pt x="501736" y="134661"/>
                  <a:pt x="500965" y="132048"/>
                </a:cubicBezTo>
                <a:cubicBezTo>
                  <a:pt x="500195" y="129435"/>
                  <a:pt x="499713" y="126387"/>
                  <a:pt x="499520" y="122904"/>
                </a:cubicBezTo>
                <a:lnTo>
                  <a:pt x="498942" y="122904"/>
                </a:lnTo>
                <a:cubicBezTo>
                  <a:pt x="497080" y="126257"/>
                  <a:pt x="495041" y="129288"/>
                  <a:pt x="492826" y="131997"/>
                </a:cubicBezTo>
                <a:cubicBezTo>
                  <a:pt x="490610" y="134706"/>
                  <a:pt x="488025" y="137011"/>
                  <a:pt x="485071" y="138914"/>
                </a:cubicBezTo>
                <a:cubicBezTo>
                  <a:pt x="482117" y="140816"/>
                  <a:pt x="478762" y="142283"/>
                  <a:pt x="475005" y="143314"/>
                </a:cubicBezTo>
                <a:cubicBezTo>
                  <a:pt x="471248" y="144348"/>
                  <a:pt x="466930" y="144864"/>
                  <a:pt x="462049" y="144864"/>
                </a:cubicBezTo>
                <a:moveTo>
                  <a:pt x="465998" y="131765"/>
                </a:moveTo>
                <a:cubicBezTo>
                  <a:pt x="471521" y="131765"/>
                  <a:pt x="476354" y="130757"/>
                  <a:pt x="480496" y="128740"/>
                </a:cubicBezTo>
                <a:cubicBezTo>
                  <a:pt x="484638" y="126721"/>
                  <a:pt x="488073" y="124143"/>
                  <a:pt x="490803" y="121004"/>
                </a:cubicBezTo>
                <a:cubicBezTo>
                  <a:pt x="493532" y="117864"/>
                  <a:pt x="495571" y="114437"/>
                  <a:pt x="496920" y="110722"/>
                </a:cubicBezTo>
                <a:cubicBezTo>
                  <a:pt x="498268" y="107006"/>
                  <a:pt x="498942" y="103450"/>
                  <a:pt x="498942" y="100055"/>
                </a:cubicBezTo>
                <a:lnTo>
                  <a:pt x="498942" y="91503"/>
                </a:lnTo>
                <a:lnTo>
                  <a:pt x="479966" y="91889"/>
                </a:lnTo>
                <a:cubicBezTo>
                  <a:pt x="475728" y="91953"/>
                  <a:pt x="471698" y="92257"/>
                  <a:pt x="467877" y="92801"/>
                </a:cubicBezTo>
                <a:cubicBezTo>
                  <a:pt x="464056" y="93345"/>
                  <a:pt x="460700" y="94418"/>
                  <a:pt x="457811" y="96021"/>
                </a:cubicBezTo>
                <a:cubicBezTo>
                  <a:pt x="454921" y="97623"/>
                  <a:pt x="452625" y="99865"/>
                  <a:pt x="450923" y="102749"/>
                </a:cubicBezTo>
                <a:cubicBezTo>
                  <a:pt x="449221" y="105630"/>
                  <a:pt x="448371" y="109409"/>
                  <a:pt x="448371" y="114084"/>
                </a:cubicBezTo>
                <a:cubicBezTo>
                  <a:pt x="448371" y="119721"/>
                  <a:pt x="449896" y="124078"/>
                  <a:pt x="452946" y="127154"/>
                </a:cubicBezTo>
                <a:cubicBezTo>
                  <a:pt x="455996" y="130228"/>
                  <a:pt x="460347" y="131765"/>
                  <a:pt x="465998" y="131765"/>
                </a:cubicBezTo>
                <a:close/>
                <a:moveTo>
                  <a:pt x="590038" y="142938"/>
                </a:moveTo>
                <a:cubicBezTo>
                  <a:pt x="587598" y="149245"/>
                  <a:pt x="585109" y="154925"/>
                  <a:pt x="582573" y="159978"/>
                </a:cubicBezTo>
                <a:cubicBezTo>
                  <a:pt x="580036" y="165030"/>
                  <a:pt x="577194" y="169343"/>
                  <a:pt x="574048" y="172915"/>
                </a:cubicBezTo>
                <a:cubicBezTo>
                  <a:pt x="570901" y="176488"/>
                  <a:pt x="567401" y="179224"/>
                  <a:pt x="563548" y="181123"/>
                </a:cubicBezTo>
                <a:cubicBezTo>
                  <a:pt x="559695" y="183021"/>
                  <a:pt x="555264" y="183970"/>
                  <a:pt x="550255" y="183970"/>
                </a:cubicBezTo>
                <a:cubicBezTo>
                  <a:pt x="548071" y="183970"/>
                  <a:pt x="546049" y="183906"/>
                  <a:pt x="544186" y="183778"/>
                </a:cubicBezTo>
                <a:cubicBezTo>
                  <a:pt x="542324" y="183649"/>
                  <a:pt x="540365" y="183360"/>
                  <a:pt x="538310" y="182911"/>
                </a:cubicBezTo>
                <a:lnTo>
                  <a:pt x="538310" y="169908"/>
                </a:lnTo>
                <a:cubicBezTo>
                  <a:pt x="539530" y="170100"/>
                  <a:pt x="540911" y="170245"/>
                  <a:pt x="542452" y="170341"/>
                </a:cubicBezTo>
                <a:cubicBezTo>
                  <a:pt x="543994" y="170437"/>
                  <a:pt x="545310" y="170485"/>
                  <a:pt x="546402" y="170485"/>
                </a:cubicBezTo>
                <a:cubicBezTo>
                  <a:pt x="551475" y="170485"/>
                  <a:pt x="556195" y="168584"/>
                  <a:pt x="560562" y="164782"/>
                </a:cubicBezTo>
                <a:cubicBezTo>
                  <a:pt x="564929" y="160981"/>
                  <a:pt x="568750" y="154925"/>
                  <a:pt x="572025" y="146613"/>
                </a:cubicBezTo>
                <a:lnTo>
                  <a:pt x="573662" y="142457"/>
                </a:lnTo>
                <a:lnTo>
                  <a:pt x="532338" y="38720"/>
                </a:lnTo>
                <a:lnTo>
                  <a:pt x="550833" y="38720"/>
                </a:lnTo>
                <a:lnTo>
                  <a:pt x="572795" y="96319"/>
                </a:lnTo>
                <a:cubicBezTo>
                  <a:pt x="573438" y="98053"/>
                  <a:pt x="574256" y="100365"/>
                  <a:pt x="575252" y="103254"/>
                </a:cubicBezTo>
                <a:cubicBezTo>
                  <a:pt x="576247" y="106144"/>
                  <a:pt x="577243" y="109034"/>
                  <a:pt x="578238" y="111923"/>
                </a:cubicBezTo>
                <a:cubicBezTo>
                  <a:pt x="579233" y="114813"/>
                  <a:pt x="580116" y="117413"/>
                  <a:pt x="580887" y="119725"/>
                </a:cubicBezTo>
                <a:cubicBezTo>
                  <a:pt x="581658" y="122037"/>
                  <a:pt x="582107" y="123482"/>
                  <a:pt x="582236" y="124059"/>
                </a:cubicBezTo>
                <a:cubicBezTo>
                  <a:pt x="582428" y="123353"/>
                  <a:pt x="582894" y="121957"/>
                  <a:pt x="583632" y="119870"/>
                </a:cubicBezTo>
                <a:cubicBezTo>
                  <a:pt x="584371" y="117783"/>
                  <a:pt x="585206" y="115455"/>
                  <a:pt x="586137" y="112886"/>
                </a:cubicBezTo>
                <a:cubicBezTo>
                  <a:pt x="587068" y="110318"/>
                  <a:pt x="588015" y="107717"/>
                  <a:pt x="588978" y="105085"/>
                </a:cubicBezTo>
                <a:cubicBezTo>
                  <a:pt x="589942" y="102452"/>
                  <a:pt x="590744" y="100172"/>
                  <a:pt x="591387" y="98246"/>
                </a:cubicBezTo>
                <a:lnTo>
                  <a:pt x="611808" y="38720"/>
                </a:lnTo>
                <a:lnTo>
                  <a:pt x="630110" y="38720"/>
                </a:lnTo>
                <a:lnTo>
                  <a:pt x="590038" y="142938"/>
                </a:lnTo>
                <a:close/>
                <a:moveTo>
                  <a:pt x="700366" y="142938"/>
                </a:moveTo>
                <a:lnTo>
                  <a:pt x="700366" y="128105"/>
                </a:lnTo>
                <a:lnTo>
                  <a:pt x="734948" y="128105"/>
                </a:lnTo>
                <a:lnTo>
                  <a:pt x="734948" y="23695"/>
                </a:lnTo>
                <a:lnTo>
                  <a:pt x="704315" y="45463"/>
                </a:lnTo>
                <a:lnTo>
                  <a:pt x="704315" y="29088"/>
                </a:lnTo>
                <a:lnTo>
                  <a:pt x="736392" y="7128"/>
                </a:lnTo>
                <a:lnTo>
                  <a:pt x="752383" y="7128"/>
                </a:lnTo>
                <a:lnTo>
                  <a:pt x="752383" y="128105"/>
                </a:lnTo>
                <a:lnTo>
                  <a:pt x="785423" y="128105"/>
                </a:lnTo>
                <a:lnTo>
                  <a:pt x="785423" y="142938"/>
                </a:lnTo>
                <a:lnTo>
                  <a:pt x="700366" y="142938"/>
                </a:lnTo>
                <a:close/>
                <a:moveTo>
                  <a:pt x="895399" y="72336"/>
                </a:moveTo>
                <a:cubicBezTo>
                  <a:pt x="895399" y="84408"/>
                  <a:pt x="894259" y="94987"/>
                  <a:pt x="891979" y="104073"/>
                </a:cubicBezTo>
                <a:cubicBezTo>
                  <a:pt x="889700" y="113159"/>
                  <a:pt x="886440" y="120720"/>
                  <a:pt x="882202" y="126756"/>
                </a:cubicBezTo>
                <a:cubicBezTo>
                  <a:pt x="877964" y="132792"/>
                  <a:pt x="872810" y="137319"/>
                  <a:pt x="866742" y="140337"/>
                </a:cubicBezTo>
                <a:cubicBezTo>
                  <a:pt x="860673" y="143355"/>
                  <a:pt x="853850" y="144864"/>
                  <a:pt x="846272" y="144864"/>
                </a:cubicBezTo>
                <a:cubicBezTo>
                  <a:pt x="841070" y="144864"/>
                  <a:pt x="836382" y="144335"/>
                  <a:pt x="832208" y="143275"/>
                </a:cubicBezTo>
                <a:cubicBezTo>
                  <a:pt x="828034" y="142216"/>
                  <a:pt x="824309" y="140562"/>
                  <a:pt x="821034" y="138315"/>
                </a:cubicBezTo>
                <a:cubicBezTo>
                  <a:pt x="817759" y="136067"/>
                  <a:pt x="814966" y="133146"/>
                  <a:pt x="812654" y="129550"/>
                </a:cubicBezTo>
                <a:cubicBezTo>
                  <a:pt x="810342" y="125954"/>
                  <a:pt x="808480" y="121619"/>
                  <a:pt x="807067" y="116547"/>
                </a:cubicBezTo>
                <a:lnTo>
                  <a:pt x="823635" y="113946"/>
                </a:lnTo>
                <a:cubicBezTo>
                  <a:pt x="825433" y="119755"/>
                  <a:pt x="828243" y="124017"/>
                  <a:pt x="832064" y="126732"/>
                </a:cubicBezTo>
                <a:cubicBezTo>
                  <a:pt x="835885" y="129445"/>
                  <a:pt x="840717" y="130802"/>
                  <a:pt x="846561" y="130802"/>
                </a:cubicBezTo>
                <a:cubicBezTo>
                  <a:pt x="851249" y="130802"/>
                  <a:pt x="855535" y="129694"/>
                  <a:pt x="859421" y="127479"/>
                </a:cubicBezTo>
                <a:cubicBezTo>
                  <a:pt x="863306" y="125263"/>
                  <a:pt x="866613" y="121940"/>
                  <a:pt x="869342" y="117510"/>
                </a:cubicBezTo>
                <a:cubicBezTo>
                  <a:pt x="872072" y="113079"/>
                  <a:pt x="874207" y="107525"/>
                  <a:pt x="875748" y="100846"/>
                </a:cubicBezTo>
                <a:cubicBezTo>
                  <a:pt x="877289" y="94168"/>
                  <a:pt x="878124" y="86334"/>
                  <a:pt x="878253" y="77345"/>
                </a:cubicBezTo>
                <a:cubicBezTo>
                  <a:pt x="876904" y="80363"/>
                  <a:pt x="875058" y="83059"/>
                  <a:pt x="872714" y="85435"/>
                </a:cubicBezTo>
                <a:cubicBezTo>
                  <a:pt x="870370" y="87811"/>
                  <a:pt x="867705" y="89818"/>
                  <a:pt x="864719" y="91455"/>
                </a:cubicBezTo>
                <a:cubicBezTo>
                  <a:pt x="861733" y="93093"/>
                  <a:pt x="858506" y="94345"/>
                  <a:pt x="855038" y="95212"/>
                </a:cubicBezTo>
                <a:cubicBezTo>
                  <a:pt x="851570" y="96079"/>
                  <a:pt x="848070" y="96512"/>
                  <a:pt x="844538" y="96512"/>
                </a:cubicBezTo>
                <a:cubicBezTo>
                  <a:pt x="838373" y="96512"/>
                  <a:pt x="832802" y="95405"/>
                  <a:pt x="827825" y="93192"/>
                </a:cubicBezTo>
                <a:cubicBezTo>
                  <a:pt x="822848" y="90979"/>
                  <a:pt x="818626" y="87884"/>
                  <a:pt x="815158" y="83909"/>
                </a:cubicBezTo>
                <a:cubicBezTo>
                  <a:pt x="811690" y="79932"/>
                  <a:pt x="809009" y="75137"/>
                  <a:pt x="807115" y="69525"/>
                </a:cubicBezTo>
                <a:cubicBezTo>
                  <a:pt x="805220" y="63910"/>
                  <a:pt x="804273" y="57671"/>
                  <a:pt x="804273" y="50809"/>
                </a:cubicBezTo>
                <a:cubicBezTo>
                  <a:pt x="804273" y="43817"/>
                  <a:pt x="805285" y="37499"/>
                  <a:pt x="807308" y="31855"/>
                </a:cubicBezTo>
                <a:cubicBezTo>
                  <a:pt x="809330" y="26210"/>
                  <a:pt x="812268" y="21415"/>
                  <a:pt x="816122" y="17470"/>
                </a:cubicBezTo>
                <a:cubicBezTo>
                  <a:pt x="819975" y="13525"/>
                  <a:pt x="824711" y="10494"/>
                  <a:pt x="830330" y="8377"/>
                </a:cubicBezTo>
                <a:cubicBezTo>
                  <a:pt x="835949" y="6260"/>
                  <a:pt x="842323" y="5201"/>
                  <a:pt x="849451" y="5201"/>
                </a:cubicBezTo>
                <a:cubicBezTo>
                  <a:pt x="864542" y="5201"/>
                  <a:pt x="875973" y="10788"/>
                  <a:pt x="883743" y="21961"/>
                </a:cubicBezTo>
                <a:cubicBezTo>
                  <a:pt x="891514" y="33134"/>
                  <a:pt x="895399" y="49926"/>
                  <a:pt x="895399" y="72336"/>
                </a:cubicBezTo>
                <a:moveTo>
                  <a:pt x="876519" y="55522"/>
                </a:moveTo>
                <a:cubicBezTo>
                  <a:pt x="876519" y="50522"/>
                  <a:pt x="875925" y="45809"/>
                  <a:pt x="874737" y="41384"/>
                </a:cubicBezTo>
                <a:cubicBezTo>
                  <a:pt x="873549" y="36960"/>
                  <a:pt x="871783" y="33113"/>
                  <a:pt x="869439" y="29844"/>
                </a:cubicBezTo>
                <a:cubicBezTo>
                  <a:pt x="867095" y="26573"/>
                  <a:pt x="864205" y="23993"/>
                  <a:pt x="860769" y="22102"/>
                </a:cubicBezTo>
                <a:cubicBezTo>
                  <a:pt x="857334" y="20210"/>
                  <a:pt x="853368" y="19264"/>
                  <a:pt x="848873" y="19264"/>
                </a:cubicBezTo>
                <a:cubicBezTo>
                  <a:pt x="844699" y="19264"/>
                  <a:pt x="840942" y="20001"/>
                  <a:pt x="837603" y="21476"/>
                </a:cubicBezTo>
                <a:cubicBezTo>
                  <a:pt x="834263" y="22951"/>
                  <a:pt x="831438" y="25051"/>
                  <a:pt x="829126" y="27776"/>
                </a:cubicBezTo>
                <a:cubicBezTo>
                  <a:pt x="826814" y="30501"/>
                  <a:pt x="825032" y="33819"/>
                  <a:pt x="823780" y="37730"/>
                </a:cubicBezTo>
                <a:cubicBezTo>
                  <a:pt x="822527" y="41641"/>
                  <a:pt x="821901" y="46001"/>
                  <a:pt x="821901" y="50809"/>
                </a:cubicBezTo>
                <a:cubicBezTo>
                  <a:pt x="821901" y="55362"/>
                  <a:pt x="822463" y="59594"/>
                  <a:pt x="823587" y="63505"/>
                </a:cubicBezTo>
                <a:cubicBezTo>
                  <a:pt x="824711" y="67416"/>
                  <a:pt x="826396" y="70798"/>
                  <a:pt x="828644" y="73651"/>
                </a:cubicBezTo>
                <a:cubicBezTo>
                  <a:pt x="830892" y="76503"/>
                  <a:pt x="833685" y="78746"/>
                  <a:pt x="837025" y="80382"/>
                </a:cubicBezTo>
                <a:cubicBezTo>
                  <a:pt x="840364" y="82017"/>
                  <a:pt x="844249" y="82835"/>
                  <a:pt x="848680" y="82835"/>
                </a:cubicBezTo>
                <a:cubicBezTo>
                  <a:pt x="851891" y="82835"/>
                  <a:pt x="855150" y="82290"/>
                  <a:pt x="858457" y="81200"/>
                </a:cubicBezTo>
                <a:cubicBezTo>
                  <a:pt x="861765" y="80111"/>
                  <a:pt x="864751" y="78444"/>
                  <a:pt x="867416" y="76201"/>
                </a:cubicBezTo>
                <a:cubicBezTo>
                  <a:pt x="870081" y="73955"/>
                  <a:pt x="872264" y="71118"/>
                  <a:pt x="873966" y="67689"/>
                </a:cubicBezTo>
                <a:cubicBezTo>
                  <a:pt x="875668" y="64257"/>
                  <a:pt x="876519" y="60202"/>
                  <a:pt x="876519" y="55522"/>
                </a:cubicBezTo>
                <a:close/>
                <a:moveTo>
                  <a:pt x="1005856" y="105057"/>
                </a:moveTo>
                <a:cubicBezTo>
                  <a:pt x="1005856" y="110841"/>
                  <a:pt x="1004941" y="116158"/>
                  <a:pt x="1003111" y="121010"/>
                </a:cubicBezTo>
                <a:cubicBezTo>
                  <a:pt x="1001281" y="125860"/>
                  <a:pt x="998487" y="130053"/>
                  <a:pt x="994731" y="133589"/>
                </a:cubicBezTo>
                <a:cubicBezTo>
                  <a:pt x="990974" y="137123"/>
                  <a:pt x="986174" y="139886"/>
                  <a:pt x="980330" y="141879"/>
                </a:cubicBezTo>
                <a:cubicBezTo>
                  <a:pt x="974486" y="143869"/>
                  <a:pt x="967582" y="144864"/>
                  <a:pt x="959619" y="144864"/>
                </a:cubicBezTo>
                <a:cubicBezTo>
                  <a:pt x="951656" y="144864"/>
                  <a:pt x="944769" y="143869"/>
                  <a:pt x="938957" y="141879"/>
                </a:cubicBezTo>
                <a:cubicBezTo>
                  <a:pt x="933145" y="139886"/>
                  <a:pt x="928329" y="137139"/>
                  <a:pt x="924508" y="133637"/>
                </a:cubicBezTo>
                <a:cubicBezTo>
                  <a:pt x="920687" y="130136"/>
                  <a:pt x="917861" y="125960"/>
                  <a:pt x="916031" y="121110"/>
                </a:cubicBezTo>
                <a:cubicBezTo>
                  <a:pt x="914201" y="116258"/>
                  <a:pt x="913286" y="110972"/>
                  <a:pt x="913286" y="105253"/>
                </a:cubicBezTo>
                <a:cubicBezTo>
                  <a:pt x="913286" y="100305"/>
                  <a:pt x="914040" y="95903"/>
                  <a:pt x="915550" y="92048"/>
                </a:cubicBezTo>
                <a:cubicBezTo>
                  <a:pt x="917059" y="88194"/>
                  <a:pt x="919082" y="84868"/>
                  <a:pt x="921618" y="82073"/>
                </a:cubicBezTo>
                <a:cubicBezTo>
                  <a:pt x="924155" y="79278"/>
                  <a:pt x="927045" y="77029"/>
                  <a:pt x="930288" y="75328"/>
                </a:cubicBezTo>
                <a:cubicBezTo>
                  <a:pt x="933531" y="73624"/>
                  <a:pt x="936886" y="72483"/>
                  <a:pt x="940354" y="71905"/>
                </a:cubicBezTo>
                <a:lnTo>
                  <a:pt x="940354" y="71520"/>
                </a:lnTo>
                <a:cubicBezTo>
                  <a:pt x="936565" y="70621"/>
                  <a:pt x="933177" y="69177"/>
                  <a:pt x="930191" y="67189"/>
                </a:cubicBezTo>
                <a:cubicBezTo>
                  <a:pt x="927205" y="65200"/>
                  <a:pt x="924701" y="62810"/>
                  <a:pt x="922678" y="60019"/>
                </a:cubicBezTo>
                <a:cubicBezTo>
                  <a:pt x="920655" y="57228"/>
                  <a:pt x="919114" y="54132"/>
                  <a:pt x="918054" y="50730"/>
                </a:cubicBezTo>
                <a:cubicBezTo>
                  <a:pt x="916994" y="47329"/>
                  <a:pt x="916465" y="43735"/>
                  <a:pt x="916465" y="39949"/>
                </a:cubicBezTo>
                <a:cubicBezTo>
                  <a:pt x="916465" y="35201"/>
                  <a:pt x="917380" y="30726"/>
                  <a:pt x="919210" y="26524"/>
                </a:cubicBezTo>
                <a:cubicBezTo>
                  <a:pt x="921040" y="22320"/>
                  <a:pt x="923753" y="18630"/>
                  <a:pt x="927350" y="15453"/>
                </a:cubicBezTo>
                <a:cubicBezTo>
                  <a:pt x="930946" y="12277"/>
                  <a:pt x="935409" y="9774"/>
                  <a:pt x="940739" y="7946"/>
                </a:cubicBezTo>
                <a:cubicBezTo>
                  <a:pt x="946069" y="6116"/>
                  <a:pt x="952234" y="5201"/>
                  <a:pt x="959234" y="5201"/>
                </a:cubicBezTo>
                <a:cubicBezTo>
                  <a:pt x="966619" y="5201"/>
                  <a:pt x="973025" y="6132"/>
                  <a:pt x="978451" y="7995"/>
                </a:cubicBezTo>
                <a:cubicBezTo>
                  <a:pt x="983878" y="9855"/>
                  <a:pt x="988373" y="12373"/>
                  <a:pt x="991937" y="15550"/>
                </a:cubicBezTo>
                <a:cubicBezTo>
                  <a:pt x="995501" y="18724"/>
                  <a:pt x="998150" y="22429"/>
                  <a:pt x="999884" y="26665"/>
                </a:cubicBezTo>
                <a:cubicBezTo>
                  <a:pt x="1001618" y="30899"/>
                  <a:pt x="1002485" y="35391"/>
                  <a:pt x="1002485" y="40141"/>
                </a:cubicBezTo>
                <a:cubicBezTo>
                  <a:pt x="1002485" y="43861"/>
                  <a:pt x="1001955" y="47422"/>
                  <a:pt x="1000896" y="50824"/>
                </a:cubicBezTo>
                <a:cubicBezTo>
                  <a:pt x="999836" y="54225"/>
                  <a:pt x="998295" y="57321"/>
                  <a:pt x="996272" y="60112"/>
                </a:cubicBezTo>
                <a:cubicBezTo>
                  <a:pt x="994249" y="62904"/>
                  <a:pt x="991744" y="65278"/>
                  <a:pt x="988758" y="67234"/>
                </a:cubicBezTo>
                <a:cubicBezTo>
                  <a:pt x="985772" y="69190"/>
                  <a:pt x="982320" y="70554"/>
                  <a:pt x="978403" y="71325"/>
                </a:cubicBezTo>
                <a:lnTo>
                  <a:pt x="978403" y="71710"/>
                </a:lnTo>
                <a:cubicBezTo>
                  <a:pt x="982320" y="72352"/>
                  <a:pt x="985949" y="73525"/>
                  <a:pt x="989288" y="75229"/>
                </a:cubicBezTo>
                <a:cubicBezTo>
                  <a:pt x="992627" y="76930"/>
                  <a:pt x="995517" y="79179"/>
                  <a:pt x="997958" y="81974"/>
                </a:cubicBezTo>
                <a:cubicBezTo>
                  <a:pt x="1000398" y="84769"/>
                  <a:pt x="1002324" y="88095"/>
                  <a:pt x="1003737" y="91952"/>
                </a:cubicBezTo>
                <a:cubicBezTo>
                  <a:pt x="1005150" y="95807"/>
                  <a:pt x="1005856" y="100175"/>
                  <a:pt x="1005856" y="105057"/>
                </a:cubicBezTo>
                <a:moveTo>
                  <a:pt x="984472" y="41080"/>
                </a:moveTo>
                <a:cubicBezTo>
                  <a:pt x="984472" y="37685"/>
                  <a:pt x="984038" y="34578"/>
                  <a:pt x="983171" y="31758"/>
                </a:cubicBezTo>
                <a:cubicBezTo>
                  <a:pt x="982304" y="28939"/>
                  <a:pt x="980875" y="26520"/>
                  <a:pt x="978885" y="24501"/>
                </a:cubicBezTo>
                <a:cubicBezTo>
                  <a:pt x="976894" y="22483"/>
                  <a:pt x="974293" y="20912"/>
                  <a:pt x="971082" y="19791"/>
                </a:cubicBezTo>
                <a:cubicBezTo>
                  <a:pt x="967871" y="18669"/>
                  <a:pt x="963922" y="18108"/>
                  <a:pt x="959234" y="18108"/>
                </a:cubicBezTo>
                <a:cubicBezTo>
                  <a:pt x="954674" y="18108"/>
                  <a:pt x="950821" y="18669"/>
                  <a:pt x="947675" y="19791"/>
                </a:cubicBezTo>
                <a:cubicBezTo>
                  <a:pt x="944528" y="20912"/>
                  <a:pt x="941943" y="22483"/>
                  <a:pt x="939920" y="24501"/>
                </a:cubicBezTo>
                <a:cubicBezTo>
                  <a:pt x="937897" y="26520"/>
                  <a:pt x="936436" y="28939"/>
                  <a:pt x="935537" y="31758"/>
                </a:cubicBezTo>
                <a:cubicBezTo>
                  <a:pt x="934638" y="34578"/>
                  <a:pt x="934189" y="37685"/>
                  <a:pt x="934189" y="41080"/>
                </a:cubicBezTo>
                <a:cubicBezTo>
                  <a:pt x="934189" y="43773"/>
                  <a:pt x="934542" y="46529"/>
                  <a:pt x="935248" y="49349"/>
                </a:cubicBezTo>
                <a:cubicBezTo>
                  <a:pt x="935955" y="52168"/>
                  <a:pt x="937239" y="54732"/>
                  <a:pt x="939102" y="57039"/>
                </a:cubicBezTo>
                <a:cubicBezTo>
                  <a:pt x="940964" y="59345"/>
                  <a:pt x="943533" y="61235"/>
                  <a:pt x="946808" y="62710"/>
                </a:cubicBezTo>
                <a:cubicBezTo>
                  <a:pt x="950083" y="64183"/>
                  <a:pt x="954289" y="64919"/>
                  <a:pt x="959427" y="64919"/>
                </a:cubicBezTo>
                <a:cubicBezTo>
                  <a:pt x="964885" y="64919"/>
                  <a:pt x="969268" y="64183"/>
                  <a:pt x="972575" y="62710"/>
                </a:cubicBezTo>
                <a:cubicBezTo>
                  <a:pt x="975883" y="61235"/>
                  <a:pt x="978419" y="59345"/>
                  <a:pt x="980185" y="57039"/>
                </a:cubicBezTo>
                <a:cubicBezTo>
                  <a:pt x="981951" y="54732"/>
                  <a:pt x="983107" y="52168"/>
                  <a:pt x="983653" y="49349"/>
                </a:cubicBezTo>
                <a:cubicBezTo>
                  <a:pt x="984199" y="46529"/>
                  <a:pt x="984472" y="43773"/>
                  <a:pt x="984472" y="41080"/>
                </a:cubicBezTo>
                <a:moveTo>
                  <a:pt x="987843" y="103402"/>
                </a:moveTo>
                <a:cubicBezTo>
                  <a:pt x="987843" y="100133"/>
                  <a:pt x="987394" y="96977"/>
                  <a:pt x="986495" y="93933"/>
                </a:cubicBezTo>
                <a:cubicBezTo>
                  <a:pt x="985596" y="90886"/>
                  <a:pt x="984054" y="88194"/>
                  <a:pt x="981871" y="85854"/>
                </a:cubicBezTo>
                <a:cubicBezTo>
                  <a:pt x="979687" y="83514"/>
                  <a:pt x="976749" y="81624"/>
                  <a:pt x="973057" y="80183"/>
                </a:cubicBezTo>
                <a:cubicBezTo>
                  <a:pt x="969364" y="78740"/>
                  <a:pt x="964757" y="78019"/>
                  <a:pt x="959234" y="78019"/>
                </a:cubicBezTo>
                <a:cubicBezTo>
                  <a:pt x="954161" y="78019"/>
                  <a:pt x="949842" y="78740"/>
                  <a:pt x="946278" y="80183"/>
                </a:cubicBezTo>
                <a:cubicBezTo>
                  <a:pt x="942714" y="81624"/>
                  <a:pt x="939824" y="83530"/>
                  <a:pt x="937608" y="85902"/>
                </a:cubicBezTo>
                <a:cubicBezTo>
                  <a:pt x="935393" y="88274"/>
                  <a:pt x="933771" y="91015"/>
                  <a:pt x="932744" y="94125"/>
                </a:cubicBezTo>
                <a:cubicBezTo>
                  <a:pt x="931716" y="97234"/>
                  <a:pt x="931203" y="100454"/>
                  <a:pt x="931203" y="103787"/>
                </a:cubicBezTo>
                <a:cubicBezTo>
                  <a:pt x="931203" y="107953"/>
                  <a:pt x="931716" y="111751"/>
                  <a:pt x="932744" y="115180"/>
                </a:cubicBezTo>
                <a:cubicBezTo>
                  <a:pt x="933771" y="118609"/>
                  <a:pt x="935409" y="121558"/>
                  <a:pt x="937657" y="124026"/>
                </a:cubicBezTo>
                <a:cubicBezTo>
                  <a:pt x="939904" y="126493"/>
                  <a:pt x="942858" y="128399"/>
                  <a:pt x="946519" y="129745"/>
                </a:cubicBezTo>
                <a:cubicBezTo>
                  <a:pt x="950179" y="131092"/>
                  <a:pt x="954610" y="131765"/>
                  <a:pt x="959812" y="131765"/>
                </a:cubicBezTo>
                <a:cubicBezTo>
                  <a:pt x="965078" y="131765"/>
                  <a:pt x="969509" y="131092"/>
                  <a:pt x="973105" y="129745"/>
                </a:cubicBezTo>
                <a:cubicBezTo>
                  <a:pt x="976701" y="128399"/>
                  <a:pt x="979591" y="126493"/>
                  <a:pt x="981775" y="124026"/>
                </a:cubicBezTo>
                <a:cubicBezTo>
                  <a:pt x="983958" y="121558"/>
                  <a:pt x="985515" y="118577"/>
                  <a:pt x="986446" y="115084"/>
                </a:cubicBezTo>
                <a:cubicBezTo>
                  <a:pt x="987378" y="111590"/>
                  <a:pt x="987843" y="107696"/>
                  <a:pt x="987843" y="1034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30E1C1-9828-46D1-9B23-96404789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440" y="1359282"/>
            <a:ext cx="65759" cy="723075"/>
          </a:xfrm>
          <a:custGeom xmlns:a="http://schemas.openxmlformats.org/drawingml/2006/main">
            <a:pathLst>
              <a:path w="65759" h="723075">
                <a:moveTo>
                  <a:pt x="0" y="0"/>
                </a:moveTo>
                <a:lnTo>
                  <a:pt x="65759" y="0"/>
                </a:lnTo>
                <a:lnTo>
                  <a:pt x="65759" y="723075"/>
                </a:lnTo>
                <a:lnTo>
                  <a:pt x="0" y="7230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B4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Dup.Check233">
            <a:extLst xmlns:a="http://schemas.openxmlformats.org/drawingml/2006/main">
              <a:ext uri="{FF2B5EF4-FFF2-40B4-BE49-F238E27FC236}">
                <a16:creationId xmlns:a16="http://schemas.microsoft.com/office/drawing/2014/main" id="{E818C2CD-A5D7-4B27-8003-ABAC6B95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5591" y="1645360"/>
            <a:ext cx="1389664" cy="183970"/>
          </a:xfrm>
          <a:custGeom xmlns:a="http://schemas.openxmlformats.org/drawingml/2006/main">
            <a:pathLst>
              <a:path w="1389664" h="183970">
                <a:moveTo>
                  <a:pt x="116845" y="73636"/>
                </a:moveTo>
                <a:cubicBezTo>
                  <a:pt x="116845" y="84946"/>
                  <a:pt x="115143" y="94922"/>
                  <a:pt x="111740" y="103565"/>
                </a:cubicBezTo>
                <a:cubicBezTo>
                  <a:pt x="108336" y="112207"/>
                  <a:pt x="103680" y="119436"/>
                  <a:pt x="97772" y="125251"/>
                </a:cubicBezTo>
                <a:cubicBezTo>
                  <a:pt x="91864" y="131067"/>
                  <a:pt x="84880" y="135468"/>
                  <a:pt x="76821" y="138456"/>
                </a:cubicBezTo>
                <a:cubicBezTo>
                  <a:pt x="68762" y="141444"/>
                  <a:pt x="60076" y="142938"/>
                  <a:pt x="50765" y="142938"/>
                </a:cubicBezTo>
                <a:lnTo>
                  <a:pt x="0" y="142938"/>
                </a:lnTo>
                <a:lnTo>
                  <a:pt x="0" y="7128"/>
                </a:lnTo>
                <a:lnTo>
                  <a:pt x="44889" y="7128"/>
                </a:lnTo>
                <a:cubicBezTo>
                  <a:pt x="55356" y="7128"/>
                  <a:pt x="65005" y="8429"/>
                  <a:pt x="73835" y="11032"/>
                </a:cubicBezTo>
                <a:cubicBezTo>
                  <a:pt x="82665" y="13634"/>
                  <a:pt x="90259" y="17651"/>
                  <a:pt x="96616" y="23081"/>
                </a:cubicBezTo>
                <a:cubicBezTo>
                  <a:pt x="102974" y="28511"/>
                  <a:pt x="107935" y="35402"/>
                  <a:pt x="111499" y="43756"/>
                </a:cubicBezTo>
                <a:cubicBezTo>
                  <a:pt x="115063" y="52110"/>
                  <a:pt x="116845" y="62070"/>
                  <a:pt x="116845" y="73636"/>
                </a:cubicBezTo>
                <a:moveTo>
                  <a:pt x="98350" y="73636"/>
                </a:moveTo>
                <a:cubicBezTo>
                  <a:pt x="98350" y="64464"/>
                  <a:pt x="97034" y="56622"/>
                  <a:pt x="94401" y="50110"/>
                </a:cubicBezTo>
                <a:cubicBezTo>
                  <a:pt x="91768" y="43597"/>
                  <a:pt x="88075" y="38255"/>
                  <a:pt x="83323" y="34085"/>
                </a:cubicBezTo>
                <a:cubicBezTo>
                  <a:pt x="78571" y="29915"/>
                  <a:pt x="72888" y="26852"/>
                  <a:pt x="66273" y="24896"/>
                </a:cubicBezTo>
                <a:cubicBezTo>
                  <a:pt x="59659" y="22939"/>
                  <a:pt x="52402" y="21961"/>
                  <a:pt x="44503" y="21961"/>
                </a:cubicBezTo>
                <a:lnTo>
                  <a:pt x="18399" y="21961"/>
                </a:lnTo>
                <a:lnTo>
                  <a:pt x="18399" y="128105"/>
                </a:lnTo>
                <a:lnTo>
                  <a:pt x="48645" y="128105"/>
                </a:lnTo>
                <a:cubicBezTo>
                  <a:pt x="55774" y="128105"/>
                  <a:pt x="62372" y="126950"/>
                  <a:pt x="68441" y="124640"/>
                </a:cubicBezTo>
                <a:cubicBezTo>
                  <a:pt x="74509" y="122331"/>
                  <a:pt x="79759" y="118898"/>
                  <a:pt x="84190" y="114343"/>
                </a:cubicBezTo>
                <a:cubicBezTo>
                  <a:pt x="88621" y="109788"/>
                  <a:pt x="92089" y="104110"/>
                  <a:pt x="94593" y="97310"/>
                </a:cubicBezTo>
                <a:cubicBezTo>
                  <a:pt x="97098" y="90509"/>
                  <a:pt x="98350" y="82618"/>
                  <a:pt x="98350" y="73636"/>
                </a:cubicBezTo>
                <a:close/>
                <a:moveTo>
                  <a:pt x="156499" y="38720"/>
                </a:moveTo>
                <a:lnTo>
                  <a:pt x="156499" y="104726"/>
                </a:lnTo>
                <a:cubicBezTo>
                  <a:pt x="156499" y="109795"/>
                  <a:pt x="156868" y="114029"/>
                  <a:pt x="157607" y="117428"/>
                </a:cubicBezTo>
                <a:cubicBezTo>
                  <a:pt x="158345" y="120828"/>
                  <a:pt x="159549" y="123570"/>
                  <a:pt x="161219" y="125655"/>
                </a:cubicBezTo>
                <a:cubicBezTo>
                  <a:pt x="162888" y="127740"/>
                  <a:pt x="165088" y="129216"/>
                  <a:pt x="167817" y="130082"/>
                </a:cubicBezTo>
                <a:cubicBezTo>
                  <a:pt x="170546" y="130947"/>
                  <a:pt x="173934" y="131380"/>
                  <a:pt x="177980" y="131380"/>
                </a:cubicBezTo>
                <a:cubicBezTo>
                  <a:pt x="182090" y="131380"/>
                  <a:pt x="185798" y="130658"/>
                  <a:pt x="189106" y="129216"/>
                </a:cubicBezTo>
                <a:cubicBezTo>
                  <a:pt x="192413" y="127771"/>
                  <a:pt x="195238" y="125686"/>
                  <a:pt x="197582" y="122961"/>
                </a:cubicBezTo>
                <a:cubicBezTo>
                  <a:pt x="199926" y="120234"/>
                  <a:pt x="201740" y="116866"/>
                  <a:pt x="203025" y="112856"/>
                </a:cubicBezTo>
                <a:cubicBezTo>
                  <a:pt x="204309" y="108847"/>
                  <a:pt x="204951" y="104245"/>
                  <a:pt x="204951" y="99050"/>
                </a:cubicBezTo>
                <a:lnTo>
                  <a:pt x="204951" y="38720"/>
                </a:lnTo>
                <a:lnTo>
                  <a:pt x="222290" y="38720"/>
                </a:lnTo>
                <a:lnTo>
                  <a:pt x="222290" y="120688"/>
                </a:lnTo>
                <a:cubicBezTo>
                  <a:pt x="222290" y="122872"/>
                  <a:pt x="222306" y="125167"/>
                  <a:pt x="222338" y="127575"/>
                </a:cubicBezTo>
                <a:cubicBezTo>
                  <a:pt x="222371" y="129983"/>
                  <a:pt x="222419" y="132263"/>
                  <a:pt x="222483" y="134414"/>
                </a:cubicBezTo>
                <a:cubicBezTo>
                  <a:pt x="222547" y="136565"/>
                  <a:pt x="222611" y="138411"/>
                  <a:pt x="222676" y="139952"/>
                </a:cubicBezTo>
                <a:cubicBezTo>
                  <a:pt x="222740" y="141493"/>
                  <a:pt x="222804" y="142489"/>
                  <a:pt x="222868" y="142938"/>
                </a:cubicBezTo>
                <a:lnTo>
                  <a:pt x="206493" y="142938"/>
                </a:lnTo>
                <a:cubicBezTo>
                  <a:pt x="206428" y="142615"/>
                  <a:pt x="206364" y="141744"/>
                  <a:pt x="206300" y="140325"/>
                </a:cubicBezTo>
                <a:cubicBezTo>
                  <a:pt x="206236" y="138905"/>
                  <a:pt x="206155" y="137274"/>
                  <a:pt x="206059" y="135434"/>
                </a:cubicBezTo>
                <a:cubicBezTo>
                  <a:pt x="205963" y="133594"/>
                  <a:pt x="205883" y="131722"/>
                  <a:pt x="205818" y="129818"/>
                </a:cubicBezTo>
                <a:cubicBezTo>
                  <a:pt x="205754" y="127911"/>
                  <a:pt x="205722" y="126313"/>
                  <a:pt x="205722" y="125023"/>
                </a:cubicBezTo>
                <a:lnTo>
                  <a:pt x="205433" y="125023"/>
                </a:lnTo>
                <a:cubicBezTo>
                  <a:pt x="203763" y="128055"/>
                  <a:pt x="201933" y="130797"/>
                  <a:pt x="199942" y="133249"/>
                </a:cubicBezTo>
                <a:cubicBezTo>
                  <a:pt x="197952" y="135701"/>
                  <a:pt x="195640" y="137782"/>
                  <a:pt x="193007" y="139492"/>
                </a:cubicBezTo>
                <a:cubicBezTo>
                  <a:pt x="190374" y="141201"/>
                  <a:pt x="187356" y="142524"/>
                  <a:pt x="183952" y="143459"/>
                </a:cubicBezTo>
                <a:cubicBezTo>
                  <a:pt x="180548" y="144396"/>
                  <a:pt x="176599" y="144864"/>
                  <a:pt x="172104" y="144864"/>
                </a:cubicBezTo>
                <a:cubicBezTo>
                  <a:pt x="166324" y="144864"/>
                  <a:pt x="161347" y="144158"/>
                  <a:pt x="157173" y="142745"/>
                </a:cubicBezTo>
                <a:cubicBezTo>
                  <a:pt x="152999" y="141333"/>
                  <a:pt x="149563" y="139150"/>
                  <a:pt x="146866" y="136196"/>
                </a:cubicBezTo>
                <a:cubicBezTo>
                  <a:pt x="144169" y="133242"/>
                  <a:pt x="142194" y="129453"/>
                  <a:pt x="140942" y="124830"/>
                </a:cubicBezTo>
                <a:cubicBezTo>
                  <a:pt x="139690" y="120207"/>
                  <a:pt x="139063" y="114652"/>
                  <a:pt x="139063" y="108167"/>
                </a:cubicBezTo>
                <a:lnTo>
                  <a:pt x="139063" y="38720"/>
                </a:lnTo>
                <a:lnTo>
                  <a:pt x="156499" y="38720"/>
                </a:lnTo>
                <a:close/>
                <a:moveTo>
                  <a:pt x="337372" y="90300"/>
                </a:moveTo>
                <a:cubicBezTo>
                  <a:pt x="337372" y="98204"/>
                  <a:pt x="336729" y="105498"/>
                  <a:pt x="335445" y="112182"/>
                </a:cubicBezTo>
                <a:cubicBezTo>
                  <a:pt x="334161" y="118866"/>
                  <a:pt x="332025" y="124619"/>
                  <a:pt x="329039" y="129441"/>
                </a:cubicBezTo>
                <a:cubicBezTo>
                  <a:pt x="326053" y="134261"/>
                  <a:pt x="322104" y="138037"/>
                  <a:pt x="317191" y="140768"/>
                </a:cubicBezTo>
                <a:cubicBezTo>
                  <a:pt x="312278" y="143499"/>
                  <a:pt x="306226" y="144864"/>
                  <a:pt x="299033" y="144864"/>
                </a:cubicBezTo>
                <a:cubicBezTo>
                  <a:pt x="291584" y="144864"/>
                  <a:pt x="285066" y="143445"/>
                  <a:pt x="279479" y="140605"/>
                </a:cubicBezTo>
                <a:cubicBezTo>
                  <a:pt x="273892" y="137764"/>
                  <a:pt x="269621" y="133116"/>
                  <a:pt x="266667" y="126660"/>
                </a:cubicBezTo>
                <a:lnTo>
                  <a:pt x="266186" y="126660"/>
                </a:lnTo>
                <a:cubicBezTo>
                  <a:pt x="266250" y="126789"/>
                  <a:pt x="266298" y="127368"/>
                  <a:pt x="266330" y="128400"/>
                </a:cubicBezTo>
                <a:cubicBezTo>
                  <a:pt x="266362" y="129431"/>
                  <a:pt x="266394" y="130721"/>
                  <a:pt x="266426" y="132268"/>
                </a:cubicBezTo>
                <a:cubicBezTo>
                  <a:pt x="266459" y="133813"/>
                  <a:pt x="266491" y="135536"/>
                  <a:pt x="266523" y="137436"/>
                </a:cubicBezTo>
                <a:cubicBezTo>
                  <a:pt x="266555" y="139336"/>
                  <a:pt x="266571" y="141220"/>
                  <a:pt x="266571" y="143089"/>
                </a:cubicBezTo>
                <a:lnTo>
                  <a:pt x="266571" y="183970"/>
                </a:lnTo>
                <a:lnTo>
                  <a:pt x="249232" y="183970"/>
                </a:lnTo>
                <a:lnTo>
                  <a:pt x="249232" y="60022"/>
                </a:lnTo>
                <a:cubicBezTo>
                  <a:pt x="249232" y="57516"/>
                  <a:pt x="249216" y="55106"/>
                  <a:pt x="249184" y="52792"/>
                </a:cubicBezTo>
                <a:cubicBezTo>
                  <a:pt x="249152" y="50478"/>
                  <a:pt x="249104" y="48374"/>
                  <a:pt x="249039" y="46480"/>
                </a:cubicBezTo>
                <a:cubicBezTo>
                  <a:pt x="248975" y="44584"/>
                  <a:pt x="248911" y="42961"/>
                  <a:pt x="248847" y="41613"/>
                </a:cubicBezTo>
                <a:cubicBezTo>
                  <a:pt x="248782" y="40263"/>
                  <a:pt x="248718" y="39298"/>
                  <a:pt x="248654" y="38720"/>
                </a:cubicBezTo>
                <a:lnTo>
                  <a:pt x="265415" y="38720"/>
                </a:lnTo>
                <a:cubicBezTo>
                  <a:pt x="265479" y="38913"/>
                  <a:pt x="265559" y="39587"/>
                  <a:pt x="265656" y="40743"/>
                </a:cubicBezTo>
                <a:cubicBezTo>
                  <a:pt x="265752" y="41899"/>
                  <a:pt x="265848" y="43296"/>
                  <a:pt x="265945" y="44933"/>
                </a:cubicBezTo>
                <a:cubicBezTo>
                  <a:pt x="266041" y="46570"/>
                  <a:pt x="266137" y="48320"/>
                  <a:pt x="266234" y="50182"/>
                </a:cubicBezTo>
                <a:cubicBezTo>
                  <a:pt x="266330" y="52045"/>
                  <a:pt x="266378" y="53810"/>
                  <a:pt x="266378" y="55480"/>
                </a:cubicBezTo>
                <a:lnTo>
                  <a:pt x="266764" y="55480"/>
                </a:lnTo>
                <a:cubicBezTo>
                  <a:pt x="268369" y="52123"/>
                  <a:pt x="270199" y="49266"/>
                  <a:pt x="272254" y="46911"/>
                </a:cubicBezTo>
                <a:cubicBezTo>
                  <a:pt x="274309" y="44555"/>
                  <a:pt x="276653" y="42618"/>
                  <a:pt x="279286" y="41101"/>
                </a:cubicBezTo>
                <a:cubicBezTo>
                  <a:pt x="281919" y="39584"/>
                  <a:pt x="284857" y="38488"/>
                  <a:pt x="288100" y="37811"/>
                </a:cubicBezTo>
                <a:cubicBezTo>
                  <a:pt x="291343" y="37133"/>
                  <a:pt x="294987" y="36794"/>
                  <a:pt x="299033" y="36794"/>
                </a:cubicBezTo>
                <a:cubicBezTo>
                  <a:pt x="306226" y="36794"/>
                  <a:pt x="312278" y="38079"/>
                  <a:pt x="317191" y="40650"/>
                </a:cubicBezTo>
                <a:cubicBezTo>
                  <a:pt x="322104" y="43220"/>
                  <a:pt x="326053" y="46835"/>
                  <a:pt x="329039" y="51495"/>
                </a:cubicBezTo>
                <a:cubicBezTo>
                  <a:pt x="332025" y="56154"/>
                  <a:pt x="334161" y="61778"/>
                  <a:pt x="335445" y="68366"/>
                </a:cubicBezTo>
                <a:cubicBezTo>
                  <a:pt x="336729" y="74954"/>
                  <a:pt x="337372" y="82265"/>
                  <a:pt x="337372" y="90300"/>
                </a:cubicBezTo>
                <a:moveTo>
                  <a:pt x="319166" y="90685"/>
                </a:moveTo>
                <a:cubicBezTo>
                  <a:pt x="319166" y="84272"/>
                  <a:pt x="318780" y="78564"/>
                  <a:pt x="318010" y="73561"/>
                </a:cubicBezTo>
                <a:cubicBezTo>
                  <a:pt x="317239" y="68558"/>
                  <a:pt x="315907" y="64325"/>
                  <a:pt x="314012" y="60862"/>
                </a:cubicBezTo>
                <a:cubicBezTo>
                  <a:pt x="312118" y="57398"/>
                  <a:pt x="309597" y="54769"/>
                  <a:pt x="306450" y="52973"/>
                </a:cubicBezTo>
                <a:cubicBezTo>
                  <a:pt x="303304" y="51177"/>
                  <a:pt x="299354" y="50279"/>
                  <a:pt x="294602" y="50279"/>
                </a:cubicBezTo>
                <a:cubicBezTo>
                  <a:pt x="290749" y="50279"/>
                  <a:pt x="287121" y="50825"/>
                  <a:pt x="283717" y="51916"/>
                </a:cubicBezTo>
                <a:cubicBezTo>
                  <a:pt x="280314" y="53006"/>
                  <a:pt x="277344" y="55090"/>
                  <a:pt x="274807" y="58168"/>
                </a:cubicBezTo>
                <a:cubicBezTo>
                  <a:pt x="272270" y="61246"/>
                  <a:pt x="270263" y="65495"/>
                  <a:pt x="268786" y="70915"/>
                </a:cubicBezTo>
                <a:cubicBezTo>
                  <a:pt x="267309" y="76335"/>
                  <a:pt x="266571" y="83375"/>
                  <a:pt x="266571" y="92033"/>
                </a:cubicBezTo>
                <a:cubicBezTo>
                  <a:pt x="266571" y="99408"/>
                  <a:pt x="267181" y="105644"/>
                  <a:pt x="268401" y="110743"/>
                </a:cubicBezTo>
                <a:cubicBezTo>
                  <a:pt x="269621" y="115842"/>
                  <a:pt x="271403" y="119964"/>
                  <a:pt x="273747" y="123108"/>
                </a:cubicBezTo>
                <a:cubicBezTo>
                  <a:pt x="276091" y="126251"/>
                  <a:pt x="278997" y="128511"/>
                  <a:pt x="282465" y="129890"/>
                </a:cubicBezTo>
                <a:cubicBezTo>
                  <a:pt x="285933" y="131268"/>
                  <a:pt x="289914" y="131958"/>
                  <a:pt x="294410" y="131958"/>
                </a:cubicBezTo>
                <a:cubicBezTo>
                  <a:pt x="299226" y="131958"/>
                  <a:pt x="303223" y="131028"/>
                  <a:pt x="306402" y="129167"/>
                </a:cubicBezTo>
                <a:cubicBezTo>
                  <a:pt x="309581" y="127307"/>
                  <a:pt x="312118" y="124613"/>
                  <a:pt x="314012" y="121086"/>
                </a:cubicBezTo>
                <a:cubicBezTo>
                  <a:pt x="315907" y="117558"/>
                  <a:pt x="317239" y="113245"/>
                  <a:pt x="318010" y="108146"/>
                </a:cubicBezTo>
                <a:cubicBezTo>
                  <a:pt x="318780" y="103047"/>
                  <a:pt x="319166" y="97226"/>
                  <a:pt x="319166" y="90685"/>
                </a:cubicBezTo>
                <a:close/>
                <a:moveTo>
                  <a:pt x="363639" y="142938"/>
                </a:moveTo>
                <a:lnTo>
                  <a:pt x="363639" y="121748"/>
                </a:lnTo>
                <a:lnTo>
                  <a:pt x="382423" y="121748"/>
                </a:lnTo>
                <a:lnTo>
                  <a:pt x="382423" y="142938"/>
                </a:lnTo>
                <a:lnTo>
                  <a:pt x="363639" y="142938"/>
                </a:lnTo>
                <a:close/>
                <a:moveTo>
                  <a:pt x="531603" y="20227"/>
                </a:moveTo>
                <a:cubicBezTo>
                  <a:pt x="523897" y="20227"/>
                  <a:pt x="517074" y="21510"/>
                  <a:pt x="511134" y="24077"/>
                </a:cubicBezTo>
                <a:cubicBezTo>
                  <a:pt x="505194" y="26643"/>
                  <a:pt x="500217" y="30301"/>
                  <a:pt x="496203" y="35048"/>
                </a:cubicBezTo>
                <a:cubicBezTo>
                  <a:pt x="492190" y="39796"/>
                  <a:pt x="489155" y="45506"/>
                  <a:pt x="487100" y="52178"/>
                </a:cubicBezTo>
                <a:cubicBezTo>
                  <a:pt x="485045" y="58850"/>
                  <a:pt x="484018" y="66260"/>
                  <a:pt x="484018" y="74407"/>
                </a:cubicBezTo>
                <a:cubicBezTo>
                  <a:pt x="484018" y="82556"/>
                  <a:pt x="485126" y="90015"/>
                  <a:pt x="487341" y="96783"/>
                </a:cubicBezTo>
                <a:cubicBezTo>
                  <a:pt x="489557" y="103551"/>
                  <a:pt x="492735" y="109374"/>
                  <a:pt x="496877" y="114250"/>
                </a:cubicBezTo>
                <a:cubicBezTo>
                  <a:pt x="501020" y="119124"/>
                  <a:pt x="506093" y="122909"/>
                  <a:pt x="512097" y="125604"/>
                </a:cubicBezTo>
                <a:cubicBezTo>
                  <a:pt x="518102" y="128299"/>
                  <a:pt x="524861" y="129646"/>
                  <a:pt x="532374" y="129646"/>
                </a:cubicBezTo>
                <a:cubicBezTo>
                  <a:pt x="537640" y="129646"/>
                  <a:pt x="542440" y="128959"/>
                  <a:pt x="546775" y="127584"/>
                </a:cubicBezTo>
                <a:cubicBezTo>
                  <a:pt x="551110" y="126208"/>
                  <a:pt x="555027" y="124271"/>
                  <a:pt x="558527" y="121775"/>
                </a:cubicBezTo>
                <a:cubicBezTo>
                  <a:pt x="562027" y="119279"/>
                  <a:pt x="565158" y="116319"/>
                  <a:pt x="567919" y="112895"/>
                </a:cubicBezTo>
                <a:cubicBezTo>
                  <a:pt x="570680" y="109472"/>
                  <a:pt x="573121" y="105681"/>
                  <a:pt x="575240" y="101521"/>
                </a:cubicBezTo>
                <a:lnTo>
                  <a:pt x="590267" y="109034"/>
                </a:lnTo>
                <a:cubicBezTo>
                  <a:pt x="587827" y="114106"/>
                  <a:pt x="584808" y="118826"/>
                  <a:pt x="581212" y="123193"/>
                </a:cubicBezTo>
                <a:cubicBezTo>
                  <a:pt x="577616" y="127559"/>
                  <a:pt x="573393" y="131348"/>
                  <a:pt x="568545" y="134558"/>
                </a:cubicBezTo>
                <a:cubicBezTo>
                  <a:pt x="563697" y="137769"/>
                  <a:pt x="558206" y="140289"/>
                  <a:pt x="552073" y="142119"/>
                </a:cubicBezTo>
                <a:cubicBezTo>
                  <a:pt x="545940" y="143949"/>
                  <a:pt x="539085" y="144864"/>
                  <a:pt x="531507" y="144864"/>
                </a:cubicBezTo>
                <a:cubicBezTo>
                  <a:pt x="520526" y="144864"/>
                  <a:pt x="510909" y="143115"/>
                  <a:pt x="502657" y="139615"/>
                </a:cubicBezTo>
                <a:cubicBezTo>
                  <a:pt x="494405" y="136115"/>
                  <a:pt x="487502" y="131235"/>
                  <a:pt x="481947" y="124975"/>
                </a:cubicBezTo>
                <a:cubicBezTo>
                  <a:pt x="476392" y="118714"/>
                  <a:pt x="472234" y="111281"/>
                  <a:pt x="469472" y="102677"/>
                </a:cubicBezTo>
                <a:cubicBezTo>
                  <a:pt x="466711" y="94072"/>
                  <a:pt x="465330" y="84665"/>
                  <a:pt x="465330" y="74455"/>
                </a:cubicBezTo>
                <a:cubicBezTo>
                  <a:pt x="465330" y="63860"/>
                  <a:pt x="466791" y="54292"/>
                  <a:pt x="469713" y="45752"/>
                </a:cubicBezTo>
                <a:cubicBezTo>
                  <a:pt x="472635" y="37211"/>
                  <a:pt x="476906" y="29939"/>
                  <a:pt x="482525" y="23935"/>
                </a:cubicBezTo>
                <a:cubicBezTo>
                  <a:pt x="488144" y="17931"/>
                  <a:pt x="495063" y="13308"/>
                  <a:pt x="503283" y="10065"/>
                </a:cubicBezTo>
                <a:cubicBezTo>
                  <a:pt x="511503" y="6823"/>
                  <a:pt x="520879" y="5201"/>
                  <a:pt x="531411" y="5201"/>
                </a:cubicBezTo>
                <a:cubicBezTo>
                  <a:pt x="545860" y="5201"/>
                  <a:pt x="557933" y="8020"/>
                  <a:pt x="567630" y="13656"/>
                </a:cubicBezTo>
                <a:cubicBezTo>
                  <a:pt x="577327" y="19293"/>
                  <a:pt x="584455" y="27653"/>
                  <a:pt x="589015" y="38735"/>
                </a:cubicBezTo>
                <a:lnTo>
                  <a:pt x="571579" y="44500"/>
                </a:lnTo>
                <a:cubicBezTo>
                  <a:pt x="570295" y="41301"/>
                  <a:pt x="568561" y="38247"/>
                  <a:pt x="566378" y="35337"/>
                </a:cubicBezTo>
                <a:cubicBezTo>
                  <a:pt x="564194" y="32428"/>
                  <a:pt x="561465" y="29854"/>
                  <a:pt x="558190" y="27617"/>
                </a:cubicBezTo>
                <a:cubicBezTo>
                  <a:pt x="554915" y="25377"/>
                  <a:pt x="551078" y="23586"/>
                  <a:pt x="546679" y="22244"/>
                </a:cubicBezTo>
                <a:cubicBezTo>
                  <a:pt x="542280" y="20899"/>
                  <a:pt x="537255" y="20227"/>
                  <a:pt x="531603" y="20227"/>
                </a:cubicBezTo>
                <a:close/>
                <a:moveTo>
                  <a:pt x="628283" y="56636"/>
                </a:moveTo>
                <a:cubicBezTo>
                  <a:pt x="630210" y="53086"/>
                  <a:pt x="632297" y="50069"/>
                  <a:pt x="634544" y="47585"/>
                </a:cubicBezTo>
                <a:cubicBezTo>
                  <a:pt x="636792" y="45101"/>
                  <a:pt x="639265" y="43053"/>
                  <a:pt x="641962" y="41441"/>
                </a:cubicBezTo>
                <a:cubicBezTo>
                  <a:pt x="644659" y="39828"/>
                  <a:pt x="647613" y="38650"/>
                  <a:pt x="650824" y="37908"/>
                </a:cubicBezTo>
                <a:cubicBezTo>
                  <a:pt x="654035" y="37165"/>
                  <a:pt x="657631" y="36794"/>
                  <a:pt x="661612" y="36794"/>
                </a:cubicBezTo>
                <a:cubicBezTo>
                  <a:pt x="668291" y="36794"/>
                  <a:pt x="673766" y="37693"/>
                  <a:pt x="678036" y="39491"/>
                </a:cubicBezTo>
                <a:cubicBezTo>
                  <a:pt x="682307" y="41289"/>
                  <a:pt x="685678" y="43809"/>
                  <a:pt x="688151" y="47052"/>
                </a:cubicBezTo>
                <a:cubicBezTo>
                  <a:pt x="690623" y="50295"/>
                  <a:pt x="692325" y="54164"/>
                  <a:pt x="693256" y="58659"/>
                </a:cubicBezTo>
                <a:cubicBezTo>
                  <a:pt x="694187" y="63153"/>
                  <a:pt x="694653" y="68098"/>
                  <a:pt x="694653" y="73492"/>
                </a:cubicBezTo>
                <a:lnTo>
                  <a:pt x="694653" y="142938"/>
                </a:lnTo>
                <a:lnTo>
                  <a:pt x="677218" y="142938"/>
                </a:lnTo>
                <a:lnTo>
                  <a:pt x="677218" y="76932"/>
                </a:lnTo>
                <a:cubicBezTo>
                  <a:pt x="677218" y="72505"/>
                  <a:pt x="676945" y="68625"/>
                  <a:pt x="676399" y="65290"/>
                </a:cubicBezTo>
                <a:cubicBezTo>
                  <a:pt x="675853" y="61954"/>
                  <a:pt x="674809" y="59180"/>
                  <a:pt x="673268" y="56967"/>
                </a:cubicBezTo>
                <a:cubicBezTo>
                  <a:pt x="671727" y="54754"/>
                  <a:pt x="669543" y="53086"/>
                  <a:pt x="666718" y="51964"/>
                </a:cubicBezTo>
                <a:cubicBezTo>
                  <a:pt x="663892" y="50841"/>
                  <a:pt x="660232" y="50279"/>
                  <a:pt x="655737" y="50279"/>
                </a:cubicBezTo>
                <a:cubicBezTo>
                  <a:pt x="651627" y="50279"/>
                  <a:pt x="647918" y="51016"/>
                  <a:pt x="644611" y="52491"/>
                </a:cubicBezTo>
                <a:cubicBezTo>
                  <a:pt x="641303" y="53966"/>
                  <a:pt x="638478" y="56051"/>
                  <a:pt x="636134" y="58746"/>
                </a:cubicBezTo>
                <a:cubicBezTo>
                  <a:pt x="633790" y="61441"/>
                  <a:pt x="631976" y="64713"/>
                  <a:pt x="630691" y="68561"/>
                </a:cubicBezTo>
                <a:cubicBezTo>
                  <a:pt x="629407" y="72410"/>
                  <a:pt x="628765" y="76740"/>
                  <a:pt x="628765" y="81549"/>
                </a:cubicBezTo>
                <a:lnTo>
                  <a:pt x="628765" y="142938"/>
                </a:lnTo>
                <a:lnTo>
                  <a:pt x="611426" y="142938"/>
                </a:lnTo>
                <a:lnTo>
                  <a:pt x="611426" y="0"/>
                </a:lnTo>
                <a:lnTo>
                  <a:pt x="628765" y="0"/>
                </a:lnTo>
                <a:lnTo>
                  <a:pt x="628765" y="37243"/>
                </a:lnTo>
                <a:cubicBezTo>
                  <a:pt x="628765" y="39366"/>
                  <a:pt x="628733" y="41489"/>
                  <a:pt x="628669" y="43612"/>
                </a:cubicBezTo>
                <a:cubicBezTo>
                  <a:pt x="628604" y="45733"/>
                  <a:pt x="628524" y="47694"/>
                  <a:pt x="628428" y="49496"/>
                </a:cubicBezTo>
                <a:cubicBezTo>
                  <a:pt x="628331" y="51296"/>
                  <a:pt x="628251" y="52824"/>
                  <a:pt x="628187" y="54080"/>
                </a:cubicBezTo>
                <a:cubicBezTo>
                  <a:pt x="628123" y="55335"/>
                  <a:pt x="628058" y="56186"/>
                  <a:pt x="627994" y="56636"/>
                </a:cubicBezTo>
                <a:lnTo>
                  <a:pt x="628283" y="56636"/>
                </a:lnTo>
                <a:close/>
                <a:moveTo>
                  <a:pt x="734021" y="94393"/>
                </a:moveTo>
                <a:cubicBezTo>
                  <a:pt x="734021" y="99851"/>
                  <a:pt x="734583" y="104876"/>
                  <a:pt x="735706" y="109467"/>
                </a:cubicBezTo>
                <a:cubicBezTo>
                  <a:pt x="736830" y="114058"/>
                  <a:pt x="738564" y="118007"/>
                  <a:pt x="740908" y="121314"/>
                </a:cubicBezTo>
                <a:cubicBezTo>
                  <a:pt x="743252" y="124621"/>
                  <a:pt x="746254" y="127190"/>
                  <a:pt x="749915" y="129020"/>
                </a:cubicBezTo>
                <a:cubicBezTo>
                  <a:pt x="753575" y="130850"/>
                  <a:pt x="757974" y="131765"/>
                  <a:pt x="763112" y="131765"/>
                </a:cubicBezTo>
                <a:cubicBezTo>
                  <a:pt x="770625" y="131765"/>
                  <a:pt x="776646" y="130256"/>
                  <a:pt x="781173" y="127238"/>
                </a:cubicBezTo>
                <a:cubicBezTo>
                  <a:pt x="785700" y="124220"/>
                  <a:pt x="788767" y="120399"/>
                  <a:pt x="790372" y="115776"/>
                </a:cubicBezTo>
                <a:lnTo>
                  <a:pt x="805592" y="120125"/>
                </a:lnTo>
                <a:cubicBezTo>
                  <a:pt x="804500" y="123025"/>
                  <a:pt x="802975" y="125941"/>
                  <a:pt x="801016" y="128872"/>
                </a:cubicBezTo>
                <a:cubicBezTo>
                  <a:pt x="799058" y="131802"/>
                  <a:pt x="796441" y="134443"/>
                  <a:pt x="793166" y="136795"/>
                </a:cubicBezTo>
                <a:cubicBezTo>
                  <a:pt x="789891" y="139147"/>
                  <a:pt x="785797" y="141080"/>
                  <a:pt x="780884" y="142595"/>
                </a:cubicBezTo>
                <a:cubicBezTo>
                  <a:pt x="775971" y="144108"/>
                  <a:pt x="770047" y="144864"/>
                  <a:pt x="763112" y="144864"/>
                </a:cubicBezTo>
                <a:cubicBezTo>
                  <a:pt x="747699" y="144864"/>
                  <a:pt x="735963" y="140273"/>
                  <a:pt x="727904" y="131091"/>
                </a:cubicBezTo>
                <a:cubicBezTo>
                  <a:pt x="719844" y="121908"/>
                  <a:pt x="715815" y="108263"/>
                  <a:pt x="715815" y="90155"/>
                </a:cubicBezTo>
                <a:cubicBezTo>
                  <a:pt x="715815" y="80395"/>
                  <a:pt x="717035" y="72127"/>
                  <a:pt x="719475" y="65353"/>
                </a:cubicBezTo>
                <a:cubicBezTo>
                  <a:pt x="721916" y="58578"/>
                  <a:pt x="725255" y="53072"/>
                  <a:pt x="729493" y="48834"/>
                </a:cubicBezTo>
                <a:cubicBezTo>
                  <a:pt x="733732" y="44596"/>
                  <a:pt x="738676" y="41530"/>
                  <a:pt x="744328" y="39635"/>
                </a:cubicBezTo>
                <a:cubicBezTo>
                  <a:pt x="749979" y="37741"/>
                  <a:pt x="756015" y="36794"/>
                  <a:pt x="762437" y="36794"/>
                </a:cubicBezTo>
                <a:cubicBezTo>
                  <a:pt x="771171" y="36794"/>
                  <a:pt x="778476" y="38205"/>
                  <a:pt x="784352" y="41026"/>
                </a:cubicBezTo>
                <a:cubicBezTo>
                  <a:pt x="790228" y="43845"/>
                  <a:pt x="794948" y="47739"/>
                  <a:pt x="798512" y="52708"/>
                </a:cubicBezTo>
                <a:cubicBezTo>
                  <a:pt x="802076" y="57676"/>
                  <a:pt x="804613" y="63527"/>
                  <a:pt x="806122" y="70259"/>
                </a:cubicBezTo>
                <a:cubicBezTo>
                  <a:pt x="807631" y="76989"/>
                  <a:pt x="808385" y="84264"/>
                  <a:pt x="808385" y="92084"/>
                </a:cubicBezTo>
                <a:lnTo>
                  <a:pt x="808385" y="94393"/>
                </a:lnTo>
                <a:lnTo>
                  <a:pt x="734021" y="94393"/>
                </a:lnTo>
                <a:moveTo>
                  <a:pt x="790468" y="81101"/>
                </a:moveTo>
                <a:cubicBezTo>
                  <a:pt x="789505" y="70187"/>
                  <a:pt x="786712" y="62225"/>
                  <a:pt x="782088" y="57217"/>
                </a:cubicBezTo>
                <a:cubicBezTo>
                  <a:pt x="777464" y="52206"/>
                  <a:pt x="770818" y="49701"/>
                  <a:pt x="762148" y="49701"/>
                </a:cubicBezTo>
                <a:cubicBezTo>
                  <a:pt x="759258" y="49701"/>
                  <a:pt x="756224" y="50163"/>
                  <a:pt x="753045" y="51088"/>
                </a:cubicBezTo>
                <a:cubicBezTo>
                  <a:pt x="749866" y="52014"/>
                  <a:pt x="746929" y="53657"/>
                  <a:pt x="744231" y="56019"/>
                </a:cubicBezTo>
                <a:cubicBezTo>
                  <a:pt x="741534" y="58381"/>
                  <a:pt x="739254" y="61588"/>
                  <a:pt x="737392" y="65642"/>
                </a:cubicBezTo>
                <a:cubicBezTo>
                  <a:pt x="735530" y="69693"/>
                  <a:pt x="734470" y="74846"/>
                  <a:pt x="734213" y="81101"/>
                </a:cubicBezTo>
                <a:lnTo>
                  <a:pt x="790468" y="81101"/>
                </a:lnTo>
                <a:close/>
                <a:moveTo>
                  <a:pt x="843611" y="90396"/>
                </a:moveTo>
                <a:cubicBezTo>
                  <a:pt x="843611" y="96362"/>
                  <a:pt x="844045" y="101846"/>
                  <a:pt x="844912" y="106848"/>
                </a:cubicBezTo>
                <a:cubicBezTo>
                  <a:pt x="845779" y="111851"/>
                  <a:pt x="847240" y="116164"/>
                  <a:pt x="849294" y="119788"/>
                </a:cubicBezTo>
                <a:cubicBezTo>
                  <a:pt x="851349" y="123410"/>
                  <a:pt x="854063" y="126216"/>
                  <a:pt x="857434" y="128204"/>
                </a:cubicBezTo>
                <a:cubicBezTo>
                  <a:pt x="860806" y="130193"/>
                  <a:pt x="864964" y="131187"/>
                  <a:pt x="869909" y="131187"/>
                </a:cubicBezTo>
                <a:cubicBezTo>
                  <a:pt x="876073" y="131187"/>
                  <a:pt x="881227" y="129518"/>
                  <a:pt x="885369" y="126179"/>
                </a:cubicBezTo>
                <a:cubicBezTo>
                  <a:pt x="889511" y="122839"/>
                  <a:pt x="892064" y="117702"/>
                  <a:pt x="893027" y="110767"/>
                </a:cubicBezTo>
                <a:lnTo>
                  <a:pt x="910559" y="111923"/>
                </a:lnTo>
                <a:cubicBezTo>
                  <a:pt x="909981" y="116225"/>
                  <a:pt x="908728" y="120367"/>
                  <a:pt x="906802" y="124348"/>
                </a:cubicBezTo>
                <a:cubicBezTo>
                  <a:pt x="904875" y="128330"/>
                  <a:pt x="902258" y="131829"/>
                  <a:pt x="898951" y="134847"/>
                </a:cubicBezTo>
                <a:cubicBezTo>
                  <a:pt x="895644" y="137865"/>
                  <a:pt x="891614" y="140289"/>
                  <a:pt x="886862" y="142119"/>
                </a:cubicBezTo>
                <a:cubicBezTo>
                  <a:pt x="882110" y="143949"/>
                  <a:pt x="876619" y="144864"/>
                  <a:pt x="870390" y="144864"/>
                </a:cubicBezTo>
                <a:cubicBezTo>
                  <a:pt x="862234" y="144864"/>
                  <a:pt x="855299" y="143484"/>
                  <a:pt x="849583" y="140723"/>
                </a:cubicBezTo>
                <a:cubicBezTo>
                  <a:pt x="843868" y="137962"/>
                  <a:pt x="839228" y="134157"/>
                  <a:pt x="835664" y="129309"/>
                </a:cubicBezTo>
                <a:cubicBezTo>
                  <a:pt x="832100" y="124461"/>
                  <a:pt x="829515" y="118746"/>
                  <a:pt x="827910" y="112164"/>
                </a:cubicBezTo>
                <a:cubicBezTo>
                  <a:pt x="826304" y="105582"/>
                  <a:pt x="825502" y="98439"/>
                  <a:pt x="825502" y="90733"/>
                </a:cubicBezTo>
                <a:cubicBezTo>
                  <a:pt x="825502" y="83734"/>
                  <a:pt x="826080" y="77553"/>
                  <a:pt x="827236" y="72191"/>
                </a:cubicBezTo>
                <a:cubicBezTo>
                  <a:pt x="828391" y="66830"/>
                  <a:pt x="830013" y="62142"/>
                  <a:pt x="832100" y="58129"/>
                </a:cubicBezTo>
                <a:cubicBezTo>
                  <a:pt x="834187" y="54115"/>
                  <a:pt x="836643" y="50744"/>
                  <a:pt x="839469" y="48015"/>
                </a:cubicBezTo>
                <a:cubicBezTo>
                  <a:pt x="842295" y="45286"/>
                  <a:pt x="845361" y="43103"/>
                  <a:pt x="848668" y="41466"/>
                </a:cubicBezTo>
                <a:cubicBezTo>
                  <a:pt x="851976" y="39828"/>
                  <a:pt x="855459" y="38640"/>
                  <a:pt x="859120" y="37902"/>
                </a:cubicBezTo>
                <a:cubicBezTo>
                  <a:pt x="862780" y="37163"/>
                  <a:pt x="866473" y="36794"/>
                  <a:pt x="870198" y="36794"/>
                </a:cubicBezTo>
                <a:cubicBezTo>
                  <a:pt x="876041" y="36794"/>
                  <a:pt x="881243" y="37595"/>
                  <a:pt x="885803" y="39196"/>
                </a:cubicBezTo>
                <a:cubicBezTo>
                  <a:pt x="890362" y="40795"/>
                  <a:pt x="894295" y="42988"/>
                  <a:pt x="897603" y="45773"/>
                </a:cubicBezTo>
                <a:cubicBezTo>
                  <a:pt x="900910" y="48558"/>
                  <a:pt x="903591" y="51840"/>
                  <a:pt x="905646" y="55618"/>
                </a:cubicBezTo>
                <a:cubicBezTo>
                  <a:pt x="907701" y="59395"/>
                  <a:pt x="909146" y="63459"/>
                  <a:pt x="909981" y="67812"/>
                </a:cubicBezTo>
                <a:lnTo>
                  <a:pt x="892160" y="69157"/>
                </a:lnTo>
                <a:cubicBezTo>
                  <a:pt x="891261" y="63436"/>
                  <a:pt x="888981" y="58892"/>
                  <a:pt x="885321" y="55525"/>
                </a:cubicBezTo>
                <a:cubicBezTo>
                  <a:pt x="881660" y="52156"/>
                  <a:pt x="876459" y="50471"/>
                  <a:pt x="869716" y="50471"/>
                </a:cubicBezTo>
                <a:cubicBezTo>
                  <a:pt x="864771" y="50471"/>
                  <a:pt x="860645" y="51289"/>
                  <a:pt x="857338" y="52925"/>
                </a:cubicBezTo>
                <a:cubicBezTo>
                  <a:pt x="854031" y="54560"/>
                  <a:pt x="851349" y="57029"/>
                  <a:pt x="849294" y="60332"/>
                </a:cubicBezTo>
                <a:cubicBezTo>
                  <a:pt x="847240" y="63635"/>
                  <a:pt x="845779" y="67788"/>
                  <a:pt x="844912" y="72790"/>
                </a:cubicBezTo>
                <a:cubicBezTo>
                  <a:pt x="844045" y="77793"/>
                  <a:pt x="843611" y="83661"/>
                  <a:pt x="843611" y="90396"/>
                </a:cubicBezTo>
                <a:close/>
                <a:moveTo>
                  <a:pt x="994364" y="142938"/>
                </a:moveTo>
                <a:lnTo>
                  <a:pt x="959108" y="95356"/>
                </a:lnTo>
                <a:lnTo>
                  <a:pt x="946393" y="105855"/>
                </a:lnTo>
                <a:lnTo>
                  <a:pt x="946393" y="142938"/>
                </a:lnTo>
                <a:lnTo>
                  <a:pt x="929054" y="142938"/>
                </a:lnTo>
                <a:lnTo>
                  <a:pt x="929054" y="0"/>
                </a:lnTo>
                <a:lnTo>
                  <a:pt x="946393" y="0"/>
                </a:lnTo>
                <a:lnTo>
                  <a:pt x="946393" y="89288"/>
                </a:lnTo>
                <a:lnTo>
                  <a:pt x="992148" y="38720"/>
                </a:lnTo>
                <a:lnTo>
                  <a:pt x="1012473" y="38720"/>
                </a:lnTo>
                <a:lnTo>
                  <a:pt x="970186" y="83509"/>
                </a:lnTo>
                <a:lnTo>
                  <a:pt x="1014689" y="142938"/>
                </a:lnTo>
                <a:lnTo>
                  <a:pt x="994364" y="142938"/>
                </a:lnTo>
                <a:close/>
                <a:moveTo>
                  <a:pt x="1079165" y="142938"/>
                </a:moveTo>
                <a:lnTo>
                  <a:pt x="1079165" y="130624"/>
                </a:lnTo>
                <a:cubicBezTo>
                  <a:pt x="1082440" y="123115"/>
                  <a:pt x="1086437" y="116489"/>
                  <a:pt x="1091157" y="110746"/>
                </a:cubicBezTo>
                <a:cubicBezTo>
                  <a:pt x="1095877" y="105003"/>
                  <a:pt x="1100838" y="99805"/>
                  <a:pt x="1106040" y="95152"/>
                </a:cubicBezTo>
                <a:cubicBezTo>
                  <a:pt x="1111242" y="90498"/>
                  <a:pt x="1116395" y="86183"/>
                  <a:pt x="1121501" y="82206"/>
                </a:cubicBezTo>
                <a:cubicBezTo>
                  <a:pt x="1126606" y="78226"/>
                  <a:pt x="1131214" y="74247"/>
                  <a:pt x="1135324" y="70268"/>
                </a:cubicBezTo>
                <a:cubicBezTo>
                  <a:pt x="1139433" y="66289"/>
                  <a:pt x="1142757" y="62117"/>
                  <a:pt x="1145293" y="57753"/>
                </a:cubicBezTo>
                <a:cubicBezTo>
                  <a:pt x="1147830" y="53388"/>
                  <a:pt x="1149098" y="48447"/>
                  <a:pt x="1149098" y="42928"/>
                </a:cubicBezTo>
                <a:cubicBezTo>
                  <a:pt x="1149098" y="39080"/>
                  <a:pt x="1148520" y="35696"/>
                  <a:pt x="1147364" y="32779"/>
                </a:cubicBezTo>
                <a:cubicBezTo>
                  <a:pt x="1146209" y="29861"/>
                  <a:pt x="1144539" y="27409"/>
                  <a:pt x="1142355" y="25422"/>
                </a:cubicBezTo>
                <a:cubicBezTo>
                  <a:pt x="1140172" y="23434"/>
                  <a:pt x="1137555" y="21943"/>
                  <a:pt x="1134505" y="20949"/>
                </a:cubicBezTo>
                <a:cubicBezTo>
                  <a:pt x="1131454" y="19954"/>
                  <a:pt x="1128067" y="19457"/>
                  <a:pt x="1124342" y="19457"/>
                </a:cubicBezTo>
                <a:cubicBezTo>
                  <a:pt x="1120874" y="19457"/>
                  <a:pt x="1117615" y="19938"/>
                  <a:pt x="1114565" y="20901"/>
                </a:cubicBezTo>
                <a:cubicBezTo>
                  <a:pt x="1111515" y="21865"/>
                  <a:pt x="1108801" y="23309"/>
                  <a:pt x="1106425" y="25236"/>
                </a:cubicBezTo>
                <a:cubicBezTo>
                  <a:pt x="1104049" y="27162"/>
                  <a:pt x="1102107" y="29554"/>
                  <a:pt x="1100598" y="32412"/>
                </a:cubicBezTo>
                <a:cubicBezTo>
                  <a:pt x="1099088" y="35269"/>
                  <a:pt x="1098109" y="38592"/>
                  <a:pt x="1097660" y="42381"/>
                </a:cubicBezTo>
                <a:lnTo>
                  <a:pt x="1079935" y="40743"/>
                </a:lnTo>
                <a:cubicBezTo>
                  <a:pt x="1080513" y="35863"/>
                  <a:pt x="1081862" y="31272"/>
                  <a:pt x="1083981" y="26969"/>
                </a:cubicBezTo>
                <a:cubicBezTo>
                  <a:pt x="1086100" y="22667"/>
                  <a:pt x="1089022" y="18895"/>
                  <a:pt x="1092747" y="15652"/>
                </a:cubicBezTo>
                <a:cubicBezTo>
                  <a:pt x="1096471" y="12409"/>
                  <a:pt x="1100951" y="9857"/>
                  <a:pt x="1106184" y="7995"/>
                </a:cubicBezTo>
                <a:cubicBezTo>
                  <a:pt x="1111418" y="6132"/>
                  <a:pt x="1117471" y="5201"/>
                  <a:pt x="1124342" y="5201"/>
                </a:cubicBezTo>
                <a:cubicBezTo>
                  <a:pt x="1131085" y="5201"/>
                  <a:pt x="1137090" y="6004"/>
                  <a:pt x="1142355" y="7609"/>
                </a:cubicBezTo>
                <a:cubicBezTo>
                  <a:pt x="1147621" y="9213"/>
                  <a:pt x="1152068" y="11586"/>
                  <a:pt x="1155697" y="14731"/>
                </a:cubicBezTo>
                <a:cubicBezTo>
                  <a:pt x="1159325" y="17873"/>
                  <a:pt x="1162103" y="21755"/>
                  <a:pt x="1164029" y="26376"/>
                </a:cubicBezTo>
                <a:cubicBezTo>
                  <a:pt x="1165956" y="30996"/>
                  <a:pt x="1166919" y="36320"/>
                  <a:pt x="1166919" y="42350"/>
                </a:cubicBezTo>
                <a:cubicBezTo>
                  <a:pt x="1166919" y="46908"/>
                  <a:pt x="1166100" y="51239"/>
                  <a:pt x="1164463" y="55345"/>
                </a:cubicBezTo>
                <a:cubicBezTo>
                  <a:pt x="1162825" y="59450"/>
                  <a:pt x="1160642" y="63364"/>
                  <a:pt x="1157912" y="67087"/>
                </a:cubicBezTo>
                <a:cubicBezTo>
                  <a:pt x="1155183" y="70807"/>
                  <a:pt x="1152020" y="74400"/>
                  <a:pt x="1148424" y="77865"/>
                </a:cubicBezTo>
                <a:cubicBezTo>
                  <a:pt x="1144828" y="81331"/>
                  <a:pt x="1141071" y="84716"/>
                  <a:pt x="1137154" y="88021"/>
                </a:cubicBezTo>
                <a:cubicBezTo>
                  <a:pt x="1133236" y="91324"/>
                  <a:pt x="1129287" y="94596"/>
                  <a:pt x="1125305" y="97837"/>
                </a:cubicBezTo>
                <a:cubicBezTo>
                  <a:pt x="1121324" y="101077"/>
                  <a:pt x="1117583" y="104334"/>
                  <a:pt x="1114083" y="107607"/>
                </a:cubicBezTo>
                <a:cubicBezTo>
                  <a:pt x="1110583" y="110878"/>
                  <a:pt x="1107453" y="114198"/>
                  <a:pt x="1104691" y="117567"/>
                </a:cubicBezTo>
                <a:cubicBezTo>
                  <a:pt x="1101930" y="120934"/>
                  <a:pt x="1099779" y="124447"/>
                  <a:pt x="1098237" y="128105"/>
                </a:cubicBezTo>
                <a:lnTo>
                  <a:pt x="1169038" y="128105"/>
                </a:lnTo>
                <a:lnTo>
                  <a:pt x="1169038" y="142938"/>
                </a:lnTo>
                <a:lnTo>
                  <a:pt x="1079165" y="142938"/>
                </a:lnTo>
                <a:close/>
                <a:moveTo>
                  <a:pt x="1279977" y="105416"/>
                </a:moveTo>
                <a:cubicBezTo>
                  <a:pt x="1279977" y="111654"/>
                  <a:pt x="1278966" y="117217"/>
                  <a:pt x="1276943" y="122103"/>
                </a:cubicBezTo>
                <a:cubicBezTo>
                  <a:pt x="1274920" y="126989"/>
                  <a:pt x="1271966" y="131121"/>
                  <a:pt x="1268081" y="134498"/>
                </a:cubicBezTo>
                <a:cubicBezTo>
                  <a:pt x="1264196" y="137873"/>
                  <a:pt x="1259379" y="140445"/>
                  <a:pt x="1253632" y="142213"/>
                </a:cubicBezTo>
                <a:cubicBezTo>
                  <a:pt x="1247884" y="143981"/>
                  <a:pt x="1241318" y="144864"/>
                  <a:pt x="1233933" y="144864"/>
                </a:cubicBezTo>
                <a:cubicBezTo>
                  <a:pt x="1225520" y="144864"/>
                  <a:pt x="1218440" y="143821"/>
                  <a:pt x="1212693" y="141734"/>
                </a:cubicBezTo>
                <a:cubicBezTo>
                  <a:pt x="1206945" y="139647"/>
                  <a:pt x="1202209" y="136886"/>
                  <a:pt x="1198485" y="133451"/>
                </a:cubicBezTo>
                <a:cubicBezTo>
                  <a:pt x="1194760" y="130015"/>
                  <a:pt x="1191966" y="126098"/>
                  <a:pt x="1190104" y="121700"/>
                </a:cubicBezTo>
                <a:cubicBezTo>
                  <a:pt x="1188242" y="117301"/>
                  <a:pt x="1187022" y="112758"/>
                  <a:pt x="1186444" y="108070"/>
                </a:cubicBezTo>
                <a:lnTo>
                  <a:pt x="1204361" y="106433"/>
                </a:lnTo>
                <a:cubicBezTo>
                  <a:pt x="1204874" y="110015"/>
                  <a:pt x="1205821" y="113277"/>
                  <a:pt x="1207202" y="116218"/>
                </a:cubicBezTo>
                <a:cubicBezTo>
                  <a:pt x="1208583" y="119160"/>
                  <a:pt x="1210461" y="121687"/>
                  <a:pt x="1212837" y="123798"/>
                </a:cubicBezTo>
                <a:cubicBezTo>
                  <a:pt x="1215213" y="125909"/>
                  <a:pt x="1218135" y="127540"/>
                  <a:pt x="1221603" y="128692"/>
                </a:cubicBezTo>
                <a:cubicBezTo>
                  <a:pt x="1225071" y="129842"/>
                  <a:pt x="1229181" y="130417"/>
                  <a:pt x="1233933" y="130417"/>
                </a:cubicBezTo>
                <a:cubicBezTo>
                  <a:pt x="1242667" y="130417"/>
                  <a:pt x="1249522" y="128265"/>
                  <a:pt x="1254499" y="123963"/>
                </a:cubicBezTo>
                <a:cubicBezTo>
                  <a:pt x="1259476" y="119661"/>
                  <a:pt x="1261964" y="113272"/>
                  <a:pt x="1261964" y="104796"/>
                </a:cubicBezTo>
                <a:cubicBezTo>
                  <a:pt x="1261964" y="99787"/>
                  <a:pt x="1260856" y="95758"/>
                  <a:pt x="1258641" y="92707"/>
                </a:cubicBezTo>
                <a:cubicBezTo>
                  <a:pt x="1256425" y="89657"/>
                  <a:pt x="1253664" y="87281"/>
                  <a:pt x="1250357" y="85580"/>
                </a:cubicBezTo>
                <a:cubicBezTo>
                  <a:pt x="1247050" y="83878"/>
                  <a:pt x="1243453" y="82738"/>
                  <a:pt x="1239568" y="82161"/>
                </a:cubicBezTo>
                <a:cubicBezTo>
                  <a:pt x="1235683" y="81583"/>
                  <a:pt x="1232103" y="81294"/>
                  <a:pt x="1228828" y="81294"/>
                </a:cubicBezTo>
                <a:lnTo>
                  <a:pt x="1219002" y="81294"/>
                </a:lnTo>
                <a:lnTo>
                  <a:pt x="1219002" y="66268"/>
                </a:lnTo>
                <a:lnTo>
                  <a:pt x="1228442" y="66268"/>
                </a:lnTo>
                <a:cubicBezTo>
                  <a:pt x="1231717" y="66268"/>
                  <a:pt x="1235121" y="65932"/>
                  <a:pt x="1238653" y="65259"/>
                </a:cubicBezTo>
                <a:cubicBezTo>
                  <a:pt x="1242185" y="64585"/>
                  <a:pt x="1245412" y="63367"/>
                  <a:pt x="1248334" y="61605"/>
                </a:cubicBezTo>
                <a:cubicBezTo>
                  <a:pt x="1251256" y="59843"/>
                  <a:pt x="1253664" y="57457"/>
                  <a:pt x="1255558" y="54445"/>
                </a:cubicBezTo>
                <a:cubicBezTo>
                  <a:pt x="1257453" y="51433"/>
                  <a:pt x="1258400" y="47588"/>
                  <a:pt x="1258400" y="42910"/>
                </a:cubicBezTo>
                <a:cubicBezTo>
                  <a:pt x="1258400" y="35668"/>
                  <a:pt x="1256265" y="29949"/>
                  <a:pt x="1251994" y="25753"/>
                </a:cubicBezTo>
                <a:cubicBezTo>
                  <a:pt x="1247724" y="21555"/>
                  <a:pt x="1241382" y="19457"/>
                  <a:pt x="1232970" y="19457"/>
                </a:cubicBezTo>
                <a:cubicBezTo>
                  <a:pt x="1225328" y="19457"/>
                  <a:pt x="1219147" y="21415"/>
                  <a:pt x="1214427" y="25332"/>
                </a:cubicBezTo>
                <a:cubicBezTo>
                  <a:pt x="1209707" y="29249"/>
                  <a:pt x="1206961" y="34771"/>
                  <a:pt x="1206191" y="41899"/>
                </a:cubicBezTo>
                <a:lnTo>
                  <a:pt x="1188755" y="40550"/>
                </a:lnTo>
                <a:cubicBezTo>
                  <a:pt x="1189462" y="34579"/>
                  <a:pt x="1191099" y="29377"/>
                  <a:pt x="1193668" y="24947"/>
                </a:cubicBezTo>
                <a:cubicBezTo>
                  <a:pt x="1196237" y="20516"/>
                  <a:pt x="1199496" y="16840"/>
                  <a:pt x="1203445" y="13918"/>
                </a:cubicBezTo>
                <a:cubicBezTo>
                  <a:pt x="1207395" y="10996"/>
                  <a:pt x="1211906" y="8813"/>
                  <a:pt x="1216979" y="7368"/>
                </a:cubicBezTo>
                <a:cubicBezTo>
                  <a:pt x="1222053" y="5924"/>
                  <a:pt x="1227447" y="5201"/>
                  <a:pt x="1233162" y="5201"/>
                </a:cubicBezTo>
                <a:cubicBezTo>
                  <a:pt x="1240740" y="5201"/>
                  <a:pt x="1247258" y="6147"/>
                  <a:pt x="1252717" y="8040"/>
                </a:cubicBezTo>
                <a:cubicBezTo>
                  <a:pt x="1258175" y="9930"/>
                  <a:pt x="1262639" y="12494"/>
                  <a:pt x="1266106" y="15733"/>
                </a:cubicBezTo>
                <a:cubicBezTo>
                  <a:pt x="1269574" y="18972"/>
                  <a:pt x="1272127" y="22772"/>
                  <a:pt x="1273764" y="27132"/>
                </a:cubicBezTo>
                <a:cubicBezTo>
                  <a:pt x="1275402" y="31492"/>
                  <a:pt x="1276221" y="36141"/>
                  <a:pt x="1276221" y="41077"/>
                </a:cubicBezTo>
                <a:cubicBezTo>
                  <a:pt x="1276221" y="45052"/>
                  <a:pt x="1275675" y="48772"/>
                  <a:pt x="1274583" y="52235"/>
                </a:cubicBezTo>
                <a:cubicBezTo>
                  <a:pt x="1273491" y="55697"/>
                  <a:pt x="1271790" y="58807"/>
                  <a:pt x="1269478" y="61566"/>
                </a:cubicBezTo>
                <a:cubicBezTo>
                  <a:pt x="1267166" y="64323"/>
                  <a:pt x="1264228" y="66696"/>
                  <a:pt x="1260664" y="68685"/>
                </a:cubicBezTo>
                <a:cubicBezTo>
                  <a:pt x="1257100" y="70671"/>
                  <a:pt x="1252813" y="72177"/>
                  <a:pt x="1247804" y="73203"/>
                </a:cubicBezTo>
                <a:lnTo>
                  <a:pt x="1247804" y="73588"/>
                </a:lnTo>
                <a:cubicBezTo>
                  <a:pt x="1253263" y="74168"/>
                  <a:pt x="1258015" y="75406"/>
                  <a:pt x="1262061" y="77302"/>
                </a:cubicBezTo>
                <a:cubicBezTo>
                  <a:pt x="1266106" y="79199"/>
                  <a:pt x="1269446" y="81562"/>
                  <a:pt x="1272079" y="84391"/>
                </a:cubicBezTo>
                <a:cubicBezTo>
                  <a:pt x="1274712" y="87220"/>
                  <a:pt x="1276686" y="90436"/>
                  <a:pt x="1278003" y="94038"/>
                </a:cubicBezTo>
                <a:cubicBezTo>
                  <a:pt x="1279319" y="97638"/>
                  <a:pt x="1279977" y="101430"/>
                  <a:pt x="1279977" y="105416"/>
                </a:cubicBezTo>
                <a:close/>
                <a:moveTo>
                  <a:pt x="1389664" y="105416"/>
                </a:moveTo>
                <a:cubicBezTo>
                  <a:pt x="1389664" y="111654"/>
                  <a:pt x="1388653" y="117217"/>
                  <a:pt x="1386630" y="122103"/>
                </a:cubicBezTo>
                <a:cubicBezTo>
                  <a:pt x="1384607" y="126989"/>
                  <a:pt x="1381653" y="131121"/>
                  <a:pt x="1377768" y="134498"/>
                </a:cubicBezTo>
                <a:cubicBezTo>
                  <a:pt x="1373883" y="137873"/>
                  <a:pt x="1369066" y="140445"/>
                  <a:pt x="1363319" y="142213"/>
                </a:cubicBezTo>
                <a:cubicBezTo>
                  <a:pt x="1357571" y="143981"/>
                  <a:pt x="1351005" y="144864"/>
                  <a:pt x="1343620" y="144864"/>
                </a:cubicBezTo>
                <a:cubicBezTo>
                  <a:pt x="1335207" y="144864"/>
                  <a:pt x="1328127" y="143821"/>
                  <a:pt x="1322380" y="141734"/>
                </a:cubicBezTo>
                <a:cubicBezTo>
                  <a:pt x="1316632" y="139647"/>
                  <a:pt x="1311896" y="136886"/>
                  <a:pt x="1308171" y="133451"/>
                </a:cubicBezTo>
                <a:cubicBezTo>
                  <a:pt x="1304447" y="130015"/>
                  <a:pt x="1301653" y="126098"/>
                  <a:pt x="1299791" y="121700"/>
                </a:cubicBezTo>
                <a:cubicBezTo>
                  <a:pt x="1297929" y="117301"/>
                  <a:pt x="1296708" y="112758"/>
                  <a:pt x="1296130" y="108070"/>
                </a:cubicBezTo>
                <a:lnTo>
                  <a:pt x="1314047" y="106433"/>
                </a:lnTo>
                <a:cubicBezTo>
                  <a:pt x="1314561" y="110015"/>
                  <a:pt x="1315508" y="113277"/>
                  <a:pt x="1316889" y="116218"/>
                </a:cubicBezTo>
                <a:cubicBezTo>
                  <a:pt x="1318270" y="119160"/>
                  <a:pt x="1320148" y="121687"/>
                  <a:pt x="1322524" y="123798"/>
                </a:cubicBezTo>
                <a:cubicBezTo>
                  <a:pt x="1324900" y="125909"/>
                  <a:pt x="1327822" y="127540"/>
                  <a:pt x="1331290" y="128692"/>
                </a:cubicBezTo>
                <a:cubicBezTo>
                  <a:pt x="1334758" y="129842"/>
                  <a:pt x="1338868" y="130417"/>
                  <a:pt x="1343620" y="130417"/>
                </a:cubicBezTo>
                <a:cubicBezTo>
                  <a:pt x="1352354" y="130417"/>
                  <a:pt x="1359209" y="128265"/>
                  <a:pt x="1364186" y="123963"/>
                </a:cubicBezTo>
                <a:cubicBezTo>
                  <a:pt x="1369163" y="119661"/>
                  <a:pt x="1371651" y="113272"/>
                  <a:pt x="1371651" y="104796"/>
                </a:cubicBezTo>
                <a:cubicBezTo>
                  <a:pt x="1371651" y="99787"/>
                  <a:pt x="1370543" y="95758"/>
                  <a:pt x="1368328" y="92707"/>
                </a:cubicBezTo>
                <a:cubicBezTo>
                  <a:pt x="1366112" y="89657"/>
                  <a:pt x="1363351" y="87281"/>
                  <a:pt x="1360044" y="85580"/>
                </a:cubicBezTo>
                <a:cubicBezTo>
                  <a:pt x="1356736" y="83878"/>
                  <a:pt x="1353140" y="82738"/>
                  <a:pt x="1349255" y="82161"/>
                </a:cubicBezTo>
                <a:cubicBezTo>
                  <a:pt x="1345370" y="81583"/>
                  <a:pt x="1341790" y="81294"/>
                  <a:pt x="1338515" y="81294"/>
                </a:cubicBezTo>
                <a:lnTo>
                  <a:pt x="1328689" y="81294"/>
                </a:lnTo>
                <a:lnTo>
                  <a:pt x="1328689" y="66268"/>
                </a:lnTo>
                <a:lnTo>
                  <a:pt x="1338129" y="66268"/>
                </a:lnTo>
                <a:cubicBezTo>
                  <a:pt x="1341404" y="66268"/>
                  <a:pt x="1344808" y="65932"/>
                  <a:pt x="1348340" y="65259"/>
                </a:cubicBezTo>
                <a:cubicBezTo>
                  <a:pt x="1351872" y="64585"/>
                  <a:pt x="1355099" y="63367"/>
                  <a:pt x="1358021" y="61605"/>
                </a:cubicBezTo>
                <a:cubicBezTo>
                  <a:pt x="1360943" y="59843"/>
                  <a:pt x="1363351" y="57457"/>
                  <a:pt x="1365245" y="54445"/>
                </a:cubicBezTo>
                <a:cubicBezTo>
                  <a:pt x="1367140" y="51433"/>
                  <a:pt x="1368087" y="47588"/>
                  <a:pt x="1368087" y="42910"/>
                </a:cubicBezTo>
                <a:cubicBezTo>
                  <a:pt x="1368087" y="35668"/>
                  <a:pt x="1365952" y="29949"/>
                  <a:pt x="1361681" y="25753"/>
                </a:cubicBezTo>
                <a:cubicBezTo>
                  <a:pt x="1357411" y="21555"/>
                  <a:pt x="1351069" y="19457"/>
                  <a:pt x="1342657" y="19457"/>
                </a:cubicBezTo>
                <a:cubicBezTo>
                  <a:pt x="1335015" y="19457"/>
                  <a:pt x="1328834" y="21415"/>
                  <a:pt x="1324114" y="25332"/>
                </a:cubicBezTo>
                <a:cubicBezTo>
                  <a:pt x="1319394" y="29249"/>
                  <a:pt x="1316648" y="34771"/>
                  <a:pt x="1315878" y="41899"/>
                </a:cubicBezTo>
                <a:lnTo>
                  <a:pt x="1298442" y="40550"/>
                </a:lnTo>
                <a:cubicBezTo>
                  <a:pt x="1299149" y="34579"/>
                  <a:pt x="1300786" y="29377"/>
                  <a:pt x="1303355" y="24947"/>
                </a:cubicBezTo>
                <a:cubicBezTo>
                  <a:pt x="1305924" y="20516"/>
                  <a:pt x="1309183" y="16840"/>
                  <a:pt x="1313132" y="13918"/>
                </a:cubicBezTo>
                <a:cubicBezTo>
                  <a:pt x="1317082" y="10996"/>
                  <a:pt x="1321593" y="8813"/>
                  <a:pt x="1326666" y="7368"/>
                </a:cubicBezTo>
                <a:cubicBezTo>
                  <a:pt x="1331739" y="5924"/>
                  <a:pt x="1337134" y="5201"/>
                  <a:pt x="1342849" y="5201"/>
                </a:cubicBezTo>
                <a:cubicBezTo>
                  <a:pt x="1350427" y="5201"/>
                  <a:pt x="1356945" y="6147"/>
                  <a:pt x="1362404" y="8040"/>
                </a:cubicBezTo>
                <a:cubicBezTo>
                  <a:pt x="1367862" y="9930"/>
                  <a:pt x="1372325" y="12494"/>
                  <a:pt x="1375793" y="15733"/>
                </a:cubicBezTo>
                <a:cubicBezTo>
                  <a:pt x="1379261" y="18972"/>
                  <a:pt x="1381814" y="22772"/>
                  <a:pt x="1383451" y="27132"/>
                </a:cubicBezTo>
                <a:cubicBezTo>
                  <a:pt x="1385089" y="31492"/>
                  <a:pt x="1385908" y="36141"/>
                  <a:pt x="1385908" y="41077"/>
                </a:cubicBezTo>
                <a:cubicBezTo>
                  <a:pt x="1385908" y="45052"/>
                  <a:pt x="1385362" y="48772"/>
                  <a:pt x="1384270" y="52235"/>
                </a:cubicBezTo>
                <a:cubicBezTo>
                  <a:pt x="1383178" y="55697"/>
                  <a:pt x="1381477" y="58807"/>
                  <a:pt x="1379165" y="61566"/>
                </a:cubicBezTo>
                <a:cubicBezTo>
                  <a:pt x="1376853" y="64323"/>
                  <a:pt x="1373915" y="66696"/>
                  <a:pt x="1370351" y="68685"/>
                </a:cubicBezTo>
                <a:cubicBezTo>
                  <a:pt x="1366787" y="70671"/>
                  <a:pt x="1362500" y="72177"/>
                  <a:pt x="1357491" y="73203"/>
                </a:cubicBezTo>
                <a:lnTo>
                  <a:pt x="1357491" y="73588"/>
                </a:lnTo>
                <a:cubicBezTo>
                  <a:pt x="1362950" y="74168"/>
                  <a:pt x="1367702" y="75406"/>
                  <a:pt x="1371747" y="77302"/>
                </a:cubicBezTo>
                <a:cubicBezTo>
                  <a:pt x="1375793" y="79199"/>
                  <a:pt x="1379133" y="81562"/>
                  <a:pt x="1381765" y="84391"/>
                </a:cubicBezTo>
                <a:cubicBezTo>
                  <a:pt x="1384398" y="87220"/>
                  <a:pt x="1386373" y="90436"/>
                  <a:pt x="1387690" y="94038"/>
                </a:cubicBezTo>
                <a:cubicBezTo>
                  <a:pt x="1389006" y="97638"/>
                  <a:pt x="1389664" y="101430"/>
                  <a:pt x="1389664" y="1054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CDE461-0344-47EB-929E-95FEE5AB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440" y="2352814"/>
            <a:ext cx="65759" cy="1100020"/>
          </a:xfrm>
          <a:custGeom xmlns:a="http://schemas.openxmlformats.org/drawingml/2006/main">
            <a:pathLst>
              <a:path w="65759" h="1100020">
                <a:moveTo>
                  <a:pt x="0" y="0"/>
                </a:moveTo>
                <a:lnTo>
                  <a:pt x="65759" y="0"/>
                </a:lnTo>
                <a:lnTo>
                  <a:pt x="65759" y="1100020"/>
                </a:lnTo>
                <a:lnTo>
                  <a:pt x="0" y="11000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1FF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Text UP356">
            <a:extLst xmlns:a="http://schemas.openxmlformats.org/drawingml/2006/main">
              <a:ext uri="{FF2B5EF4-FFF2-40B4-BE49-F238E27FC236}">
                <a16:creationId xmlns:a16="http://schemas.microsoft.com/office/drawing/2014/main" id="{05C7DE53-E988-4BF7-B055-F6E2AF15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1279" y="2834131"/>
            <a:ext cx="634064" cy="139663"/>
          </a:xfrm>
          <a:custGeom xmlns:a="http://schemas.openxmlformats.org/drawingml/2006/main">
            <a:pathLst>
              <a:path w="634064" h="139663">
                <a:moveTo>
                  <a:pt x="55196" y="139663"/>
                </a:moveTo>
                <a:cubicBezTo>
                  <a:pt x="47746" y="139663"/>
                  <a:pt x="40682" y="138668"/>
                  <a:pt x="34004" y="136677"/>
                </a:cubicBezTo>
                <a:cubicBezTo>
                  <a:pt x="27325" y="134685"/>
                  <a:pt x="21465" y="131584"/>
                  <a:pt x="16424" y="127376"/>
                </a:cubicBezTo>
                <a:cubicBezTo>
                  <a:pt x="11383" y="123167"/>
                  <a:pt x="7385" y="117833"/>
                  <a:pt x="4431" y="111375"/>
                </a:cubicBezTo>
                <a:cubicBezTo>
                  <a:pt x="1477" y="104916"/>
                  <a:pt x="0" y="97253"/>
                  <a:pt x="0" y="88385"/>
                </a:cubicBezTo>
                <a:lnTo>
                  <a:pt x="0" y="1926"/>
                </a:lnTo>
                <a:lnTo>
                  <a:pt x="18399" y="1926"/>
                </a:lnTo>
                <a:lnTo>
                  <a:pt x="18399" y="86784"/>
                </a:lnTo>
                <a:cubicBezTo>
                  <a:pt x="18399" y="93655"/>
                  <a:pt x="19314" y="99482"/>
                  <a:pt x="21144" y="104266"/>
                </a:cubicBezTo>
                <a:cubicBezTo>
                  <a:pt x="22974" y="109050"/>
                  <a:pt x="25527" y="112951"/>
                  <a:pt x="28802" y="115969"/>
                </a:cubicBezTo>
                <a:cubicBezTo>
                  <a:pt x="32077" y="118987"/>
                  <a:pt x="35946" y="121186"/>
                  <a:pt x="40409" y="122567"/>
                </a:cubicBezTo>
                <a:cubicBezTo>
                  <a:pt x="44872" y="123947"/>
                  <a:pt x="49769" y="124637"/>
                  <a:pt x="55099" y="124637"/>
                </a:cubicBezTo>
                <a:cubicBezTo>
                  <a:pt x="60365" y="124637"/>
                  <a:pt x="65342" y="123931"/>
                  <a:pt x="70030" y="122518"/>
                </a:cubicBezTo>
                <a:cubicBezTo>
                  <a:pt x="74718" y="121106"/>
                  <a:pt x="78828" y="118858"/>
                  <a:pt x="82360" y="115776"/>
                </a:cubicBezTo>
                <a:cubicBezTo>
                  <a:pt x="85892" y="112694"/>
                  <a:pt x="88669" y="108664"/>
                  <a:pt x="90692" y="103688"/>
                </a:cubicBezTo>
                <a:cubicBezTo>
                  <a:pt x="92715" y="98711"/>
                  <a:pt x="93727" y="92659"/>
                  <a:pt x="93727" y="85532"/>
                </a:cubicBezTo>
                <a:lnTo>
                  <a:pt x="93727" y="1926"/>
                </a:lnTo>
                <a:lnTo>
                  <a:pt x="112029" y="1926"/>
                </a:lnTo>
                <a:lnTo>
                  <a:pt x="112029" y="86651"/>
                </a:lnTo>
                <a:cubicBezTo>
                  <a:pt x="112029" y="95711"/>
                  <a:pt x="110536" y="103567"/>
                  <a:pt x="107549" y="110217"/>
                </a:cubicBezTo>
                <a:cubicBezTo>
                  <a:pt x="104563" y="116867"/>
                  <a:pt x="100502" y="122377"/>
                  <a:pt x="95364" y="126747"/>
                </a:cubicBezTo>
                <a:cubicBezTo>
                  <a:pt x="90227" y="131118"/>
                  <a:pt x="84206" y="134364"/>
                  <a:pt x="77303" y="136485"/>
                </a:cubicBezTo>
                <a:cubicBezTo>
                  <a:pt x="70399" y="138604"/>
                  <a:pt x="63030" y="139663"/>
                  <a:pt x="55196" y="139663"/>
                </a:cubicBezTo>
                <a:close/>
                <a:moveTo>
                  <a:pt x="248395" y="42862"/>
                </a:moveTo>
                <a:cubicBezTo>
                  <a:pt x="248395" y="48782"/>
                  <a:pt x="247416" y="54300"/>
                  <a:pt x="245457" y="59417"/>
                </a:cubicBezTo>
                <a:cubicBezTo>
                  <a:pt x="243498" y="64534"/>
                  <a:pt x="240576" y="68976"/>
                  <a:pt x="236691" y="72742"/>
                </a:cubicBezTo>
                <a:cubicBezTo>
                  <a:pt x="232806" y="76507"/>
                  <a:pt x="227942" y="79484"/>
                  <a:pt x="222098" y="81673"/>
                </a:cubicBezTo>
                <a:cubicBezTo>
                  <a:pt x="216254" y="83860"/>
                  <a:pt x="209447" y="84954"/>
                  <a:pt x="201676" y="84954"/>
                </a:cubicBezTo>
                <a:lnTo>
                  <a:pt x="161797" y="84954"/>
                </a:lnTo>
                <a:lnTo>
                  <a:pt x="161797" y="137737"/>
                </a:lnTo>
                <a:lnTo>
                  <a:pt x="143398" y="137737"/>
                </a:lnTo>
                <a:lnTo>
                  <a:pt x="143398" y="1926"/>
                </a:lnTo>
                <a:lnTo>
                  <a:pt x="200520" y="1926"/>
                </a:lnTo>
                <a:cubicBezTo>
                  <a:pt x="208548" y="1926"/>
                  <a:pt x="215547" y="2909"/>
                  <a:pt x="221520" y="4873"/>
                </a:cubicBezTo>
                <a:cubicBezTo>
                  <a:pt x="227492" y="6836"/>
                  <a:pt x="232469" y="9603"/>
                  <a:pt x="236450" y="13175"/>
                </a:cubicBezTo>
                <a:cubicBezTo>
                  <a:pt x="240432" y="16747"/>
                  <a:pt x="243418" y="21059"/>
                  <a:pt x="245409" y="26112"/>
                </a:cubicBezTo>
                <a:cubicBezTo>
                  <a:pt x="247400" y="31162"/>
                  <a:pt x="248395" y="36746"/>
                  <a:pt x="248395" y="42862"/>
                </a:cubicBezTo>
                <a:moveTo>
                  <a:pt x="229900" y="43055"/>
                </a:moveTo>
                <a:cubicBezTo>
                  <a:pt x="229900" y="34450"/>
                  <a:pt x="227267" y="27917"/>
                  <a:pt x="222001" y="23454"/>
                </a:cubicBezTo>
                <a:cubicBezTo>
                  <a:pt x="216735" y="18991"/>
                  <a:pt x="208837" y="16760"/>
                  <a:pt x="198305" y="16760"/>
                </a:cubicBezTo>
                <a:lnTo>
                  <a:pt x="161797" y="16760"/>
                </a:lnTo>
                <a:lnTo>
                  <a:pt x="161797" y="70313"/>
                </a:lnTo>
                <a:lnTo>
                  <a:pt x="199075" y="70313"/>
                </a:lnTo>
                <a:cubicBezTo>
                  <a:pt x="209671" y="70313"/>
                  <a:pt x="217458" y="67969"/>
                  <a:pt x="222435" y="63282"/>
                </a:cubicBezTo>
                <a:cubicBezTo>
                  <a:pt x="227412" y="58594"/>
                  <a:pt x="229900" y="51852"/>
                  <a:pt x="229900" y="43055"/>
                </a:cubicBezTo>
                <a:close/>
                <a:moveTo>
                  <a:pt x="414691" y="100214"/>
                </a:moveTo>
                <a:cubicBezTo>
                  <a:pt x="414691" y="106453"/>
                  <a:pt x="413679" y="112016"/>
                  <a:pt x="411656" y="116902"/>
                </a:cubicBezTo>
                <a:cubicBezTo>
                  <a:pt x="409634" y="121788"/>
                  <a:pt x="406680" y="125920"/>
                  <a:pt x="402794" y="129297"/>
                </a:cubicBezTo>
                <a:cubicBezTo>
                  <a:pt x="398909" y="132672"/>
                  <a:pt x="394093" y="135244"/>
                  <a:pt x="388345" y="137011"/>
                </a:cubicBezTo>
                <a:cubicBezTo>
                  <a:pt x="382598" y="138779"/>
                  <a:pt x="376031" y="139663"/>
                  <a:pt x="368646" y="139663"/>
                </a:cubicBezTo>
                <a:cubicBezTo>
                  <a:pt x="360234" y="139663"/>
                  <a:pt x="353154" y="138620"/>
                  <a:pt x="347406" y="136533"/>
                </a:cubicBezTo>
                <a:cubicBezTo>
                  <a:pt x="341659" y="134446"/>
                  <a:pt x="336922" y="131685"/>
                  <a:pt x="333198" y="128249"/>
                </a:cubicBezTo>
                <a:cubicBezTo>
                  <a:pt x="329473" y="124814"/>
                  <a:pt x="326680" y="120897"/>
                  <a:pt x="324817" y="116498"/>
                </a:cubicBezTo>
                <a:cubicBezTo>
                  <a:pt x="322955" y="112100"/>
                  <a:pt x="321735" y="107557"/>
                  <a:pt x="321157" y="102869"/>
                </a:cubicBezTo>
                <a:lnTo>
                  <a:pt x="339074" y="101232"/>
                </a:lnTo>
                <a:cubicBezTo>
                  <a:pt x="339588" y="104814"/>
                  <a:pt x="340535" y="108075"/>
                  <a:pt x="341915" y="111017"/>
                </a:cubicBezTo>
                <a:cubicBezTo>
                  <a:pt x="343296" y="113959"/>
                  <a:pt x="345175" y="116485"/>
                  <a:pt x="347551" y="118596"/>
                </a:cubicBezTo>
                <a:cubicBezTo>
                  <a:pt x="349927" y="120707"/>
                  <a:pt x="352849" y="122339"/>
                  <a:pt x="356316" y="123491"/>
                </a:cubicBezTo>
                <a:cubicBezTo>
                  <a:pt x="359784" y="124640"/>
                  <a:pt x="363894" y="125215"/>
                  <a:pt x="368646" y="125215"/>
                </a:cubicBezTo>
                <a:cubicBezTo>
                  <a:pt x="377380" y="125215"/>
                  <a:pt x="384235" y="123064"/>
                  <a:pt x="389212" y="118762"/>
                </a:cubicBezTo>
                <a:cubicBezTo>
                  <a:pt x="394189" y="114460"/>
                  <a:pt x="396678" y="108070"/>
                  <a:pt x="396678" y="99594"/>
                </a:cubicBezTo>
                <a:cubicBezTo>
                  <a:pt x="396678" y="94586"/>
                  <a:pt x="395570" y="90556"/>
                  <a:pt x="393354" y="87506"/>
                </a:cubicBezTo>
                <a:cubicBezTo>
                  <a:pt x="391139" y="84456"/>
                  <a:pt x="388377" y="82080"/>
                  <a:pt x="385070" y="80379"/>
                </a:cubicBezTo>
                <a:cubicBezTo>
                  <a:pt x="381763" y="78677"/>
                  <a:pt x="378167" y="77537"/>
                  <a:pt x="374281" y="76959"/>
                </a:cubicBezTo>
                <a:cubicBezTo>
                  <a:pt x="370396" y="76381"/>
                  <a:pt x="366816" y="76092"/>
                  <a:pt x="363541" y="76092"/>
                </a:cubicBezTo>
                <a:lnTo>
                  <a:pt x="353716" y="76092"/>
                </a:lnTo>
                <a:lnTo>
                  <a:pt x="353716" y="61067"/>
                </a:lnTo>
                <a:lnTo>
                  <a:pt x="363156" y="61067"/>
                </a:lnTo>
                <a:cubicBezTo>
                  <a:pt x="366431" y="61067"/>
                  <a:pt x="369834" y="60730"/>
                  <a:pt x="373366" y="60058"/>
                </a:cubicBezTo>
                <a:cubicBezTo>
                  <a:pt x="376898" y="59384"/>
                  <a:pt x="380125" y="58166"/>
                  <a:pt x="383047" y="56404"/>
                </a:cubicBezTo>
                <a:cubicBezTo>
                  <a:pt x="385969" y="54642"/>
                  <a:pt x="388377" y="52255"/>
                  <a:pt x="390272" y="49243"/>
                </a:cubicBezTo>
                <a:cubicBezTo>
                  <a:pt x="392166" y="46231"/>
                  <a:pt x="393113" y="42387"/>
                  <a:pt x="393113" y="37709"/>
                </a:cubicBezTo>
                <a:cubicBezTo>
                  <a:pt x="393113" y="30467"/>
                  <a:pt x="390978" y="24748"/>
                  <a:pt x="386708" y="20552"/>
                </a:cubicBezTo>
                <a:cubicBezTo>
                  <a:pt x="382437" y="16354"/>
                  <a:pt x="376096" y="14255"/>
                  <a:pt x="367683" y="14255"/>
                </a:cubicBezTo>
                <a:cubicBezTo>
                  <a:pt x="360041" y="14255"/>
                  <a:pt x="353860" y="16214"/>
                  <a:pt x="349140" y="20131"/>
                </a:cubicBezTo>
                <a:cubicBezTo>
                  <a:pt x="344420" y="24048"/>
                  <a:pt x="341675" y="29570"/>
                  <a:pt x="340904" y="36698"/>
                </a:cubicBezTo>
                <a:lnTo>
                  <a:pt x="323469" y="35349"/>
                </a:lnTo>
                <a:cubicBezTo>
                  <a:pt x="324175" y="29377"/>
                  <a:pt x="325813" y="24176"/>
                  <a:pt x="328381" y="19745"/>
                </a:cubicBezTo>
                <a:cubicBezTo>
                  <a:pt x="330950" y="15315"/>
                  <a:pt x="334209" y="11639"/>
                  <a:pt x="338159" y="8717"/>
                </a:cubicBezTo>
                <a:cubicBezTo>
                  <a:pt x="342108" y="5795"/>
                  <a:pt x="346619" y="3612"/>
                  <a:pt x="351693" y="2167"/>
                </a:cubicBezTo>
                <a:cubicBezTo>
                  <a:pt x="356766" y="722"/>
                  <a:pt x="362160" y="0"/>
                  <a:pt x="367876" y="0"/>
                </a:cubicBezTo>
                <a:cubicBezTo>
                  <a:pt x="375453" y="0"/>
                  <a:pt x="381972" y="946"/>
                  <a:pt x="387430" y="2838"/>
                </a:cubicBezTo>
                <a:cubicBezTo>
                  <a:pt x="392889" y="4729"/>
                  <a:pt x="397352" y="7293"/>
                  <a:pt x="400820" y="10532"/>
                </a:cubicBezTo>
                <a:cubicBezTo>
                  <a:pt x="404287" y="13771"/>
                  <a:pt x="406840" y="17570"/>
                  <a:pt x="408478" y="21931"/>
                </a:cubicBezTo>
                <a:cubicBezTo>
                  <a:pt x="410115" y="26291"/>
                  <a:pt x="410934" y="30940"/>
                  <a:pt x="410934" y="35876"/>
                </a:cubicBezTo>
                <a:cubicBezTo>
                  <a:pt x="410934" y="39851"/>
                  <a:pt x="410388" y="43571"/>
                  <a:pt x="409296" y="47034"/>
                </a:cubicBezTo>
                <a:cubicBezTo>
                  <a:pt x="408205" y="50495"/>
                  <a:pt x="406503" y="53606"/>
                  <a:pt x="404191" y="56365"/>
                </a:cubicBezTo>
                <a:cubicBezTo>
                  <a:pt x="401879" y="59122"/>
                  <a:pt x="398941" y="61495"/>
                  <a:pt x="395377" y="63484"/>
                </a:cubicBezTo>
                <a:cubicBezTo>
                  <a:pt x="391813" y="65470"/>
                  <a:pt x="387526" y="66976"/>
                  <a:pt x="382517" y="68002"/>
                </a:cubicBezTo>
                <a:lnTo>
                  <a:pt x="382517" y="68387"/>
                </a:lnTo>
                <a:cubicBezTo>
                  <a:pt x="387976" y="68967"/>
                  <a:pt x="392728" y="70205"/>
                  <a:pt x="396774" y="72101"/>
                </a:cubicBezTo>
                <a:cubicBezTo>
                  <a:pt x="400820" y="73997"/>
                  <a:pt x="404159" y="76360"/>
                  <a:pt x="406792" y="79190"/>
                </a:cubicBezTo>
                <a:cubicBezTo>
                  <a:pt x="409425" y="82019"/>
                  <a:pt x="411400" y="85235"/>
                  <a:pt x="412716" y="88837"/>
                </a:cubicBezTo>
                <a:cubicBezTo>
                  <a:pt x="414033" y="92437"/>
                  <a:pt x="414691" y="96229"/>
                  <a:pt x="414691" y="100214"/>
                </a:cubicBezTo>
                <a:close/>
                <a:moveTo>
                  <a:pt x="524763" y="93475"/>
                </a:moveTo>
                <a:cubicBezTo>
                  <a:pt x="524763" y="100290"/>
                  <a:pt x="523735" y="106525"/>
                  <a:pt x="521680" y="112182"/>
                </a:cubicBezTo>
                <a:cubicBezTo>
                  <a:pt x="519625" y="117839"/>
                  <a:pt x="516575" y="122709"/>
                  <a:pt x="512529" y="126793"/>
                </a:cubicBezTo>
                <a:cubicBezTo>
                  <a:pt x="508484" y="130874"/>
                  <a:pt x="503459" y="134040"/>
                  <a:pt x="497454" y="136289"/>
                </a:cubicBezTo>
                <a:cubicBezTo>
                  <a:pt x="491450" y="138539"/>
                  <a:pt x="484498" y="139663"/>
                  <a:pt x="476599" y="139663"/>
                </a:cubicBezTo>
                <a:cubicBezTo>
                  <a:pt x="469471" y="139663"/>
                  <a:pt x="463258" y="138828"/>
                  <a:pt x="457960" y="137159"/>
                </a:cubicBezTo>
                <a:cubicBezTo>
                  <a:pt x="452662" y="135489"/>
                  <a:pt x="448183" y="133194"/>
                  <a:pt x="444522" y="130272"/>
                </a:cubicBezTo>
                <a:cubicBezTo>
                  <a:pt x="440862" y="127350"/>
                  <a:pt x="437956" y="123931"/>
                  <a:pt x="435805" y="120014"/>
                </a:cubicBezTo>
                <a:cubicBezTo>
                  <a:pt x="433653" y="116097"/>
                  <a:pt x="432128" y="111891"/>
                  <a:pt x="431229" y="107396"/>
                </a:cubicBezTo>
                <a:lnTo>
                  <a:pt x="448761" y="105374"/>
                </a:lnTo>
                <a:cubicBezTo>
                  <a:pt x="449467" y="107930"/>
                  <a:pt x="450462" y="110406"/>
                  <a:pt x="451747" y="112802"/>
                </a:cubicBezTo>
                <a:cubicBezTo>
                  <a:pt x="453031" y="115198"/>
                  <a:pt x="454781" y="117339"/>
                  <a:pt x="456997" y="119225"/>
                </a:cubicBezTo>
                <a:cubicBezTo>
                  <a:pt x="459212" y="121110"/>
                  <a:pt x="461941" y="122612"/>
                  <a:pt x="465184" y="123731"/>
                </a:cubicBezTo>
                <a:cubicBezTo>
                  <a:pt x="468427" y="124849"/>
                  <a:pt x="472361" y="125408"/>
                  <a:pt x="476985" y="125408"/>
                </a:cubicBezTo>
                <a:cubicBezTo>
                  <a:pt x="481480" y="125408"/>
                  <a:pt x="485558" y="124719"/>
                  <a:pt x="489218" y="123340"/>
                </a:cubicBezTo>
                <a:cubicBezTo>
                  <a:pt x="492879" y="121962"/>
                  <a:pt x="496009" y="119927"/>
                  <a:pt x="498610" y="117236"/>
                </a:cubicBezTo>
                <a:cubicBezTo>
                  <a:pt x="501211" y="114543"/>
                  <a:pt x="503218" y="111241"/>
                  <a:pt x="504631" y="107330"/>
                </a:cubicBezTo>
                <a:cubicBezTo>
                  <a:pt x="506043" y="103419"/>
                  <a:pt x="506750" y="98931"/>
                  <a:pt x="506750" y="93866"/>
                </a:cubicBezTo>
                <a:cubicBezTo>
                  <a:pt x="506750" y="89699"/>
                  <a:pt x="506075" y="85868"/>
                  <a:pt x="504727" y="82374"/>
                </a:cubicBezTo>
                <a:cubicBezTo>
                  <a:pt x="503378" y="78881"/>
                  <a:pt x="501452" y="75868"/>
                  <a:pt x="498947" y="73335"/>
                </a:cubicBezTo>
                <a:cubicBezTo>
                  <a:pt x="496443" y="70803"/>
                  <a:pt x="493376" y="68831"/>
                  <a:pt x="489748" y="67421"/>
                </a:cubicBezTo>
                <a:cubicBezTo>
                  <a:pt x="486120" y="66010"/>
                  <a:pt x="481994" y="65305"/>
                  <a:pt x="477370" y="65305"/>
                </a:cubicBezTo>
                <a:cubicBezTo>
                  <a:pt x="474480" y="65305"/>
                  <a:pt x="471815" y="65561"/>
                  <a:pt x="469375" y="66075"/>
                </a:cubicBezTo>
                <a:cubicBezTo>
                  <a:pt x="466934" y="66589"/>
                  <a:pt x="464671" y="67295"/>
                  <a:pt x="462584" y="68194"/>
                </a:cubicBezTo>
                <a:cubicBezTo>
                  <a:pt x="460497" y="69093"/>
                  <a:pt x="458602" y="70137"/>
                  <a:pt x="456900" y="71325"/>
                </a:cubicBezTo>
                <a:cubicBezTo>
                  <a:pt x="455199" y="72513"/>
                  <a:pt x="453609" y="73749"/>
                  <a:pt x="452132" y="75033"/>
                </a:cubicBezTo>
                <a:lnTo>
                  <a:pt x="435178" y="75033"/>
                </a:lnTo>
                <a:lnTo>
                  <a:pt x="439706" y="1926"/>
                </a:lnTo>
                <a:lnTo>
                  <a:pt x="516864" y="1926"/>
                </a:lnTo>
                <a:lnTo>
                  <a:pt x="516864" y="16760"/>
                </a:lnTo>
                <a:lnTo>
                  <a:pt x="455504" y="16760"/>
                </a:lnTo>
                <a:lnTo>
                  <a:pt x="452903" y="59718"/>
                </a:lnTo>
                <a:cubicBezTo>
                  <a:pt x="455985" y="57342"/>
                  <a:pt x="459838" y="55303"/>
                  <a:pt x="464462" y="53602"/>
                </a:cubicBezTo>
                <a:cubicBezTo>
                  <a:pt x="469086" y="51900"/>
                  <a:pt x="474576" y="51049"/>
                  <a:pt x="480934" y="51049"/>
                </a:cubicBezTo>
                <a:cubicBezTo>
                  <a:pt x="487677" y="51049"/>
                  <a:pt x="493746" y="52078"/>
                  <a:pt x="499140" y="54135"/>
                </a:cubicBezTo>
                <a:cubicBezTo>
                  <a:pt x="504534" y="56191"/>
                  <a:pt x="509126" y="59100"/>
                  <a:pt x="512915" y="62860"/>
                </a:cubicBezTo>
                <a:cubicBezTo>
                  <a:pt x="516704" y="66621"/>
                  <a:pt x="519625" y="71105"/>
                  <a:pt x="521680" y="76312"/>
                </a:cubicBezTo>
                <a:cubicBezTo>
                  <a:pt x="523735" y="81519"/>
                  <a:pt x="524763" y="87240"/>
                  <a:pt x="524763" y="93475"/>
                </a:cubicBezTo>
                <a:close/>
                <a:moveTo>
                  <a:pt x="634064" y="93282"/>
                </a:moveTo>
                <a:cubicBezTo>
                  <a:pt x="634064" y="100097"/>
                  <a:pt x="633117" y="106349"/>
                  <a:pt x="631223" y="112038"/>
                </a:cubicBezTo>
                <a:cubicBezTo>
                  <a:pt x="629328" y="117726"/>
                  <a:pt x="626535" y="122613"/>
                  <a:pt x="622842" y="126696"/>
                </a:cubicBezTo>
                <a:cubicBezTo>
                  <a:pt x="619150" y="130778"/>
                  <a:pt x="614574" y="133959"/>
                  <a:pt x="609116" y="136241"/>
                </a:cubicBezTo>
                <a:cubicBezTo>
                  <a:pt x="603657" y="138522"/>
                  <a:pt x="597364" y="139663"/>
                  <a:pt x="590236" y="139663"/>
                </a:cubicBezTo>
                <a:cubicBezTo>
                  <a:pt x="582337" y="139663"/>
                  <a:pt x="575433" y="138154"/>
                  <a:pt x="569525" y="135136"/>
                </a:cubicBezTo>
                <a:cubicBezTo>
                  <a:pt x="563617" y="132118"/>
                  <a:pt x="558704" y="127768"/>
                  <a:pt x="554787" y="122085"/>
                </a:cubicBezTo>
                <a:cubicBezTo>
                  <a:pt x="550870" y="116402"/>
                  <a:pt x="547932" y="109435"/>
                  <a:pt x="545973" y="101184"/>
                </a:cubicBezTo>
                <a:cubicBezTo>
                  <a:pt x="544014" y="92932"/>
                  <a:pt x="543035" y="83541"/>
                  <a:pt x="543035" y="73010"/>
                </a:cubicBezTo>
                <a:cubicBezTo>
                  <a:pt x="543035" y="60938"/>
                  <a:pt x="544143" y="50343"/>
                  <a:pt x="546358" y="41225"/>
                </a:cubicBezTo>
                <a:cubicBezTo>
                  <a:pt x="548574" y="32106"/>
                  <a:pt x="551769" y="24497"/>
                  <a:pt x="555943" y="18397"/>
                </a:cubicBezTo>
                <a:cubicBezTo>
                  <a:pt x="560117" y="12297"/>
                  <a:pt x="565206" y="7706"/>
                  <a:pt x="571211" y="4623"/>
                </a:cubicBezTo>
                <a:cubicBezTo>
                  <a:pt x="577215" y="1541"/>
                  <a:pt x="584006" y="0"/>
                  <a:pt x="591584" y="0"/>
                </a:cubicBezTo>
                <a:cubicBezTo>
                  <a:pt x="596208" y="0"/>
                  <a:pt x="600543" y="482"/>
                  <a:pt x="604588" y="1445"/>
                </a:cubicBezTo>
                <a:cubicBezTo>
                  <a:pt x="608634" y="2408"/>
                  <a:pt x="612311" y="3965"/>
                  <a:pt x="615618" y="6116"/>
                </a:cubicBezTo>
                <a:cubicBezTo>
                  <a:pt x="618925" y="8267"/>
                  <a:pt x="621831" y="11109"/>
                  <a:pt x="624335" y="14641"/>
                </a:cubicBezTo>
                <a:cubicBezTo>
                  <a:pt x="626840" y="18172"/>
                  <a:pt x="628831" y="22507"/>
                  <a:pt x="630308" y="27644"/>
                </a:cubicBezTo>
                <a:lnTo>
                  <a:pt x="613739" y="30630"/>
                </a:lnTo>
                <a:cubicBezTo>
                  <a:pt x="611941" y="24786"/>
                  <a:pt x="609068" y="20564"/>
                  <a:pt x="605118" y="17964"/>
                </a:cubicBezTo>
                <a:cubicBezTo>
                  <a:pt x="601169" y="15363"/>
                  <a:pt x="596593" y="14063"/>
                  <a:pt x="591391" y="14063"/>
                </a:cubicBezTo>
                <a:cubicBezTo>
                  <a:pt x="586639" y="14063"/>
                  <a:pt x="582337" y="15186"/>
                  <a:pt x="578484" y="17434"/>
                </a:cubicBezTo>
                <a:cubicBezTo>
                  <a:pt x="574630" y="19681"/>
                  <a:pt x="571355" y="23036"/>
                  <a:pt x="568658" y="27499"/>
                </a:cubicBezTo>
                <a:cubicBezTo>
                  <a:pt x="565961" y="31962"/>
                  <a:pt x="563890" y="37565"/>
                  <a:pt x="562445" y="44307"/>
                </a:cubicBezTo>
                <a:cubicBezTo>
                  <a:pt x="561000" y="51049"/>
                  <a:pt x="560278" y="58915"/>
                  <a:pt x="560278" y="67905"/>
                </a:cubicBezTo>
                <a:cubicBezTo>
                  <a:pt x="563424" y="62030"/>
                  <a:pt x="567855" y="57559"/>
                  <a:pt x="573571" y="54493"/>
                </a:cubicBezTo>
                <a:cubicBezTo>
                  <a:pt x="579286" y="51427"/>
                  <a:pt x="585837" y="49893"/>
                  <a:pt x="593222" y="49893"/>
                </a:cubicBezTo>
                <a:cubicBezTo>
                  <a:pt x="599387" y="49893"/>
                  <a:pt x="604974" y="50890"/>
                  <a:pt x="609983" y="52882"/>
                </a:cubicBezTo>
                <a:cubicBezTo>
                  <a:pt x="614992" y="54875"/>
                  <a:pt x="619278" y="57752"/>
                  <a:pt x="622842" y="61512"/>
                </a:cubicBezTo>
                <a:cubicBezTo>
                  <a:pt x="626406" y="65272"/>
                  <a:pt x="629168" y="69837"/>
                  <a:pt x="631126" y="75204"/>
                </a:cubicBezTo>
                <a:cubicBezTo>
                  <a:pt x="633085" y="80572"/>
                  <a:pt x="634064" y="86598"/>
                  <a:pt x="634064" y="93282"/>
                </a:cubicBezTo>
                <a:moveTo>
                  <a:pt x="616437" y="94056"/>
                </a:moveTo>
                <a:cubicBezTo>
                  <a:pt x="616437" y="89376"/>
                  <a:pt x="615859" y="85145"/>
                  <a:pt x="614703" y="81363"/>
                </a:cubicBezTo>
                <a:cubicBezTo>
                  <a:pt x="613547" y="77580"/>
                  <a:pt x="611813" y="74359"/>
                  <a:pt x="609501" y="71698"/>
                </a:cubicBezTo>
                <a:cubicBezTo>
                  <a:pt x="607189" y="69037"/>
                  <a:pt x="604331" y="66985"/>
                  <a:pt x="600928" y="65542"/>
                </a:cubicBezTo>
                <a:cubicBezTo>
                  <a:pt x="597524" y="64100"/>
                  <a:pt x="593575" y="63378"/>
                  <a:pt x="589080" y="63378"/>
                </a:cubicBezTo>
                <a:cubicBezTo>
                  <a:pt x="585933" y="63378"/>
                  <a:pt x="582754" y="63844"/>
                  <a:pt x="579543" y="64775"/>
                </a:cubicBezTo>
                <a:cubicBezTo>
                  <a:pt x="576332" y="65704"/>
                  <a:pt x="573426" y="67210"/>
                  <a:pt x="570826" y="69293"/>
                </a:cubicBezTo>
                <a:cubicBezTo>
                  <a:pt x="568225" y="71376"/>
                  <a:pt x="566106" y="74117"/>
                  <a:pt x="564468" y="77516"/>
                </a:cubicBezTo>
                <a:cubicBezTo>
                  <a:pt x="562830" y="80913"/>
                  <a:pt x="562012" y="85048"/>
                  <a:pt x="562012" y="89920"/>
                </a:cubicBezTo>
                <a:cubicBezTo>
                  <a:pt x="562012" y="94921"/>
                  <a:pt x="562654" y="99585"/>
                  <a:pt x="563938" y="103914"/>
                </a:cubicBezTo>
                <a:cubicBezTo>
                  <a:pt x="565223" y="108242"/>
                  <a:pt x="567069" y="112010"/>
                  <a:pt x="569477" y="115216"/>
                </a:cubicBezTo>
                <a:cubicBezTo>
                  <a:pt x="571885" y="118421"/>
                  <a:pt x="574791" y="120953"/>
                  <a:pt x="578195" y="122813"/>
                </a:cubicBezTo>
                <a:cubicBezTo>
                  <a:pt x="581598" y="124672"/>
                  <a:pt x="585419" y="125601"/>
                  <a:pt x="589658" y="125601"/>
                </a:cubicBezTo>
                <a:cubicBezTo>
                  <a:pt x="593832" y="125601"/>
                  <a:pt x="597572" y="124879"/>
                  <a:pt x="600880" y="123436"/>
                </a:cubicBezTo>
                <a:cubicBezTo>
                  <a:pt x="604187" y="121994"/>
                  <a:pt x="606996" y="119910"/>
                  <a:pt x="609308" y="117185"/>
                </a:cubicBezTo>
                <a:cubicBezTo>
                  <a:pt x="611620" y="114460"/>
                  <a:pt x="613386" y="111142"/>
                  <a:pt x="614606" y="107231"/>
                </a:cubicBezTo>
                <a:cubicBezTo>
                  <a:pt x="615826" y="103320"/>
                  <a:pt x="616437" y="98928"/>
                  <a:pt x="616437" y="940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117311-41F0-4A60-809F-A4E6CDE2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420" y="2098265"/>
            <a:ext cx="65759" cy="31023"/>
          </a:xfrm>
          <a:custGeom xmlns:a="http://schemas.openxmlformats.org/drawingml/2006/main">
            <a:pathLst>
              <a:path w="65759" h="31023">
                <a:moveTo>
                  <a:pt x="0" y="0"/>
                </a:moveTo>
                <a:lnTo>
                  <a:pt x="65759" y="0"/>
                </a:lnTo>
                <a:lnTo>
                  <a:pt x="65759" y="31023"/>
                </a:lnTo>
                <a:lnTo>
                  <a:pt x="0" y="3102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28B8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WF8">
            <a:extLst xmlns:a="http://schemas.openxmlformats.org/drawingml/2006/main">
              <a:ext uri="{FF2B5EF4-FFF2-40B4-BE49-F238E27FC236}">
                <a16:creationId xmlns:a16="http://schemas.microsoft.com/office/drawing/2014/main" id="{C3F48687-DED2-4F17-9FA9-7F52EC93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705" y="2045082"/>
            <a:ext cx="461888" cy="139663"/>
          </a:xfrm>
          <a:custGeom xmlns:a="http://schemas.openxmlformats.org/drawingml/2006/main">
            <a:pathLst>
              <a:path w="461888" h="139663">
                <a:moveTo>
                  <a:pt x="144684" y="137737"/>
                </a:moveTo>
                <a:lnTo>
                  <a:pt x="122721" y="137737"/>
                </a:lnTo>
                <a:lnTo>
                  <a:pt x="99217" y="51459"/>
                </a:lnTo>
                <a:cubicBezTo>
                  <a:pt x="98511" y="49017"/>
                  <a:pt x="97756" y="46125"/>
                  <a:pt x="96953" y="42784"/>
                </a:cubicBezTo>
                <a:cubicBezTo>
                  <a:pt x="96151" y="39441"/>
                  <a:pt x="95428" y="36259"/>
                  <a:pt x="94786" y="33239"/>
                </a:cubicBezTo>
                <a:cubicBezTo>
                  <a:pt x="94015" y="29706"/>
                  <a:pt x="93245" y="26107"/>
                  <a:pt x="92474" y="22442"/>
                </a:cubicBezTo>
                <a:cubicBezTo>
                  <a:pt x="91639" y="26171"/>
                  <a:pt x="90837" y="29802"/>
                  <a:pt x="90066" y="33336"/>
                </a:cubicBezTo>
                <a:cubicBezTo>
                  <a:pt x="89360" y="36420"/>
                  <a:pt x="88621" y="39601"/>
                  <a:pt x="87851" y="42880"/>
                </a:cubicBezTo>
                <a:cubicBezTo>
                  <a:pt x="87080" y="46157"/>
                  <a:pt x="86341" y="49017"/>
                  <a:pt x="85635" y="51459"/>
                </a:cubicBezTo>
                <a:lnTo>
                  <a:pt x="61938" y="137737"/>
                </a:lnTo>
                <a:lnTo>
                  <a:pt x="39976" y="137737"/>
                </a:lnTo>
                <a:lnTo>
                  <a:pt x="0" y="1926"/>
                </a:lnTo>
                <a:lnTo>
                  <a:pt x="19169" y="1926"/>
                </a:lnTo>
                <a:lnTo>
                  <a:pt x="43540" y="88202"/>
                </a:lnTo>
                <a:cubicBezTo>
                  <a:pt x="44632" y="92251"/>
                  <a:pt x="45675" y="96268"/>
                  <a:pt x="46671" y="100254"/>
                </a:cubicBezTo>
                <a:cubicBezTo>
                  <a:pt x="47666" y="104237"/>
                  <a:pt x="48517" y="107803"/>
                  <a:pt x="49223" y="110951"/>
                </a:cubicBezTo>
                <a:cubicBezTo>
                  <a:pt x="50058" y="114679"/>
                  <a:pt x="50829" y="118214"/>
                  <a:pt x="51535" y="121555"/>
                </a:cubicBezTo>
                <a:cubicBezTo>
                  <a:pt x="52498" y="117120"/>
                  <a:pt x="53494" y="112750"/>
                  <a:pt x="54521" y="108444"/>
                </a:cubicBezTo>
                <a:cubicBezTo>
                  <a:pt x="54971" y="106646"/>
                  <a:pt x="55420" y="104750"/>
                  <a:pt x="55870" y="102758"/>
                </a:cubicBezTo>
                <a:cubicBezTo>
                  <a:pt x="56319" y="100765"/>
                  <a:pt x="56785" y="98806"/>
                  <a:pt x="57267" y="96879"/>
                </a:cubicBezTo>
                <a:cubicBezTo>
                  <a:pt x="57748" y="94951"/>
                  <a:pt x="58230" y="93103"/>
                  <a:pt x="58712" y="91335"/>
                </a:cubicBezTo>
                <a:cubicBezTo>
                  <a:pt x="59193" y="89567"/>
                  <a:pt x="59627" y="87945"/>
                  <a:pt x="60012" y="86468"/>
                </a:cubicBezTo>
                <a:lnTo>
                  <a:pt x="83612" y="1926"/>
                </a:lnTo>
                <a:lnTo>
                  <a:pt x="101240" y="1926"/>
                </a:lnTo>
                <a:lnTo>
                  <a:pt x="124840" y="86468"/>
                </a:lnTo>
                <a:cubicBezTo>
                  <a:pt x="125226" y="87945"/>
                  <a:pt x="125659" y="89567"/>
                  <a:pt x="126141" y="91335"/>
                </a:cubicBezTo>
                <a:cubicBezTo>
                  <a:pt x="126622" y="93103"/>
                  <a:pt x="127104" y="94935"/>
                  <a:pt x="127586" y="96831"/>
                </a:cubicBezTo>
                <a:cubicBezTo>
                  <a:pt x="128067" y="98725"/>
                  <a:pt x="128533" y="100669"/>
                  <a:pt x="128982" y="102662"/>
                </a:cubicBezTo>
                <a:cubicBezTo>
                  <a:pt x="129432" y="104654"/>
                  <a:pt x="129881" y="106549"/>
                  <a:pt x="130331" y="108347"/>
                </a:cubicBezTo>
                <a:cubicBezTo>
                  <a:pt x="131358" y="112654"/>
                  <a:pt x="132354" y="117056"/>
                  <a:pt x="133317" y="121555"/>
                </a:cubicBezTo>
                <a:cubicBezTo>
                  <a:pt x="133381" y="121555"/>
                  <a:pt x="133670" y="120446"/>
                  <a:pt x="134184" y="118229"/>
                </a:cubicBezTo>
                <a:cubicBezTo>
                  <a:pt x="134698" y="116012"/>
                  <a:pt x="135340" y="113233"/>
                  <a:pt x="136111" y="109891"/>
                </a:cubicBezTo>
                <a:cubicBezTo>
                  <a:pt x="136881" y="106550"/>
                  <a:pt x="137732" y="102935"/>
                  <a:pt x="138663" y="99047"/>
                </a:cubicBezTo>
                <a:cubicBezTo>
                  <a:pt x="139594" y="95158"/>
                  <a:pt x="140542" y="91543"/>
                  <a:pt x="141505" y="88202"/>
                </a:cubicBezTo>
                <a:lnTo>
                  <a:pt x="165490" y="1926"/>
                </a:lnTo>
                <a:lnTo>
                  <a:pt x="184660" y="1926"/>
                </a:lnTo>
                <a:lnTo>
                  <a:pt x="144684" y="137737"/>
                </a:lnTo>
                <a:close/>
                <a:moveTo>
                  <a:pt x="219946" y="16952"/>
                </a:moveTo>
                <a:lnTo>
                  <a:pt x="219946" y="67424"/>
                </a:lnTo>
                <a:lnTo>
                  <a:pt x="295659" y="67424"/>
                </a:lnTo>
                <a:lnTo>
                  <a:pt x="295659" y="82642"/>
                </a:lnTo>
                <a:lnTo>
                  <a:pt x="219946" y="82642"/>
                </a:lnTo>
                <a:lnTo>
                  <a:pt x="219946" y="137737"/>
                </a:lnTo>
                <a:lnTo>
                  <a:pt x="201547" y="137737"/>
                </a:lnTo>
                <a:lnTo>
                  <a:pt x="201547" y="1926"/>
                </a:lnTo>
                <a:lnTo>
                  <a:pt x="297971" y="1926"/>
                </a:lnTo>
                <a:lnTo>
                  <a:pt x="297971" y="16952"/>
                </a:lnTo>
                <a:lnTo>
                  <a:pt x="219946" y="16952"/>
                </a:lnTo>
                <a:close/>
                <a:moveTo>
                  <a:pt x="461888" y="99856"/>
                </a:moveTo>
                <a:cubicBezTo>
                  <a:pt x="461888" y="105639"/>
                  <a:pt x="460973" y="110957"/>
                  <a:pt x="459143" y="115809"/>
                </a:cubicBezTo>
                <a:cubicBezTo>
                  <a:pt x="457313" y="120659"/>
                  <a:pt x="454519" y="124852"/>
                  <a:pt x="450762" y="128388"/>
                </a:cubicBezTo>
                <a:cubicBezTo>
                  <a:pt x="447006" y="131922"/>
                  <a:pt x="442205" y="134685"/>
                  <a:pt x="436362" y="136677"/>
                </a:cubicBezTo>
                <a:cubicBezTo>
                  <a:pt x="430518" y="138668"/>
                  <a:pt x="423614" y="139663"/>
                  <a:pt x="415651" y="139663"/>
                </a:cubicBezTo>
                <a:cubicBezTo>
                  <a:pt x="407688" y="139663"/>
                  <a:pt x="400801" y="138668"/>
                  <a:pt x="394989" y="136677"/>
                </a:cubicBezTo>
                <a:cubicBezTo>
                  <a:pt x="389177" y="134685"/>
                  <a:pt x="384361" y="131938"/>
                  <a:pt x="380540" y="128436"/>
                </a:cubicBezTo>
                <a:cubicBezTo>
                  <a:pt x="376719" y="124934"/>
                  <a:pt x="373893" y="120759"/>
                  <a:pt x="372063" y="115908"/>
                </a:cubicBezTo>
                <a:cubicBezTo>
                  <a:pt x="370233" y="111056"/>
                  <a:pt x="369318" y="105771"/>
                  <a:pt x="369318" y="100052"/>
                </a:cubicBezTo>
                <a:cubicBezTo>
                  <a:pt x="369318" y="95103"/>
                  <a:pt x="370072" y="90702"/>
                  <a:pt x="371581" y="86847"/>
                </a:cubicBezTo>
                <a:cubicBezTo>
                  <a:pt x="373090" y="82992"/>
                  <a:pt x="375113" y="79667"/>
                  <a:pt x="377650" y="76872"/>
                </a:cubicBezTo>
                <a:cubicBezTo>
                  <a:pt x="380187" y="74077"/>
                  <a:pt x="383076" y="71828"/>
                  <a:pt x="386319" y="70127"/>
                </a:cubicBezTo>
                <a:cubicBezTo>
                  <a:pt x="389562" y="68423"/>
                  <a:pt x="392918" y="67282"/>
                  <a:pt x="396386" y="66704"/>
                </a:cubicBezTo>
                <a:lnTo>
                  <a:pt x="396386" y="66319"/>
                </a:lnTo>
                <a:cubicBezTo>
                  <a:pt x="392597" y="65420"/>
                  <a:pt x="389209" y="63976"/>
                  <a:pt x="386223" y="61988"/>
                </a:cubicBezTo>
                <a:cubicBezTo>
                  <a:pt x="383237" y="59999"/>
                  <a:pt x="380732" y="57609"/>
                  <a:pt x="378710" y="54818"/>
                </a:cubicBezTo>
                <a:cubicBezTo>
                  <a:pt x="376687" y="52027"/>
                  <a:pt x="375145" y="48930"/>
                  <a:pt x="374086" y="45529"/>
                </a:cubicBezTo>
                <a:cubicBezTo>
                  <a:pt x="373026" y="42128"/>
                  <a:pt x="372496" y="38534"/>
                  <a:pt x="372496" y="34747"/>
                </a:cubicBezTo>
                <a:cubicBezTo>
                  <a:pt x="372496" y="30000"/>
                  <a:pt x="373412" y="25525"/>
                  <a:pt x="375242" y="21323"/>
                </a:cubicBezTo>
                <a:cubicBezTo>
                  <a:pt x="377072" y="17119"/>
                  <a:pt x="379785" y="13429"/>
                  <a:pt x="383381" y="10252"/>
                </a:cubicBezTo>
                <a:cubicBezTo>
                  <a:pt x="386978" y="7075"/>
                  <a:pt x="391441" y="4573"/>
                  <a:pt x="396771" y="2745"/>
                </a:cubicBezTo>
                <a:cubicBezTo>
                  <a:pt x="402101" y="915"/>
                  <a:pt x="408266" y="0"/>
                  <a:pt x="415266" y="0"/>
                </a:cubicBezTo>
                <a:cubicBezTo>
                  <a:pt x="422651" y="0"/>
                  <a:pt x="429057" y="931"/>
                  <a:pt x="434483" y="2793"/>
                </a:cubicBezTo>
                <a:cubicBezTo>
                  <a:pt x="439910" y="4653"/>
                  <a:pt x="444405" y="7172"/>
                  <a:pt x="447969" y="10348"/>
                </a:cubicBezTo>
                <a:cubicBezTo>
                  <a:pt x="451533" y="13523"/>
                  <a:pt x="454182" y="17228"/>
                  <a:pt x="455916" y="21464"/>
                </a:cubicBezTo>
                <a:cubicBezTo>
                  <a:pt x="457650" y="25698"/>
                  <a:pt x="458517" y="30190"/>
                  <a:pt x="458517" y="34940"/>
                </a:cubicBezTo>
                <a:cubicBezTo>
                  <a:pt x="458517" y="38660"/>
                  <a:pt x="457987" y="42221"/>
                  <a:pt x="456927" y="45622"/>
                </a:cubicBezTo>
                <a:cubicBezTo>
                  <a:pt x="455868" y="49024"/>
                  <a:pt x="454327" y="52120"/>
                  <a:pt x="452304" y="54911"/>
                </a:cubicBezTo>
                <a:cubicBezTo>
                  <a:pt x="450281" y="57702"/>
                  <a:pt x="447776" y="60076"/>
                  <a:pt x="444790" y="62033"/>
                </a:cubicBezTo>
                <a:cubicBezTo>
                  <a:pt x="441804" y="63989"/>
                  <a:pt x="438352" y="65353"/>
                  <a:pt x="434435" y="66123"/>
                </a:cubicBezTo>
                <a:lnTo>
                  <a:pt x="434435" y="66509"/>
                </a:lnTo>
                <a:cubicBezTo>
                  <a:pt x="438352" y="67151"/>
                  <a:pt x="441981" y="68324"/>
                  <a:pt x="445320" y="70027"/>
                </a:cubicBezTo>
                <a:cubicBezTo>
                  <a:pt x="448659" y="71729"/>
                  <a:pt x="451549" y="73977"/>
                  <a:pt x="453989" y="76773"/>
                </a:cubicBezTo>
                <a:cubicBezTo>
                  <a:pt x="456430" y="79568"/>
                  <a:pt x="458356" y="82894"/>
                  <a:pt x="459769" y="86751"/>
                </a:cubicBezTo>
                <a:cubicBezTo>
                  <a:pt x="461182" y="90606"/>
                  <a:pt x="461888" y="94974"/>
                  <a:pt x="461888" y="99856"/>
                </a:cubicBezTo>
                <a:moveTo>
                  <a:pt x="440504" y="35879"/>
                </a:moveTo>
                <a:cubicBezTo>
                  <a:pt x="440504" y="32484"/>
                  <a:pt x="440070" y="29376"/>
                  <a:pt x="439203" y="26557"/>
                </a:cubicBezTo>
                <a:cubicBezTo>
                  <a:pt x="438336" y="23738"/>
                  <a:pt x="436907" y="21319"/>
                  <a:pt x="434917" y="19300"/>
                </a:cubicBezTo>
                <a:cubicBezTo>
                  <a:pt x="432926" y="17281"/>
                  <a:pt x="430325" y="15711"/>
                  <a:pt x="427114" y="14589"/>
                </a:cubicBezTo>
                <a:cubicBezTo>
                  <a:pt x="423903" y="13468"/>
                  <a:pt x="419954" y="12907"/>
                  <a:pt x="415266" y="12907"/>
                </a:cubicBezTo>
                <a:cubicBezTo>
                  <a:pt x="410706" y="12907"/>
                  <a:pt x="406853" y="13468"/>
                  <a:pt x="403707" y="14589"/>
                </a:cubicBezTo>
                <a:cubicBezTo>
                  <a:pt x="400560" y="15711"/>
                  <a:pt x="397975" y="17281"/>
                  <a:pt x="395952" y="19300"/>
                </a:cubicBezTo>
                <a:cubicBezTo>
                  <a:pt x="393929" y="21319"/>
                  <a:pt x="392468" y="23738"/>
                  <a:pt x="391569" y="26557"/>
                </a:cubicBezTo>
                <a:cubicBezTo>
                  <a:pt x="390670" y="29376"/>
                  <a:pt x="390221" y="32484"/>
                  <a:pt x="390221" y="35879"/>
                </a:cubicBezTo>
                <a:cubicBezTo>
                  <a:pt x="390221" y="38572"/>
                  <a:pt x="390574" y="41328"/>
                  <a:pt x="391280" y="44147"/>
                </a:cubicBezTo>
                <a:cubicBezTo>
                  <a:pt x="391987" y="46967"/>
                  <a:pt x="393271" y="49530"/>
                  <a:pt x="395133" y="51838"/>
                </a:cubicBezTo>
                <a:cubicBezTo>
                  <a:pt x="396996" y="54144"/>
                  <a:pt x="399564" y="56034"/>
                  <a:pt x="402840" y="57509"/>
                </a:cubicBezTo>
                <a:cubicBezTo>
                  <a:pt x="406115" y="58982"/>
                  <a:pt x="410321" y="59718"/>
                  <a:pt x="415458" y="59718"/>
                </a:cubicBezTo>
                <a:cubicBezTo>
                  <a:pt x="420917" y="59718"/>
                  <a:pt x="425300" y="58982"/>
                  <a:pt x="428607" y="57509"/>
                </a:cubicBezTo>
                <a:cubicBezTo>
                  <a:pt x="431914" y="56034"/>
                  <a:pt x="434451" y="54144"/>
                  <a:pt x="436217" y="51838"/>
                </a:cubicBezTo>
                <a:cubicBezTo>
                  <a:pt x="437983" y="49530"/>
                  <a:pt x="439139" y="46967"/>
                  <a:pt x="439685" y="44147"/>
                </a:cubicBezTo>
                <a:cubicBezTo>
                  <a:pt x="440231" y="41328"/>
                  <a:pt x="440504" y="38572"/>
                  <a:pt x="440504" y="35879"/>
                </a:cubicBezTo>
                <a:moveTo>
                  <a:pt x="443875" y="98201"/>
                </a:moveTo>
                <a:cubicBezTo>
                  <a:pt x="443875" y="94932"/>
                  <a:pt x="443426" y="91775"/>
                  <a:pt x="442526" y="88731"/>
                </a:cubicBezTo>
                <a:cubicBezTo>
                  <a:pt x="441627" y="85685"/>
                  <a:pt x="440086" y="82992"/>
                  <a:pt x="437903" y="80653"/>
                </a:cubicBezTo>
                <a:cubicBezTo>
                  <a:pt x="435719" y="78313"/>
                  <a:pt x="432781" y="76422"/>
                  <a:pt x="429089" y="74982"/>
                </a:cubicBezTo>
                <a:cubicBezTo>
                  <a:pt x="425396" y="73539"/>
                  <a:pt x="420789" y="72818"/>
                  <a:pt x="415266" y="72818"/>
                </a:cubicBezTo>
                <a:cubicBezTo>
                  <a:pt x="410193" y="72818"/>
                  <a:pt x="405874" y="73539"/>
                  <a:pt x="402310" y="74982"/>
                </a:cubicBezTo>
                <a:cubicBezTo>
                  <a:pt x="398746" y="76422"/>
                  <a:pt x="395856" y="78329"/>
                  <a:pt x="393640" y="80701"/>
                </a:cubicBezTo>
                <a:cubicBezTo>
                  <a:pt x="391425" y="83073"/>
                  <a:pt x="389803" y="85814"/>
                  <a:pt x="388776" y="88924"/>
                </a:cubicBezTo>
                <a:cubicBezTo>
                  <a:pt x="387748" y="92032"/>
                  <a:pt x="387235" y="95253"/>
                  <a:pt x="387235" y="98586"/>
                </a:cubicBezTo>
                <a:cubicBezTo>
                  <a:pt x="387235" y="102752"/>
                  <a:pt x="387748" y="106549"/>
                  <a:pt x="388776" y="109979"/>
                </a:cubicBezTo>
                <a:cubicBezTo>
                  <a:pt x="389803" y="113408"/>
                  <a:pt x="391441" y="116357"/>
                  <a:pt x="393688" y="118825"/>
                </a:cubicBezTo>
                <a:cubicBezTo>
                  <a:pt x="395936" y="121291"/>
                  <a:pt x="398890" y="123198"/>
                  <a:pt x="402551" y="124544"/>
                </a:cubicBezTo>
                <a:cubicBezTo>
                  <a:pt x="406211" y="125891"/>
                  <a:pt x="410642" y="126564"/>
                  <a:pt x="415844" y="126564"/>
                </a:cubicBezTo>
                <a:cubicBezTo>
                  <a:pt x="421110" y="126564"/>
                  <a:pt x="425541" y="125891"/>
                  <a:pt x="429137" y="124544"/>
                </a:cubicBezTo>
                <a:cubicBezTo>
                  <a:pt x="432733" y="123198"/>
                  <a:pt x="435623" y="121291"/>
                  <a:pt x="437806" y="118825"/>
                </a:cubicBezTo>
                <a:cubicBezTo>
                  <a:pt x="439990" y="116357"/>
                  <a:pt x="441547" y="113376"/>
                  <a:pt x="442478" y="109882"/>
                </a:cubicBezTo>
                <a:cubicBezTo>
                  <a:pt x="443409" y="106389"/>
                  <a:pt x="443875" y="102495"/>
                  <a:pt x="443875" y="982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A49568-FBE5-42B6-8C07-B8738D0A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440" y="2290092"/>
            <a:ext cx="65759" cy="15357"/>
          </a:xfrm>
          <a:custGeom xmlns:a="http://schemas.openxmlformats.org/drawingml/2006/main">
            <a:pathLst>
              <a:path w="65759" h="15357">
                <a:moveTo>
                  <a:pt x="0" y="0"/>
                </a:moveTo>
                <a:lnTo>
                  <a:pt x="65759" y="0"/>
                </a:lnTo>
                <a:lnTo>
                  <a:pt x="65759" y="15357"/>
                </a:lnTo>
                <a:lnTo>
                  <a:pt x="0" y="1535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Text NW3">
            <a:extLst xmlns:a="http://schemas.openxmlformats.org/drawingml/2006/main">
              <a:ext uri="{FF2B5EF4-FFF2-40B4-BE49-F238E27FC236}">
                <a16:creationId xmlns:a16="http://schemas.microsoft.com/office/drawing/2014/main" id="{3205D1F3-B944-45A9-A0E2-7925C49A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058" y="2229195"/>
            <a:ext cx="468373" cy="139663"/>
          </a:xfrm>
          <a:custGeom xmlns:a="http://schemas.openxmlformats.org/drawingml/2006/main">
            <a:pathLst>
              <a:path w="468373" h="139663">
                <a:moveTo>
                  <a:pt x="88043" y="137737"/>
                </a:moveTo>
                <a:lnTo>
                  <a:pt x="15412" y="22057"/>
                </a:lnTo>
                <a:cubicBezTo>
                  <a:pt x="15541" y="25206"/>
                  <a:pt x="15701" y="28323"/>
                  <a:pt x="15894" y="31409"/>
                </a:cubicBezTo>
                <a:cubicBezTo>
                  <a:pt x="16022" y="34044"/>
                  <a:pt x="16135" y="36823"/>
                  <a:pt x="16231" y="39747"/>
                </a:cubicBezTo>
                <a:cubicBezTo>
                  <a:pt x="16327" y="42671"/>
                  <a:pt x="16376" y="45257"/>
                  <a:pt x="16376" y="47507"/>
                </a:cubicBezTo>
                <a:lnTo>
                  <a:pt x="16376" y="137737"/>
                </a:lnTo>
                <a:lnTo>
                  <a:pt x="0" y="137737"/>
                </a:lnTo>
                <a:lnTo>
                  <a:pt x="0" y="1926"/>
                </a:lnTo>
                <a:lnTo>
                  <a:pt x="21385" y="1926"/>
                </a:lnTo>
                <a:lnTo>
                  <a:pt x="94786" y="118377"/>
                </a:lnTo>
                <a:cubicBezTo>
                  <a:pt x="94593" y="115228"/>
                  <a:pt x="94401" y="112079"/>
                  <a:pt x="94208" y="108928"/>
                </a:cubicBezTo>
                <a:cubicBezTo>
                  <a:pt x="94080" y="106229"/>
                  <a:pt x="93951" y="103290"/>
                  <a:pt x="93823" y="100109"/>
                </a:cubicBezTo>
                <a:cubicBezTo>
                  <a:pt x="93694" y="96928"/>
                  <a:pt x="93630" y="93891"/>
                  <a:pt x="93630" y="90998"/>
                </a:cubicBezTo>
                <a:lnTo>
                  <a:pt x="93630" y="1926"/>
                </a:lnTo>
                <a:lnTo>
                  <a:pt x="110198" y="1926"/>
                </a:lnTo>
                <a:lnTo>
                  <a:pt x="110198" y="137737"/>
                </a:lnTo>
                <a:lnTo>
                  <a:pt x="88043" y="137737"/>
                </a:lnTo>
                <a:close/>
                <a:moveTo>
                  <a:pt x="271803" y="137737"/>
                </a:moveTo>
                <a:lnTo>
                  <a:pt x="249840" y="137737"/>
                </a:lnTo>
                <a:lnTo>
                  <a:pt x="226336" y="51459"/>
                </a:lnTo>
                <a:cubicBezTo>
                  <a:pt x="225630" y="49017"/>
                  <a:pt x="224875" y="46125"/>
                  <a:pt x="224072" y="42784"/>
                </a:cubicBezTo>
                <a:cubicBezTo>
                  <a:pt x="223270" y="39441"/>
                  <a:pt x="222547" y="36259"/>
                  <a:pt x="221905" y="33239"/>
                </a:cubicBezTo>
                <a:cubicBezTo>
                  <a:pt x="221134" y="29706"/>
                  <a:pt x="220364" y="26107"/>
                  <a:pt x="219593" y="22442"/>
                </a:cubicBezTo>
                <a:cubicBezTo>
                  <a:pt x="218758" y="26171"/>
                  <a:pt x="217956" y="29802"/>
                  <a:pt x="217185" y="33336"/>
                </a:cubicBezTo>
                <a:cubicBezTo>
                  <a:pt x="216479" y="36420"/>
                  <a:pt x="215740" y="39601"/>
                  <a:pt x="214969" y="42880"/>
                </a:cubicBezTo>
                <a:cubicBezTo>
                  <a:pt x="214199" y="46157"/>
                  <a:pt x="213460" y="49017"/>
                  <a:pt x="212754" y="51459"/>
                </a:cubicBezTo>
                <a:lnTo>
                  <a:pt x="189057" y="137737"/>
                </a:lnTo>
                <a:lnTo>
                  <a:pt x="167095" y="137737"/>
                </a:lnTo>
                <a:lnTo>
                  <a:pt x="127119" y="1926"/>
                </a:lnTo>
                <a:lnTo>
                  <a:pt x="146288" y="1926"/>
                </a:lnTo>
                <a:lnTo>
                  <a:pt x="170659" y="88202"/>
                </a:lnTo>
                <a:cubicBezTo>
                  <a:pt x="171751" y="92251"/>
                  <a:pt x="172794" y="96268"/>
                  <a:pt x="173789" y="100254"/>
                </a:cubicBezTo>
                <a:cubicBezTo>
                  <a:pt x="174785" y="104237"/>
                  <a:pt x="175636" y="107803"/>
                  <a:pt x="176342" y="110951"/>
                </a:cubicBezTo>
                <a:cubicBezTo>
                  <a:pt x="177177" y="114679"/>
                  <a:pt x="177948" y="118214"/>
                  <a:pt x="178654" y="121555"/>
                </a:cubicBezTo>
                <a:cubicBezTo>
                  <a:pt x="179617" y="117120"/>
                  <a:pt x="180613" y="112750"/>
                  <a:pt x="181640" y="108444"/>
                </a:cubicBezTo>
                <a:cubicBezTo>
                  <a:pt x="182090" y="106646"/>
                  <a:pt x="182539" y="104750"/>
                  <a:pt x="182989" y="102758"/>
                </a:cubicBezTo>
                <a:cubicBezTo>
                  <a:pt x="183438" y="100765"/>
                  <a:pt x="183904" y="98806"/>
                  <a:pt x="184386" y="96879"/>
                </a:cubicBezTo>
                <a:cubicBezTo>
                  <a:pt x="184867" y="94951"/>
                  <a:pt x="185349" y="93103"/>
                  <a:pt x="185830" y="91335"/>
                </a:cubicBezTo>
                <a:cubicBezTo>
                  <a:pt x="186312" y="89567"/>
                  <a:pt x="186746" y="87945"/>
                  <a:pt x="187131" y="86468"/>
                </a:cubicBezTo>
                <a:lnTo>
                  <a:pt x="210731" y="1926"/>
                </a:lnTo>
                <a:lnTo>
                  <a:pt x="228359" y="1926"/>
                </a:lnTo>
                <a:lnTo>
                  <a:pt x="251959" y="86468"/>
                </a:lnTo>
                <a:cubicBezTo>
                  <a:pt x="252344" y="87945"/>
                  <a:pt x="252778" y="89567"/>
                  <a:pt x="253260" y="91335"/>
                </a:cubicBezTo>
                <a:cubicBezTo>
                  <a:pt x="253741" y="93103"/>
                  <a:pt x="254223" y="94935"/>
                  <a:pt x="254704" y="96831"/>
                </a:cubicBezTo>
                <a:cubicBezTo>
                  <a:pt x="255186" y="98725"/>
                  <a:pt x="255652" y="100669"/>
                  <a:pt x="256101" y="102662"/>
                </a:cubicBezTo>
                <a:cubicBezTo>
                  <a:pt x="256551" y="104654"/>
                  <a:pt x="257000" y="106549"/>
                  <a:pt x="257450" y="108347"/>
                </a:cubicBezTo>
                <a:cubicBezTo>
                  <a:pt x="258477" y="112654"/>
                  <a:pt x="259473" y="117056"/>
                  <a:pt x="260436" y="121555"/>
                </a:cubicBezTo>
                <a:cubicBezTo>
                  <a:pt x="260500" y="121555"/>
                  <a:pt x="260789" y="120446"/>
                  <a:pt x="261303" y="118229"/>
                </a:cubicBezTo>
                <a:cubicBezTo>
                  <a:pt x="261817" y="116012"/>
                  <a:pt x="262459" y="113233"/>
                  <a:pt x="263229" y="109891"/>
                </a:cubicBezTo>
                <a:cubicBezTo>
                  <a:pt x="264000" y="106550"/>
                  <a:pt x="264851" y="102935"/>
                  <a:pt x="265782" y="99047"/>
                </a:cubicBezTo>
                <a:cubicBezTo>
                  <a:pt x="266713" y="95158"/>
                  <a:pt x="267660" y="91543"/>
                  <a:pt x="268624" y="88202"/>
                </a:cubicBezTo>
                <a:lnTo>
                  <a:pt x="292609" y="1926"/>
                </a:lnTo>
                <a:lnTo>
                  <a:pt x="311778" y="1926"/>
                </a:lnTo>
                <a:lnTo>
                  <a:pt x="271803" y="137737"/>
                </a:lnTo>
                <a:close/>
                <a:moveTo>
                  <a:pt x="468373" y="100214"/>
                </a:moveTo>
                <a:cubicBezTo>
                  <a:pt x="468373" y="106453"/>
                  <a:pt x="467362" y="112016"/>
                  <a:pt x="465339" y="116902"/>
                </a:cubicBezTo>
                <a:cubicBezTo>
                  <a:pt x="463316" y="121788"/>
                  <a:pt x="460362" y="125920"/>
                  <a:pt x="456477" y="129297"/>
                </a:cubicBezTo>
                <a:cubicBezTo>
                  <a:pt x="452592" y="132672"/>
                  <a:pt x="447775" y="135244"/>
                  <a:pt x="442028" y="137011"/>
                </a:cubicBezTo>
                <a:cubicBezTo>
                  <a:pt x="436280" y="138779"/>
                  <a:pt x="429714" y="139663"/>
                  <a:pt x="422329" y="139663"/>
                </a:cubicBezTo>
                <a:cubicBezTo>
                  <a:pt x="413916" y="139663"/>
                  <a:pt x="406836" y="138620"/>
                  <a:pt x="401089" y="136533"/>
                </a:cubicBezTo>
                <a:cubicBezTo>
                  <a:pt x="395341" y="134446"/>
                  <a:pt x="390605" y="131685"/>
                  <a:pt x="386881" y="128249"/>
                </a:cubicBezTo>
                <a:cubicBezTo>
                  <a:pt x="383156" y="124814"/>
                  <a:pt x="380362" y="120897"/>
                  <a:pt x="378500" y="116498"/>
                </a:cubicBezTo>
                <a:cubicBezTo>
                  <a:pt x="376638" y="112100"/>
                  <a:pt x="375418" y="107557"/>
                  <a:pt x="374840" y="102869"/>
                </a:cubicBezTo>
                <a:lnTo>
                  <a:pt x="392757" y="101232"/>
                </a:lnTo>
                <a:cubicBezTo>
                  <a:pt x="393270" y="104814"/>
                  <a:pt x="394217" y="108075"/>
                  <a:pt x="395598" y="111017"/>
                </a:cubicBezTo>
                <a:cubicBezTo>
                  <a:pt x="396979" y="113959"/>
                  <a:pt x="398857" y="116485"/>
                  <a:pt x="401233" y="118596"/>
                </a:cubicBezTo>
                <a:cubicBezTo>
                  <a:pt x="403609" y="120707"/>
                  <a:pt x="406531" y="122339"/>
                  <a:pt x="409999" y="123491"/>
                </a:cubicBezTo>
                <a:cubicBezTo>
                  <a:pt x="413467" y="124640"/>
                  <a:pt x="417577" y="125215"/>
                  <a:pt x="422329" y="125215"/>
                </a:cubicBezTo>
                <a:cubicBezTo>
                  <a:pt x="431063" y="125215"/>
                  <a:pt x="437918" y="123064"/>
                  <a:pt x="442895" y="118762"/>
                </a:cubicBezTo>
                <a:cubicBezTo>
                  <a:pt x="447872" y="114460"/>
                  <a:pt x="450360" y="108070"/>
                  <a:pt x="450360" y="99594"/>
                </a:cubicBezTo>
                <a:cubicBezTo>
                  <a:pt x="450360" y="94586"/>
                  <a:pt x="449252" y="90556"/>
                  <a:pt x="447037" y="87506"/>
                </a:cubicBezTo>
                <a:cubicBezTo>
                  <a:pt x="444821" y="84456"/>
                  <a:pt x="442060" y="82080"/>
                  <a:pt x="438753" y="80379"/>
                </a:cubicBezTo>
                <a:cubicBezTo>
                  <a:pt x="435446" y="78677"/>
                  <a:pt x="431849" y="77537"/>
                  <a:pt x="427964" y="76959"/>
                </a:cubicBezTo>
                <a:cubicBezTo>
                  <a:pt x="424079" y="76381"/>
                  <a:pt x="420499" y="76092"/>
                  <a:pt x="417224" y="76092"/>
                </a:cubicBezTo>
                <a:lnTo>
                  <a:pt x="407398" y="76092"/>
                </a:lnTo>
                <a:lnTo>
                  <a:pt x="407398" y="61067"/>
                </a:lnTo>
                <a:lnTo>
                  <a:pt x="416838" y="61067"/>
                </a:lnTo>
                <a:cubicBezTo>
                  <a:pt x="420113" y="61067"/>
                  <a:pt x="423517" y="60730"/>
                  <a:pt x="427049" y="60058"/>
                </a:cubicBezTo>
                <a:cubicBezTo>
                  <a:pt x="430581" y="59384"/>
                  <a:pt x="433808" y="58166"/>
                  <a:pt x="436730" y="56404"/>
                </a:cubicBezTo>
                <a:cubicBezTo>
                  <a:pt x="439652" y="54642"/>
                  <a:pt x="442060" y="52255"/>
                  <a:pt x="443954" y="49243"/>
                </a:cubicBezTo>
                <a:cubicBezTo>
                  <a:pt x="445849" y="46231"/>
                  <a:pt x="446796" y="42387"/>
                  <a:pt x="446796" y="37709"/>
                </a:cubicBezTo>
                <a:cubicBezTo>
                  <a:pt x="446796" y="30467"/>
                  <a:pt x="444661" y="24748"/>
                  <a:pt x="440390" y="20552"/>
                </a:cubicBezTo>
                <a:cubicBezTo>
                  <a:pt x="436120" y="16354"/>
                  <a:pt x="429778" y="14255"/>
                  <a:pt x="421366" y="14255"/>
                </a:cubicBezTo>
                <a:cubicBezTo>
                  <a:pt x="413724" y="14255"/>
                  <a:pt x="407543" y="16214"/>
                  <a:pt x="402823" y="20131"/>
                </a:cubicBezTo>
                <a:cubicBezTo>
                  <a:pt x="398103" y="24048"/>
                  <a:pt x="395357" y="29570"/>
                  <a:pt x="394587" y="36698"/>
                </a:cubicBezTo>
                <a:lnTo>
                  <a:pt x="377151" y="35349"/>
                </a:lnTo>
                <a:cubicBezTo>
                  <a:pt x="377858" y="29377"/>
                  <a:pt x="379495" y="24176"/>
                  <a:pt x="382064" y="19745"/>
                </a:cubicBezTo>
                <a:cubicBezTo>
                  <a:pt x="384633" y="15315"/>
                  <a:pt x="387892" y="11639"/>
                  <a:pt x="391841" y="8717"/>
                </a:cubicBezTo>
                <a:cubicBezTo>
                  <a:pt x="395791" y="5795"/>
                  <a:pt x="400302" y="3612"/>
                  <a:pt x="405375" y="2167"/>
                </a:cubicBezTo>
                <a:cubicBezTo>
                  <a:pt x="410449" y="722"/>
                  <a:pt x="415843" y="0"/>
                  <a:pt x="421558" y="0"/>
                </a:cubicBezTo>
                <a:cubicBezTo>
                  <a:pt x="429136" y="0"/>
                  <a:pt x="435654" y="946"/>
                  <a:pt x="441113" y="2838"/>
                </a:cubicBezTo>
                <a:cubicBezTo>
                  <a:pt x="446571" y="4729"/>
                  <a:pt x="451035" y="7293"/>
                  <a:pt x="454502" y="10532"/>
                </a:cubicBezTo>
                <a:cubicBezTo>
                  <a:pt x="457970" y="13771"/>
                  <a:pt x="460523" y="17570"/>
                  <a:pt x="462160" y="21931"/>
                </a:cubicBezTo>
                <a:cubicBezTo>
                  <a:pt x="463798" y="26291"/>
                  <a:pt x="464617" y="30940"/>
                  <a:pt x="464617" y="35876"/>
                </a:cubicBezTo>
                <a:cubicBezTo>
                  <a:pt x="464617" y="39851"/>
                  <a:pt x="464071" y="43571"/>
                  <a:pt x="462979" y="47034"/>
                </a:cubicBezTo>
                <a:cubicBezTo>
                  <a:pt x="461887" y="50495"/>
                  <a:pt x="460186" y="53606"/>
                  <a:pt x="457874" y="56365"/>
                </a:cubicBezTo>
                <a:cubicBezTo>
                  <a:pt x="455562" y="59122"/>
                  <a:pt x="452624" y="61495"/>
                  <a:pt x="449060" y="63484"/>
                </a:cubicBezTo>
                <a:cubicBezTo>
                  <a:pt x="445496" y="65470"/>
                  <a:pt x="441209" y="66976"/>
                  <a:pt x="436200" y="68002"/>
                </a:cubicBezTo>
                <a:lnTo>
                  <a:pt x="436200" y="68387"/>
                </a:lnTo>
                <a:cubicBezTo>
                  <a:pt x="441659" y="68967"/>
                  <a:pt x="446411" y="70205"/>
                  <a:pt x="450457" y="72101"/>
                </a:cubicBezTo>
                <a:cubicBezTo>
                  <a:pt x="454502" y="73997"/>
                  <a:pt x="457842" y="76360"/>
                  <a:pt x="460475" y="79190"/>
                </a:cubicBezTo>
                <a:cubicBezTo>
                  <a:pt x="463108" y="82019"/>
                  <a:pt x="465082" y="85235"/>
                  <a:pt x="466399" y="88837"/>
                </a:cubicBezTo>
                <a:cubicBezTo>
                  <a:pt x="467715" y="92437"/>
                  <a:pt x="468373" y="96229"/>
                  <a:pt x="468373" y="1002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Text Category">
            <a:extLst xmlns:a="http://schemas.openxmlformats.org/drawingml/2006/main">
              <a:ext uri="{FF2B5EF4-FFF2-40B4-BE49-F238E27FC236}">
                <a16:creationId xmlns:a16="http://schemas.microsoft.com/office/drawing/2014/main" id="{72A4B4E8-F4F1-4C51-9D71-D3687038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06" y="82747"/>
            <a:ext cx="896466" cy="196905"/>
          </a:xfrm>
          <a:custGeom xmlns:a="http://schemas.openxmlformats.org/drawingml/2006/main">
            <a:pathLst>
              <a:path w="896466" h="196905">
                <a:moveTo>
                  <a:pt x="101424" y="97531"/>
                </a:moveTo>
                <a:lnTo>
                  <a:pt x="130826" y="106853"/>
                </a:lnTo>
                <a:cubicBezTo>
                  <a:pt x="126318" y="123245"/>
                  <a:pt x="118823" y="135419"/>
                  <a:pt x="108339" y="143376"/>
                </a:cubicBezTo>
                <a:cubicBezTo>
                  <a:pt x="97855" y="151333"/>
                  <a:pt x="84554" y="155311"/>
                  <a:pt x="68435" y="155311"/>
                </a:cubicBezTo>
                <a:cubicBezTo>
                  <a:pt x="48492" y="155311"/>
                  <a:pt x="32100" y="148498"/>
                  <a:pt x="19260" y="134873"/>
                </a:cubicBezTo>
                <a:cubicBezTo>
                  <a:pt x="6420" y="121247"/>
                  <a:pt x="0" y="102619"/>
                  <a:pt x="0" y="78987"/>
                </a:cubicBezTo>
                <a:cubicBezTo>
                  <a:pt x="0" y="53990"/>
                  <a:pt x="6454" y="34576"/>
                  <a:pt x="19363" y="20746"/>
                </a:cubicBezTo>
                <a:cubicBezTo>
                  <a:pt x="32271" y="6915"/>
                  <a:pt x="49243" y="0"/>
                  <a:pt x="70279" y="0"/>
                </a:cubicBezTo>
                <a:cubicBezTo>
                  <a:pt x="88652" y="0"/>
                  <a:pt x="103575" y="5430"/>
                  <a:pt x="115049" y="16289"/>
                </a:cubicBezTo>
                <a:cubicBezTo>
                  <a:pt x="121879" y="22709"/>
                  <a:pt x="127001" y="31930"/>
                  <a:pt x="130416" y="43950"/>
                </a:cubicBezTo>
                <a:lnTo>
                  <a:pt x="100399" y="51122"/>
                </a:lnTo>
                <a:cubicBezTo>
                  <a:pt x="98623" y="43336"/>
                  <a:pt x="94918" y="37189"/>
                  <a:pt x="89283" y="32681"/>
                </a:cubicBezTo>
                <a:cubicBezTo>
                  <a:pt x="83649" y="28173"/>
                  <a:pt x="76802" y="25919"/>
                  <a:pt x="68743" y="25919"/>
                </a:cubicBezTo>
                <a:cubicBezTo>
                  <a:pt x="57610" y="25919"/>
                  <a:pt x="48577" y="29915"/>
                  <a:pt x="41645" y="37906"/>
                </a:cubicBezTo>
                <a:cubicBezTo>
                  <a:pt x="34713" y="45897"/>
                  <a:pt x="31247" y="58839"/>
                  <a:pt x="31247" y="76734"/>
                </a:cubicBezTo>
                <a:cubicBezTo>
                  <a:pt x="31247" y="95721"/>
                  <a:pt x="34662" y="109244"/>
                  <a:pt x="41491" y="117303"/>
                </a:cubicBezTo>
                <a:cubicBezTo>
                  <a:pt x="48321" y="125362"/>
                  <a:pt x="57200" y="129392"/>
                  <a:pt x="68128" y="129392"/>
                </a:cubicBezTo>
                <a:cubicBezTo>
                  <a:pt x="76187" y="129392"/>
                  <a:pt x="83120" y="126831"/>
                  <a:pt x="88925" y="121708"/>
                </a:cubicBezTo>
                <a:cubicBezTo>
                  <a:pt x="94730" y="116586"/>
                  <a:pt x="98897" y="108527"/>
                  <a:pt x="101424" y="97531"/>
                </a:cubicBezTo>
                <a:close/>
                <a:moveTo>
                  <a:pt x="178542" y="77143"/>
                </a:moveTo>
                <a:lnTo>
                  <a:pt x="152417" y="72431"/>
                </a:lnTo>
                <a:cubicBezTo>
                  <a:pt x="155354" y="61913"/>
                  <a:pt x="160408" y="54127"/>
                  <a:pt x="167580" y="49073"/>
                </a:cubicBezTo>
                <a:cubicBezTo>
                  <a:pt x="174751" y="44019"/>
                  <a:pt x="185406" y="41491"/>
                  <a:pt x="199543" y="41491"/>
                </a:cubicBezTo>
                <a:cubicBezTo>
                  <a:pt x="212384" y="41491"/>
                  <a:pt x="221945" y="43011"/>
                  <a:pt x="228229" y="46050"/>
                </a:cubicBezTo>
                <a:cubicBezTo>
                  <a:pt x="234512" y="49090"/>
                  <a:pt x="238935" y="52949"/>
                  <a:pt x="241496" y="57627"/>
                </a:cubicBezTo>
                <a:cubicBezTo>
                  <a:pt x="244057" y="62306"/>
                  <a:pt x="245338" y="70894"/>
                  <a:pt x="245338" y="83393"/>
                </a:cubicBezTo>
                <a:lnTo>
                  <a:pt x="245030" y="116996"/>
                </a:lnTo>
                <a:cubicBezTo>
                  <a:pt x="245030" y="126558"/>
                  <a:pt x="245491" y="133609"/>
                  <a:pt x="246413" y="138151"/>
                </a:cubicBezTo>
                <a:cubicBezTo>
                  <a:pt x="247335" y="142693"/>
                  <a:pt x="249060" y="147559"/>
                  <a:pt x="251587" y="152750"/>
                </a:cubicBezTo>
                <a:lnTo>
                  <a:pt x="223106" y="152750"/>
                </a:lnTo>
                <a:cubicBezTo>
                  <a:pt x="222355" y="150838"/>
                  <a:pt x="221433" y="148003"/>
                  <a:pt x="220340" y="144247"/>
                </a:cubicBezTo>
                <a:cubicBezTo>
                  <a:pt x="219862" y="142539"/>
                  <a:pt x="219521" y="141412"/>
                  <a:pt x="219316" y="140866"/>
                </a:cubicBezTo>
                <a:cubicBezTo>
                  <a:pt x="214398" y="145647"/>
                  <a:pt x="209139" y="149233"/>
                  <a:pt x="203539" y="151623"/>
                </a:cubicBezTo>
                <a:cubicBezTo>
                  <a:pt x="197938" y="154014"/>
                  <a:pt x="191962" y="155209"/>
                  <a:pt x="185610" y="155209"/>
                </a:cubicBezTo>
                <a:cubicBezTo>
                  <a:pt x="174409" y="155209"/>
                  <a:pt x="165582" y="152170"/>
                  <a:pt x="159128" y="146091"/>
                </a:cubicBezTo>
                <a:cubicBezTo>
                  <a:pt x="152673" y="140012"/>
                  <a:pt x="149446" y="132329"/>
                  <a:pt x="149446" y="123040"/>
                </a:cubicBezTo>
                <a:cubicBezTo>
                  <a:pt x="149446" y="116893"/>
                  <a:pt x="150915" y="111412"/>
                  <a:pt x="153852" y="106597"/>
                </a:cubicBezTo>
                <a:cubicBezTo>
                  <a:pt x="156788" y="101782"/>
                  <a:pt x="160903" y="98094"/>
                  <a:pt x="166197" y="95533"/>
                </a:cubicBezTo>
                <a:cubicBezTo>
                  <a:pt x="171490" y="92972"/>
                  <a:pt x="179122" y="90735"/>
                  <a:pt x="189094" y="88822"/>
                </a:cubicBezTo>
                <a:cubicBezTo>
                  <a:pt x="202549" y="86295"/>
                  <a:pt x="211871" y="83939"/>
                  <a:pt x="217062" y="81754"/>
                </a:cubicBezTo>
                <a:lnTo>
                  <a:pt x="217062" y="78885"/>
                </a:lnTo>
                <a:cubicBezTo>
                  <a:pt x="217062" y="73353"/>
                  <a:pt x="215696" y="69409"/>
                  <a:pt x="212964" y="67052"/>
                </a:cubicBezTo>
                <a:cubicBezTo>
                  <a:pt x="210232" y="64696"/>
                  <a:pt x="205076" y="63518"/>
                  <a:pt x="197494" y="63518"/>
                </a:cubicBezTo>
                <a:cubicBezTo>
                  <a:pt x="192372" y="63518"/>
                  <a:pt x="188377" y="64525"/>
                  <a:pt x="185508" y="66540"/>
                </a:cubicBezTo>
                <a:cubicBezTo>
                  <a:pt x="182639" y="68555"/>
                  <a:pt x="180317" y="72089"/>
                  <a:pt x="178542" y="77143"/>
                </a:cubicBezTo>
                <a:moveTo>
                  <a:pt x="217062" y="100502"/>
                </a:moveTo>
                <a:cubicBezTo>
                  <a:pt x="213374" y="101731"/>
                  <a:pt x="207534" y="103199"/>
                  <a:pt x="199543" y="104907"/>
                </a:cubicBezTo>
                <a:cubicBezTo>
                  <a:pt x="191552" y="106614"/>
                  <a:pt x="186328" y="108288"/>
                  <a:pt x="183869" y="109927"/>
                </a:cubicBezTo>
                <a:cubicBezTo>
                  <a:pt x="180112" y="112590"/>
                  <a:pt x="178234" y="115971"/>
                  <a:pt x="178234" y="120069"/>
                </a:cubicBezTo>
                <a:cubicBezTo>
                  <a:pt x="178234" y="124099"/>
                  <a:pt x="179737" y="127582"/>
                  <a:pt x="182742" y="130519"/>
                </a:cubicBezTo>
                <a:cubicBezTo>
                  <a:pt x="185747" y="133456"/>
                  <a:pt x="189572" y="134924"/>
                  <a:pt x="194216" y="134924"/>
                </a:cubicBezTo>
                <a:cubicBezTo>
                  <a:pt x="199407" y="134924"/>
                  <a:pt x="204358" y="133217"/>
                  <a:pt x="209071" y="129802"/>
                </a:cubicBezTo>
                <a:cubicBezTo>
                  <a:pt x="212554" y="127206"/>
                  <a:pt x="214842" y="124030"/>
                  <a:pt x="215935" y="120274"/>
                </a:cubicBezTo>
                <a:cubicBezTo>
                  <a:pt x="216686" y="117815"/>
                  <a:pt x="217062" y="113137"/>
                  <a:pt x="217062" y="106239"/>
                </a:cubicBezTo>
                <a:lnTo>
                  <a:pt x="217062" y="100502"/>
                </a:lnTo>
                <a:close/>
                <a:moveTo>
                  <a:pt x="323786" y="43950"/>
                </a:moveTo>
                <a:lnTo>
                  <a:pt x="323786" y="66899"/>
                </a:lnTo>
                <a:lnTo>
                  <a:pt x="304116" y="66899"/>
                </a:lnTo>
                <a:lnTo>
                  <a:pt x="304116" y="110746"/>
                </a:lnTo>
                <a:cubicBezTo>
                  <a:pt x="304116" y="119625"/>
                  <a:pt x="304304" y="124799"/>
                  <a:pt x="304679" y="126267"/>
                </a:cubicBezTo>
                <a:cubicBezTo>
                  <a:pt x="305055" y="127736"/>
                  <a:pt x="305909" y="128948"/>
                  <a:pt x="307241" y="129904"/>
                </a:cubicBezTo>
                <a:cubicBezTo>
                  <a:pt x="308572" y="130860"/>
                  <a:pt x="310194" y="131338"/>
                  <a:pt x="312107" y="131338"/>
                </a:cubicBezTo>
                <a:cubicBezTo>
                  <a:pt x="314770" y="131338"/>
                  <a:pt x="318629" y="130416"/>
                  <a:pt x="323683" y="128572"/>
                </a:cubicBezTo>
                <a:lnTo>
                  <a:pt x="326142" y="150906"/>
                </a:lnTo>
                <a:cubicBezTo>
                  <a:pt x="319449" y="153775"/>
                  <a:pt x="311868" y="155209"/>
                  <a:pt x="303399" y="155209"/>
                </a:cubicBezTo>
                <a:cubicBezTo>
                  <a:pt x="298208" y="155209"/>
                  <a:pt x="293530" y="154338"/>
                  <a:pt x="289363" y="152596"/>
                </a:cubicBezTo>
                <a:cubicBezTo>
                  <a:pt x="285197" y="150855"/>
                  <a:pt x="282141" y="148601"/>
                  <a:pt x="280194" y="145835"/>
                </a:cubicBezTo>
                <a:cubicBezTo>
                  <a:pt x="278248" y="143069"/>
                  <a:pt x="276899" y="139329"/>
                  <a:pt x="276148" y="134617"/>
                </a:cubicBezTo>
                <a:cubicBezTo>
                  <a:pt x="275533" y="131270"/>
                  <a:pt x="275226" y="124509"/>
                  <a:pt x="275226" y="114332"/>
                </a:cubicBezTo>
                <a:lnTo>
                  <a:pt x="275226" y="66899"/>
                </a:lnTo>
                <a:lnTo>
                  <a:pt x="262010" y="66899"/>
                </a:lnTo>
                <a:lnTo>
                  <a:pt x="262010" y="43950"/>
                </a:lnTo>
                <a:lnTo>
                  <a:pt x="275226" y="43950"/>
                </a:lnTo>
                <a:lnTo>
                  <a:pt x="275226" y="22334"/>
                </a:lnTo>
                <a:lnTo>
                  <a:pt x="304116" y="5532"/>
                </a:lnTo>
                <a:lnTo>
                  <a:pt x="304116" y="43950"/>
                </a:lnTo>
                <a:lnTo>
                  <a:pt x="323786" y="43950"/>
                </a:lnTo>
                <a:close/>
                <a:moveTo>
                  <a:pt x="406767" y="118123"/>
                </a:moveTo>
                <a:lnTo>
                  <a:pt x="435453" y="122938"/>
                </a:lnTo>
                <a:cubicBezTo>
                  <a:pt x="431765" y="133456"/>
                  <a:pt x="425942" y="141464"/>
                  <a:pt x="417985" y="146962"/>
                </a:cubicBezTo>
                <a:cubicBezTo>
                  <a:pt x="410028" y="152460"/>
                  <a:pt x="400074" y="155209"/>
                  <a:pt x="388122" y="155209"/>
                </a:cubicBezTo>
                <a:cubicBezTo>
                  <a:pt x="369203" y="155209"/>
                  <a:pt x="355202" y="149028"/>
                  <a:pt x="346118" y="136666"/>
                </a:cubicBezTo>
                <a:cubicBezTo>
                  <a:pt x="338947" y="126762"/>
                  <a:pt x="335361" y="114264"/>
                  <a:pt x="335361" y="99170"/>
                </a:cubicBezTo>
                <a:cubicBezTo>
                  <a:pt x="335361" y="81139"/>
                  <a:pt x="340074" y="67018"/>
                  <a:pt x="349499" y="56807"/>
                </a:cubicBezTo>
                <a:cubicBezTo>
                  <a:pt x="358924" y="46597"/>
                  <a:pt x="370842" y="41491"/>
                  <a:pt x="385253" y="41491"/>
                </a:cubicBezTo>
                <a:cubicBezTo>
                  <a:pt x="401440" y="41491"/>
                  <a:pt x="414212" y="46836"/>
                  <a:pt x="423569" y="57525"/>
                </a:cubicBezTo>
                <a:cubicBezTo>
                  <a:pt x="432926" y="68213"/>
                  <a:pt x="437399" y="84588"/>
                  <a:pt x="436989" y="106648"/>
                </a:cubicBezTo>
                <a:lnTo>
                  <a:pt x="364866" y="106648"/>
                </a:lnTo>
                <a:cubicBezTo>
                  <a:pt x="365071" y="115186"/>
                  <a:pt x="367393" y="121828"/>
                  <a:pt x="371832" y="126575"/>
                </a:cubicBezTo>
                <a:cubicBezTo>
                  <a:pt x="376272" y="131321"/>
                  <a:pt x="381804" y="133695"/>
                  <a:pt x="388429" y="133695"/>
                </a:cubicBezTo>
                <a:cubicBezTo>
                  <a:pt x="392937" y="133695"/>
                  <a:pt x="396727" y="132465"/>
                  <a:pt x="399801" y="130007"/>
                </a:cubicBezTo>
                <a:cubicBezTo>
                  <a:pt x="402874" y="127548"/>
                  <a:pt x="405196" y="123587"/>
                  <a:pt x="406767" y="118123"/>
                </a:cubicBezTo>
                <a:moveTo>
                  <a:pt x="408406" y="89027"/>
                </a:moveTo>
                <a:cubicBezTo>
                  <a:pt x="408201" y="80695"/>
                  <a:pt x="406050" y="74360"/>
                  <a:pt x="401952" y="70023"/>
                </a:cubicBezTo>
                <a:cubicBezTo>
                  <a:pt x="397854" y="65686"/>
                  <a:pt x="392868" y="63518"/>
                  <a:pt x="386995" y="63518"/>
                </a:cubicBezTo>
                <a:cubicBezTo>
                  <a:pt x="380711" y="63518"/>
                  <a:pt x="375521" y="65806"/>
                  <a:pt x="371423" y="70382"/>
                </a:cubicBezTo>
                <a:cubicBezTo>
                  <a:pt x="367325" y="74958"/>
                  <a:pt x="365310" y="81173"/>
                  <a:pt x="365378" y="89027"/>
                </a:cubicBezTo>
                <a:lnTo>
                  <a:pt x="408406" y="89027"/>
                </a:lnTo>
                <a:close/>
                <a:moveTo>
                  <a:pt x="457964" y="159921"/>
                </a:moveTo>
                <a:lnTo>
                  <a:pt x="490850" y="163917"/>
                </a:lnTo>
                <a:cubicBezTo>
                  <a:pt x="491396" y="167742"/>
                  <a:pt x="492660" y="170371"/>
                  <a:pt x="494641" y="171805"/>
                </a:cubicBezTo>
                <a:cubicBezTo>
                  <a:pt x="497373" y="173854"/>
                  <a:pt x="501675" y="174879"/>
                  <a:pt x="507549" y="174879"/>
                </a:cubicBezTo>
                <a:cubicBezTo>
                  <a:pt x="515062" y="174879"/>
                  <a:pt x="520697" y="173752"/>
                  <a:pt x="524453" y="171498"/>
                </a:cubicBezTo>
                <a:cubicBezTo>
                  <a:pt x="526980" y="169996"/>
                  <a:pt x="528892" y="167571"/>
                  <a:pt x="530190" y="164224"/>
                </a:cubicBezTo>
                <a:cubicBezTo>
                  <a:pt x="531078" y="161834"/>
                  <a:pt x="531522" y="157429"/>
                  <a:pt x="531522" y="151008"/>
                </a:cubicBezTo>
                <a:lnTo>
                  <a:pt x="531522" y="135129"/>
                </a:lnTo>
                <a:cubicBezTo>
                  <a:pt x="522916" y="146876"/>
                  <a:pt x="512057" y="152750"/>
                  <a:pt x="498943" y="152750"/>
                </a:cubicBezTo>
                <a:cubicBezTo>
                  <a:pt x="484327" y="152750"/>
                  <a:pt x="472751" y="146569"/>
                  <a:pt x="464214" y="134207"/>
                </a:cubicBezTo>
                <a:cubicBezTo>
                  <a:pt x="457520" y="124440"/>
                  <a:pt x="454174" y="112283"/>
                  <a:pt x="454174" y="97735"/>
                </a:cubicBezTo>
                <a:cubicBezTo>
                  <a:pt x="454174" y="79500"/>
                  <a:pt x="458562" y="65567"/>
                  <a:pt x="467338" y="55937"/>
                </a:cubicBezTo>
                <a:cubicBezTo>
                  <a:pt x="476115" y="46307"/>
                  <a:pt x="487025" y="41491"/>
                  <a:pt x="500070" y="41491"/>
                </a:cubicBezTo>
                <a:cubicBezTo>
                  <a:pt x="513525" y="41491"/>
                  <a:pt x="524624" y="47399"/>
                  <a:pt x="533366" y="59215"/>
                </a:cubicBezTo>
                <a:lnTo>
                  <a:pt x="533366" y="43950"/>
                </a:lnTo>
                <a:lnTo>
                  <a:pt x="560310" y="43950"/>
                </a:lnTo>
                <a:lnTo>
                  <a:pt x="560310" y="141583"/>
                </a:lnTo>
                <a:cubicBezTo>
                  <a:pt x="560310" y="154423"/>
                  <a:pt x="559251" y="164019"/>
                  <a:pt x="557134" y="170371"/>
                </a:cubicBezTo>
                <a:cubicBezTo>
                  <a:pt x="555017" y="176723"/>
                  <a:pt x="552046" y="181709"/>
                  <a:pt x="548221" y="185329"/>
                </a:cubicBezTo>
                <a:cubicBezTo>
                  <a:pt x="544396" y="188948"/>
                  <a:pt x="539291" y="191783"/>
                  <a:pt x="532905" y="193832"/>
                </a:cubicBezTo>
                <a:cubicBezTo>
                  <a:pt x="526519" y="195881"/>
                  <a:pt x="518443" y="196905"/>
                  <a:pt x="508676" y="196905"/>
                </a:cubicBezTo>
                <a:cubicBezTo>
                  <a:pt x="490235" y="196905"/>
                  <a:pt x="477156" y="193746"/>
                  <a:pt x="469438" y="187429"/>
                </a:cubicBezTo>
                <a:cubicBezTo>
                  <a:pt x="461721" y="181111"/>
                  <a:pt x="457862" y="173103"/>
                  <a:pt x="457862" y="163405"/>
                </a:cubicBezTo>
                <a:cubicBezTo>
                  <a:pt x="457862" y="162448"/>
                  <a:pt x="457896" y="161287"/>
                  <a:pt x="457964" y="159921"/>
                </a:cubicBezTo>
                <a:moveTo>
                  <a:pt x="483679" y="96096"/>
                </a:moveTo>
                <a:cubicBezTo>
                  <a:pt x="483679" y="107639"/>
                  <a:pt x="485915" y="116091"/>
                  <a:pt x="490389" y="121452"/>
                </a:cubicBezTo>
                <a:cubicBezTo>
                  <a:pt x="494863" y="126814"/>
                  <a:pt x="500378" y="129494"/>
                  <a:pt x="506934" y="129494"/>
                </a:cubicBezTo>
                <a:cubicBezTo>
                  <a:pt x="513969" y="129494"/>
                  <a:pt x="519911" y="126745"/>
                  <a:pt x="524760" y="121247"/>
                </a:cubicBezTo>
                <a:cubicBezTo>
                  <a:pt x="529610" y="115749"/>
                  <a:pt x="532034" y="107605"/>
                  <a:pt x="532034" y="96813"/>
                </a:cubicBezTo>
                <a:cubicBezTo>
                  <a:pt x="532034" y="85544"/>
                  <a:pt x="529712" y="77178"/>
                  <a:pt x="525068" y="71714"/>
                </a:cubicBezTo>
                <a:cubicBezTo>
                  <a:pt x="520423" y="66250"/>
                  <a:pt x="514550" y="63518"/>
                  <a:pt x="507447" y="63518"/>
                </a:cubicBezTo>
                <a:cubicBezTo>
                  <a:pt x="500548" y="63518"/>
                  <a:pt x="494863" y="66199"/>
                  <a:pt x="490389" y="71560"/>
                </a:cubicBezTo>
                <a:cubicBezTo>
                  <a:pt x="485915" y="76921"/>
                  <a:pt x="483679" y="85100"/>
                  <a:pt x="483679" y="96096"/>
                </a:cubicBezTo>
                <a:close/>
                <a:moveTo>
                  <a:pt x="581745" y="96813"/>
                </a:moveTo>
                <a:cubicBezTo>
                  <a:pt x="581745" y="87252"/>
                  <a:pt x="584102" y="77997"/>
                  <a:pt x="588814" y="69050"/>
                </a:cubicBezTo>
                <a:cubicBezTo>
                  <a:pt x="593527" y="60103"/>
                  <a:pt x="600203" y="53273"/>
                  <a:pt x="608843" y="48560"/>
                </a:cubicBezTo>
                <a:cubicBezTo>
                  <a:pt x="617483" y="43848"/>
                  <a:pt x="627130" y="41491"/>
                  <a:pt x="637784" y="41491"/>
                </a:cubicBezTo>
                <a:cubicBezTo>
                  <a:pt x="654244" y="41491"/>
                  <a:pt x="667733" y="46836"/>
                  <a:pt x="678251" y="57525"/>
                </a:cubicBezTo>
                <a:cubicBezTo>
                  <a:pt x="688769" y="68213"/>
                  <a:pt x="694028" y="81719"/>
                  <a:pt x="694028" y="98043"/>
                </a:cubicBezTo>
                <a:cubicBezTo>
                  <a:pt x="694028" y="114503"/>
                  <a:pt x="688718" y="128145"/>
                  <a:pt x="678098" y="138971"/>
                </a:cubicBezTo>
                <a:cubicBezTo>
                  <a:pt x="667477" y="149796"/>
                  <a:pt x="654108" y="155209"/>
                  <a:pt x="637989" y="155209"/>
                </a:cubicBezTo>
                <a:cubicBezTo>
                  <a:pt x="628018" y="155209"/>
                  <a:pt x="618507" y="152955"/>
                  <a:pt x="609457" y="148447"/>
                </a:cubicBezTo>
                <a:cubicBezTo>
                  <a:pt x="600408" y="143940"/>
                  <a:pt x="593527" y="137332"/>
                  <a:pt x="588814" y="128624"/>
                </a:cubicBezTo>
                <a:cubicBezTo>
                  <a:pt x="584102" y="119915"/>
                  <a:pt x="581745" y="109312"/>
                  <a:pt x="581745" y="96813"/>
                </a:cubicBezTo>
                <a:moveTo>
                  <a:pt x="611250" y="98350"/>
                </a:moveTo>
                <a:cubicBezTo>
                  <a:pt x="611250" y="109141"/>
                  <a:pt x="613812" y="117405"/>
                  <a:pt x="618934" y="123143"/>
                </a:cubicBezTo>
                <a:cubicBezTo>
                  <a:pt x="624056" y="128880"/>
                  <a:pt x="630374" y="131748"/>
                  <a:pt x="637887" y="131748"/>
                </a:cubicBezTo>
                <a:cubicBezTo>
                  <a:pt x="645400" y="131748"/>
                  <a:pt x="651700" y="128880"/>
                  <a:pt x="656788" y="123143"/>
                </a:cubicBezTo>
                <a:cubicBezTo>
                  <a:pt x="661877" y="117405"/>
                  <a:pt x="664421" y="109073"/>
                  <a:pt x="664421" y="98145"/>
                </a:cubicBezTo>
                <a:cubicBezTo>
                  <a:pt x="664421" y="87491"/>
                  <a:pt x="661877" y="79295"/>
                  <a:pt x="656788" y="73558"/>
                </a:cubicBezTo>
                <a:cubicBezTo>
                  <a:pt x="651700" y="67821"/>
                  <a:pt x="645400" y="64952"/>
                  <a:pt x="637887" y="64952"/>
                </a:cubicBezTo>
                <a:cubicBezTo>
                  <a:pt x="630374" y="64952"/>
                  <a:pt x="624056" y="67821"/>
                  <a:pt x="618934" y="73558"/>
                </a:cubicBezTo>
                <a:cubicBezTo>
                  <a:pt x="613812" y="79295"/>
                  <a:pt x="611250" y="87559"/>
                  <a:pt x="611250" y="98350"/>
                </a:cubicBezTo>
                <a:close/>
                <a:moveTo>
                  <a:pt x="743739" y="152750"/>
                </a:moveTo>
                <a:lnTo>
                  <a:pt x="714951" y="152750"/>
                </a:lnTo>
                <a:lnTo>
                  <a:pt x="714951" y="43950"/>
                </a:lnTo>
                <a:lnTo>
                  <a:pt x="741690" y="43950"/>
                </a:lnTo>
                <a:lnTo>
                  <a:pt x="741690" y="59420"/>
                </a:lnTo>
                <a:cubicBezTo>
                  <a:pt x="746266" y="52112"/>
                  <a:pt x="750381" y="47297"/>
                  <a:pt x="754035" y="44975"/>
                </a:cubicBezTo>
                <a:cubicBezTo>
                  <a:pt x="757689" y="42653"/>
                  <a:pt x="761839" y="41491"/>
                  <a:pt x="766483" y="41491"/>
                </a:cubicBezTo>
                <a:cubicBezTo>
                  <a:pt x="773040" y="41491"/>
                  <a:pt x="779357" y="43301"/>
                  <a:pt x="785436" y="46921"/>
                </a:cubicBezTo>
                <a:lnTo>
                  <a:pt x="776523" y="72021"/>
                </a:lnTo>
                <a:cubicBezTo>
                  <a:pt x="771674" y="68879"/>
                  <a:pt x="767166" y="67308"/>
                  <a:pt x="763000" y="67308"/>
                </a:cubicBezTo>
                <a:cubicBezTo>
                  <a:pt x="758970" y="67308"/>
                  <a:pt x="755555" y="68418"/>
                  <a:pt x="752755" y="70638"/>
                </a:cubicBezTo>
                <a:cubicBezTo>
                  <a:pt x="749955" y="72858"/>
                  <a:pt x="747752" y="76870"/>
                  <a:pt x="746147" y="82676"/>
                </a:cubicBezTo>
                <a:cubicBezTo>
                  <a:pt x="744542" y="88481"/>
                  <a:pt x="743739" y="100638"/>
                  <a:pt x="743739" y="119147"/>
                </a:cubicBezTo>
                <a:lnTo>
                  <a:pt x="743739" y="152750"/>
                </a:lnTo>
                <a:close/>
                <a:moveTo>
                  <a:pt x="784592" y="43950"/>
                </a:moveTo>
                <a:lnTo>
                  <a:pt x="815224" y="43950"/>
                </a:lnTo>
                <a:lnTo>
                  <a:pt x="841246" y="121196"/>
                </a:lnTo>
                <a:lnTo>
                  <a:pt x="866653" y="43950"/>
                </a:lnTo>
                <a:lnTo>
                  <a:pt x="896466" y="43950"/>
                </a:lnTo>
                <a:lnTo>
                  <a:pt x="858048" y="148652"/>
                </a:lnTo>
                <a:lnTo>
                  <a:pt x="851184" y="167605"/>
                </a:lnTo>
                <a:cubicBezTo>
                  <a:pt x="848657" y="173957"/>
                  <a:pt x="846249" y="178806"/>
                  <a:pt x="843961" y="182153"/>
                </a:cubicBezTo>
                <a:cubicBezTo>
                  <a:pt x="841673" y="185499"/>
                  <a:pt x="839044" y="188214"/>
                  <a:pt x="836073" y="190297"/>
                </a:cubicBezTo>
                <a:cubicBezTo>
                  <a:pt x="833102" y="192380"/>
                  <a:pt x="829448" y="194003"/>
                  <a:pt x="825111" y="195164"/>
                </a:cubicBezTo>
                <a:cubicBezTo>
                  <a:pt x="820774" y="196325"/>
                  <a:pt x="815873" y="196905"/>
                  <a:pt x="810409" y="196905"/>
                </a:cubicBezTo>
                <a:cubicBezTo>
                  <a:pt x="804877" y="196905"/>
                  <a:pt x="799447" y="196325"/>
                  <a:pt x="794120" y="195164"/>
                </a:cubicBezTo>
                <a:lnTo>
                  <a:pt x="791559" y="172625"/>
                </a:lnTo>
                <a:cubicBezTo>
                  <a:pt x="796067" y="173513"/>
                  <a:pt x="800130" y="173957"/>
                  <a:pt x="803750" y="173957"/>
                </a:cubicBezTo>
                <a:cubicBezTo>
                  <a:pt x="810444" y="173957"/>
                  <a:pt x="815395" y="171993"/>
                  <a:pt x="818605" y="168066"/>
                </a:cubicBezTo>
                <a:cubicBezTo>
                  <a:pt x="821815" y="164139"/>
                  <a:pt x="824274" y="159136"/>
                  <a:pt x="825981" y="153057"/>
                </a:cubicBezTo>
                <a:lnTo>
                  <a:pt x="784592" y="439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Text #Installs">
            <a:extLst xmlns:a="http://schemas.openxmlformats.org/drawingml/2006/main">
              <a:ext uri="{FF2B5EF4-FFF2-40B4-BE49-F238E27FC236}">
                <a16:creationId xmlns:a16="http://schemas.microsoft.com/office/drawing/2014/main" id="{E7213975-1CB1-41DB-825C-4218F63A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5549" y="82747"/>
            <a:ext cx="885146" cy="155311"/>
          </a:xfrm>
          <a:custGeom xmlns:a="http://schemas.openxmlformats.org/drawingml/2006/main">
            <a:pathLst>
              <a:path w="885146" h="155311">
                <a:moveTo>
                  <a:pt x="13933" y="115357"/>
                </a:moveTo>
                <a:lnTo>
                  <a:pt x="0" y="115357"/>
                </a:lnTo>
                <a:lnTo>
                  <a:pt x="0" y="92818"/>
                </a:lnTo>
                <a:lnTo>
                  <a:pt x="18441" y="92818"/>
                </a:lnTo>
                <a:lnTo>
                  <a:pt x="24588" y="62596"/>
                </a:lnTo>
                <a:lnTo>
                  <a:pt x="0" y="62596"/>
                </a:lnTo>
                <a:lnTo>
                  <a:pt x="0" y="39955"/>
                </a:lnTo>
                <a:lnTo>
                  <a:pt x="29198" y="39955"/>
                </a:lnTo>
                <a:lnTo>
                  <a:pt x="37291" y="0"/>
                </a:lnTo>
                <a:lnTo>
                  <a:pt x="60239" y="0"/>
                </a:lnTo>
                <a:lnTo>
                  <a:pt x="52146" y="39955"/>
                </a:lnTo>
                <a:lnTo>
                  <a:pt x="74787" y="39955"/>
                </a:lnTo>
                <a:lnTo>
                  <a:pt x="82676" y="0"/>
                </a:lnTo>
                <a:lnTo>
                  <a:pt x="106444" y="0"/>
                </a:lnTo>
                <a:lnTo>
                  <a:pt x="98248" y="39955"/>
                </a:lnTo>
                <a:lnTo>
                  <a:pt x="112386" y="39955"/>
                </a:lnTo>
                <a:lnTo>
                  <a:pt x="112386" y="62596"/>
                </a:lnTo>
                <a:lnTo>
                  <a:pt x="93638" y="62596"/>
                </a:lnTo>
                <a:lnTo>
                  <a:pt x="87491" y="92818"/>
                </a:lnTo>
                <a:lnTo>
                  <a:pt x="112386" y="92818"/>
                </a:lnTo>
                <a:lnTo>
                  <a:pt x="112386" y="115357"/>
                </a:lnTo>
                <a:lnTo>
                  <a:pt x="82880" y="115357"/>
                </a:lnTo>
                <a:lnTo>
                  <a:pt x="74787" y="155311"/>
                </a:lnTo>
                <a:lnTo>
                  <a:pt x="51941" y="155311"/>
                </a:lnTo>
                <a:lnTo>
                  <a:pt x="59830" y="115357"/>
                </a:lnTo>
                <a:lnTo>
                  <a:pt x="37086" y="115357"/>
                </a:lnTo>
                <a:lnTo>
                  <a:pt x="28993" y="155311"/>
                </a:lnTo>
                <a:lnTo>
                  <a:pt x="5840" y="155311"/>
                </a:lnTo>
                <a:lnTo>
                  <a:pt x="13933" y="115357"/>
                </a:lnTo>
                <a:moveTo>
                  <a:pt x="47638" y="62596"/>
                </a:moveTo>
                <a:lnTo>
                  <a:pt x="41594" y="92818"/>
                </a:lnTo>
                <a:lnTo>
                  <a:pt x="64337" y="92818"/>
                </a:lnTo>
                <a:lnTo>
                  <a:pt x="70279" y="62596"/>
                </a:lnTo>
                <a:lnTo>
                  <a:pt x="47638" y="62596"/>
                </a:lnTo>
                <a:close/>
                <a:moveTo>
                  <a:pt x="187399" y="152750"/>
                </a:moveTo>
                <a:lnTo>
                  <a:pt x="187399" y="2561"/>
                </a:lnTo>
                <a:lnTo>
                  <a:pt x="217724" y="2561"/>
                </a:lnTo>
                <a:lnTo>
                  <a:pt x="217724" y="152750"/>
                </a:lnTo>
                <a:lnTo>
                  <a:pt x="187399" y="152750"/>
                </a:lnTo>
                <a:close/>
                <a:moveTo>
                  <a:pt x="345053" y="152750"/>
                </a:moveTo>
                <a:lnTo>
                  <a:pt x="316265" y="152750"/>
                </a:lnTo>
                <a:lnTo>
                  <a:pt x="316265" y="97223"/>
                </a:lnTo>
                <a:cubicBezTo>
                  <a:pt x="316265" y="85476"/>
                  <a:pt x="315650" y="77878"/>
                  <a:pt x="314421" y="74429"/>
                </a:cubicBezTo>
                <a:cubicBezTo>
                  <a:pt x="313192" y="70979"/>
                  <a:pt x="311194" y="68299"/>
                  <a:pt x="308428" y="66386"/>
                </a:cubicBezTo>
                <a:cubicBezTo>
                  <a:pt x="305662" y="64474"/>
                  <a:pt x="302332" y="63518"/>
                  <a:pt x="298439" y="63518"/>
                </a:cubicBezTo>
                <a:cubicBezTo>
                  <a:pt x="293453" y="63518"/>
                  <a:pt x="288980" y="64884"/>
                  <a:pt x="285018" y="67616"/>
                </a:cubicBezTo>
                <a:cubicBezTo>
                  <a:pt x="281057" y="70348"/>
                  <a:pt x="278342" y="73968"/>
                  <a:pt x="276874" y="78475"/>
                </a:cubicBezTo>
                <a:cubicBezTo>
                  <a:pt x="275405" y="82983"/>
                  <a:pt x="274671" y="91315"/>
                  <a:pt x="274671" y="103473"/>
                </a:cubicBezTo>
                <a:lnTo>
                  <a:pt x="274671" y="152750"/>
                </a:lnTo>
                <a:lnTo>
                  <a:pt x="245883" y="152750"/>
                </a:lnTo>
                <a:lnTo>
                  <a:pt x="245883" y="43950"/>
                </a:lnTo>
                <a:lnTo>
                  <a:pt x="272622" y="43950"/>
                </a:lnTo>
                <a:lnTo>
                  <a:pt x="272622" y="59932"/>
                </a:lnTo>
                <a:cubicBezTo>
                  <a:pt x="282116" y="47638"/>
                  <a:pt x="294068" y="41491"/>
                  <a:pt x="308479" y="41491"/>
                </a:cubicBezTo>
                <a:cubicBezTo>
                  <a:pt x="314831" y="41491"/>
                  <a:pt x="320636" y="42635"/>
                  <a:pt x="325895" y="44923"/>
                </a:cubicBezTo>
                <a:cubicBezTo>
                  <a:pt x="331154" y="47211"/>
                  <a:pt x="335133" y="50131"/>
                  <a:pt x="337830" y="53683"/>
                </a:cubicBezTo>
                <a:cubicBezTo>
                  <a:pt x="340528" y="57234"/>
                  <a:pt x="342406" y="61264"/>
                  <a:pt x="343465" y="65772"/>
                </a:cubicBezTo>
                <a:cubicBezTo>
                  <a:pt x="344524" y="70279"/>
                  <a:pt x="345053" y="76734"/>
                  <a:pt x="345053" y="85134"/>
                </a:cubicBezTo>
                <a:lnTo>
                  <a:pt x="345053" y="152750"/>
                </a:lnTo>
                <a:close/>
                <a:moveTo>
                  <a:pt x="363785" y="121708"/>
                </a:moveTo>
                <a:lnTo>
                  <a:pt x="392675" y="117303"/>
                </a:lnTo>
                <a:cubicBezTo>
                  <a:pt x="393905" y="122904"/>
                  <a:pt x="396398" y="127155"/>
                  <a:pt x="400154" y="130058"/>
                </a:cubicBezTo>
                <a:cubicBezTo>
                  <a:pt x="403911" y="132961"/>
                  <a:pt x="409170" y="134412"/>
                  <a:pt x="415931" y="134412"/>
                </a:cubicBezTo>
                <a:cubicBezTo>
                  <a:pt x="423376" y="134412"/>
                  <a:pt x="428976" y="133046"/>
                  <a:pt x="432733" y="130314"/>
                </a:cubicBezTo>
                <a:cubicBezTo>
                  <a:pt x="435260" y="128402"/>
                  <a:pt x="436523" y="125840"/>
                  <a:pt x="436523" y="122630"/>
                </a:cubicBezTo>
                <a:cubicBezTo>
                  <a:pt x="436523" y="120445"/>
                  <a:pt x="435840" y="118635"/>
                  <a:pt x="434474" y="117201"/>
                </a:cubicBezTo>
                <a:cubicBezTo>
                  <a:pt x="433040" y="115835"/>
                  <a:pt x="429830" y="114571"/>
                  <a:pt x="424844" y="113410"/>
                </a:cubicBezTo>
                <a:cubicBezTo>
                  <a:pt x="401623" y="108288"/>
                  <a:pt x="386904" y="103609"/>
                  <a:pt x="380689" y="99375"/>
                </a:cubicBezTo>
                <a:cubicBezTo>
                  <a:pt x="372083" y="93501"/>
                  <a:pt x="367781" y="85339"/>
                  <a:pt x="367781" y="74890"/>
                </a:cubicBezTo>
                <a:cubicBezTo>
                  <a:pt x="367781" y="65464"/>
                  <a:pt x="371503" y="57542"/>
                  <a:pt x="378947" y="51122"/>
                </a:cubicBezTo>
                <a:cubicBezTo>
                  <a:pt x="386392" y="44702"/>
                  <a:pt x="397934" y="41491"/>
                  <a:pt x="413575" y="41491"/>
                </a:cubicBezTo>
                <a:cubicBezTo>
                  <a:pt x="428464" y="41491"/>
                  <a:pt x="439528" y="43916"/>
                  <a:pt x="446768" y="48765"/>
                </a:cubicBezTo>
                <a:cubicBezTo>
                  <a:pt x="454008" y="53614"/>
                  <a:pt x="458994" y="60786"/>
                  <a:pt x="461725" y="70279"/>
                </a:cubicBezTo>
                <a:lnTo>
                  <a:pt x="434577" y="75299"/>
                </a:lnTo>
                <a:cubicBezTo>
                  <a:pt x="433416" y="71065"/>
                  <a:pt x="431213" y="67821"/>
                  <a:pt x="427969" y="65567"/>
                </a:cubicBezTo>
                <a:cubicBezTo>
                  <a:pt x="424725" y="63313"/>
                  <a:pt x="420097" y="62186"/>
                  <a:pt x="414087" y="62186"/>
                </a:cubicBezTo>
                <a:cubicBezTo>
                  <a:pt x="406506" y="62186"/>
                  <a:pt x="401076" y="63245"/>
                  <a:pt x="397798" y="65362"/>
                </a:cubicBezTo>
                <a:cubicBezTo>
                  <a:pt x="395612" y="66864"/>
                  <a:pt x="394520" y="68811"/>
                  <a:pt x="394520" y="71201"/>
                </a:cubicBezTo>
                <a:cubicBezTo>
                  <a:pt x="394520" y="73250"/>
                  <a:pt x="395476" y="74992"/>
                  <a:pt x="397388" y="76426"/>
                </a:cubicBezTo>
                <a:cubicBezTo>
                  <a:pt x="399983" y="78339"/>
                  <a:pt x="408948" y="81036"/>
                  <a:pt x="424281" y="84520"/>
                </a:cubicBezTo>
                <a:cubicBezTo>
                  <a:pt x="439614" y="88003"/>
                  <a:pt x="450320" y="92272"/>
                  <a:pt x="456398" y="97326"/>
                </a:cubicBezTo>
                <a:cubicBezTo>
                  <a:pt x="462408" y="102448"/>
                  <a:pt x="465414" y="109585"/>
                  <a:pt x="465414" y="118737"/>
                </a:cubicBezTo>
                <a:cubicBezTo>
                  <a:pt x="465414" y="128709"/>
                  <a:pt x="461247" y="137280"/>
                  <a:pt x="452915" y="144452"/>
                </a:cubicBezTo>
                <a:cubicBezTo>
                  <a:pt x="444582" y="151623"/>
                  <a:pt x="432255" y="155209"/>
                  <a:pt x="415931" y="155209"/>
                </a:cubicBezTo>
                <a:cubicBezTo>
                  <a:pt x="401110" y="155209"/>
                  <a:pt x="389380" y="152204"/>
                  <a:pt x="380740" y="146193"/>
                </a:cubicBezTo>
                <a:cubicBezTo>
                  <a:pt x="372100" y="140183"/>
                  <a:pt x="366449" y="132021"/>
                  <a:pt x="363785" y="121708"/>
                </a:cubicBezTo>
                <a:close/>
                <a:moveTo>
                  <a:pt x="540749" y="43950"/>
                </a:moveTo>
                <a:lnTo>
                  <a:pt x="540749" y="66899"/>
                </a:lnTo>
                <a:lnTo>
                  <a:pt x="521079" y="66899"/>
                </a:lnTo>
                <a:lnTo>
                  <a:pt x="521079" y="110746"/>
                </a:lnTo>
                <a:cubicBezTo>
                  <a:pt x="521079" y="119625"/>
                  <a:pt x="521267" y="124799"/>
                  <a:pt x="521642" y="126267"/>
                </a:cubicBezTo>
                <a:cubicBezTo>
                  <a:pt x="522018" y="127736"/>
                  <a:pt x="522872" y="128948"/>
                  <a:pt x="524203" y="129904"/>
                </a:cubicBezTo>
                <a:cubicBezTo>
                  <a:pt x="525535" y="130860"/>
                  <a:pt x="527157" y="131338"/>
                  <a:pt x="529070" y="131338"/>
                </a:cubicBezTo>
                <a:cubicBezTo>
                  <a:pt x="531733" y="131338"/>
                  <a:pt x="535592" y="130416"/>
                  <a:pt x="540646" y="128572"/>
                </a:cubicBezTo>
                <a:lnTo>
                  <a:pt x="543105" y="150906"/>
                </a:lnTo>
                <a:cubicBezTo>
                  <a:pt x="536412" y="153775"/>
                  <a:pt x="528831" y="155209"/>
                  <a:pt x="520362" y="155209"/>
                </a:cubicBezTo>
                <a:cubicBezTo>
                  <a:pt x="515171" y="155209"/>
                  <a:pt x="510493" y="154338"/>
                  <a:pt x="506326" y="152596"/>
                </a:cubicBezTo>
                <a:cubicBezTo>
                  <a:pt x="502160" y="150855"/>
                  <a:pt x="499104" y="148601"/>
                  <a:pt x="497157" y="145835"/>
                </a:cubicBezTo>
                <a:cubicBezTo>
                  <a:pt x="495211" y="143069"/>
                  <a:pt x="493862" y="139329"/>
                  <a:pt x="493110" y="134617"/>
                </a:cubicBezTo>
                <a:cubicBezTo>
                  <a:pt x="492496" y="131270"/>
                  <a:pt x="492188" y="124509"/>
                  <a:pt x="492188" y="114332"/>
                </a:cubicBezTo>
                <a:lnTo>
                  <a:pt x="492188" y="66899"/>
                </a:lnTo>
                <a:lnTo>
                  <a:pt x="478973" y="66899"/>
                </a:lnTo>
                <a:lnTo>
                  <a:pt x="478973" y="43950"/>
                </a:lnTo>
                <a:lnTo>
                  <a:pt x="492188" y="43950"/>
                </a:lnTo>
                <a:lnTo>
                  <a:pt x="492188" y="22334"/>
                </a:lnTo>
                <a:lnTo>
                  <a:pt x="521079" y="5532"/>
                </a:lnTo>
                <a:lnTo>
                  <a:pt x="521079" y="43950"/>
                </a:lnTo>
                <a:lnTo>
                  <a:pt x="540749" y="43950"/>
                </a:lnTo>
                <a:close/>
                <a:moveTo>
                  <a:pt x="582302" y="77143"/>
                </a:moveTo>
                <a:lnTo>
                  <a:pt x="556177" y="72431"/>
                </a:lnTo>
                <a:cubicBezTo>
                  <a:pt x="559114" y="61913"/>
                  <a:pt x="564168" y="54127"/>
                  <a:pt x="571340" y="49073"/>
                </a:cubicBezTo>
                <a:cubicBezTo>
                  <a:pt x="578511" y="44019"/>
                  <a:pt x="589166" y="41491"/>
                  <a:pt x="603304" y="41491"/>
                </a:cubicBezTo>
                <a:cubicBezTo>
                  <a:pt x="616144" y="41491"/>
                  <a:pt x="625706" y="43011"/>
                  <a:pt x="631989" y="46050"/>
                </a:cubicBezTo>
                <a:cubicBezTo>
                  <a:pt x="638273" y="49090"/>
                  <a:pt x="642695" y="52949"/>
                  <a:pt x="645256" y="57627"/>
                </a:cubicBezTo>
                <a:cubicBezTo>
                  <a:pt x="647817" y="62306"/>
                  <a:pt x="649098" y="70894"/>
                  <a:pt x="649098" y="83393"/>
                </a:cubicBezTo>
                <a:lnTo>
                  <a:pt x="648791" y="116996"/>
                </a:lnTo>
                <a:cubicBezTo>
                  <a:pt x="648791" y="126558"/>
                  <a:pt x="649252" y="133609"/>
                  <a:pt x="650174" y="138151"/>
                </a:cubicBezTo>
                <a:cubicBezTo>
                  <a:pt x="651096" y="142693"/>
                  <a:pt x="652820" y="147559"/>
                  <a:pt x="655347" y="152750"/>
                </a:cubicBezTo>
                <a:lnTo>
                  <a:pt x="626867" y="152750"/>
                </a:lnTo>
                <a:cubicBezTo>
                  <a:pt x="626115" y="150838"/>
                  <a:pt x="625193" y="148003"/>
                  <a:pt x="624101" y="144247"/>
                </a:cubicBezTo>
                <a:cubicBezTo>
                  <a:pt x="623622" y="142539"/>
                  <a:pt x="623281" y="141412"/>
                  <a:pt x="623076" y="140866"/>
                </a:cubicBezTo>
                <a:cubicBezTo>
                  <a:pt x="618159" y="145647"/>
                  <a:pt x="612900" y="149233"/>
                  <a:pt x="607299" y="151623"/>
                </a:cubicBezTo>
                <a:cubicBezTo>
                  <a:pt x="601699" y="154014"/>
                  <a:pt x="595722" y="155209"/>
                  <a:pt x="589371" y="155209"/>
                </a:cubicBezTo>
                <a:cubicBezTo>
                  <a:pt x="578170" y="155209"/>
                  <a:pt x="569342" y="152170"/>
                  <a:pt x="562888" y="146091"/>
                </a:cubicBezTo>
                <a:cubicBezTo>
                  <a:pt x="556434" y="140012"/>
                  <a:pt x="553206" y="132329"/>
                  <a:pt x="553206" y="123040"/>
                </a:cubicBezTo>
                <a:cubicBezTo>
                  <a:pt x="553206" y="116893"/>
                  <a:pt x="554675" y="111412"/>
                  <a:pt x="557612" y="106597"/>
                </a:cubicBezTo>
                <a:cubicBezTo>
                  <a:pt x="560549" y="101782"/>
                  <a:pt x="564664" y="98094"/>
                  <a:pt x="569957" y="95533"/>
                </a:cubicBezTo>
                <a:cubicBezTo>
                  <a:pt x="575250" y="92972"/>
                  <a:pt x="582882" y="90735"/>
                  <a:pt x="592854" y="88822"/>
                </a:cubicBezTo>
                <a:cubicBezTo>
                  <a:pt x="606309" y="86295"/>
                  <a:pt x="615631" y="83939"/>
                  <a:pt x="620822" y="81754"/>
                </a:cubicBezTo>
                <a:lnTo>
                  <a:pt x="620822" y="78885"/>
                </a:lnTo>
                <a:cubicBezTo>
                  <a:pt x="620822" y="73353"/>
                  <a:pt x="619456" y="69409"/>
                  <a:pt x="616724" y="67052"/>
                </a:cubicBezTo>
                <a:cubicBezTo>
                  <a:pt x="613992" y="64696"/>
                  <a:pt x="608836" y="63518"/>
                  <a:pt x="601255" y="63518"/>
                </a:cubicBezTo>
                <a:cubicBezTo>
                  <a:pt x="596132" y="63518"/>
                  <a:pt x="592137" y="64525"/>
                  <a:pt x="589268" y="66540"/>
                </a:cubicBezTo>
                <a:cubicBezTo>
                  <a:pt x="586400" y="68555"/>
                  <a:pt x="584077" y="72089"/>
                  <a:pt x="582302" y="77143"/>
                </a:cubicBezTo>
                <a:moveTo>
                  <a:pt x="620822" y="100502"/>
                </a:moveTo>
                <a:cubicBezTo>
                  <a:pt x="617134" y="101731"/>
                  <a:pt x="611295" y="103199"/>
                  <a:pt x="603304" y="104907"/>
                </a:cubicBezTo>
                <a:cubicBezTo>
                  <a:pt x="595313" y="106614"/>
                  <a:pt x="590088" y="108288"/>
                  <a:pt x="587629" y="109927"/>
                </a:cubicBezTo>
                <a:cubicBezTo>
                  <a:pt x="583873" y="112590"/>
                  <a:pt x="581994" y="115971"/>
                  <a:pt x="581994" y="120069"/>
                </a:cubicBezTo>
                <a:cubicBezTo>
                  <a:pt x="581994" y="124099"/>
                  <a:pt x="583497" y="127582"/>
                  <a:pt x="586502" y="130519"/>
                </a:cubicBezTo>
                <a:cubicBezTo>
                  <a:pt x="589507" y="133456"/>
                  <a:pt x="593332" y="134924"/>
                  <a:pt x="597976" y="134924"/>
                </a:cubicBezTo>
                <a:cubicBezTo>
                  <a:pt x="603167" y="134924"/>
                  <a:pt x="608119" y="133217"/>
                  <a:pt x="612831" y="129802"/>
                </a:cubicBezTo>
                <a:cubicBezTo>
                  <a:pt x="616314" y="127206"/>
                  <a:pt x="618602" y="124030"/>
                  <a:pt x="619695" y="120274"/>
                </a:cubicBezTo>
                <a:cubicBezTo>
                  <a:pt x="620447" y="117815"/>
                  <a:pt x="620822" y="113137"/>
                  <a:pt x="620822" y="106239"/>
                </a:cubicBezTo>
                <a:lnTo>
                  <a:pt x="620822" y="100502"/>
                </a:lnTo>
                <a:close/>
                <a:moveTo>
                  <a:pt x="677717" y="152750"/>
                </a:moveTo>
                <a:lnTo>
                  <a:pt x="677717" y="2561"/>
                </a:lnTo>
                <a:lnTo>
                  <a:pt x="706505" y="2561"/>
                </a:lnTo>
                <a:lnTo>
                  <a:pt x="706505" y="152750"/>
                </a:lnTo>
                <a:lnTo>
                  <a:pt x="677717" y="152750"/>
                </a:lnTo>
                <a:close/>
                <a:moveTo>
                  <a:pt x="735688" y="152750"/>
                </a:moveTo>
                <a:lnTo>
                  <a:pt x="735688" y="2561"/>
                </a:lnTo>
                <a:lnTo>
                  <a:pt x="764476" y="2561"/>
                </a:lnTo>
                <a:lnTo>
                  <a:pt x="764476" y="152750"/>
                </a:lnTo>
                <a:lnTo>
                  <a:pt x="735688" y="152750"/>
                </a:lnTo>
                <a:close/>
                <a:moveTo>
                  <a:pt x="783518" y="121708"/>
                </a:moveTo>
                <a:lnTo>
                  <a:pt x="812408" y="117303"/>
                </a:lnTo>
                <a:cubicBezTo>
                  <a:pt x="813637" y="122904"/>
                  <a:pt x="816130" y="127155"/>
                  <a:pt x="819887" y="130058"/>
                </a:cubicBezTo>
                <a:cubicBezTo>
                  <a:pt x="823643" y="132961"/>
                  <a:pt x="828902" y="134412"/>
                  <a:pt x="835664" y="134412"/>
                </a:cubicBezTo>
                <a:cubicBezTo>
                  <a:pt x="843108" y="134412"/>
                  <a:pt x="848709" y="133046"/>
                  <a:pt x="852465" y="130314"/>
                </a:cubicBezTo>
                <a:cubicBezTo>
                  <a:pt x="854992" y="128402"/>
                  <a:pt x="856256" y="125840"/>
                  <a:pt x="856256" y="122630"/>
                </a:cubicBezTo>
                <a:cubicBezTo>
                  <a:pt x="856256" y="120445"/>
                  <a:pt x="855573" y="118635"/>
                  <a:pt x="854207" y="117201"/>
                </a:cubicBezTo>
                <a:cubicBezTo>
                  <a:pt x="852772" y="115835"/>
                  <a:pt x="849562" y="114571"/>
                  <a:pt x="844577" y="113410"/>
                </a:cubicBezTo>
                <a:cubicBezTo>
                  <a:pt x="821355" y="108288"/>
                  <a:pt x="806637" y="103609"/>
                  <a:pt x="800421" y="99375"/>
                </a:cubicBezTo>
                <a:cubicBezTo>
                  <a:pt x="791816" y="93501"/>
                  <a:pt x="787513" y="85339"/>
                  <a:pt x="787513" y="74890"/>
                </a:cubicBezTo>
                <a:cubicBezTo>
                  <a:pt x="787513" y="65464"/>
                  <a:pt x="791235" y="57542"/>
                  <a:pt x="798680" y="51122"/>
                </a:cubicBezTo>
                <a:cubicBezTo>
                  <a:pt x="806124" y="44702"/>
                  <a:pt x="817667" y="41491"/>
                  <a:pt x="833307" y="41491"/>
                </a:cubicBezTo>
                <a:cubicBezTo>
                  <a:pt x="848196" y="41491"/>
                  <a:pt x="859261" y="43916"/>
                  <a:pt x="866500" y="48765"/>
                </a:cubicBezTo>
                <a:cubicBezTo>
                  <a:pt x="873740" y="53614"/>
                  <a:pt x="878726" y="60786"/>
                  <a:pt x="881458" y="70279"/>
                </a:cubicBezTo>
                <a:lnTo>
                  <a:pt x="854309" y="75299"/>
                </a:lnTo>
                <a:cubicBezTo>
                  <a:pt x="853148" y="71065"/>
                  <a:pt x="850945" y="67821"/>
                  <a:pt x="847701" y="65567"/>
                </a:cubicBezTo>
                <a:cubicBezTo>
                  <a:pt x="844457" y="63313"/>
                  <a:pt x="839830" y="62186"/>
                  <a:pt x="833820" y="62186"/>
                </a:cubicBezTo>
                <a:cubicBezTo>
                  <a:pt x="826238" y="62186"/>
                  <a:pt x="820809" y="63245"/>
                  <a:pt x="817530" y="65362"/>
                </a:cubicBezTo>
                <a:cubicBezTo>
                  <a:pt x="815345" y="66864"/>
                  <a:pt x="814252" y="68811"/>
                  <a:pt x="814252" y="71201"/>
                </a:cubicBezTo>
                <a:cubicBezTo>
                  <a:pt x="814252" y="73250"/>
                  <a:pt x="815208" y="74992"/>
                  <a:pt x="817121" y="76426"/>
                </a:cubicBezTo>
                <a:cubicBezTo>
                  <a:pt x="819716" y="78339"/>
                  <a:pt x="828680" y="81036"/>
                  <a:pt x="844013" y="84520"/>
                </a:cubicBezTo>
                <a:cubicBezTo>
                  <a:pt x="859346" y="88003"/>
                  <a:pt x="870052" y="92272"/>
                  <a:pt x="876131" y="97326"/>
                </a:cubicBezTo>
                <a:cubicBezTo>
                  <a:pt x="882141" y="102448"/>
                  <a:pt x="885146" y="109585"/>
                  <a:pt x="885146" y="118737"/>
                </a:cubicBezTo>
                <a:cubicBezTo>
                  <a:pt x="885146" y="128709"/>
                  <a:pt x="880980" y="137280"/>
                  <a:pt x="872647" y="144452"/>
                </a:cubicBezTo>
                <a:cubicBezTo>
                  <a:pt x="864315" y="151623"/>
                  <a:pt x="851987" y="155209"/>
                  <a:pt x="835664" y="155209"/>
                </a:cubicBezTo>
                <a:cubicBezTo>
                  <a:pt x="820843" y="155209"/>
                  <a:pt x="809113" y="152204"/>
                  <a:pt x="800473" y="146193"/>
                </a:cubicBezTo>
                <a:cubicBezTo>
                  <a:pt x="791833" y="140183"/>
                  <a:pt x="786181" y="132021"/>
                  <a:pt x="783518" y="12170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Text Destination">
            <a:extLst xmlns:a="http://schemas.openxmlformats.org/drawingml/2006/main">
              <a:ext uri="{FF2B5EF4-FFF2-40B4-BE49-F238E27FC236}">
                <a16:creationId xmlns:a16="http://schemas.microsoft.com/office/drawing/2014/main" id="{EB332D7C-2543-4CAA-8467-2132CEF5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0898" y="85309"/>
            <a:ext cx="1112472" cy="152648"/>
          </a:xfrm>
          <a:custGeom xmlns:a="http://schemas.openxmlformats.org/drawingml/2006/main">
            <a:pathLst>
              <a:path w="1112472" h="152648">
                <a:moveTo>
                  <a:pt x="0" y="0"/>
                </a:moveTo>
                <a:lnTo>
                  <a:pt x="55424" y="0"/>
                </a:lnTo>
                <a:cubicBezTo>
                  <a:pt x="67923" y="0"/>
                  <a:pt x="77451" y="956"/>
                  <a:pt x="84007" y="2869"/>
                </a:cubicBezTo>
                <a:cubicBezTo>
                  <a:pt x="92818" y="5464"/>
                  <a:pt x="100365" y="10074"/>
                  <a:pt x="106648" y="16699"/>
                </a:cubicBezTo>
                <a:cubicBezTo>
                  <a:pt x="112932" y="23324"/>
                  <a:pt x="117713" y="31434"/>
                  <a:pt x="120991" y="41030"/>
                </a:cubicBezTo>
                <a:cubicBezTo>
                  <a:pt x="124270" y="50626"/>
                  <a:pt x="125909" y="62459"/>
                  <a:pt x="125909" y="76529"/>
                </a:cubicBezTo>
                <a:cubicBezTo>
                  <a:pt x="125909" y="88891"/>
                  <a:pt x="124372" y="99545"/>
                  <a:pt x="121299" y="108493"/>
                </a:cubicBezTo>
                <a:cubicBezTo>
                  <a:pt x="117542" y="119420"/>
                  <a:pt x="112181" y="128265"/>
                  <a:pt x="105214" y="135027"/>
                </a:cubicBezTo>
                <a:cubicBezTo>
                  <a:pt x="99955" y="140149"/>
                  <a:pt x="92852" y="144144"/>
                  <a:pt x="83905" y="147013"/>
                </a:cubicBezTo>
                <a:cubicBezTo>
                  <a:pt x="77212" y="149130"/>
                  <a:pt x="68265" y="150189"/>
                  <a:pt x="57064" y="150189"/>
                </a:cubicBezTo>
                <a:lnTo>
                  <a:pt x="0" y="150189"/>
                </a:lnTo>
                <a:lnTo>
                  <a:pt x="0" y="0"/>
                </a:lnTo>
                <a:moveTo>
                  <a:pt x="30325" y="25407"/>
                </a:moveTo>
                <a:lnTo>
                  <a:pt x="30325" y="124884"/>
                </a:lnTo>
                <a:lnTo>
                  <a:pt x="52966" y="124884"/>
                </a:lnTo>
                <a:cubicBezTo>
                  <a:pt x="61435" y="124884"/>
                  <a:pt x="67547" y="124406"/>
                  <a:pt x="71304" y="123450"/>
                </a:cubicBezTo>
                <a:cubicBezTo>
                  <a:pt x="76221" y="122221"/>
                  <a:pt x="80302" y="120137"/>
                  <a:pt x="83546" y="117201"/>
                </a:cubicBezTo>
                <a:cubicBezTo>
                  <a:pt x="86791" y="114264"/>
                  <a:pt x="89437" y="109432"/>
                  <a:pt x="91486" y="102704"/>
                </a:cubicBezTo>
                <a:cubicBezTo>
                  <a:pt x="93535" y="95977"/>
                  <a:pt x="94560" y="86808"/>
                  <a:pt x="94560" y="75197"/>
                </a:cubicBezTo>
                <a:cubicBezTo>
                  <a:pt x="94560" y="63586"/>
                  <a:pt x="93535" y="54673"/>
                  <a:pt x="91486" y="48458"/>
                </a:cubicBezTo>
                <a:cubicBezTo>
                  <a:pt x="89437" y="42243"/>
                  <a:pt x="86569" y="37394"/>
                  <a:pt x="82880" y="33910"/>
                </a:cubicBezTo>
                <a:cubicBezTo>
                  <a:pt x="79192" y="30427"/>
                  <a:pt x="74514" y="28071"/>
                  <a:pt x="68845" y="26841"/>
                </a:cubicBezTo>
                <a:cubicBezTo>
                  <a:pt x="64611" y="25885"/>
                  <a:pt x="56312" y="25407"/>
                  <a:pt x="43950" y="25407"/>
                </a:cubicBezTo>
                <a:lnTo>
                  <a:pt x="30325" y="25407"/>
                </a:lnTo>
                <a:close/>
                <a:moveTo>
                  <a:pt x="214808" y="115561"/>
                </a:moveTo>
                <a:lnTo>
                  <a:pt x="243494" y="120376"/>
                </a:lnTo>
                <a:cubicBezTo>
                  <a:pt x="239805" y="130894"/>
                  <a:pt x="233983" y="138903"/>
                  <a:pt x="226026" y="144401"/>
                </a:cubicBezTo>
                <a:cubicBezTo>
                  <a:pt x="218069" y="149899"/>
                  <a:pt x="208115" y="152648"/>
                  <a:pt x="196163" y="152648"/>
                </a:cubicBezTo>
                <a:cubicBezTo>
                  <a:pt x="177244" y="152648"/>
                  <a:pt x="163243" y="146467"/>
                  <a:pt x="154159" y="134105"/>
                </a:cubicBezTo>
                <a:cubicBezTo>
                  <a:pt x="146987" y="124201"/>
                  <a:pt x="143402" y="111703"/>
                  <a:pt x="143402" y="96609"/>
                </a:cubicBezTo>
                <a:cubicBezTo>
                  <a:pt x="143402" y="78578"/>
                  <a:pt x="148114" y="64457"/>
                  <a:pt x="157540" y="54246"/>
                </a:cubicBezTo>
                <a:cubicBezTo>
                  <a:pt x="166965" y="44036"/>
                  <a:pt x="178883" y="38930"/>
                  <a:pt x="193294" y="38930"/>
                </a:cubicBezTo>
                <a:cubicBezTo>
                  <a:pt x="209481" y="38930"/>
                  <a:pt x="222253" y="44275"/>
                  <a:pt x="231610" y="54963"/>
                </a:cubicBezTo>
                <a:cubicBezTo>
                  <a:pt x="240967" y="65652"/>
                  <a:pt x="245440" y="82027"/>
                  <a:pt x="245030" y="104087"/>
                </a:cubicBezTo>
                <a:lnTo>
                  <a:pt x="172907" y="104087"/>
                </a:lnTo>
                <a:cubicBezTo>
                  <a:pt x="173112" y="112625"/>
                  <a:pt x="175434" y="119267"/>
                  <a:pt x="179873" y="124013"/>
                </a:cubicBezTo>
                <a:cubicBezTo>
                  <a:pt x="184313" y="128760"/>
                  <a:pt x="189845" y="131134"/>
                  <a:pt x="196470" y="131134"/>
                </a:cubicBezTo>
                <a:cubicBezTo>
                  <a:pt x="200978" y="131134"/>
                  <a:pt x="204768" y="129904"/>
                  <a:pt x="207842" y="127445"/>
                </a:cubicBezTo>
                <a:cubicBezTo>
                  <a:pt x="210915" y="124987"/>
                  <a:pt x="213237" y="121025"/>
                  <a:pt x="214808" y="115561"/>
                </a:cubicBezTo>
                <a:moveTo>
                  <a:pt x="216447" y="86466"/>
                </a:moveTo>
                <a:cubicBezTo>
                  <a:pt x="216242" y="78134"/>
                  <a:pt x="214091" y="71799"/>
                  <a:pt x="209993" y="67462"/>
                </a:cubicBezTo>
                <a:cubicBezTo>
                  <a:pt x="205895" y="63125"/>
                  <a:pt x="200909" y="60957"/>
                  <a:pt x="195036" y="60957"/>
                </a:cubicBezTo>
                <a:cubicBezTo>
                  <a:pt x="188752" y="60957"/>
                  <a:pt x="183561" y="63245"/>
                  <a:pt x="179464" y="67821"/>
                </a:cubicBezTo>
                <a:cubicBezTo>
                  <a:pt x="175366" y="72397"/>
                  <a:pt x="173351" y="78612"/>
                  <a:pt x="173419" y="86466"/>
                </a:cubicBezTo>
                <a:lnTo>
                  <a:pt x="216447" y="86466"/>
                </a:lnTo>
                <a:close/>
                <a:moveTo>
                  <a:pt x="258526" y="119147"/>
                </a:moveTo>
                <a:lnTo>
                  <a:pt x="287417" y="114742"/>
                </a:lnTo>
                <a:cubicBezTo>
                  <a:pt x="288646" y="120342"/>
                  <a:pt x="291139" y="124594"/>
                  <a:pt x="294896" y="127497"/>
                </a:cubicBezTo>
                <a:cubicBezTo>
                  <a:pt x="298652" y="130399"/>
                  <a:pt x="303911" y="131851"/>
                  <a:pt x="310673" y="131851"/>
                </a:cubicBezTo>
                <a:cubicBezTo>
                  <a:pt x="318117" y="131851"/>
                  <a:pt x="323718" y="130485"/>
                  <a:pt x="327474" y="127753"/>
                </a:cubicBezTo>
                <a:cubicBezTo>
                  <a:pt x="330001" y="125840"/>
                  <a:pt x="331265" y="123279"/>
                  <a:pt x="331265" y="120069"/>
                </a:cubicBezTo>
                <a:cubicBezTo>
                  <a:pt x="331265" y="117884"/>
                  <a:pt x="330582" y="116074"/>
                  <a:pt x="329216" y="114639"/>
                </a:cubicBezTo>
                <a:cubicBezTo>
                  <a:pt x="327781" y="113273"/>
                  <a:pt x="324571" y="112010"/>
                  <a:pt x="319586" y="110849"/>
                </a:cubicBezTo>
                <a:cubicBezTo>
                  <a:pt x="296364" y="105726"/>
                  <a:pt x="281646" y="101048"/>
                  <a:pt x="275430" y="96813"/>
                </a:cubicBezTo>
                <a:cubicBezTo>
                  <a:pt x="266825" y="90940"/>
                  <a:pt x="262522" y="82778"/>
                  <a:pt x="262522" y="72328"/>
                </a:cubicBezTo>
                <a:cubicBezTo>
                  <a:pt x="262522" y="62903"/>
                  <a:pt x="266244" y="54980"/>
                  <a:pt x="273689" y="48560"/>
                </a:cubicBezTo>
                <a:cubicBezTo>
                  <a:pt x="281133" y="42140"/>
                  <a:pt x="292676" y="38930"/>
                  <a:pt x="308316" y="38930"/>
                </a:cubicBezTo>
                <a:cubicBezTo>
                  <a:pt x="323205" y="38930"/>
                  <a:pt x="334270" y="41355"/>
                  <a:pt x="341509" y="46204"/>
                </a:cubicBezTo>
                <a:cubicBezTo>
                  <a:pt x="348749" y="51053"/>
                  <a:pt x="353735" y="58225"/>
                  <a:pt x="356467" y="67718"/>
                </a:cubicBezTo>
                <a:lnTo>
                  <a:pt x="329318" y="72738"/>
                </a:lnTo>
                <a:cubicBezTo>
                  <a:pt x="328157" y="68504"/>
                  <a:pt x="325954" y="65259"/>
                  <a:pt x="322710" y="63006"/>
                </a:cubicBezTo>
                <a:cubicBezTo>
                  <a:pt x="319466" y="60752"/>
                  <a:pt x="314839" y="59625"/>
                  <a:pt x="308829" y="59625"/>
                </a:cubicBezTo>
                <a:cubicBezTo>
                  <a:pt x="301247" y="59625"/>
                  <a:pt x="295818" y="60683"/>
                  <a:pt x="292539" y="62801"/>
                </a:cubicBezTo>
                <a:cubicBezTo>
                  <a:pt x="290354" y="64303"/>
                  <a:pt x="289261" y="66250"/>
                  <a:pt x="289261" y="68640"/>
                </a:cubicBezTo>
                <a:cubicBezTo>
                  <a:pt x="289261" y="70689"/>
                  <a:pt x="290217" y="72431"/>
                  <a:pt x="292129" y="73865"/>
                </a:cubicBezTo>
                <a:cubicBezTo>
                  <a:pt x="294725" y="75777"/>
                  <a:pt x="303689" y="78475"/>
                  <a:pt x="319022" y="81958"/>
                </a:cubicBezTo>
                <a:cubicBezTo>
                  <a:pt x="334355" y="85442"/>
                  <a:pt x="345061" y="89710"/>
                  <a:pt x="351140" y="94764"/>
                </a:cubicBezTo>
                <a:cubicBezTo>
                  <a:pt x="357150" y="99887"/>
                  <a:pt x="360155" y="107024"/>
                  <a:pt x="360155" y="116176"/>
                </a:cubicBezTo>
                <a:cubicBezTo>
                  <a:pt x="360155" y="126148"/>
                  <a:pt x="355989" y="134719"/>
                  <a:pt x="347656" y="141891"/>
                </a:cubicBezTo>
                <a:cubicBezTo>
                  <a:pt x="339324" y="149062"/>
                  <a:pt x="326996" y="152648"/>
                  <a:pt x="310673" y="152648"/>
                </a:cubicBezTo>
                <a:cubicBezTo>
                  <a:pt x="295852" y="152648"/>
                  <a:pt x="284121" y="149642"/>
                  <a:pt x="275482" y="143632"/>
                </a:cubicBezTo>
                <a:cubicBezTo>
                  <a:pt x="266842" y="137622"/>
                  <a:pt x="261190" y="129460"/>
                  <a:pt x="258526" y="119147"/>
                </a:cubicBezTo>
                <a:close/>
                <a:moveTo>
                  <a:pt x="435427" y="41389"/>
                </a:moveTo>
                <a:lnTo>
                  <a:pt x="435427" y="64337"/>
                </a:lnTo>
                <a:lnTo>
                  <a:pt x="415757" y="64337"/>
                </a:lnTo>
                <a:lnTo>
                  <a:pt x="415757" y="108185"/>
                </a:lnTo>
                <a:cubicBezTo>
                  <a:pt x="415757" y="117064"/>
                  <a:pt x="415945" y="122238"/>
                  <a:pt x="416321" y="123706"/>
                </a:cubicBezTo>
                <a:cubicBezTo>
                  <a:pt x="416696" y="125174"/>
                  <a:pt x="417550" y="126387"/>
                  <a:pt x="418882" y="127343"/>
                </a:cubicBezTo>
                <a:cubicBezTo>
                  <a:pt x="420214" y="128299"/>
                  <a:pt x="421836" y="128777"/>
                  <a:pt x="423748" y="128777"/>
                </a:cubicBezTo>
                <a:cubicBezTo>
                  <a:pt x="426412" y="128777"/>
                  <a:pt x="430271" y="127855"/>
                  <a:pt x="435325" y="126011"/>
                </a:cubicBezTo>
                <a:lnTo>
                  <a:pt x="437783" y="148345"/>
                </a:lnTo>
                <a:cubicBezTo>
                  <a:pt x="431090" y="151213"/>
                  <a:pt x="423509" y="152648"/>
                  <a:pt x="415040" y="152648"/>
                </a:cubicBezTo>
                <a:cubicBezTo>
                  <a:pt x="409849" y="152648"/>
                  <a:pt x="405171" y="151777"/>
                  <a:pt x="401005" y="150035"/>
                </a:cubicBezTo>
                <a:cubicBezTo>
                  <a:pt x="396838" y="148294"/>
                  <a:pt x="393782" y="146040"/>
                  <a:pt x="391835" y="143274"/>
                </a:cubicBezTo>
                <a:cubicBezTo>
                  <a:pt x="389889" y="140508"/>
                  <a:pt x="388540" y="136768"/>
                  <a:pt x="387789" y="132056"/>
                </a:cubicBezTo>
                <a:cubicBezTo>
                  <a:pt x="387174" y="128709"/>
                  <a:pt x="386867" y="121947"/>
                  <a:pt x="386867" y="111771"/>
                </a:cubicBezTo>
                <a:lnTo>
                  <a:pt x="386867" y="64337"/>
                </a:lnTo>
                <a:lnTo>
                  <a:pt x="373651" y="64337"/>
                </a:lnTo>
                <a:lnTo>
                  <a:pt x="373651" y="41389"/>
                </a:lnTo>
                <a:lnTo>
                  <a:pt x="386867" y="41389"/>
                </a:lnTo>
                <a:lnTo>
                  <a:pt x="386867" y="19772"/>
                </a:lnTo>
                <a:lnTo>
                  <a:pt x="415757" y="2971"/>
                </a:lnTo>
                <a:lnTo>
                  <a:pt x="415757" y="41389"/>
                </a:lnTo>
                <a:lnTo>
                  <a:pt x="435427" y="41389"/>
                </a:lnTo>
                <a:close/>
                <a:moveTo>
                  <a:pt x="455403" y="26636"/>
                </a:moveTo>
                <a:lnTo>
                  <a:pt x="455403" y="0"/>
                </a:lnTo>
                <a:lnTo>
                  <a:pt x="484191" y="0"/>
                </a:lnTo>
                <a:lnTo>
                  <a:pt x="484191" y="26636"/>
                </a:lnTo>
                <a:lnTo>
                  <a:pt x="455403" y="26636"/>
                </a:lnTo>
                <a:moveTo>
                  <a:pt x="455403" y="150189"/>
                </a:moveTo>
                <a:lnTo>
                  <a:pt x="455403" y="41389"/>
                </a:lnTo>
                <a:lnTo>
                  <a:pt x="484191" y="41389"/>
                </a:lnTo>
                <a:lnTo>
                  <a:pt x="484191" y="150189"/>
                </a:lnTo>
                <a:lnTo>
                  <a:pt x="455403" y="150189"/>
                </a:lnTo>
                <a:close/>
                <a:moveTo>
                  <a:pt x="612276" y="150189"/>
                </a:moveTo>
                <a:lnTo>
                  <a:pt x="583488" y="150189"/>
                </a:lnTo>
                <a:lnTo>
                  <a:pt x="583488" y="94662"/>
                </a:lnTo>
                <a:cubicBezTo>
                  <a:pt x="583488" y="82915"/>
                  <a:pt x="582874" y="75316"/>
                  <a:pt x="581644" y="71867"/>
                </a:cubicBezTo>
                <a:cubicBezTo>
                  <a:pt x="580415" y="68418"/>
                  <a:pt x="578417" y="65738"/>
                  <a:pt x="575651" y="63825"/>
                </a:cubicBezTo>
                <a:cubicBezTo>
                  <a:pt x="572885" y="61913"/>
                  <a:pt x="569555" y="60957"/>
                  <a:pt x="565662" y="60957"/>
                </a:cubicBezTo>
                <a:cubicBezTo>
                  <a:pt x="560677" y="60957"/>
                  <a:pt x="556203" y="62323"/>
                  <a:pt x="552242" y="65055"/>
                </a:cubicBezTo>
                <a:cubicBezTo>
                  <a:pt x="548280" y="67786"/>
                  <a:pt x="545566" y="71406"/>
                  <a:pt x="544097" y="75914"/>
                </a:cubicBezTo>
                <a:cubicBezTo>
                  <a:pt x="542629" y="80422"/>
                  <a:pt x="541894" y="88754"/>
                  <a:pt x="541894" y="100911"/>
                </a:cubicBezTo>
                <a:lnTo>
                  <a:pt x="541894" y="150189"/>
                </a:lnTo>
                <a:lnTo>
                  <a:pt x="513107" y="150189"/>
                </a:lnTo>
                <a:lnTo>
                  <a:pt x="513107" y="41389"/>
                </a:lnTo>
                <a:lnTo>
                  <a:pt x="539845" y="41389"/>
                </a:lnTo>
                <a:lnTo>
                  <a:pt x="539845" y="57371"/>
                </a:lnTo>
                <a:cubicBezTo>
                  <a:pt x="549339" y="45077"/>
                  <a:pt x="561291" y="38930"/>
                  <a:pt x="575702" y="38930"/>
                </a:cubicBezTo>
                <a:cubicBezTo>
                  <a:pt x="582054" y="38930"/>
                  <a:pt x="587859" y="40074"/>
                  <a:pt x="593118" y="42362"/>
                </a:cubicBezTo>
                <a:cubicBezTo>
                  <a:pt x="598377" y="44650"/>
                  <a:pt x="602356" y="47570"/>
                  <a:pt x="605054" y="51122"/>
                </a:cubicBezTo>
                <a:cubicBezTo>
                  <a:pt x="607751" y="54673"/>
                  <a:pt x="609630" y="58703"/>
                  <a:pt x="610688" y="63210"/>
                </a:cubicBezTo>
                <a:cubicBezTo>
                  <a:pt x="611747" y="67718"/>
                  <a:pt x="612276" y="74172"/>
                  <a:pt x="612276" y="82573"/>
                </a:cubicBezTo>
                <a:lnTo>
                  <a:pt x="612276" y="150189"/>
                </a:lnTo>
                <a:close/>
                <a:moveTo>
                  <a:pt x="662602" y="74582"/>
                </a:moveTo>
                <a:lnTo>
                  <a:pt x="636478" y="69870"/>
                </a:lnTo>
                <a:cubicBezTo>
                  <a:pt x="639415" y="59352"/>
                  <a:pt x="644469" y="51566"/>
                  <a:pt x="651640" y="46511"/>
                </a:cubicBezTo>
                <a:cubicBezTo>
                  <a:pt x="658811" y="41457"/>
                  <a:pt x="669466" y="38930"/>
                  <a:pt x="683604" y="38930"/>
                </a:cubicBezTo>
                <a:cubicBezTo>
                  <a:pt x="696444" y="38930"/>
                  <a:pt x="706006" y="40450"/>
                  <a:pt x="712289" y="43489"/>
                </a:cubicBezTo>
                <a:cubicBezTo>
                  <a:pt x="718573" y="46528"/>
                  <a:pt x="722995" y="50387"/>
                  <a:pt x="725556" y="55066"/>
                </a:cubicBezTo>
                <a:cubicBezTo>
                  <a:pt x="728118" y="59744"/>
                  <a:pt x="729398" y="68333"/>
                  <a:pt x="729398" y="80832"/>
                </a:cubicBezTo>
                <a:lnTo>
                  <a:pt x="729091" y="114434"/>
                </a:lnTo>
                <a:cubicBezTo>
                  <a:pt x="729091" y="123996"/>
                  <a:pt x="729552" y="131048"/>
                  <a:pt x="730474" y="135590"/>
                </a:cubicBezTo>
                <a:cubicBezTo>
                  <a:pt x="731396" y="140132"/>
                  <a:pt x="733121" y="144998"/>
                  <a:pt x="735648" y="150189"/>
                </a:cubicBezTo>
                <a:lnTo>
                  <a:pt x="707167" y="150189"/>
                </a:lnTo>
                <a:cubicBezTo>
                  <a:pt x="706416" y="148277"/>
                  <a:pt x="705494" y="145442"/>
                  <a:pt x="704401" y="141686"/>
                </a:cubicBezTo>
                <a:cubicBezTo>
                  <a:pt x="703923" y="139978"/>
                  <a:pt x="703581" y="138851"/>
                  <a:pt x="703376" y="138305"/>
                </a:cubicBezTo>
                <a:cubicBezTo>
                  <a:pt x="698459" y="143086"/>
                  <a:pt x="693200" y="146671"/>
                  <a:pt x="687599" y="149062"/>
                </a:cubicBezTo>
                <a:cubicBezTo>
                  <a:pt x="681999" y="151452"/>
                  <a:pt x="676023" y="152648"/>
                  <a:pt x="669671" y="152648"/>
                </a:cubicBezTo>
                <a:cubicBezTo>
                  <a:pt x="658470" y="152648"/>
                  <a:pt x="649642" y="149608"/>
                  <a:pt x="643188" y="143530"/>
                </a:cubicBezTo>
                <a:cubicBezTo>
                  <a:pt x="636734" y="137451"/>
                  <a:pt x="633507" y="129768"/>
                  <a:pt x="633507" y="120479"/>
                </a:cubicBezTo>
                <a:cubicBezTo>
                  <a:pt x="633507" y="114332"/>
                  <a:pt x="634975" y="108851"/>
                  <a:pt x="637912" y="104036"/>
                </a:cubicBezTo>
                <a:cubicBezTo>
                  <a:pt x="640849" y="99221"/>
                  <a:pt x="644964" y="95533"/>
                  <a:pt x="650257" y="92972"/>
                </a:cubicBezTo>
                <a:cubicBezTo>
                  <a:pt x="655550" y="90410"/>
                  <a:pt x="663183" y="88174"/>
                  <a:pt x="673154" y="86261"/>
                </a:cubicBezTo>
                <a:cubicBezTo>
                  <a:pt x="686609" y="83734"/>
                  <a:pt x="695932" y="81378"/>
                  <a:pt x="701123" y="79192"/>
                </a:cubicBezTo>
                <a:lnTo>
                  <a:pt x="701123" y="76324"/>
                </a:lnTo>
                <a:cubicBezTo>
                  <a:pt x="701123" y="70792"/>
                  <a:pt x="699757" y="66847"/>
                  <a:pt x="697025" y="64491"/>
                </a:cubicBezTo>
                <a:cubicBezTo>
                  <a:pt x="694293" y="62135"/>
                  <a:pt x="689136" y="60957"/>
                  <a:pt x="681555" y="60957"/>
                </a:cubicBezTo>
                <a:cubicBezTo>
                  <a:pt x="676433" y="60957"/>
                  <a:pt x="672437" y="61964"/>
                  <a:pt x="669569" y="63979"/>
                </a:cubicBezTo>
                <a:cubicBezTo>
                  <a:pt x="666700" y="65994"/>
                  <a:pt x="664378" y="69528"/>
                  <a:pt x="662602" y="74582"/>
                </a:cubicBezTo>
                <a:moveTo>
                  <a:pt x="701123" y="97940"/>
                </a:moveTo>
                <a:cubicBezTo>
                  <a:pt x="697434" y="99170"/>
                  <a:pt x="691595" y="100638"/>
                  <a:pt x="683604" y="102346"/>
                </a:cubicBezTo>
                <a:cubicBezTo>
                  <a:pt x="675613" y="104053"/>
                  <a:pt x="670388" y="105726"/>
                  <a:pt x="667929" y="107366"/>
                </a:cubicBezTo>
                <a:cubicBezTo>
                  <a:pt x="664173" y="110029"/>
                  <a:pt x="662295" y="113410"/>
                  <a:pt x="662295" y="117508"/>
                </a:cubicBezTo>
                <a:cubicBezTo>
                  <a:pt x="662295" y="121538"/>
                  <a:pt x="663797" y="125021"/>
                  <a:pt x="666802" y="127958"/>
                </a:cubicBezTo>
                <a:cubicBezTo>
                  <a:pt x="669808" y="130894"/>
                  <a:pt x="673632" y="132363"/>
                  <a:pt x="678277" y="132363"/>
                </a:cubicBezTo>
                <a:cubicBezTo>
                  <a:pt x="683467" y="132363"/>
                  <a:pt x="688419" y="130655"/>
                  <a:pt x="693132" y="127241"/>
                </a:cubicBezTo>
                <a:cubicBezTo>
                  <a:pt x="696615" y="124645"/>
                  <a:pt x="698903" y="121469"/>
                  <a:pt x="699996" y="117713"/>
                </a:cubicBezTo>
                <a:cubicBezTo>
                  <a:pt x="700747" y="115254"/>
                  <a:pt x="701123" y="110576"/>
                  <a:pt x="701123" y="103677"/>
                </a:cubicBezTo>
                <a:lnTo>
                  <a:pt x="701123" y="97940"/>
                </a:lnTo>
                <a:close/>
                <a:moveTo>
                  <a:pt x="807847" y="41389"/>
                </a:moveTo>
                <a:lnTo>
                  <a:pt x="807847" y="64337"/>
                </a:lnTo>
                <a:lnTo>
                  <a:pt x="788177" y="64337"/>
                </a:lnTo>
                <a:lnTo>
                  <a:pt x="788177" y="108185"/>
                </a:lnTo>
                <a:cubicBezTo>
                  <a:pt x="788177" y="117064"/>
                  <a:pt x="788365" y="122238"/>
                  <a:pt x="788740" y="123706"/>
                </a:cubicBezTo>
                <a:cubicBezTo>
                  <a:pt x="789116" y="125174"/>
                  <a:pt x="789970" y="126387"/>
                  <a:pt x="791301" y="127343"/>
                </a:cubicBezTo>
                <a:cubicBezTo>
                  <a:pt x="792633" y="128299"/>
                  <a:pt x="794255" y="128777"/>
                  <a:pt x="796168" y="128777"/>
                </a:cubicBezTo>
                <a:cubicBezTo>
                  <a:pt x="798831" y="128777"/>
                  <a:pt x="802690" y="127855"/>
                  <a:pt x="807744" y="126011"/>
                </a:cubicBezTo>
                <a:lnTo>
                  <a:pt x="810203" y="148345"/>
                </a:lnTo>
                <a:cubicBezTo>
                  <a:pt x="803510" y="151213"/>
                  <a:pt x="795929" y="152648"/>
                  <a:pt x="787460" y="152648"/>
                </a:cubicBezTo>
                <a:cubicBezTo>
                  <a:pt x="782269" y="152648"/>
                  <a:pt x="777590" y="151777"/>
                  <a:pt x="773424" y="150035"/>
                </a:cubicBezTo>
                <a:cubicBezTo>
                  <a:pt x="769258" y="148294"/>
                  <a:pt x="766202" y="146040"/>
                  <a:pt x="764255" y="143274"/>
                </a:cubicBezTo>
                <a:cubicBezTo>
                  <a:pt x="762309" y="140508"/>
                  <a:pt x="760960" y="136768"/>
                  <a:pt x="760208" y="132056"/>
                </a:cubicBezTo>
                <a:cubicBezTo>
                  <a:pt x="759594" y="128709"/>
                  <a:pt x="759286" y="121947"/>
                  <a:pt x="759286" y="111771"/>
                </a:cubicBezTo>
                <a:lnTo>
                  <a:pt x="759286" y="64337"/>
                </a:lnTo>
                <a:lnTo>
                  <a:pt x="746071" y="64337"/>
                </a:lnTo>
                <a:lnTo>
                  <a:pt x="746071" y="41389"/>
                </a:lnTo>
                <a:lnTo>
                  <a:pt x="759286" y="41389"/>
                </a:lnTo>
                <a:lnTo>
                  <a:pt x="759286" y="19772"/>
                </a:lnTo>
                <a:lnTo>
                  <a:pt x="788177" y="2971"/>
                </a:lnTo>
                <a:lnTo>
                  <a:pt x="788177" y="41389"/>
                </a:lnTo>
                <a:lnTo>
                  <a:pt x="807847" y="41389"/>
                </a:lnTo>
                <a:close/>
                <a:moveTo>
                  <a:pt x="827822" y="26636"/>
                </a:moveTo>
                <a:lnTo>
                  <a:pt x="827822" y="0"/>
                </a:lnTo>
                <a:lnTo>
                  <a:pt x="856610" y="0"/>
                </a:lnTo>
                <a:lnTo>
                  <a:pt x="856610" y="26636"/>
                </a:lnTo>
                <a:lnTo>
                  <a:pt x="827822" y="26636"/>
                </a:lnTo>
                <a:moveTo>
                  <a:pt x="827822" y="150189"/>
                </a:moveTo>
                <a:lnTo>
                  <a:pt x="827822" y="41389"/>
                </a:lnTo>
                <a:lnTo>
                  <a:pt x="856610" y="41389"/>
                </a:lnTo>
                <a:lnTo>
                  <a:pt x="856610" y="150189"/>
                </a:lnTo>
                <a:lnTo>
                  <a:pt x="827822" y="150189"/>
                </a:lnTo>
                <a:close/>
                <a:moveTo>
                  <a:pt x="879072" y="94252"/>
                </a:moveTo>
                <a:cubicBezTo>
                  <a:pt x="879072" y="84690"/>
                  <a:pt x="881428" y="75436"/>
                  <a:pt x="886141" y="66489"/>
                </a:cubicBezTo>
                <a:cubicBezTo>
                  <a:pt x="890853" y="57542"/>
                  <a:pt x="897529" y="50712"/>
                  <a:pt x="906169" y="45999"/>
                </a:cubicBezTo>
                <a:cubicBezTo>
                  <a:pt x="914809" y="41287"/>
                  <a:pt x="924456" y="38930"/>
                  <a:pt x="935111" y="38930"/>
                </a:cubicBezTo>
                <a:cubicBezTo>
                  <a:pt x="951571" y="38930"/>
                  <a:pt x="965060" y="44275"/>
                  <a:pt x="975578" y="54963"/>
                </a:cubicBezTo>
                <a:cubicBezTo>
                  <a:pt x="986096" y="65652"/>
                  <a:pt x="991355" y="79158"/>
                  <a:pt x="991355" y="95482"/>
                </a:cubicBezTo>
                <a:cubicBezTo>
                  <a:pt x="991355" y="111942"/>
                  <a:pt x="986045" y="125584"/>
                  <a:pt x="975424" y="136410"/>
                </a:cubicBezTo>
                <a:cubicBezTo>
                  <a:pt x="964804" y="147235"/>
                  <a:pt x="951434" y="152648"/>
                  <a:pt x="935316" y="152648"/>
                </a:cubicBezTo>
                <a:cubicBezTo>
                  <a:pt x="925344" y="152648"/>
                  <a:pt x="915833" y="150394"/>
                  <a:pt x="906784" y="145886"/>
                </a:cubicBezTo>
                <a:cubicBezTo>
                  <a:pt x="897734" y="141378"/>
                  <a:pt x="890853" y="134770"/>
                  <a:pt x="886141" y="126062"/>
                </a:cubicBezTo>
                <a:cubicBezTo>
                  <a:pt x="881428" y="117354"/>
                  <a:pt x="879072" y="106751"/>
                  <a:pt x="879072" y="94252"/>
                </a:cubicBezTo>
                <a:moveTo>
                  <a:pt x="908577" y="95789"/>
                </a:moveTo>
                <a:cubicBezTo>
                  <a:pt x="908577" y="106580"/>
                  <a:pt x="911138" y="114844"/>
                  <a:pt x="916260" y="120581"/>
                </a:cubicBezTo>
                <a:cubicBezTo>
                  <a:pt x="921383" y="126318"/>
                  <a:pt x="927700" y="129187"/>
                  <a:pt x="935213" y="129187"/>
                </a:cubicBezTo>
                <a:cubicBezTo>
                  <a:pt x="942726" y="129187"/>
                  <a:pt x="949027" y="126318"/>
                  <a:pt x="954115" y="120581"/>
                </a:cubicBezTo>
                <a:cubicBezTo>
                  <a:pt x="959203" y="114844"/>
                  <a:pt x="961747" y="106512"/>
                  <a:pt x="961747" y="95584"/>
                </a:cubicBezTo>
                <a:cubicBezTo>
                  <a:pt x="961747" y="84929"/>
                  <a:pt x="959203" y="76734"/>
                  <a:pt x="954115" y="70997"/>
                </a:cubicBezTo>
                <a:cubicBezTo>
                  <a:pt x="949027" y="65259"/>
                  <a:pt x="942726" y="62391"/>
                  <a:pt x="935213" y="62391"/>
                </a:cubicBezTo>
                <a:cubicBezTo>
                  <a:pt x="927700" y="62391"/>
                  <a:pt x="921383" y="65259"/>
                  <a:pt x="916260" y="70997"/>
                </a:cubicBezTo>
                <a:cubicBezTo>
                  <a:pt x="911138" y="76734"/>
                  <a:pt x="908577" y="84998"/>
                  <a:pt x="908577" y="95789"/>
                </a:cubicBezTo>
                <a:close/>
                <a:moveTo>
                  <a:pt x="1112472" y="150189"/>
                </a:moveTo>
                <a:lnTo>
                  <a:pt x="1083684" y="150189"/>
                </a:lnTo>
                <a:lnTo>
                  <a:pt x="1083684" y="94662"/>
                </a:lnTo>
                <a:cubicBezTo>
                  <a:pt x="1083684" y="82915"/>
                  <a:pt x="1083070" y="75316"/>
                  <a:pt x="1081840" y="71867"/>
                </a:cubicBezTo>
                <a:cubicBezTo>
                  <a:pt x="1080611" y="68418"/>
                  <a:pt x="1078613" y="65738"/>
                  <a:pt x="1075847" y="63825"/>
                </a:cubicBezTo>
                <a:cubicBezTo>
                  <a:pt x="1073081" y="61913"/>
                  <a:pt x="1069751" y="60957"/>
                  <a:pt x="1065858" y="60957"/>
                </a:cubicBezTo>
                <a:cubicBezTo>
                  <a:pt x="1060873" y="60957"/>
                  <a:pt x="1056399" y="62323"/>
                  <a:pt x="1052438" y="65055"/>
                </a:cubicBezTo>
                <a:cubicBezTo>
                  <a:pt x="1048476" y="67786"/>
                  <a:pt x="1045761" y="71406"/>
                  <a:pt x="1044293" y="75914"/>
                </a:cubicBezTo>
                <a:cubicBezTo>
                  <a:pt x="1042825" y="80422"/>
                  <a:pt x="1042090" y="88754"/>
                  <a:pt x="1042090" y="100911"/>
                </a:cubicBezTo>
                <a:lnTo>
                  <a:pt x="1042090" y="150189"/>
                </a:lnTo>
                <a:lnTo>
                  <a:pt x="1013302" y="150189"/>
                </a:lnTo>
                <a:lnTo>
                  <a:pt x="1013302" y="41389"/>
                </a:lnTo>
                <a:lnTo>
                  <a:pt x="1040041" y="41389"/>
                </a:lnTo>
                <a:lnTo>
                  <a:pt x="1040041" y="57371"/>
                </a:lnTo>
                <a:cubicBezTo>
                  <a:pt x="1049535" y="45077"/>
                  <a:pt x="1061487" y="38930"/>
                  <a:pt x="1075898" y="38930"/>
                </a:cubicBezTo>
                <a:cubicBezTo>
                  <a:pt x="1082250" y="38930"/>
                  <a:pt x="1088055" y="40074"/>
                  <a:pt x="1093314" y="42362"/>
                </a:cubicBezTo>
                <a:cubicBezTo>
                  <a:pt x="1098573" y="44650"/>
                  <a:pt x="1102552" y="47570"/>
                  <a:pt x="1105250" y="51122"/>
                </a:cubicBezTo>
                <a:cubicBezTo>
                  <a:pt x="1107947" y="54673"/>
                  <a:pt x="1109826" y="58703"/>
                  <a:pt x="1110884" y="63210"/>
                </a:cubicBezTo>
                <a:cubicBezTo>
                  <a:pt x="1111943" y="67718"/>
                  <a:pt x="1112472" y="74172"/>
                  <a:pt x="1112472" y="82573"/>
                </a:cubicBezTo>
                <a:lnTo>
                  <a:pt x="1112472" y="1501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794869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2026-09-05T18:29:10.4070000Z</dcterms:created>
  <dcterms:modified xsi:type="dcterms:W3CDTF">2026-09-05T18:29:10.4070000Z</dcterms:modified>
</coreProperties>
</file>